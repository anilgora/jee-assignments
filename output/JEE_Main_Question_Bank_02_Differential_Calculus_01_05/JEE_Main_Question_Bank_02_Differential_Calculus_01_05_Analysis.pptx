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Level</c:v>
                </c:pt>
              </c:strCache>
            </c:strRef>
          </c:tx>
          <c:dPt>
            <c:idx val="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2.0</c:v>
                </c:pt>
                <c:pt idx="1">
                  <c:v>1.0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sz="2000" b="1">
                  <a:solidFill>
                    <a:srgbClr val="111827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2000" b="1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5"/>
          <c:min val="0.0"/>
        </c:scaling>
        <c:delete val="0"/>
        <c:axPos val="l"/>
        <c:majorGridlines>
          <c:spPr>
            <a:ln>
              <a:solidFill>
                <a:srgbClr val="D1D5D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2000"/>
                  <a:t>Level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2000">
                <a:latin typeface="Arial"/>
              </a:defRPr>
            </a:pPr>
          </a:p>
        </c:txPr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jumps from 'm in N' straight to 'n=4, m=7' without showing why only n=4 works. Added the check that 2^(n-4)+7 is a power of 2 only for n=4 (n&lt;4 gives a value between 7 and 8; n&gt;4 gives an odd number &gt;8). Answer 28 is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pPr algn="ctr">
              <a:defRPr sz="4000">
                <a:solidFill>
                  <a:srgbClr val="FFFFFF"/>
                </a:solidFill>
              </a:defRPr>
            </a:pPr>
            <a:r>
              <a:rPr sz="4000" b="1">
                <a:solidFill>
                  <a:srgbClr val="FFFFFF"/>
                </a:solidFill>
                <a:latin typeface="Arial"/>
              </a:rPr>
              <a:t>JEE Main Question Bank 02 (Differential Calculus 01_05) — Paper Analysis</a:t>
            </a:r>
            <a:endParaRPr sz="4000">
              <a:solidFill>
                <a:srgbClr val="FFFFFF"/>
              </a:solidFill>
            </a:endParaRPr>
          </a:p>
          <a:p>
            <a:pPr algn="ctr"/>
            <a:r>
              <a:rPr sz="2200">
                <a:solidFill>
                  <a:srgbClr val="FFFFFF"/>
                </a:solidFill>
                <a:latin typeface="Arial"/>
              </a:rPr>
              <a:t>Question bank · detailed solutions (printed Q81–Q82, numbered 1–2 here)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Q01 – Q02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Marks not printed in the paper: JEE Advanced default of 4 marks assumed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No negative marking assumed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number of possible functions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$A=\{1,2,3,5,8,9\}$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number of possible functions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$f:A\to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$f(m\cdot n)=f(m)\cdot f(n)$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$m,n\in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$m\cdot n\in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Types of functions and counting functions, Multiplicative functional condition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Only products that land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 conditions: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Only products that land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 conditions: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$1\cdot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forces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$f(1)=1$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$3\cdot3=9$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ties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$f(9)$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$f(3)$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condition applies only to pairs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pairs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every other product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lies outside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other pairs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automatically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condition applies only to pairs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$(m,n)$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$mn\in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pairs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every other product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$2\cdot2=4$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$2\cdot3=6$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$3\cdot5=15,\ldots$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lies outside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$m=n=1$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$f(1)=f(1)\cdot f(1)$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$0\notin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other pairs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$f(x)=f(1)f(x)$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automatically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$m=n=3$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$f(9)=f(3)\times f(3)$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lie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squares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That is,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then fixed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choice,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choices,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determined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choice);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unconstrained: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choices each.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functions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432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$f(9)=f(3)^2$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lie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$f(3)\in\{1,3\}$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squares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$2^2,5^2,8^2,9^2$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$4,25,64,81\notin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That is,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$f(3)=1$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$f(9)$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then fixed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choice,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choices,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$f(9)$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determined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choice);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$f(2),f(5),f(8)$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unconstrained: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choices each.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functions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$=1\times6\times2\times6\times6\times1=432$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432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condition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a finite set, list only the pairs whose product stays in the set; elements that appear in no such relation are free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choices each).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a multiplicative condition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 the codomain).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Counting rule: total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(choices of each free element)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(choices of the constrained element, with dependants determined). Check each dependant lands in the codomain.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excludes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leaving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codomain closure is what cuts the count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condition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$f(mn)=f(m)f(n)$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a finite set, list only the pairs whose product stays in the set; elements that appear in no such relation are free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choices each).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$m=n=1$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a multiplicative condition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$f(1)=f(1)^2$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 the codomain).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Counting rule: 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$=\prod$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(choices of each free element)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$\times$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(choices of the constrained element, with dependants determined). Check each dependant lands in the codomain.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$f(3)^2\in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excludes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$2,5,8,9$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leaving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$f(3)\in\{1,3\}$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codomain closure is what cuts the count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 and set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elements. If the total number of subsets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more than the total number of subsets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 and set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elements. If the total number of subsets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more than the total number of subsets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$m\cdot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16884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Number of subsets of a set, Exponential equation in integers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use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natural number,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must be a power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$2^m=2^n+2^4\cdot7$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use that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natural number,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$2^{n-4}+7$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must be a power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set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 has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subsets,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 out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set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subsets,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$2^m=2^n+112$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$112=2^4\cdot7$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$2^m=2^n+2^4\cdot7$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$m=\log_2\left(2^n+2^4\cdot7\right)$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 out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$m=\log_2 2^4+\log_2\left(2^{n-4}+7\right)$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$m=4+\log_2\left(2^{n-4}+7\right)$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an integer,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a power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strictly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it is odd and greater than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even): neither is a power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$m\in\mathbb{N}$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$\log_2(2^{n-4}+7)$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an integer,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$2^{n-4}+7$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a power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$n&lt;4$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$2^{n-4}+7$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strictly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$n&gt;4$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it is odd and greater than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$2^{n-4}$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even): neither is a power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$8=2^3$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$m=4+3=7$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$m\cdot n=7\times4=28$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28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Factor the difference: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match the power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the odd part.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Factor the difference: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$2^n(2^{m-n}-1)=112=2^4\cdot7$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match the power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the odd part.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Write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 (as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exactly the power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odd part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$2^m&gt;2^n$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$m&gt;n$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$2^m-2^n=2^n\left(2^{m-n}-1\right)=112$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$2^{m-n}-1$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$m-n\ge1$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exactly the power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$112=2^4\cdot7$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$2^n=16$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odd part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$2^{m-n}-1=7$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$2^{m-n}=8$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$m-n=3$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$m\cdot n=7\times4=28$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28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Unique factorisation: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full power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odd part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 reduces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solutions exist only if that is a power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set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 has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subsets,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non-empty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proper ones.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Unique factorisation: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$2^a(2^b-1)=N$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full power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$2^b-1$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odd part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$2^m-2^n=N$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 reduces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$n=v_2(N)$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$2^{m-n}=\frac{N}{2^n}+1$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solutions exist only if that is a power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set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subsets,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$2^k-1$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non-empty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$2^k-1$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proper ones.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$2^7-2^4=128-16=112$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4754880" cy="3291840"/>
          </a:xfrm>
          <a:prstGeom prst="roundRect">
            <a:avLst>
              <a:gd name="adj" fmla="val 8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37160" bIns="73152"/>
          <a:lstStyle>
            <a:lvl1pPr>
              <a:defRPr sz="3000">
                <a:solidFill>
                  <a:srgbClr val="0B1F3A"/>
                </a:solidFill>
              </a:defRPr>
            </a:lvl1pPr>
          </a:lstStyle>
          <a:p>
            <a:pPr algn="ctr">
              <a:defRPr sz="3000">
                <a:solidFill>
                  <a:srgbClr val="0B1F3A"/>
                </a:solidFill>
              </a:defRPr>
            </a:pPr>
            <a:r>
              <a:rPr sz="3000" b="1">
                <a:solidFill>
                  <a:srgbClr val="0B1F3A"/>
                </a:solidFill>
                <a:latin typeface="Arial"/>
              </a:rPr>
              <a:t>Difficulty Index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8800" b="1">
                <a:solidFill>
                  <a:srgbClr val="0B1F3A"/>
                </a:solidFill>
                <a:latin typeface="Arial"/>
              </a:rPr>
              <a:t>1.50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2400" b="0">
                <a:solidFill>
                  <a:srgbClr val="0B1F3A"/>
                </a:solidFill>
                <a:latin typeface="Arial"/>
              </a:rPr>
              <a:t>out of 5</a:t>
            </a:r>
            <a:endParaRPr sz="3000">
              <a:solidFill>
                <a:srgbClr val="0B1F3A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52160" y="1417320"/>
            <a:ext cx="5605272" cy="603504"/>
          </a:xfrm>
          <a:prstGeom prst="rect">
            <a:avLst/>
          </a:prstGeom>
          <a:solidFill>
            <a:srgbClr val="93C47D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JEE Main or easier:  1 question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52160" y="2093976"/>
            <a:ext cx="5605272" cy="603504"/>
          </a:xfrm>
          <a:prstGeom prst="rect">
            <a:avLst/>
          </a:prstGeom>
          <a:solidFill>
            <a:srgbClr val="FFD966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Below average:  1 question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52160" y="2770632"/>
            <a:ext cx="5605272" cy="603504"/>
          </a:xfrm>
          <a:prstGeom prst="rect">
            <a:avLst/>
          </a:prstGeom>
          <a:solidFill>
            <a:srgbClr val="F6B26B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Average Advanced:  0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52160" y="3447288"/>
            <a:ext cx="5605272" cy="603504"/>
          </a:xfrm>
          <a:prstGeom prst="rect">
            <a:avLst/>
          </a:prstGeom>
          <a:solidFill>
            <a:srgbClr val="E88080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Above average:  0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52160" y="4123944"/>
            <a:ext cx="5605272" cy="603504"/>
          </a:xfrm>
          <a:prstGeom prst="rect">
            <a:avLst/>
          </a:prstGeom>
          <a:solidFill>
            <a:srgbClr val="CC4125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l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Very difficult:  0 questions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5029200"/>
            <a:ext cx="10725912" cy="1097280"/>
          </a:xfrm>
          <a:prstGeom prst="rect">
            <a:avLst/>
          </a:prstGeom>
          <a:solidFill>
            <a:srgbClr val="FFFFFF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Total: 2 questions, 8 marks.  Index = Σ(marks × level) ÷ Σ marks, on the 0-5 scale.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Difficulty Profile of the Paper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80160"/>
          <a:ext cx="11274552" cy="5349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Comparison with JEE Advanced Papers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661007" y="1371600"/>
          <a:ext cx="88696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310896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Paper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Difficulty Index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2.76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2023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3.19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2024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2.59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2025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3.02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JEE Main Question Bank 02 (Differential Calculus 01_05) Question bank · detailed solutions (printed Q81–Q82, numbered 1–2 here)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1.50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6080759"/>
            <a:ext cx="10725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 sz="2000">
                <a:solidFill>
                  <a:srgbClr val="111827"/>
                </a:solidFill>
              </a:defRPr>
            </a:lvl1pPr>
          </a:lstStyle>
          <a:p>
            <a:pPr algn="ctr">
              <a:defRPr sz="2000">
                <a:solidFill>
                  <a:srgbClr val="111827"/>
                </a:solidFill>
              </a:defRPr>
            </a:pPr>
            <a:r>
              <a:rPr sz="2000" b="0">
                <a:solidFill>
                  <a:srgbClr val="111827"/>
                </a:solidFill>
                <a:latin typeface="Arial"/>
              </a:rPr>
              <a:t>Marks-weighted difficulty index on the 0-5 scale</a:t>
            </a:r>
            <a:endParaRPr sz="20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