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93C47D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2.0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2.0</c:v>
                </c:pt>
                <c:pt idx="11">
                  <c:v>2.0</c:v>
                </c:pt>
                <c:pt idx="12">
                  <c:v>1.0</c:v>
                </c:pt>
                <c:pt idx="13">
                  <c:v>1.0</c:v>
                </c:pt>
                <c:pt idx="14">
                  <c:v>2.0</c:v>
                </c:pt>
                <c:pt idx="15">
                  <c:v>2.0</c:v>
                </c:pt>
                <c:pt idx="16">
                  <c:v>1.0</c:v>
                </c:pt>
                <c:pt idx="17">
                  <c:v>1.0</c:v>
                </c:pt>
                <c:pt idx="18">
                  <c:v>0.0</c:v>
                </c:pt>
                <c:pt idx="19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second line reads $\frac{(r-1)^2+12(r-1)+10}{4\,r!}$; the constant must be 40 (since $4\cdot10=40$), not 10. The next line $r^2+10r+29$ is only correct with 40 ($1-12+40=29$), so the later working and the answer are unaffected. Series value checked numerically: 3.0574807.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first line prints $\left(3+2\sqrt{54}\right)^{1/2}$ on the right-hand side of the final equation (missing the $-$ sign inside the root; should be $\sqrt{-54}$). It also states the imaginary part is $\pm2\sqrt6$ without noting that the two real values $\pm6$ have imaginary part $0$.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stops after the first case ('Similarly it is not matching with $a=\frac{-1-\sqrt7}{6}$') without computing the second case. The second case is now written out: $[a]=-1$, so the value is $0$. Verified numerically; the key 'Drop' is right for the printed question. (If the stem were read as $1+\frac{[a]}{4b}$, the case $[a]=0$ would give $1$, option (C), which is probably what the author intended.)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Working and answer are right for the intended question. Gap filled with a final remark: the quadratic $y^2+y-k-k^2=(y-k)(y+k+1)$ has the root $y=k$, i.e. $z=ki$, where $u$ is undefined (denominator zero), so strictly the curve itself meets the $y$-axis only at $y=-k-1$; the question intends the curve's closure through $z=ki$, and $PQ=|2k+1|=5$ gives $k=2$ as keyed. Checked with sympy.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possible values as '62, 83, 99, 46' without saying how they arise, and its last lines (${}^{99}C_{31}-{}^{46}C_{31}={}^{99}C_p-{}^{46}C_q$) skip the use of symmetry; the step choosing $p\in\{31,68\},q\in\{15,31\}$ is added. All values verified by brute force: coefficient $={}^{99}C_{31}-{}^{46}C_{31}$.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stops at '(r = 3), (n = 8)'; the centroid part of the question is not solved in the PDF at all. Written here: $C=(1,0)$, centroid coordinates and $(3x-1)^2+(3y)^2=20$. Answer B agrees with the key; checked with sympy.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Algebra 02 (Set 04)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for a correct answer (assumed) · 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the points in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Straight line whose slope is 1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Circle whose radius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Circle whose radius is 1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Straight line whose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the points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$S=\left\{\frac{\alpha+i}{\alpha-i}:\alpha\in\mathbb{R}\right\}$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$(i=\sqrt{-1})$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Straight line whose slope is 1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Circle whose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Circle whose radius is 1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Straight line whose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243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in the Argand plane (modulus of a Möbius map of a real parameter)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conjugates, so the quotient has modulus 1.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conjugates, so the quotient has modulus 1.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numerator: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$x+iy=\frac{\alpha+i}{\alpha-i}$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$x+iy=\frac{(\alpha+i)^2}{\alpha^2+1}$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$x+iy=\frac{\alpha^2-1}{\alpha^2+1}+i\,\frac{2\alpha}{\alpha^2+1}$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both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and add: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point lies on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radius is 1.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$x=\frac{\alpha^2-1}{\alpha^2+1}\;\dots(i)$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$y=\frac{2\alpha}{\alpha^2+1}\;\dots(ii)$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and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$x^2+y^2=\frac{(\alpha^2-1)^2+4\alpha^2}{(\alpha^2+1)^2}=\frac{(\alpha^2+1)^2}{(\alpha^2+1)^2}=1$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point lies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radius is 1.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Circle whose radius is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numerator and denominator are complex conjugates,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numerator and denominator are complex conjugates,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$|w|=1$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points lie on the unit circle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$w=\frac{\alpha+i}{\alpha-i}$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$\overline{\alpha-i}=\alpha+i$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$w=\frac{\bar d}{d}$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$d=\alpha-i$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$|w|=\frac{|\bar d|}{|d|}=1$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points lie on the unit circle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Cross-check: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point of the unit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Cross-check: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$w=\frac{\cos\theta+i\sin\theta}{\cos\theta-i\sin\theta}=e^{2i\theta}$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point of the unit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Circle whose radius is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real) always has modulus 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(Cayley map) sends the real line onto the unit circle minus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the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$\left|\frac{z}{\bar z}\right|=1$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$\frac{\alpha+i}{\alpha-i}$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real) always has modulus 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$\alpha\mapsto\frac{\alpha+i}{\alpha-i}$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(Cayley map) sends the real line onto the unit circle minus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$\frac{1+it}{1-it}=e^{2i\tan^{-1}t}$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series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$\sum_{n=1}^{\infty}\frac{n^2+6n+10}{(2n+1)!}$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$-\frac{41}{8}e+\frac{19}{8}e^{-1}-10$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$\frac{41}{8}e+\frac{19}{8}e^{-1}+10$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$\frac{41}{8}e-\frac{19}{8}e^{-1}-10$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$\frac{41}{8}e+\frac{19}{8}e^{-1}-10$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Series: exponential series and sums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odd/even indices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Series: exponential series and sums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$\frac{1}{r!}$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odd/even indices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each part telescopes into a factorial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$r=2n+1$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$r^2+10r+29=r(r-1)+11r+29$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each part telescopes into a factorial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$2n+1=r$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$r=3,5,7,\dots$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$n=\frac{r-1}{2}$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$=\sum_{r=3,5,7,\dots}\frac{\left(\frac{r-1}{2}\right)^2+6\cdot\frac{r-1}{2}+10}{r!}$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4: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numerator: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4: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$\frac{(r-1)^2+12(r-1)+40}{4\,r!}$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$(r-1)^2+12(r-1)+40=r^2+10r+29$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$\sum\frac{r^2+10r+29}{4\,r!}$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$r^2+10r+29=r(r-1)+11r+29$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$=\frac{1}{4(r-2)!}+\frac{11}{4(r-1)!}+\frac{29}{4}\cdot\frac{1}{r!}$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$r=3,5,7,\dots$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$\frac14\left(\frac1{1!}+\frac1{3!}+\frac1{5!}+\dots\right)+\frac{11}{4}\left(\frac1{2!}+\frac1{4!}+\frac1{6!}+\dots\right)+\frac{29}{4}\left(\frac1{3!}+\frac1{5!}+\frac1{7!}+\dots\right)$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$\frac1{1!}+\frac1{3!}+\dots=\frac{e-e^{-1}}{2}$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$\frac1{2!}+\frac1{4!}+\dots=\frac{e+e^{-1}-2}{2}$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$\frac1{3!}+\frac1{5!}+\dots=\frac{e-e^{-1}-2}{2}$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$=\frac14\cdot\frac{e-e^{-1}}{2}+\frac{11}{4}\cdot\frac{e+e^{-1}-2}{2}+\frac{29}{4}\cdot\frac{e-e^{-1}-2}{2}$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$=\frac18\left[e-\frac1e+11e+\frac{11}{e}-22+29e-\frac{29}{e}-58\right]$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$=\frac18\left[41e-\frac{19}{e}-80\right]=\frac{41}{8}e-\frac{19}{8}e^{-1}-10$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$\frac{41}{8}e-\frac{19}{8}e^{-1}-10$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apply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produce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numerator.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$\sinh x=\sum_{m\ \mathrm{odd}}\frac{x^m}{m!}$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apply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$x^2\frac{d^2}{dx^2}$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$x\frac{d}{dx}$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produce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$m(m-1)$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numerator.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$\frac{m^2+10m+29}{4\,m!}$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$f(x)=\sinh x=\sum_{m\ \mathrm{odd}}\frac{x^m}{m!}$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f'=\sum\frac{m\,x^m}{m!}$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$x^2f''=\sum\frac{m(m-1)x^m}{m!}$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$\sum_{m\ \mathrm{odd}}\frac{m^2+10m+29}{m!}=f''(1)+11f'(1)+29f(1)=\sinh1+11\cosh1+29\sinh1=30\sinh1+11\cosh1$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sum includes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remove it: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4: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sum includes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$\frac{1+10+29}{1!}=40$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remove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$\sum_{m\ge3}=30\sinh1+11\cosh1-40$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4: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$\frac14\left[15\left(e-e^{-1}\right)+\frac{11}{2}\left(e+e^{-1}\right)-40\right]=\frac{41}{8}e-\frac{19}{8}e^{-1}-10$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$\frac{41}{8}e-\frac{19}{8}e^{-1}-10$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remember to subtract the first terms when the sum starts later.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falling-factorial basis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Operator view: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later terms fall quickly, so a total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reasonable.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$\sum_{r\ \mathrm{odd}}\frac{1}{r!}=\sinh1=\frac{e-e^{-1}}{2}$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$\sum_{r\ \mathrm{even}\ge0}\frac1{r!}=\cosh1=\frac{e+e^{-1}}{2}$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remember to subtract the first terms when the sum starts later.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$\sum\frac{P(r)}{r!}$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falling-factorial basis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$r(r-1),\ r,\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$\frac{r(r-1)}{r!}=\frac1{(r-2)!}$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$\frac{r}{r!}=\frac1{(r-1)!}$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Operator view: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$\left(x\frac{d}{dx}\right)$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$x^2\frac{d^2}{dx^2}$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$r(r-1)$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$\frac{17}{3!}\approx2.83$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later terms fall quickly, so a total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reasonable.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Out of 11 consecutive natural numbers if three numbers are selected at random (without repetition), then the probability that they are in A.P. with positive common difference,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Out of 11 consecutive natural numbers if three numbers are selected at random (without repetition), then the probability that they are in A.P. with positive common difference,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$\frac{5}{101}$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$\frac{15}{101}$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$\frac{10}{99}$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Probability: classical definition with counting of arithmetic progressions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A.P.s by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term can be any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A.P.s by common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term can be any of the first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$11-2d$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Call the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triple runs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Call 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$a_1,a_2,\dots,a_{11}$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triple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$\{a_1,a_2,a_3\}$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$\{a_9,a_{10},a_{11}\}$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triple. Total favourable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ways of choosing 3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triple. Total favourable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$=9+7+5+3+1=25$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ways of choosing 3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$={}^{11}C_3=165$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$P=\frac{25}{{}^{11}C_3}=\frac{25}{165}=\frac{5}{33}$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$\frac{5}{33}$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Three numbers are in A.P. exactly when the outer two have the same parity (the middle one is their average).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parity.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 any two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same parity have an integer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between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favourable triples correspond one-to-one with pairs of same parity. 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6 odd and 5 even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$a&lt;b&lt;c$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$b=\frac{a+c}{2}$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parity.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 any two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same parity have an integer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between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favourable triples correspond one-to-one with pairs of same parity.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$1,\dots,11$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6 odd and 5 even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$={}^{6}C_2+{}^{5}C_2=15+10=25$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$P=\frac{25}{165}=\frac{5}{33}$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$\frac{5}{33}$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3-term A.P.s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forced); this reduces the count to pairs of equal parity: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⌉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⌊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⌋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Selection 'at random without repetition' of a set is unordered; a set in A.P.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ordering, so no factor 6 or 2 appears.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3-term A.P.s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$\left\lfloor\frac{(n-1)^2}{4}\right\rfloor$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$\frac{100}{4}=25$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$a&lt;b&lt;c$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a\equiv c\pmod2$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forced); this reduces the count to pairs of equal parity: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${}^{\lceil n/2\rceil}C_2+{}^{\lfloor n/2\rfloor}C_2$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Selection 'at random without repetition' of a set is unordered; a set in A.P.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ordering, so no factor 6 or 2 appears.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greatest values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greatest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${}^{19}C_p$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${}^{20}C_q$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${}^{21}C_r$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$\frac{a}{10}=\frac{b}{11}=\frac{c}{21}$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$\frac{a}{10}=\frac{b}{11}=\frac{c}{42}$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$\frac{a}{11}=\frac{b}{22}=\frac{c}{42}$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$\frac{a}{11}=\frac{b}{22}=\frac{c}{21}$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coefficients: greatest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of coefficients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coefficients: greatest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$^nC_r$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of coefficients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greatest at the middle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relate neighbours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$^nC_r$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greatest at the middle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relate neighbours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${}^nC_r=\frac nr\,{}^{n-1}C_{r-1}$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greatest at the middle: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greatest at the middle: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greatest at the middle: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${}^{19}C_p$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greatest at the middle: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$a={}^{19}C_{10}={}^{19}C_{9}$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${}^{20}C_q$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greatest at the middle: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$b={}^{20}C_{10}$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${}^{21}C_r$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greatest at the middle: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$c={}^{21}C_{10}={}^{21}C_{11}$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11: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${}^nC_r=\frac nr\,{}^{n-1}C_{r-1}$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$b={}^{20}C_{10}=\frac{20}{10}\,{}^{19}C_9=2a$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$c={}^{21}C_{11}=\frac{21}{11}\,{}^{20}C_{10}=\frac{21}{11}\cdot\frac{20}{10}\,{}^{19}C_9=\frac{42}{11}a$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$\frac{a}{{}^{19}C_9}=\frac{b}{\frac{20}{10}{}^{19}C_9}=\frac{c}{\frac{21}{11}\cdot\frac{20}{10}{}^{19}C_9}$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a1=\frac b2=\frac{c}{42/11}$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11: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$\frac{a}{11}=\frac{b}{22}=\frac{c}{42}$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$\frac{a}{11}=\frac{b}{22}=\frac{c}{42}$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Pascal's rule plus symmetry: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similarly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Pascal's rule plus symmetry: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$^{20}C_{10}={}^{19}C_9+{}^{19}C_{10}=2\,{}^{19}C_9$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similarly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symmetry.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 again: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$a={}^{19}C_9={}^{19}C_{10}$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symmetry.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$b={}^{20}C_{10}={}^{19}C_{9}+{}^{19}C_{10}=2a$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$c={}^{21}C_{10}={}^{20}C_{9}+{}^{20}C_{10}$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Neighbour ratio: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Neighbour ratio: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${}^{20}C_{9}={}^{20}C_{10}\cdot\frac{10}{11}$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$\frac{{}^{n}C_{r-1}}{{}^{n}C_{r}}=\frac{r}{n-r+1}$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$n=20,r=10$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$c=b\left(\frac{10}{11}+1\right)=\frac{21}{11}\,b=\frac{21}{11}\cdot2a=\frac{42}{11}a$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$a:b:c=1:2:\frac{42}{11}=11:22:42$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$\frac{a}{11}=\frac{b}{22}=\frac{c}{42}$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equal values)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any ratio of binomial coefficients into a product of simple fractions.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Central binomial recurrence: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e.g.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48620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184756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$r=\frac{n\pm1}{2}$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equal values)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${}^nC_r=\frac nr\,{}^{n-1}C_{r-1}$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$\frac{{}^nC_{r-1}}{{}^nC_r}=\frac{r}{n-r+1}$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any ratio of binomial coefficients into a product of simple fractions.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Central binomial recurrence: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${}^{2m}C_m=\frac{2(2m-1)}{m}\,{}^{2m-2}C_{m-1}$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${}^{20}C_{10}=\frac{2\cdot19}{10}\cdot{}^{18}C_9=3.8\times48620=184756$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unbiased coin is tossed. If the outcome is a head then a pair of unbiased dice is rolled and the sum of the numbers obtained on them is noted. If the toss of the coin results in tail then a card from a well-shuffled pack of nine cards numbered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randomly picked and the number on the card is noted. The probability that the noted number is either 7 or 8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unbiased coin is tossed. If the outcome is a head then a pair of unbiased dice is rolled and the sum of the numbers obtained on them is noted. If the toss of the coin results in tail then a card from a well-shuffled pack of nine cards numbered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$1,2,3,\dots,9$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randomly picked and the number on the card is noted. The probability that the noted number is either 7 or 8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$\frac{19}{36}$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80567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Total probability (two-stage experiment)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Condition on the coin: weight each branch's probability of '7 or 8'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Condition on the coin: weight each branch's probability of '7 or 8'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Head (probability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sum of two dice is 7 in 6 ways and 8 in 5 ways,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 𝑜𝑟 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Tail (probability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one of the nine cards is picked, and 7 or 8 are 2 cards,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 𝑜𝑟 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Head (probability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sum of two dice is 7 in 6 ways and 8 in 5 ways,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$P(\text{7 or 8}\mid H)=\frac{11}{36}$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Tail (probability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one of the nine cards is picked, and 7 or 8 are 2 cards,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$P(\text{7 or 8}\mid T)=\frac29$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$P(A)=\frac12\times\frac{11}{36}+\frac12\times\frac29$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$=\frac{11}{72}+\frac{8}{72}=\frac{19}{72}$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$\frac{19}{72}$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Law of total probability: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partition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the coin: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of getting a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two dice: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7: 6, sum 8: 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Draw a two-branch tree first; multiply along a path, add across the paths that satisfy the event.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Law of total probability: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$P(A)=\sum_iP(B_i)P(A\mid B_i)$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partition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$\{B_i\}$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the coin: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$H,T$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of getting a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two dice: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$6-|s-7|$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s\le12$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7: 6, sum 8: 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Draw a two-branch tree first; multiply along a path, add across the paths that satisfy the event.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matrix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$A=\frac{1}{\sqrt3}\begin{pmatrix}1&amp;1&amp;1\\1&amp;\alpha&amp;\alpha^2\\1&amp;\alpha^2&amp;\alpha^4\end{pmatrix}$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Matrix powers (periodicity of a matrix), Cube roots of unity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permutation matrix,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permutation matrix,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$A^4=I$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$A^{31}=A^{28}A^3=A^3$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primitive cube root of unity: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entry is a sum of three cube roots of unity: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exponents add to a multiple of 3, else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primitive cube root of unity: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$1+\alpha+\alpha^2=0$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$A^2=\frac13\begin{pmatrix}1&amp;1&amp;1\\1&amp;\alpha&amp;\alpha^2\\1&amp;\alpha^2&amp;\alpha^4\end{pmatrix}\begin{pmatrix}1&amp;1&amp;1\\1&amp;\alpha&amp;\alpha^2\\1&amp;\alpha^2&amp;\alpha^4\end{pmatrix}$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entry is a sum of three cube roots of unity: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exponents add to a multiple of 3, else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$A^2=\frac13\begin{pmatrix}3&amp;0&amp;0\\0&amp;0&amp;3\\0&amp;3&amp;0\end{pmatrix}=\begin{pmatrix}1&amp;0&amp;0\\0&amp;0&amp;1\\0&amp;1&amp;0\end{pmatrix}$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$A^4=A^2\cdot A^2=\begin{pmatrix}1&amp;0&amp;0\\0&amp;0&amp;1\\0&amp;1&amp;0\end{pmatrix}\begin{pmatrix}1&amp;0&amp;0\\0&amp;0&amp;1\\0&amp;1&amp;0\end{pmatrix}=\begin{pmatrix}1&amp;0&amp;0\\0&amp;1&amp;0\\0&amp;0&amp;1\end{pmatrix}=I$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$A^{31}=A^{28}\cdot A^3=(A^4)^7A^3=A^3$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normalised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discrete Fourier matrix; its square sends index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transposition,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normalised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discrete Fourier matrix; its square sends index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$-j\pmod 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transposition,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$A^4=I$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rows and columns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geometric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rows and 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$(j,k)$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$\alpha^{jk}$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$\alpha^4=\alpha^{2\cdot2}$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$(j,l)$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$\frac13\sum_{k=0}^{2}\alpha^{jk}\alpha^{kl}=\frac13\sum_{k=0}^{2}\left(\alpha^{j+l}\right)^k$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geometric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$j+l\equiv0\pmod3$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$\frac{1-\alpha^{3(j+l)}}{1-\alpha^{j+l}}=0$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1 exactly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swaps indices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permutation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1 exactly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$l\equiv-j$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swaps indices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$1\leftrightarrow2$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permutation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$A^4=P^2=I$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$A^{31}=A^{31-28}=A^3$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normalised DFT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unitary,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'reversal' permutation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primitive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root of unity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else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look for the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the trace of the permutation matrix (one fixed index).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normalised DFT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$F=\frac1{\sqrt n}\left(\omega^{jk}\right)$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$\omega=e^{2\pi i/n}$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unitary,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'reversal' permutation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$j\mapsto-j\pmod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$F^4=I$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primitive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root of unity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$\sum_{k=0}^{n-1}\omega^{mk}=n$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$n\mid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else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$A^k=I$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$A^m=A^{m\bmod 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look for the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$A^2\neq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$\mathrm{tr}A^2=1$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the trace of the permutation matrix (one fixed index).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54</m:t>
                                </m:r>
                              </m:e>
                            </m:rad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54</m:t>
                                </m:r>
                              </m:e>
                            </m:rad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$\left(3+2\sqrt{-54}\right)^{\frac12}-\left(3-2\sqrt{-54}\right)^{\frac12}$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$-2\sqrt6$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Square root of a complex number, Real and imaginary parts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square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$3\pm6\sqrt6\,i=\left(3\pm\sqrt6\,i\right)^2$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square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$\pm\left(3\pm\sqrt6\,i\right)$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54</m:t>
                                </m:r>
                              </m:e>
                            </m:rad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54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it equals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a square: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54</m:t>
                                </m:r>
                              </m:e>
                            </m:rad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$\left(3+2\sqrt{-54}\right)^{\frac12}=\left(3+2\sqrt{54}\,i\right)^{\frac12}$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$2\sqrt{54}=2\cdot3\sqrt6=6\sqrt6$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$\left(3+2\cdot3\sqrt6\,i\right)^{\frac12}$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a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$3^2+(\sqrt6\,i)^2+2\cdot3\cdot\sqrt6\,i=9-6+6\sqrt6\,i=3+6\sqrt6\,i$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$\left(3+2\sqrt{-54}\right)^{\frac12}=\left((3+\sqrt6\,i)^2\right)^{\frac12}=\pm\left(3+\sqrt6\,i\right)$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54</m:t>
                                </m:r>
                              </m:e>
                            </m:rad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independent signs: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 is 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real cases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$\left(3-2\sqrt{-54}\right)^{\frac12}=\left(3-6\sqrt6\,i\right)^{\frac12}=\left((3-\sqrt6\,i)^2\right)^{\frac12}=\pm\left(3-\sqrt6\,i\right)$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$\pm(3+\sqrt6\,i)\mp(3-\sqrt6\,i)$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independent signs: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$\pm2\sqrt6\,i$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 is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real cases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$-2\sqrt6$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radicands are conjugates, so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difference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radicands are conjugates, so the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$\pm\bar 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difference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$2i\,\mathrm{Im}\,w$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$2\,\mathrm{Re}\,w$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radicand is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of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(purely imaginary)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(real), up to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$z=3+6\sqrt6\,i$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radicand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$w^2=z$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$\left(\bar w\right)^2=\bar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w\mp'\bar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$w-\bar w=2i\,\mathrm{Im}(w)$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(purely imaginary)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$w+\bar w=2\,\mathrm{Re}(w)$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(real), up to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$|z|=\sqrt{9+216}=15$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$w=p+iq$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$p^2=\frac{|z|+3}{2}=9$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$q^2=\frac{|z|-3}{2}=6$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sign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 of the expression: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case,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second.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 Option (D),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$\mathrm{Re}\,w=\pm3$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$\mathrm{Im}\,w=\pm\sqrt6$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sign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$2pq=6\sqrt6&gt;0$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 of the expression: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case,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second.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 Option (D),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$-2\sqrt6$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non-zero complex number has two square roots,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'can be' questions need all sign choices.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$w=p+iq$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$w^2=a+ib$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$p^2=\frac{|a+ib|+a}{2}$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$q^2=\frac{|a+ib|-a}{2}$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$\mathrm{sign}(pq)=\mathrm{sign}(b)$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$\sqrt{a+ib}$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$|a+ib|$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z\pm\sqrt{\bar 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$2\,\mathrm{Re}\sqrt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$2i\,\mathrm{Im}\sqrt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non-zero complex number has two square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'can be' questions need all sign choices.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mean and variance of a set of 15 numbers are 12 and 14 respectively. The mean and variance of another set of 15 numbers are 14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variance of all the 30 numbers in the two sets is 13,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9   (B) 12   (C) 10   (D) 11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mean and variance of a set of 15 numbers are 12 and 14 respectively. The mean and variance of another set of 15 numbers are 14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variance of all the 30 numbers in the two sets is 13,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9   (B) 12   (C) 10   (D) 11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Statistics: mean and variance of combined data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Combined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Combined variance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$=\frac{n_1\sigma_1^2+n_2\sigma_2^2}{n_1+n_2}+\frac{n_1n_2(m_1-m_2)^2}{(n_1+n_2)^2}$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$=\frac{n_1\sigma_1^2+n_2\sigma_2^2}{n_1+n_2}+\frac{n_1n_2(m_1-m_2)^2}{(n_1+n_2)^2}$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$13=\frac{15\cdot14+15\cdot\sigma^2}{30}+\frac{15\cdot15\,(12-14)^2}{30\times30}$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$13=\frac{14+\sigma^2}{2}+\frac44$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$13=\frac{14+\sigma^2}{2}+1\Rightarrow\frac{14+\sigma^2}{2}=12\Rightarrow\sigma^2=10$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deviations from the combined mean: each set's mean is exactly 1 away from 13,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deviations from the combined mean: each set's mean is exactly 1 away from 13,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$13=\frac12\left[(14+1)+(\sigma^2+1)\right]$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sizes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combined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average over the sets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𝑣𝑎𝑟𝑖𝑎𝑛𝑐𝑒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𝑚𝑒𝑎𝑛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 2: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combined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$=\frac{12+14}{2}=13$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average over the 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$\left[\text{variance}+(\text{mean}-13)^2\right]$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$14+(12-13)^2=15$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$\sigma^2+(14-13)^2=\sigma^2+1$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$13=\frac{15+\sigma^2+1}{2}\Rightarrow\sigma^2+16=26\Rightarrow\sigma^2=10$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(weighted average of the variances)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(weighted variance of the means); for equal sizes the second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combined mean.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Raw-sum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set;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(weighted average of the variances)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(weighted variance of the means); for equal sizes the second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$\frac{(m_1-m_2)^2}{4}$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$\sigma^2=\frac{\sum n_i\left[\sigma_i^2+(m_i-M)^2\right]}{\sum n_i}$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combined mean.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Raw-sum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x^2=n(\sigma^2+m^2)$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set;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$15\cdot158+15(196+10)=5460=30\cdot(13^2+13)$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76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sets defined as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, 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, 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set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has infinitely many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has exactly two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has exactly three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a singleton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76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sets defined as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$S_1=\{z\in\mathbb{C}:|z-1|\le\sqrt2\}$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, 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$S_2=\{z\in\mathbb{C}:\mathrm{Re}\,((1-i)z)\ge1\}$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, 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$S_3=\{z\in\mathbb{C}:\mathrm{Im}(z)\le1\}$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$S_1\cap S_2\cap 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has infinitely many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has exactly two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has exactly three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a singleton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Regions in the Argand plane (disc, half-planes)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Translate each set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closed disc and two half-planes; their overlap has non-empty interior.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Translate each set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closed disc and two half-planes; their overlap has non-empty interior.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(disc,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(half-plane).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$|x+iy-1|\le\sqrt2$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$(x-1)^2+y^2\le2$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(disc,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$\mathrm{Re}\left((x+iy)(1-i)\right)\ge1$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$(x+iy)(1-i)=(x+y)+i(y-x)$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(half-plane).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(half-plane).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figure the disc,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out a shaded region with non-empty interior.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region with interior contains infinitely many points,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elements.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(half-plane).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figure the disc,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out a shaded region with non-empty interior.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region with interior contains infinitely many points,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$S_1\cap S_2\cap 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elements.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has infinitely many elements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Skip the picture: exhibit an explicit infinite family inside all three sets.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different point of the intersection, so it is infinite. Option (A),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$z=1+it$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t\le1$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$(x-1)^2+y^2=t^2\le1\le2$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$x+y=1+t\ge1$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different point of the intersection, so it is infinite. Option (A),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has infinitely many elements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of inequalities with a strict interior point (or a segment) has infinitely many solutions; finitely many solutions arise only at tangent/touching positions.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test of non-emptiness: check a convenient point such as the disc's centre or a point on a boundary line; here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all three.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$\mathrm{Re}\left((a+ib)z\right)=ax-by$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$\mathrm{Re}\left((1-i)z\right)=x+y$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of inequalities with a strict interior point (or a segment) has infinitely many solutions; finitely many solutions arise only at tangent/touching positions.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test of non-emptiness: check a convenient point such as the disc's centre or a point on a boundary line;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$\left(1,\tfrac12\right)$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all three.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a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straight line with the sum of its intercepts on the coordinate axes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hyperbola with eccentricity 2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straight line with the sum of its intercepts on the coordinate axes equals 14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hyperbola with the length of the transverse axis 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$z_1=2+3i$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$z_2=3+4i$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$S=\left\{z\in\mathbb{C}:|z-z_1|^2-|z-z_2|^2=|z_1-z_2|^2\right\}$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a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straight line with the sum of its intercepts on the coordinate axes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hyperbola with eccentricity 2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straight line with the sum of its intercepts on the coordinate axes equals 14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hyperbola with the length of the transverse axis 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in the Argand plane (difference of squared distances is a line), Intercepts of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squares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cancel, leaving a straight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squares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cancel, leaving a straight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$|z_1-z_2|^2=|{-1}-i|^2=1+1=2$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$\left((x-2)^2+(y-3)^2\right)-\left((x-3)^2+(y-4)^2\right)=1+1$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$(x-2)^2-(x-3)^2=2x-5$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$(y-3)^2-(y-4)^2=2y-7$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straight line with 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axes;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$2x-5+2y-7=2\Rightarrow x+y=7$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straight line with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axes;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straight line with the sum of its intercepts on the coordinate axes equals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is Pythagoras: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a right angle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perpendicular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is Pythagoras: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$|z-z_1|^2=|z-z_2|^2+|z_2-z_1|^2$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a right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perpendicular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reads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converse of Pythagoras the triangle with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right angle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direction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has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$|z-z_1|^2=|z-z_2|^2+|z_2-z_1|^2$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$|z_1-z_2|=|z_2-z_1|$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converse of Pythagoras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$z,z_2,z_1$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$(z-z_2)\perp(z_1-z_2)$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direction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has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degenerate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it).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$1(x-3)+1(y-4)=0$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degenerate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it).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$7+7=14$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straight line with the sum of its intercepts on the coordinate axes equals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 straight line perpendicular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perpendicular bisector.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equal 7.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Conics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(ellipse/hyperbola); squares of distances alone cannot give a hyperbola.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$|z-z_1|^2-|z-z_2|^2=k$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 straight line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perpendicular bisector.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$|z-z_1|^2-|z-z_2|^2=|z_1-z_2|^2$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equal 7.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Conics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$|z-z_1|\pm|z-z_2|=k$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(ellipse/hyperbola); squares of distances alone cannot give a hyperbola.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real numbers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complex number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unit modulus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possible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function,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$\frac{1+ai}{b+i}$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unit modulus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$a+ib$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$|z-1|=2|z|$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possible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$\frac{1+[a]}{4b}$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function,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8142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Modulus of a complex number and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Greatest integer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8142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Modulus of a complex number and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$|z-z_1|=k|z-z_2|$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Greatest integer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Unit modulus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circle condition then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Unit modulus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$|a|=|b|$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circle condition then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$\left|\frac{1+ai}{b+i}\right|=1$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$|1+ai|=|b+i|$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$a^2+1=b^2+1\Rightarrow a=\pm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$a+ib$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$|z-1|=2|z|$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$|a+ib-1|=2|a+ib|$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$(a-1)^2+b^2=4\left(a^2+b^2\right)$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$(a-1)^2+a^2=4\cdot2a^2$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$1-2a=6a^2$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$2a^2-2a+1=8a^2$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$6a^2+2a-1=0$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0.274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possible values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none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option matches (the PDF drops the question).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$a=\frac{-2\pm\sqrt{28}}{12}=\frac{-1\pm\sqrt7}{6}$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$a=\frac{\sqrt7-1}{6}\approx0.274$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$b=\frac{1-\sqrt7}{6}$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$\frac{1+[a]}{4b}=\frac{6}{4(1-\sqrt7)}=-\frac{1+\sqrt7}{4}\approx-0.911$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$a=\frac{-1-\sqrt7}{6}\approx-0.608$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$b=\frac{1+\sqrt7}{6}$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$1+[a]=0$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possible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$-\frac{1+\sqrt7}{4}$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option matches (the PDF drops the question).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Dropped in the PDF - no option matches (computed values: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Dropped in the PDF - no option matches (computed values: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$-\frac{1+\sqrt7}{4}$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solving the quadratic: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 that no option can occur, and a direct substitution rejects the rest.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solving the quadratic: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$[a]$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 that no option can occur, and a direct substitution rejects the rest.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of the roots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 root is positive and one 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an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$6a^2+2a-1=0$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of the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 root is positive and one 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$|z-1|=2|z|$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$3(x^2+y^2)+2x-1=0$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$\left(-\frac13,0\right)$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a\le\frac13$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$[a]\in\{-1,0\}$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$1+[a]=0$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an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could occur,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no option occurs: the question has no correct option (same conclusion).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$\frac{1}{4b}&lt;0$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could occur,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$6a^2+2a-1$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$\frac32+1-1=\frac32\neq0$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$\frac38+\frac12-1=-\frac18\neq0$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no option occurs: the question has no correct option (same conclusion).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Dropped in the PDF - no option matches (computed values: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Dropped in the PDF - no option matches (computed values: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$-\frac{1+\sqrt7}{4}$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answer is requested 'a possible value', list all cases (here two roots, two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matching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readings of the stem: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differ; the second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$\left|\frac{p+qi}{r+si}\right|=1\iff p^2+q^2=r^2+s^2$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$1+a^2=b^2+1$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$|z-z_1|=k|z-z_2|$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$|z-1|=2|z|$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$x\in[-1,\frac13]$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answer is requested 'a possible value', list all cases (here two roots, two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matching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readings of the stem: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$\frac{1+[a]}{4b}$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$1+\frac{[a]}{4b}$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differ; the second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curve represented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$u=\frac{2z+i}{z-ki}$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curve represented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$\mathrm{Re}(u)+\mathrm{Im}(u)=1$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in the Argand plane (Möbius transformation), Distance between intercepts of a curve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curve: it becomes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root difference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curve: it becomes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root difference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the conjugate: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$u=\frac{2x+2iy+i}{x+iy-ki}=\frac{2x+(2y+1)i}{x+(y-k)i}$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the conjugate: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$u=\frac{2x+(2y+1)i}{x+(y-k)i}\times\frac{x-(y-k)i}{x-(y-k)i}$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$2x^2-2x(y-k)i+x(2y+1)i+(2y+1)(y-k)$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$x^2+(y-k)^2$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$\mathrm{Re}(u)=\frac{2x^2+(2y+1)(y-k)}{x^2+(y-k)^2}$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$\mathrm{Im}(u)=\frac{(2y+1)x-2x(y-k)}{x^2+(y-k)^2}=\frac{x(1+2k)}{x^2+(y-k)^2}$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$\mathrm{Re}(u)+\mathrm{Im}(u)=1\Rightarrow 2x^2+(2y+1)(y-k)+x(1+2k)=x^2+(y-k)^2\;\dots(1)$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$(2y+1)(y-k)=(y-k)^2\Rightarrow2y^2-2yk+y-k=y^2-2yk+k^2$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$y^2+y-k-k^2=0$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the question takes as a point of the curve (its closure), so the chord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$PQ=|y_1-y_2|=\frac{\sqrt D}{|a|}$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$5=\sqrt{1+4k+4k^2}$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$25=1+4k+4k^2$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$4(k^2+k)=24\Rightarrow k^2+k-6=0\Rightarrow(k+3)(k-2)=0$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$y^2+y-k-k^2=(y-k)(y+k+1)$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$z=ki$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the question takes as a point of the curve (its closure), so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$|2k+1|=5$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the curve into a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simple intercept chord.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$u=2+\frac{(2k+1)i}{z-ki}$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the curve into a circle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simple intercept chord.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$2z+i=2(z-ki)+(2k+1)i$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$u=2+\frac{(2k+1)i}{z-ki}$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$\rho^2=x^2+(y-k)^2$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$\frac{1}{z-ki}=\frac{x-(y-k)i}{\rho^2}$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$u=2+\frac{(2k+1)\left[(y-k)+ix\right]}{\rho^2}$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$\mathrm{Re}(u)+\mathrm{Im}(u)=2+\frac{(2k+1)(y-k+x)}{\rho^2}=1\Rightarrow\rho^2+(2k+1)(x+y-k)=0$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circle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$x^2+(y-k)^2+(2k+1)(x+y-k)=0$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circle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$ki=(0,k)$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$(y-k)^2+(2k+1)(y-k)=(y-k)(y+k+1)=0$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$PQ=|k-(-k-1)|=2k+1=5\Rightarrow 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numerator by the denominator before substituting: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real and imaginary parts have the same denominator and are easy.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and imaginary parts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Möbius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(or line) through the pole.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numerator by the denominator before 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$\frac{az+b}{z-c}=a+\frac{b+ac}{z-c}$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real and imaginary parts have the same denominator and are easy.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and imaginary parts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$\frac{1}{z-w}$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$\frac{x-p}{\rho^2}$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$\frac{-(y-q)}{\rho^2}$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$w=p+iq$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$\mathrm{Re}\,u+\mathrm{Im}\,u=c$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Möbius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(or line) through the pole.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$\sqrt{B^2-4C}$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$B=1,C=-k-k^2$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triangles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-plane, each having one vertex at the origin and the other two vertices lie on coordinate axes with integral coordinates. If each triangle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50 sq. units, then the number of elements in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   (B) 36   (C) 32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triangles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-plane, each having one vertex at the origin and the other two vertices lie on coordinate axes with integral coordinates. If each triangle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50 sq. units, then 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   (B) 36   (C) 32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Coordinate geometry: area of a triangle with a vertex at the origin, Counting divisors of an integer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divisors of 100 and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$\frac12|ab|=50$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$|ab|=100$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divisors of 100 and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non-zero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Prime factorisation: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non-zero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$=\frac12|ab|=50\Rightarrow|ab|=100$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Prime factorisation: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$100=2^2\times5^2$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positive divisors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positive or negative: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positive divisors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$=3\times3=9$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$|b|=\frac{100}{|a|}$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positive or negative: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$=9\times4=36$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positive divisors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distinct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signs) give distinct triangles.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positive divisors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$p^{\alpha}q^{\beta}$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$(\alpha+1)(\beta+1)$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$100=2^25^2$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$O(0,0),A(a,0),B(0,b)$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$\frac12|ab|$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distinct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signs) give distinct triangles.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$|ab|=N$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$4\,\tau(N)$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$4\times9=36$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$2\,\tau(N)$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when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7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4   (C) 3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$\left((64)^{(64)}\right)^{(64)}$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7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4   (C) 3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Remainder theorem with binomial expansion (divisibility)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power of 64 leaves remainder 1.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$64=63+1=1+9\cdot7$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power of 64 leaves remainder 1.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expansion: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$\left((64)^{64}\right)^{64}=(64)^{64^2}=64^n$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$n=64^2$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$64^n=(1+63)^n$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expansion: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$(1+63)^n=1+{}^nC_1\cdot63+{}^nC_2\cdot63^2+\dots=1+63I$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7,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7,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$1+63I=7(9I)+1$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Fermat's little theorem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Fermat's little theorem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$64=2^6$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$2^6\equiv1\pmod7$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Fermat,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prime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$64=2^6$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$64^n=2^{6n}=\left(2^6\right)^n$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Fermat,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$2^{6}\equiv1\pmod 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prime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$\gcd(2,7)=1$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$64^n\equiv1^n=1\pmod 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the base first; a huge exponent tower is irrelevant when the base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$a\equiv1\pmod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$a^n\equiv1\pmod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$64\equiv1\pmod 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$\pmod 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$\pmod{21}$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$63=7\cdot9$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the base first; a huge exponent tower is irrelevant when the base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$(1+km)^n=1+m(\dots)$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$(1+km)^n\equiv1\pmod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 possible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68   (B) 83   (C) 55   (D) 61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$x^{70}$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$x^2(1+x)^{98}+x^3(1+x)^{97}+x^4(1+x)^{96}+\dots+x^{54}(1+x)^{46}$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${}^{99}C_p-{}^{46}C_q$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 possible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68   (B) 83   (C) 55   (D) 61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theorem: coefficient extraction, Sum of binomial coefficients (hockey-stick identity)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sum them with the hockey-stick identity.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${}^{n}C_{30}$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$n=98,97,\dots,46$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sum them with the hockey-stick identity.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$x^{70}$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$x^k(1+x)^{100-k}$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$x^{70-k}$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$(1+x)^{100-k}$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${}^{100-k}C_{70-k}$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$k=2,3,\dots,54$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${}^{98}C_{68}+{}^{97}C_{67}+{}^{96}C_{66}+\dots+{}^{47}C_{17}+{}^{46}C_{16}$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${}^{n}C_{n-30}={}^{n}C_{30}$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${}^{46}C_{30}+{}^{47}C_{30}+\dots+{}^{98}C_{30}$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${}^{46}C_{30}={}^{46}C_{31}+{}^{46}C_{30}-{}^{46}C_{31}$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$\left({}^{46}C_{31}+{}^{46}C_{30}\right)+{}^{47}C_{30}+\dots+{}^{98}C_{30}-{}^{46}C_{31}$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 up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symmetry,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among the options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${}^{46}C_{31}+{}^{46}C_{30}={}^{47}C_{31}$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${}^{47}C_{31}+{}^{47}C_{30}={}^{48}C_{31}$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${}^{98}C_{31}+{}^{98}C_{30}={}^{99}C_{31}$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${}^{99}C_{31}-{}^{46}C_{31}={}^{99}C_p-{}^{46}C_q$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symmetry,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$p\in\{31,68\}$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$q\in\{31,15\}$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$p+q\in\{62,99,46,83\}$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among the options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83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series is geometric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sum it in closed form, then read the coefficient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series is geometric with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$\frac{x}{1+x}$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sum it in closed form, then read the coefficient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sum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53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$\sum_{k=2}^{54}x^k(1+x)^{100-k}=x^2(1+x)^{98}\sum_{j=0}^{52}\left(\frac{x}{1+x}\right)^j$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sum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$r=\frac{x}{1+x}$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$\frac{1-r^{53}}{1-r}=(1+x)\left[1-\frac{x^{53}}{(1+x)^{53}}\right]$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$1-r=\frac1{1+x}$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$x^2(1+x)^{99}-x^{55}(1+x)^{46}$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valid: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etc.). Option (B),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$x^{70}$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$[x^{68}](1+x)^{99}-[x^{15}](1+x)^{46}={}^{99}C_{68}-{}^{46}C_{15}$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valid: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etc.). Option (B),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83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 stick: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geometric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'possible values' of subscripts come in pairs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it should.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 stick: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$\sum_{n=r}^{N}{}^{n}C_r={}^{N+1}C_{r+1}$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$\sum_{n=30}^{98}{}^nC_{30}={}^{99}C_{31}$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x^k(1+x)^{m-k}$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geometric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$\sum_{k=a}^{b}x^k(1+x)^{m-k}=x^a(1+x)^{m-a+1}-x^{b+1}(1+x)^{m-b}$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${}^nC_r={}^nC_{n-r}$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'possible values' of subscripts come in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$r,\,n-r$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$x^2(1+x)^3-x^3(1+x)^2=x^2(1+x)^2$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it should.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of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parameter.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locus of the centroid of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20   (C) 18   (D) 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${}^nC_{r-1}=28$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${}^nC_{r+1}=70$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$A(4\cos t,4\sin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$B(2\sin t,-2\cos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$C(3r-n,\,r^2-n-1)$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of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parameter.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$(3x-1)^2+(3y)^2=\alpha$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locus of the centroid of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20   (C) 18   (D) 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coefficients: ratios of consecutive coefficients, Locus of the centroid of a triangle (circle)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Consecutive-coefficient ratios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and the centroid traces a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Consecutive-coefficient ratios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$n=8,r=3$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$A\perp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$|A+B|$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and the centroid traces a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 and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${}^nC_{r-1}=28,\ {}^nC_r=56\Rightarrow\frac{{}^nC_{r-1}}{{}^nC_r}=\frac{28}{56}$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$\frac{\frac{n!}{(r-1)!(n-r+1)!}}{\frac{n!}{r!(n-r)!}}=\frac12\Rightarrow\frac{r}{n-r+1}=\frac12\Rightarrow3r=n+1\;\dots(i)$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$\frac{{}^nC_r}{{}^nC_{r+1}}=\frac{56}{70}\Rightarrow\frac{r+1}{n-r}=\frac{56}{70}\Rightarrow9r=4n-5\;\dots(ii)$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$9r=12r-4-5\Rightarrow 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$C=(3r-n,\ r^2-n-1)=(9-8,\ 9-8-1)=(1,0)$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and add: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$x=\frac{4\cos t+2\sin t+1}{3}$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$y=\frac{4\sin t-2\cos t+0}{3}$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$3x-1=4\cos t+2\sin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$3y=4\sin t-2\cos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and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$(3x-1)^2+(3y)^2=(16+4)\left(\cos^2t+\sin^2t\right)+\left(16\cos t\sin t-16\cos t\sin t\right)=20$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8 of Pascal's triangle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turned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halved,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8 of Pascal's triangle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$1,8,28,56,70$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$\vec{OB}$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$\vec{OA}$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turned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halved,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$|A+B|$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consecutive entries of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fixed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$28,56,70$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consecutive entries of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${}^8C_2,{}^8C_3,{}^8C_4$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$C=(3r-n,\ r^2-n-1)=(1,0)$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fixed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$\vec{OA}\cdot\vec{OB}=(4\cos t)(2\sin t)+(4\sin t)(-2\cos 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$OA\perp 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$|OA|=4$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$|OB|=2$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$|\vec{OA}+\vec{OB}|=\sqrt{16+4}=\sqrt{20}$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$G=\frac{A+B+C}{3}$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$3G-C=A+B$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$|3G-C|^2=20$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$(3x-1)^2+(3y)^2=20$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consecutive coefficients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ratios give two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vectors of lengths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locus when two vertices move on a circle-like path and the third is fixed is a circle: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consecutive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$\frac{{}^nC_{r}}{{}^nC_{r-1}}=\frac{n-r+1}{r}$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ratios give two linear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a\perp\vec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a+\vec b|^2=|\vec a|^2+|\vec 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$(4\cos t,4\sin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$(2\sin t,-2\cos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vectors of lengths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locus when two vertices move on a circle-like path and the third is fixed is a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$3G-C=A+B$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$(p\cos t+q\sin t)^2+(p\sin t-q\cos t)^2=p^2+q^2$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87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group of 400 people, 160 are smokers and non-vegetarian; 100 are smokers and vegetarian and the remaining 140 are non-smokers and vegetarian. Their chances of getting a particular chest disorder are 35%, 20% and 10% respectively. A person is chosen from the group at random and is found to be suffering from the chest disorder. The probability that the selected person is a smoker and non-vegetarian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87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group of 400 people, 160 are smokers and non-vegetarian; 100 are smokers and vegetarian and the remaining 140 are non-smokers and vegetarian. Their chances of getting a particular chest disorder are 35%, 20% and 10% respectively. A person is chosen from the group at random and is found to be suffering from the chest disorder. The probability that the selected person is a smoker and non-vegetarian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$\frac{8}{45}$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$\frac{14}{45}$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$\frac{7}{45}$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$\frac{28}{45}$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Bayes' theorem (conditional probability)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066288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Bayes' theorem: weight each group by its size and its chance of the disorder.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groups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smokers and non-vegetarian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smokers and vegetarian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non-smokers and vegetarian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disorder.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groups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smokers and non-vegetarian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smokers and vegetarian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non-smokers and vegetarian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disorder.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$P(D\mid E_1)=\frac{35}{100}$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$P(D\mid E_2)=\frac{20}{100}$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$P(D\mid E_3)=\frac{10}{100}$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Bayes: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Bayes: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$P(E_1\mid D)=\frac{160\times\frac{35}{100}}{160\times\frac{35}{100}+100\times\frac{20}{100}+140\times\frac{10}{100}}$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$=\frac{56}{56+20+14}=\frac{56}{90}=\frac{28}{45}$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$\frac{28}{45}$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Bayes: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group sizes can replace probabilities because the common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three posteriors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Expected number of sufferers: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400; the answer is the share of group 1 among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Bayes: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$P(E_i\mid D)=\frac{P(E_i)P(D\mid E_i)}{\sum_jP(E_j)P(D\mid E_j)}$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group sizes can replace probabilities because the common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$\frac1{400}$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three posteriors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$\frac{56}{90},\frac{20}{90},\frac{14}{90}$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Expected number of sufferers: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$56+20+14=90$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400; the answer is the share of group 1 among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the numbers appeared when two fair dice are rolled and let the probability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geometric progression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16   (C) 2   (D) 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the numbers appeared when two fair dice are rolled and let the probability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$N-2,\ \sqrt{3N},\ 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geometric progression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16   (C) 2   (D) 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 condition, Probability: sum of two dice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terms are in G.P. iff the middle squared equals the product of the outer terms,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terms are in G.P. iff the middle squared equals the product of the outer terms,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sample space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outcomes.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condition: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(a sum of two dice is at least 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sample space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outcomes.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$\left(\sqrt{3N}\right)^2=(N-2)(N+2)$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$3N=N^2-4$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$N^2-3N-4=0\Rightarrow(N-4)(N+1)=0\Rightarrow 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(a sum of two dice is at least 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$\{(1,3),(3,1),(2,2)\}$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$P(A)=\frac{3}{36}=\frac{1}{12}=\frac{4}{48}\Rightarrow 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non-zero terms); in A.P.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Ways to get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two dice: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ratio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the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non-zero terms); in A.P.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$2b=a+c$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Ways to get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two dice: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$6-|s-7|$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$2,\sqrt{12},6$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the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bag contains 30 white balls and 10 red balls. 16 balls are drawn one by one randomly from the bag with replacement.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white balls drawn,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𝑚𝑒𝑎𝑛 𝑜𝑓 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𝑠𝑡𝑎𝑛𝑑𝑎𝑟𝑑 𝑑𝑒𝑣𝑖𝑎𝑡𝑖𝑜𝑛 𝑜𝑓 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bag contains 30 white balls and 10 red balls. 16 balls are drawn one by one randomly from the bag with replacement.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white balls drawn,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$\left(\frac{\text{mean of }X}{\text{standard deviation of }X}\right)$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$\frac{4\sqrt3}{3}$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distribution: mean and standard deviation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0(Easier than 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Drawing with replacement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binomial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Drawing with replacement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binomial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$p=\frac34$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𝑤ℎ𝑖𝑡𝑒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deviation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𝑚𝑒𝑎𝑛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𝑠.𝑑.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$P(\text{white})=\frac{30}{40}=\frac34=p$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$B\left(16,\frac34\right)$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$=np=16\times\frac34=12$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deviation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$=\sqrt{npq}=\sqrt{16\times\frac34\times\frac14}=\sqrt3$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$\frac{\text{mean}}{\text{s.d.}}=\frac{12}{\sqrt3}=4\sqrt3$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ratio mean/s.d.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'With replacement' keeps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constant, giving a binomial; 'without replacement' gives a hypergeometric distribution with smaller variance.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 for every binomial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this is a quick test for the distribution.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$B(n,p)$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ratio mean/s.d.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$\sqrt{\frac{np}{q}}$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$=\sqrt{16\cdot3}=4\sqrt3$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'With replacement' keeps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constant, giving a binomial; 'without replacement' gives a hypergeometric distribution with smaller variance.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 for every binomial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this is a quick test for the distribution.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non-null events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statements is always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non-null events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statements is always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B)=P(B)-P(A)$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B)\le P(A)$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B)\ge P(A)$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B)=1$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Conditional probability for nested events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$A\subset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$A\cap B=A$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$P(A\mid B)=\frac{P(A)}{P(B)}\ge P(A)$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$P(B)\le1$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 AB\right)=\frac{P(A\cap B)}{P(B)}$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 AB\right)=\frac{P(A)}{P(B)}$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 (Options A, B, D hold only in special cases.)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$\frac{P(A)}{P(B)}\ge 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 AB\right)\ge 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 (Options A, B, D hold only in special cases.)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$P(A\mid B)\ge P(A)$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Elimination by a counterexample: a die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Elimination by a counterexample: a die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$A=\{1\}\subset B=\{1,2\}$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one die: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one die: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$P(B)-P(A)=\frac13-\frac16=\frac16\neq\frac12$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 (D):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holds;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the whole space,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(C) holds with equality. Only (C) survives. Option (C),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 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$\frac12\ge\frac16$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holds;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the whole space,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B)=P(A)$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(C) holds with equality. Only (C) survives. Option (C),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$P(A\mid B)\ge P(A)$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Conditioning on an event that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only raise the probability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sample space shrinks).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test of 'always true' statements: try one nested pair on a die,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$P(A\mid B)=\frac{P(A)}{P(B)}\ge 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$P(B\mid 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Conditioning on an event that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only raise the probability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sample space shrinks).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test of 'always true' statements: try one nested pair on a die,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$A=\{1\}\subset B=\{1,2\}$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Easier than JEE Main Level</a:t>
                      </a:r>
                    </a:p>
                  </a:txBody>
                  <a:tcPr anchor="ctr" marL="91440" marR="91440">
                    <a:solidFill>
                      <a:srgbClr val="93C47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1.25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Algebra 02 (Set 04) Questions 1–20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1.25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