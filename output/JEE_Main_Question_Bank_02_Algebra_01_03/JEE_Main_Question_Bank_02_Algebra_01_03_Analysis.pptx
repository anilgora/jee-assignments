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1.0</c:v>
                </c:pt>
                <c:pt idx="5">
                  <c:v>1.0</c:v>
                </c:pt>
                <c:pt idx="6">
                  <c:v>2.0</c:v>
                </c:pt>
                <c:pt idx="7">
                  <c:v>2.0</c:v>
                </c:pt>
                <c:pt idx="8">
                  <c:v>3.0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3.0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3.0</c:v>
                </c:pt>
                <c:pt idx="17">
                  <c:v>2.0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last lines read $-z=3\Rightarrow z=-3$ and $-x=1\Rightarrow x=-1$, i.e. the right-hand sides of rows 1 and 3 were swapped. Correct: row 1 is $-z=1$ and row 3 is $-x=3$, so the solution is $(x,y,z)=(-3,-2,-1)$ (verified: $(A-3I)(-3,-2,-1)^T=(1,2,3)^T$). The conclusion (unique solution, option D)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total as $\frac{\pi^2}{90}$ (and $\alpha=\frac{\pi^2}{90}\cdot\frac{15}{16}$) although the series sum is $\frac{\pi^4}{90}$; the exponent is a typo. It cancels in $\frac\alpha\beta$, so the answer 15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at $D=0$ and says $\lambda=3$ or $-\frac12$, then evaluates only $\lambda=3$ without rejecting $-\frac12$. $D=0$ is necessary, not sufficient: at $\lambda=-\frac12$ the system is inconsistent (no solution), so only $\lambda=3$ gives infinitely many solutions. This consistency check was added; the answer 12 (B) is unchanged. (Also the PDF's expansion drops a cofactor sign, which does not affect $=0$.)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ends at '$n=289$' (the number of common terms) and never computes $n(A\cup B)$; it also does not check that the common terms lie within $B$'s range. The last two steps (B's last term $14177&gt;10121$ and $2025+2025-289=3761$) were added. Answer (A)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shows $b&lt;\frac{a+c}2$ and writes 'G.M. &lt; A.M., so $b$ may be the G.M.' but never shows that $b=\sqrt{ac}$ is actually attainable with $0&lt;c&lt;b&lt;a$; the example $a=4,b=2,c=1$ ($\alpha=\frac14$) was added. Also note: the Hindi version of the options in the PDF is in a different order (A) both, (B) only I, (C) only II, (D) neither, while the English order (D = both) matches the printed key D; the English order is followed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from '$P_{10}=P_9+P_8$' to '$x^2=x+1$' without justification (the equality of three numbers alone does not show that $\alpha,\beta$ satisfy $x^2=x+1$). The justification via $P_{n+2}=(\alpha+\beta)P_{n+1}-\alpha\beta P_n$ with $\alpha+\beta=1$ was added; result and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finds $k=3$ from $D=0$ but does not check consistency of the first system (needed because $D=0$ alone does not guarantee infinitely many solutions); the check (row 3 = row 1 + row 2 with $2+1=3=k$) was added. Also the PDF expansion line '$1(10)-1(7)+k(-1)-0$' has a stray '$-0$'.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$|A|^2=3\Rightarrow|A|=\sqrt3$, dropping $|A|=-\sqrt3$. This is harmless: both exponents $12$ and $2$ are even, so the sum is $3^6+3=732$ for either sign. The PDF's first line also has a typographical slip '$|\operatorname{adj}(\operatorname{adj})(\operatorname{adj}A)|$'.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derives the three cases ($\alpha-2\beta+7\ne0$ unique, etc.) but stops there and never tests options (A)-(D), so it does not show why (D) is the 'NOT true' statement. Steps 7-10 (checking every option) were added.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computes $D,D_1,D_2,D_3$ and states the three cases but never tests the four options (A)-(D), so it does not identify which statement is NOT correct. The option-by-option check (last three bullets) was added. Answer (C)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01 (Paper 03)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(printed Q41–Q60)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$x+y+\sqrt3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$-x+(\tan\theta)y+\sqrt7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$x+y+(\tan\theta)z=0$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$\frac{120}{\pi}\sum_{\theta\in S}\theta$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Non-trivial solution of a homogeneous system, General solution of tan θ = k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non-trivial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determinant factorise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non-trivial solution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determinant factorise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$(\tan\theta-\sqrt3)(\tan\theta+1)$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non-trivial solution of the homogeneous system,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non-trivial solution of the homogeneous system,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$\begin{vmatrix}1&amp;1&amp;\sqrt3\\-1&amp;\tan\theta&amp;\sqrt7\\1&amp;1&amp;\tan\theta\end{vmatrix}=0$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$\tan^2\theta-(\sqrt3-1)\tan\theta-\sqrt3=0$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$(\tan\theta-\sqrt3)(\tan\theta+1)=0$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$\theta=\frac\pi3,\ -\frac{2\pi}3$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$\theta=-\frac\pi4,\ 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$\sum\theta=\frac\pi3-\frac{2\pi}3-\frac\pi4+\frac{3\pi}4=\frac\pi6$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$\frac{120}{\pi}\sum\theta=\frac{120}{\pi}\times\frac\pi6=20$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equations 1 and 3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split into the cases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equations 1 and 3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$(\tan\theta-\sqrt3)z=0$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split into the cases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 minus equation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system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3 repeats equation 1): two equations in three unknowns, so a non-zero solution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non-zero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 minus 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$(\tan\theta-\sqrt3)z=0$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system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$x+y+\sqrt3z=0$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$-x+\sqrt3y+\sqrt7z=0$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3 repeats equation 1): two equations in three unknowns, so a non-zero solution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$-x+(\tan\theta)y=0$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$(\tan\theta+1)y=0$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non-zero solution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and the number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$\tan\theta\in\{\sqrt3,-1\}$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and the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$\theta=\frac\pi3,-\frac{2\pi}3,-\frac\pi4,\frac{3\pi}4$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$\frac{120}\pi\cdot\frac\pi6=20$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 rows that share most entries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factorises the determinant at once: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each tangent value gives two angles that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 rows that share most entries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$R_3-R_1=(0,0,\tan\theta-\sqrt3)$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factorises the determinant at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$|A|=(\tan\theta-\sqrt3)(\tan\theta+1)$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$\theta_0-\pi$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$\frac\pi3,-\frac{2\pi}3$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$\frac{3\pi}4,-\frac\pi4$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each tangent value gives two angles that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$\theta_0,\theta_0-\pi$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$2\theta_0-\pi$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$\sum\theta=(2\cdot\frac\pi3-\pi)+(2\cdot\frac{3\pi}4-\pi)=-\frac\pi3+\frac\pi2=\frac\pi6$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$A\begin{pmatrix}1\\0\\1\end{pmatrix}=2\begin{pmatrix}1\\0\\1\end{pmatrix}$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$A\begin{pmatrix}-1\\0\\1\end{pmatrix}=4\begin{pmatrix}-1\\0\\1\end{pmatrix}$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$A\begin{pmatrix}0\\1\\0\end{pmatrix}=2\begin{pmatrix}0\\1\\0\end{pmatrix}$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$(A-3I)\begin{pmatrix}x\\y\\z\end{pmatrix}=\begin{pmatrix}1\\2\\3\end{pmatrix}$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equation and unique solution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relations pin down every entry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as an invertible anti-diagonal matrix.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relations pin down every entry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as an invertible anti-diagonal matrix.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the three given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$A=\begin{pmatrix}x_1&amp;y_1&amp;z_1\\x_2&amp;y_2&amp;z_2\\x_3&amp;y_3&amp;z_3\end{pmatrix}$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the three given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middle column: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adding the two equations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3: adding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$A(0,1,0)^T=(0,2,0)^T$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middle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$y_1=0,\ y_2=2,\ y_3=0$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$A(-1,0,1)^T=(-4,0,4)^T$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$-x_1+z_1=-4,\ -x_2+z_2=0,\ -x_3+z_3=4$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$A(1,0,1)^T=(2,0,2)^T$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$x_1+z_1=2,\ x_2+z_2=0,\ x_3+z_3=2$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adding the two equations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$x_2=z_2=0$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3: adding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$A=\begin{pmatrix}3&amp;0&amp;-1\\0&amp;2&amp;0\\-1&amp;0&amp;3\end{pmatrix}$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$A-3I=\begin{pmatrix}0&amp;0&amp;-1\\0&amp;-1&amp;0\\-1&amp;0&amp;0\end{pmatrix}$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reads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1, 2, 3),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the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$-z=1,\ -y=2,\ -x=3$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1, 2, 3),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$z=-1,\ y=-2,\ 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$|A-3I|=1\ne0$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unique solution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relations 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basis,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invertible, with 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relations say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$2,4,2$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basis,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$-1,1,-1$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invertible, with no need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the matrix with columns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basis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this basis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 with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$Av_i=\lambda_iv_i$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$v_1=(1,0,1)^T,\ v_2=(-1,0,1)^T,\ v_3=(0,1,0)^T$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$\lambda_1,\lambda_2,\lambda_3=2,4,2$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the matrix with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$v_1,v_2,v_3$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$v_1,v_2,v_3$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basis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$(A-3I)v_i=(\lambda_i-3)v_i$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this basis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 1,\ 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invertible coefficient matrix gives exactly one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a unique solution: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$|A-3I|=(-1)(1)(-1)=1\ne0$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invertible coefficient matrix gives exactly one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$(A-3I)X=b$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a unique solution: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unique solution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fixed by its action on three independent vectors: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eigenvalue;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it has no solution or infinitely many, depending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$Av=\lambda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$3\notin\{2,4\}$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fixed by its action on three independent vectors: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$A=PDP^{-1}$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$P=[v_1\,v_2\,v_3]$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$A=\begin{pmatrix}3&amp;0&amp;-1\\0&amp;2&amp;0\\-1&amp;0&amp;3\end{pmatrix}$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$(A-cI)X=b$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eigenvalue;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it has no solution or infinitely many, depending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adj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adj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adj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sSup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$\det\!\left(\operatorname{adj}\!\left(-4\operatorname{adj}\!\left(-3\operatorname{adj}\!\left(3\operatorname{adj}\!\left((2A)^{-1}\right)\right)\right)\right)\right)=2^m3^n$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and determinant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order 3,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adjoint squares the determinant and each scalar cubes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order 3,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$|\operatorname{adj}M|=|M|^2$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$|kM|=k^3|M|$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adjoint squares the determinant and each scalar cubes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$|\operatorname{adj}M|=|M|^2$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$|kM|=k^3|M|$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$P=3\operatorname{adj}((2A)^{-1})$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$Q=-3\operatorname{adj}P$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$|\operatorname{adj}(-4\operatorname{adj}Q)|=|-4\operatorname{adj}Q|^2$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$=(-4)^6|\operatorname{adj}Q|^2=4^6|Q|^4$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$|Q|=(-3)^3|\operatorname{adj}P|=(-3)^3|P|^2$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$|Q|^4=(-3)^{12}|P|^8=3^{12}|P|^8$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$|P|=3^3\,|\operatorname{adj}(2A)^{-1}|=3^3\,|(2A)^{-1}|^2$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$|P|^8=3^{24}\,|(2A)^{-1}|^{16}$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$4^6\cdot3^{12}\cdot3^{24}\,|(2A)^{-1}|^{16}=4^6\cdot3^{36}\,|(2A)^{-1}|^{16}$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$|(2A)^{-1}|=\frac1{|2A|}=\frac1{8|A|}$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$|(2A)^{-1}|^{16}=2^{-48}\left(\frac1{|A|}\right)^{16}=\frac{2^{-48}}{3^{16}}$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$=\frac{4^6\cdot3^{36}\cdot2^{-48}}{3^{16}}=2^{-36}\cdot3^{20}$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$m=-36,\ 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$m+2n=-36+40=4$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every layer into a scalar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one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$\operatorname{adj}M=|M|M^{-1}$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$\operatorname{adj}(kM)=k^2\operatorname{adj}M$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every layer into a scalar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one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$\operatorname{adj}(kM)=k^2\operatorname{adj}M$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$\operatorname{adj}M=|M|M^{-1}$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$\operatorname{adj}(A^{-1})=A/|A|=A/3$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$X=(2A)^{-1}$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$|X|=\frac1{24}$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$\operatorname{adj}X=|X|X^{-1}=\frac1{24}(2A)=\frac A{12}$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$3\operatorname{adj}X=\frac A4$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$\operatorname{adj}\left(\frac A4\right)=\frac1{16}\operatorname{adj}A=\frac1{16}\cdot3A^{-1}=\frac3{16}A^{-1}$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adjoint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adjoint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2187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2187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4096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$-3\cdot\frac3{16}A^{-1}=-\frac9{16}A^{-1}$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adjoint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$\frac{81}{256}\operatorname{adj}(A^{-1})=\frac{81}{256}\cdot\frac A3=\frac{27}{256}A$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$-4\cdot\frac{27}{256}A=-\frac{27}{64}A$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adjoint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$\frac{729}{4096}\operatorname{adj}A=\frac{729}{4096}\cdot3A^{-1}=\frac{2187}{4096}A^{-1}$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$\det\left(\frac{2187}{4096}A^{-1}\right)=\left(\frac{3^7}{2^{12}}\right)^3\cdot\frac13=\frac{3^{21}}{2^{36}}\cdot\frac13=2^{-36}3^{20}$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$m=-36,\ 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Repeating adj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multiplies the exponent: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doubles each time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Strategy: track the determinant layer by layer from the inside, or rewrite each layer as (scalar)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a single determinant at the end.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$|\operatorname{adj}M|=|M|^{n-1}$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$|kM|=k^n|M|$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$\operatorname{adj}(kM)=k^{n-1}\operatorname{adj}M$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$\operatorname{adj}M=|M|M^{-1}$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$\operatorname{adj}(\operatorname{adj}M)=|M|^{n-2}M$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Repeating adj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multiplies the exponent: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$|\operatorname{adj}^{(j)}M|=|M|^{(n-1)^j}$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doubles each time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$|\operatorname{adj}\operatorname{adj}\operatorname{adj}A|=|A|^8$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Strategy: track the determinant layer by layer from the inside, or rewrite each layer as (scalar)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 A^{\pm1}$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a single determinant at the end.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matrix, then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514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1024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766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1530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509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$A=\begin{pmatrix}\alpha&amp;-1\\6&amp;\beta\end{pmatrix}$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matrix, then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$\begin{pmatrix}257&amp;-64\\514&amp;-127\end{pmatrix}$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$\begin{pmatrix}1025&amp;-511\\2024&amp;-1024\end{pmatrix}$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$\begin{pmatrix}4&amp;-1\\6&amp;-1\end{pmatrix}$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$\begin{pmatrix}766&amp;-255\\1530&amp;-509\end{pmatrix}$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condition and powers of an idempotent matrix,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$(I+A)^8=I+(2^8-1)A$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$t^2-t-6=0$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$\alpha=3,\ 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765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1530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510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766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1530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509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$A=\begin{pmatrix}3&amp;-1\\6&amp;-2\end{pmatrix}$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$A^2=\begin{pmatrix}3&amp;-1\\6&amp;-2\end{pmatrix}\begin{pmatrix}3&amp;-1\\6&amp;-2\end{pmatrix}=\begin{pmatrix}3&amp;-1\\6&amp;-2\end{pmatrix}=A$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$A=A^2=A^3=\dots=A^8$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$(I+A)^8=I+{}^8C_1A+{}^8C_2A^2+\dots+{}^8C_8A^8=I+A\left({}^8C_1+{}^8C_2+\dots+{}^8C_8\right)$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$=I+A(2^8-1)=I+255A$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$255A=\begin{pmatrix}765&amp;-255\\1530&amp;-510\end{pmatrix}$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$(I+A)^8=\begin{pmatrix}766&amp;-255\\1530&amp;-509\end{pmatrix}$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Cayley-Hamilton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straight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Cayley-Hamilton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straight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$(I+A)^k=I+(2^k-1)A$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(before even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formula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$A^2-(\operatorname{tr}A)A+|A|I=0$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(before even finding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$(I+A)^2=I+2A+A^2=I+3A$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$I+(2^2-1)A$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$(I+A)^k=I+(2^k-1)A$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$(I+A)^{k+1}=\left(I+(2^k-1)A\right)(I+A)=I+A+(2^k-1)A+(2^k-1)A^2=I+(2^{k+1}-1)A$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formula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765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1530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510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766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1530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509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$(I+A)^8=I+255A$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$\alpha\beta=-6,\ \alpha+\beta=1,\ 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$\alpha=3,\ 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$255A=\begin{pmatrix}765&amp;-255\\1530&amp;-510\end{pmatrix}$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$(I+A)^8=\begin{pmatrix}766&amp;-255\\1530&amp;-509\end{pmatrix}$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Idempotent matrix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more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idempotent.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early: if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all higher powers collapse and the binomial expansion becomes a single sum such as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Idempotent matrix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$(I+A)^n=I+(2^n-1)A$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$(xI+yA)^n=x^nI+\left((x+y)^n-x^n\right)A$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$A^2=(\operatorname{tr}A)A-|A|I$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idempotent.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early: if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all higher powers collapse and the binomial expansion becomes a single sum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$\sum_{r\ge1}{}^nC_r=2^n-1$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$S=\left\{x\in\mathbb{R}:(\sqrt3+\sqrt2)^x+(\sqrt3-\sqrt2)^x=10\right\}$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Exponential equation reducible to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$(\sqrt3+\sqrt2)(\sqrt3-\sqrt2)=1$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$t=(\sqrt3+\sqrt2)^x$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$t+\frac1t=10$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$(\sqrt3+\sqrt2)^x=t$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$(\sqrt3+\sqrt2)(\sqrt3-\sqrt2)=1$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$(\sqrt3-\sqrt2)^x=\frac1t$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$t^2-10t+1=0$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$t=\frac{10\pm\sqrt{100-4}}2=5\pm2\sqrt6$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$5\pm2\sqrt6=(\sqrt3\pm\sqrt2)^2$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$(\sqrt3+\sqrt2)^x=(\sqrt3\pm\sqrt2)^2$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$(\sqrt3-\sqrt2)^2=(\sqrt3+\sqrt2)^{-2}$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and strictly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one positive and one negative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$f(x)=u^x+u^{-x}$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and strictly increasing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one positive and one negative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$u=\sqrt3+\sqrt2&gt;1$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$\sqrt3-\sqrt2=u^{-1}$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$f(x)=u^x+u^{-x}=10$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$0\notin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$f'(x)=\ln u\,(u^x-u^{-x})&gt;0$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there is exactly one negative root as well,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there is exactly one negative root as well,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$f(2)=(\sqrt3+\sqrt2)^2+(\sqrt3-\sqrt2)^2=(5+2\sqrt6)+(5-2\sqrt6)=10$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$S=\{2,-2\}$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such equations reduce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have the two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real solutions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the conjugate pair: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$a^x+b^x=t+\frac1t$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such equations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$t^2-ct+1=0$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have the two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$a^x+a^{-x}=c$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real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the conjugate pair: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$(\sqrt3+\sqrt2)^2=5+2\sqrt6$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$(5+2\sqrt6)(5-2\sqrt6)=1$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$(a+\sqrt{b})^n+(a-\sqrt 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$\frac1{1^4}+\frac1{2^4}+\frac1{3^4}+\dots\infty=\frac{\pi^4}{90}$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\frac1{1^4}+\frac1{3^4}+\frac1{5^4}+\dots\infty=\alpha$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\frac1{2^4}+\frac1{4^4}+\frac1{6^4}+\dots\infty=\beta$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 series of reciprocal fourth powers (odd and even terms)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even-index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whole series,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even-index terms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$\frac1{2^4}$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whole series,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$\beta=\frac S{16}$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$\alpha=S-\beta$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even-index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terms plus even terms make the whole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$S=\frac{\pi^4}{90}$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even-index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$\beta=\frac1{2^4}\left(\frac1{1^4}+\frac1{2^4}+\frac1{3^4}+\dots\right)=\frac1{16}S$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terms plus even terms make the whole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$\alpha+\frac1{2^4}\left(\frac{\pi^4}{90}\right)=\frac{\pi^4}{90}$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$\alpha=\frac{\pi^4}{90}\left(1-\frac1{16}\right)=\frac{\pi^4}{90}\cdot\frac{15}{16}$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$\beta=\frac{\pi^4}{90}\cdot\frac1{2^4}=\frac{\pi^4}{90}\cdot\frac1{16}$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$\frac\alpha\beta=\frac{15/16}{1/16}=15$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even-index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odd-index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𝑜𝑑𝑑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𝑒𝑣𝑒𝑛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Known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Odd-only: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version: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$\sum\frac1{n^p}=S$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even-index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S{2^p}$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odd-index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$S\left(1-\frac1{2^p}\right)$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$\frac{\text{odd}}{\text{even}}=2^p-1$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Known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$\sum\frac1{n^2}=\frac{\pi^2}6$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$\sum\frac1{n^4}=\frac{\pi^4}{90}$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Odd-only: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$\sum\frac1{(2k-1)^2}=\frac{\pi^2}8$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$\sum\frac1{(2k-1)^4}=\frac{\pi^4}{96}$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$\frac{\pi^4}{90}\cdot\frac{15}{16}=\frac{\pi^4}{96}$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version: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$\sum\frac{(-1)^{n-1}}{n^4}=S-2\beta=S\left(1-\frac18\right)=\frac{7\pi^4}{720}$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 non-constant A.P. be respectively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 G.P. If the first term of the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its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 non-constant A.P. be respectively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$1^{st}$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$3^{rd}$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 G.P. If the first term of the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its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progression,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terms in G.P. means (middle)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(product of the outer two),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terms in G.P. means (middle)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(product of the outer two),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$d=5a$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A.P. have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A.P. have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$2^{nd},8^{th},44^{th}$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$a+d,\ a+7d,\ a+43d$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$1^{st},2^{nd},3^{rd}$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$\frac{a+7d}{a+d}=\frac{a+43d}{a+7d}\Rightarrow(a+7d)^2=(a+43d)(a+d)$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$a^2+49d^2+14ad=a^2+44ad+43d^2$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is non-constant,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$6d^2=30ad$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is non-constant,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$S_{20}=\frac{20}2\left[2a+19d\right]=10(2+19\cdot5)=10(2+95)=970$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970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G.P. the ratio of consecutive differences equals the common ratio, and here those differences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G.P. the ratio of consecutive differences equals the common ratio, and here those differences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$36d$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$t_1,t_2,t_3$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$t_2-t_1=t_1(r-1)$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$t_3-t_2=t_2(r-1)$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$\frac{t_3-t_2}{t_2-t_1}=r$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$t_1,t_2,t_3=a+d,\ a+7d,\ a+43d$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$t_2-t_1=6d$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$t_3-t_2=36d$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$r=\frac{36d}{6d}=6$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three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$t_2=6t_1$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$a+7d=6a+6d\Rightarrow d=5a=5$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three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$6,36,216$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$S_{20}=10(2+95)=970$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970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AP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(non-constant AP), the G.P.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linearly;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the answer: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AP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$t_p,t_q,t_r$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(non-constant AP), the G.P.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$\frac{r-q}{q-p}$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$\frac{44-8}{8-2}=6$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$\frac{a+(q-1)d}{a+(p-1)d}=\frac{r-q}{q-p}$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linearly;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$a+7d=6(a+d)\Rightarrow d=5a$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the answer: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$6,36,216$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 n2[2a+(n-1)d]=\frac{n(5n-3)}2$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$S_{20}=\frac{20\cdot97}2=970$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$(\lambda-1)x+(\lambda-4)y+\lambda 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\lambda x+(\lambda-1)y+(\lambda-4)z=7$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(\lambda+1)x+(\lambda+2)y-(\lambda+2)z=9$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3×3 system with infinitely many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only necessary: both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tested for consistency, and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only necessary: both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tested for consistency, and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$\begin{vmatrix}\lambda-1&amp;\lambda-4&amp;\lambda\\\lambda&amp;\lambda-1&amp;\lambda-4\\\lambda+1&amp;\lambda+2&amp;-\lambda-2\end{vmatrix}=0$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$(-1,-3,4),\ (-1,-3,2\lambda-2),\ (\lambda+1,\lambda+2,-\lambda-2)$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$(-1,-3,4),\ (0,0,2\lambda-6),\ (\lambda+1,\lambda+2,-\lambda-2)$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$(2\lambda-6)(-\lambda-2+3\lambda+3)=0$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$(\lambda-3)(2\lambda+1)=0$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 on the left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right, so the system is consistent with rank 2: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matrix has rank 2 but the augmented matrix has rank 3: no solution.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admissible.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$+\,2\,$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 on the left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$-5+14=9$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right, so the system is consistent with rank 2: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matrix has rank 2 but the augmented matrix has rank 3: no solution.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admissible.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$\lambda^2+\lambda=9+3=12$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(E1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E2) and (E3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E2): the unknowns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and leave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separates the cases and shows consistency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(E1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E2) and (E3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E2): the unknowns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and leave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$(6-2\lambda)z=0$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separates the cases and shows consistency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E3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E2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either independent (one solution) or, if proportional,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the right side would have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 So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E1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$-x-3y+4z=-2$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E3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$x+3y+(2-2\lambda)z=2$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$(6-2\lambda)z=0$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E2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x+(\lambda-1)y=7$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either independent (one solution) or, if proportional,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$\lambda:(\lambda-1)=1:3$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the right side would have to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$2\lambda=-1\ne7$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 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E3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equations reduce to two independent consistent ones in three unknowns: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E3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$=-($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E1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equations reduce to two independent consistent ones in three unknowns: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$\lambda^2+\lambda=12$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means 'no unique solution': you must still check consistency (compare ranks of coefficient and augmented matrices, or show a combination of equations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several roots in a parameter, typically exactly one gives infinitely many solutions and the others give none;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Adding/subtracting equations to cancel unknowns (here E1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and E3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E2) is faster than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with parameters.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means 'no unique solution': you must still check consistency (compare ranks of coefficient and augmented matrices, or show a combination of equations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$0=c\ne0$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several roots in a parameter, typically exactly one gives infinitely many solutions and the others give none;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Adding/subtracting equations to cancel unknowns (here E1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and E3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E2) is faster than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with parameters.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sets consisting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two arithmetic progressions.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$A=\{1,6,11,16,\dots\}$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$B=\{9,16,23,30,\dots\}$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sets consisting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two arithmetic progressions.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terms of two arithmetic progressions, Cardinality of a union of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Common terms of two APs form an AP with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lcm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are limited by the shorter range;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Common terms of two APs form an AP with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$\operatorname{lcm}(d_1,d_2)$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are limited by the shorter range;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$n(A\cup B)=n(A)+n(B)-n(A\cap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common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lcm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common terms form the sequence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common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$\operatorname{lcm}(d_1,d_2)=35$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common terms form the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$16,51,86,\dots$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limits the common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288.71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289.71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$1+(2025-1)\cdot5=10121$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$9+2024\cdot7=14177&gt;10121$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limits the common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$16+(n-1)\cdot35\le10121\Rightarrow n-1\le288.71\Rightarrow n\le289.71$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B)=n(A)+n(B)-n(A\cap B)=2025+2025-289=3761$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3761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common elements by congruence: every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common elements by congruence: every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$\equiv2\pmod7$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the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$1+5k$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$\equiv2\pmod 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$A=\{1+5k:0\le k\le2024\}$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$B=\{9+7j\}$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$\equiv2\pmod7$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$1+5k\equiv2\pmod7\iff5k\equiv1\iff k\equiv3\pmod7$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$5\cdot3=15\equiv1$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$k=3+7m$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$3+7m\le2024$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$m=0,1,\dots,288$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lies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 x\le10121$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 x\le14177$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lies in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B)=289$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B)=2025+2025-289=3761$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3761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APs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terms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terms then form an AP with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lcm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finite APs the common terms must lie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(first terms)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(last terms); count them by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𝑙𝑎𝑠𝑡 𝑏𝑜𝑢𝑛𝑑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𝑓𝑖𝑟𝑠𝑡 𝑐𝑜𝑚𝑚𝑜𝑛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lcm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Small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$a_1+(m-1)d_1$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$a_2+(n-1)d_2$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terms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$a_1\equiv a_2\pmod{\gcd(d_1,d_2)}$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terms then form an AP with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$\operatorname{lcm}(d_1,d_2)$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finite APs the common terms must lie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(first terms)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(last terms); count them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$\left\lfloor\frac{\text{last bound}-\text{first common}}{\operatorname{lcm}}\right\rfloor+1$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B)=n(A)+n(B)-n(A\cap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Small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$A=\{1,6,11,16\}$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$B=\{9,16\}$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B)=4+2-1=5$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$x+2y-3z=2$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2x+\lambda y+5z=5$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14x+3y+\mu z=33$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3×3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force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these two minors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$D_y=D_z=0$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these two minors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$D=\begin{vmatrix}1&amp;2&amp;-3\\2&amp;\lambda&amp;5\\14&amp;3&amp;\mu\end{vmatrix}=\lambda\mu-4\mu+42\lambda+107$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$D_x=\begin{vmatrix}2&amp;2&amp;-3\\5&amp;\lambda&amp;5\\33&amp;3&amp;\mu\end{vmatrix}=2\lambda\mu-10\mu+99\lambda+255$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$D_y=\begin{vmatrix}1&amp;2&amp;-3\\2&amp;5&amp;5\\14&amp;33&amp;\mu\end{vmatrix}=\mu-13$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four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$D_z=\begin{vmatrix}1&amp;2&amp;2\\2&amp;\lambda&amp;5\\14&amp;3&amp;33\end{vmatrix}=5\lambda+5$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$D_y=0\Rightarrow\mu=13$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$D_z=0\Rightarrow\lambda=-1$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$D=-13-52-42+107=0$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$D_x=-26-130-99+255=0$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four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$\lambda+\mu=-1+13=12$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row operations; infinitely many solutions need the two remaining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proportional (right side included).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row operations; infinitely many solutions need the two remaining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proportional (right side included).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has infinitely many solutions iff these two equations are proportional, constants included: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$(\lambda-4)y+11z=1$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$R_3-14R_1$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$-25y+(\mu+42)z=5$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has infinitely many solutions iff these two equations are proportional, constants included: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$\frac{\lambda-4}{-25}=\frac{11}{\mu+42}=\frac15$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$\frac{\lambda-4}{-25}=\frac15\Rightarrow\lambda=-1$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$\frac{11}{\mu+42}=\frac15\Rightarrow\mu=13$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system, infinitely many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 of coefficient matrix = rank of augmented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After eliminating one variable, the two leftover equations must be proportional including the right-hand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Cramer's rule,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one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no solution; all four zero is necessary but one should still confirm rank 2 (here the rows are not proportional, so rank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Pick the cheapest determinants first: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and give the parameters at once,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need not be expanded.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system,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 of coefficient matrix = rank of augmented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After eliminating one variable, the two leftover equations must be proportional including the right-hand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Cramer's rule,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no solution; all four zero is necessary but one should still confirm rank 2 (here the rows are not proportional, so rank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Pick the cheapest determinants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$D_y=\mu-13$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$D_z=5\lambda+5$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and give the parameters at once,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need not be expanded.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33980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41880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40870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$1^2+3+5^2+7+9^2+\dots$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$33980$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$41880$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$43890$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$40870$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 series using Σr and Σr²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into squares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plain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into squares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$4r-3$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plain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$4r-1$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$r=1,\dots,20$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(40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$1^2+3+5^2+7+9^2+11+13^2+15+\dots+77^2+79$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(40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$a_{40}=1+(40-1)\cdot2=79$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$\{1^2+5^2+9^2+\dots+77^2\}+\{3+7+11+\dots+79\}$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$=\sum_{r=1}^{20}(4r-3)^2+\sum_{r=1}^{20}(4r-1)$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41880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$=\sum_{r=1}^{20}(16r^2-24r+9)+4\sum_{r=1}^{20}r-20$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$=16\sum r^2-24\sum r+9\cdot20+4\sum r-20$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$=\frac{16\cdot20\cdot21\cdot41}6-\frac{20\cdot20\cdot21}2+8\cdot20$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$=45920-4200+160=41880$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41880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that alternates between two patterns (square, plain, square, plain, ...) is split by position parity into two simple series, each of half the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sums: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41060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41880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that alternates between two patterns (square, plain, square, plain, ...) is split by position parity into two simple series, each of half the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$\sum_{r=1}^nr=\frac{n(n+1)}2$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$\sum_{r=1}^nr^2=\frac{n(n+1)(2n+1)}6$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$\sum(4r-3)^2=16\cdot2870-24\cdot210+180=41060$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$\sum(4r-1)=4\cdot210-20=820$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$41880$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also in an A.P.,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$\log_ea,\ \log_eb,\ \log_ec$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$\log_ea-\log_e2b,\ \log_e2b-\log_e3c,\ \log_e3c-\log_ea$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also in an A.P.,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$9:6:4$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$25:10:4$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$6:3:2$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$16:4:1$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Logarithms in A.P. and G.P.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Logs in A.P. means the numbers are in G.P.; apply it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Logs in A.P. means the numbers are in G.P.; apply it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a{2b},\frac{2b}{3c},\frac{3c}a$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$\log_ea,\log_eb,\log_ec$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$\log_e\frac a{2b},\ \log_e\frac{2b}{3c},\ \log_e\frac{3c}a$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$\left(\frac{2b}{3c}\right)^2=\frac a{2b}\cdot\frac{3c}a$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$\frac{3c}{2b}$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$(2b)^3=(3c)^3$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bc=\frac32$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$c=\frac{2b}3$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$b^2=a\cdot\frac{2b}3$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$a:b:c=9:6:4$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9 : 6 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ratio is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one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G.P.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$p,pr,pr^2$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ratio is a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one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A.P.,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of logs means (middle)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(product of outer two):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$a=p,\ b=pr,\ c=pr^2$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a{2b}=\frac1{2r}$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$\frac{2b}{3c}=\frac2{3r}$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$\frac{3c}a=3r^2$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of logs means (middle)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(product of outer two):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$\frac4{9r^2}=\frac1{2r}\cdot3r^2=\frac{3r}2$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$27r^3=8$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$a:b:c=1:r:r^2=1:\frac23:\frac49=9:6:4$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9 : 6 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(for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list of three positive numbers in G.P. can always be written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ratios of such terms depend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reduces many 'ratio of three numbers' questions to one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 (middle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x,\log y,\log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(for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list of three positive numbers in G.P. can always be written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$p,pr,pr^2$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ratios of such terms depend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reduces many 'ratio of three numbers' questions to one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$(a,b,c)=(9,6,4)$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$b^2=36=ac$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a{2b}=\frac34,\ \frac{2b}{3c}=1,\ \frac{3c}a=\frac43$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 (middle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$^2=1=\frac34\cdot\frac43$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one of its roots. Then, among the two statements: (I)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the geometric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(II)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the geometric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(I) nor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(I) and (II)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$0&lt;c&lt;b&lt;a$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$(a+b-2c)x^2+(b+c-2a)x+(c+a-2b)=0$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one of its roots. Then, among the two statements: (I)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the geometric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(II)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the geometric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(I) nor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(I) and (II)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quadratic with coefficient sum zero, AM–GM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product of roots;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product of roots;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compares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$\frac{a+c}2$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add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root, and the other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$(a+b-2c)+(b+c-2a)+(c+a-2b)=0$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root, and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inequality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left one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true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(G.M. &lt; A.M.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the G.M.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$\alpha\cdot1=\frac{c+a-2b}{a+b-2c}$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$\alpha=\frac{c+a-2b}{a+b-2c}$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$2c&lt;a+b$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$-1&lt;\frac{c+a-2b}{a+b-2c}&lt;0\Rightarrow-a-b+2c&lt;c+a-2b&lt;0$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inequality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$2b&gt;a+c$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$b&gt;\frac{a+c}2$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left one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$b+c&lt;2a$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true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$b&lt;a,\ c&lt;a$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$\sqrt{ac}&lt;\frac{a+c}2$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(G.M. &lt; A.M.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$b&gt;\frac{a+c}2&gt;\sqrt{ac}$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the G.M.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right inequality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leaves room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instance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$0&lt;c+a-2b&lt;a+b-2c\Rightarrow2b&lt;c+a$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right inequality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$3c&lt;3b$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$b&lt;\frac{a+c}2$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leaves room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instance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$a=4,\ b=2,\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$0&lt;c&lt;b&lt;a$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$\alpha=\frac{1+4-4}{4+2-2}=\frac14\in(0,1)$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Both (I) and (II)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$x=a-b&gt;0$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$y=b-c&gt;0$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$\alpha=\frac{x-y}{x+2y}$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(coefficients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(coefficients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$\alpha=\frac{c+a-2b}{a+b-2c}$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$x=a-b&gt;0$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$c+a-2b=(a-b)-(b-c)=x-y$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$a+b-2c=(a-c)+(b-c)=x+2y&gt;0$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$\alpha=\frac{x-y}{x+2y}$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$-1&lt;\alpha&lt;0\iff x&lt;y$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$x&lt;y\iff a-b&lt;b-c\iff2b&gt;a+c$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$b&gt;\frac{a+c}2\ge\sqrt{ac}$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A.M., and the G.M. does too,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(II)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true: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$0&lt;\alpha&lt;1\iff x&gt;y$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$\iff2b&lt;a+c$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A.M., and the G.M. does too,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$a=4,b=2,c=1$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$x=2,y=1,\alpha=\frac14$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(II)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true: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Both (I) and (II)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and the other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questions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the A.M. become a comparison of two positive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(G.M. &lt; A.M.).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excludes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merely allows it (verified: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$px^2+qx+r$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and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$a&gt;b&gt;c&gt;0$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$x=a-b,\ y=b-c$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$2b\gtrless a+c\iff y\gtrless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questions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the A.M. become a comparison of two positive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$\sqrt{ac}&lt;\frac{a+c}2$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(G.M. &lt; A.M.).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$b\ge\frac{a+c}2$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excludes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$b&lt;\frac{a+c}2$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merely allows it (verified: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$(10,9,1)$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$\alpha=-\frac7{17}\in(-1,0)$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$b=9&gt;5.5$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quadratic equation having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$P_n=\alpha^n+\beta^n,\ 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$P_{10}=123,\ P_9=76,\ P_8=47$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quadratic equation having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 sums of roots and quadratic with reciprocal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reciprocal roots then have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$P_{10}=P_9+P_8$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$P_1=\alpha+\beta=1$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reciprocal roots then have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Observe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$P_{10}=123,\ P_9=76,\ P_8=47$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Observe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$P_{10}=P_9+P_8$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$123=76+47$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recurrence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$P_{n+2}=(\alpha+\beta)P_{n+1}-\alpha\beta 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$123=76-47\,\alpha\beta$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new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new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new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$\frac1\alpha+\frac1\beta=\frac{\alpha+\beta}{\alpha\beta}=\frac1{-1}=-1$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new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$\frac1\alpha\cdot\frac1\beta=\frac1{\alpha\beta}=-1$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$x^2-(-1)x+(-1)=0$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$x^2+x-1=0$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Reversing the coefficients of a polynomial gives the polynomial whose roots are the reciprocals.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relation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the coefficient list).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relation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$P_{10}=P_9-\alpha\beta P_8\Rightarrow123=76-47\alpha\beta\Rightarrow\alpha\beta=-1$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$x^2f\!\left(\frac1x\right)=1-x-x^2$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$\frac1\alpha,\frac1\beta$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the coefficient list).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$1-x-x^2=0\iff 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$x^2+x-1=0$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three consecutive values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the equation with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reverse the coefficients,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(golden ratio),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Lucas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$P_{n+2}=sP_{n+1}-pP_n$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$s=\alpha+\beta,\ p=\alpha\beta$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three consecutive values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the equation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$\frac1\alpha,\frac1\beta$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reverse the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$ax^2+bx+c\to cx^2+bx+a$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$x^2-x-1\to-x^2-x+1$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$k\alpha,k\beta$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$\alpha,\beta=\frac{1\pm\sqrt5}2$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(golden ratio),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Lucas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$1,3,4,7,11,\dots$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$P_8=47,\ P_9=76,\ P_{10}=123$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$\langle a_n\rangle$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$a_0=0,\ a_1=\frac12$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$2a_{n+2}=5a_{n+1}-3a_n,\ n=0,1,2,3,\dots$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$\sum_{k=1}^{100}a_k$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$3a_{99}-100$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$3a_{99}+100$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$3a_{100}-100$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$3a_{100}+100$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recurrence relation and sum of a sequence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characteristic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a G.P. sum minus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characteristic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$a_n=\left(\frac32\right)^n-1$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a G.P. sum minus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characteristic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$a_0=0,\ a_1=\frac12,\ 2a_{n+2}=5a_{n+1}-3a_n$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characteristic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$2x^2-5x+3=0$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$a_n=A\cdot1^n+B\left(\frac32\right)^n$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$\frac12=A+\frac32B$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$A=-1,\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$a_n=-1+\left(\frac32\right)^n$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$\sum_{k=1}^{100}a_k=\sum_{k=1}^{100}(-1)+\sum_{k=1}^{100}\left(\frac32\right)^k$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$=-100+\frac{\frac32\left(\left(\frac32\right)^{100}-1\right)}{\frac32-1}$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$=-100+3\left(\left(\frac32\right)^{100}-1\right)$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$a_{100}=\left(\frac32\right)^{100}-1$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$3a_{100}-100$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$3a_{100}-100$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invariant,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G.P. and the sum telescopes against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$2a_{n+1}-3a_n$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invariant,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$b_n=a_n+1$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G.P. and the sum telescopes against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$c_n=2a_{n+1}-3a_n$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$c_{n+1}=2a_{n+2}-3a_{n+1}=5a_{n+1}-3a_n-3a_{n+1}=c_n$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$c_n=c_0=2a_1-3a_0=1$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$2a_{n+1}=3a_n+1$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$a_{n+1}+1=\frac{3a_n+1}2+1=\frac32(a_n+1)$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$b_n=a_n+1$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$T=\sum_{k=1}^{100}b_k$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$b_k=\frac32b_{k-1}$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$T=\frac32\sum_{k=0}^{99}b_k=\frac32(T+b_0-b_{100})$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$-\frac12T=\frac32(1-b_{100})$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$T=3(b_{100}-1)=3a_{100}$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$\sum_{k=1}^{100}a_k=T-100=3a_{100}-100$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$3a_{100}-100$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characteristic root), the recurrence reduces to first order: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a G.P. of differences.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answer is written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(the same identity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$pa_{n+2}=qa_{n+1}-ra_n$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characteristic root), the recurrence reduces to first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$d_n=a_{n+1}-a_n$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$2d_{n+1}=3d_n$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a G.P. of differences.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$a_n=A+B\rho^n$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$\sum_{k=1}^N\rho^k=\frac{\rho(\rho^N-1)}{\rho-1}$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$3\left(\left(\frac32\right)^N-1\right)=3a_N$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$a_N=\left(\frac32\right)^N-1$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answer is written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$a_2=\frac54,\ a_3=\frac{19}8$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$a_1+a_2+a_3=\frac12+\frac54+\frac{19}8=\frac{33}8$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$3a_3-3=\frac{57}8-\frac{24}8=\frac{33}8$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(the same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$\sum_{k\le N}a_k=3a_N-N$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unique solution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unique solution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$x+y+kz=2$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2x+3y-z=1$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3x+4y+2z=k$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infinitely many solutions. Then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$(k+1)x+(2k-1)y=7$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(2k+1)x+(k+5)y=10$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unique solution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unique solution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3×3 system and solving a 2×2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subtracting the two equations of the second system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subtracting the two equations of the second system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$\begin{vmatrix}1&amp;1&amp;k\\2&amp;3&amp;-1\\3&amp;4&amp;2\end{vmatrix}=0$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$1(6+4)-1(4+3)+k(8-9)=10-7-k=3-k=0$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1 + row 2 on the left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consistent: infinitely many solutions indeed.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1 + row 2 on the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$2+1=3=k$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consistent: infinitely many solutions indeed.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$7x+8y=10$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$4\cdot8-5\cdot7=-3\ne0$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$x=-2,\ 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unique solution satisfying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unique solution satisfying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$x+y=1$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E1 + E2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E3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shows at once that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dependent system.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E1 + E2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E3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$(k-3)(z+1)=0$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shows at once that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dependent system.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E1+E2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E1, E2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have a unique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solution, not infinitely many.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E1+E2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$(1+2-3)x+(1+3-4)y+(k-1-2)z=2+1-k$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$(k-3)z=3-k$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$(k-3)(z+1)=0$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E1, E2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$x+y=2+k,\ 2x+3y=0$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have a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solution, not infinitely many.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E3 is the sum of E1 and E2 (right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two independent equations in three unknowns, infinitely many solutions.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system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E3 is the sum of E1 and E2 (right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$2+1=3=k$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two independent equations in three unknowns, infinitely many solutions.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system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$4x+5y=7,\ 7x+8y=10$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$3x+3y=3\Rightarrow 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unique solution satisfying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unique solution satisfying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$x+y=1$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is dependent when a combination of equations (on both sides)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finding it (here E3 = E1 + E2) is faster than a determinant and checks consistency at the same time.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options mention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subtract or add the two equations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is dependent when a combination of equations (on both sides)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finding it (here E3 = E1 + E2) is faster than a determinant and checks consistency at the same time.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options mention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subtract or add the two equations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$(7x+8y)-(4x+5y)=3x+3y$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$a_1x+b_1y=c_1,\ a_2x+b_2y=c_2$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$a_1b_2\ne a_2b_1$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$4\cdot8-5\cdot7=-3$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adj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adj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$|\operatorname{adj}(\operatorname{adj}(\operatorname{adj}A))|=81$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$S=\left\{n\in\mathbb{Z}:\left(|\operatorname{adj}(\operatorname{adj}A)|\right)^{\frac{(n-1)^2}2}=|A|^{3n^2-5n-4}\right\}$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$\sum_{n\in S}\left|A^{(n^2+n)}\right|$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of repeated adjoint, Sum over a solution set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equating exponents then reduces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$|\operatorname{adj}\operatorname{adj}\operatorname{adj}A|=|\operatorname{adj}A|^4$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$|A|^2=3$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equating exponents then reduces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$n^2-n-6=0$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reads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exponents must be equal: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$|\operatorname{adj}M|=|M|^2$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$|\operatorname{adj}(\operatorname{adj}(\operatorname{adj}A))|=|\operatorname{adj}A|^4=81$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$|\operatorname{adj}(\operatorname{adj}A)|=|\operatorname{adj}A|^2=|A|^4$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$\left(|A|^4\right)^{\frac{(n-1)^2}2}=|A|^{3n^2-5n-4}$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$|A|^{2(n-1)^2}=|A|^{3n^2-5n-4}$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exponents must be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$2(n-1)^2=3n^2-5n-4$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$2n^2-4n+2=3n^2-5n-4\Rightarrow n^2-n-6=0\Rightarrow(n-3)(n+2)=0$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$\sum_{n\in S}\left|A^{n^2+n}\right|=|A|^{12}+|A|^{2}$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$=3^6+3=729+3=732$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732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repeating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absolute-value form)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equal exponents to reduce such sets to an integer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(including negative); even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depend on the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$|\operatorname{adj}M|=|M|^{n-1}$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repeating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$|M|^{(n-1)^j}$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$|\operatorname{adj}\operatorname{adj}A|=|A|^4$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$|\operatorname{adj}^{(3)}A|=|A|^8$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$a^x=a^y$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$a&gt;0,\ 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absolute-value form)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equal exponents to reduce such sets to an integer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$|A^k|=|A|^k$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(including negative); even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depend on the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second, fourth and sixth terms of a G.P. of positive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its eighth, tenth and twelfth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its first nine terms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second, fourth and sixth terms of a G.P. of positive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its eighth, tenth and twelfth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its first nine terms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progression: terms and sum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the two given sums cancels the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the two given sums cancels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$1+r^2+r^4$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$r^6=729$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have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15309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have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$ar+ar^3+ar^5=21$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$ar^7+ar^9+ar^{11}=15309$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$\frac{ar^7(1+r^2+r^4)}{ar(1+r^2+r^4)}=\frac{15309}{21}=729$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$r^6=729$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nine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$a\cdot3\,(1+9+81)=21$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nine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$=a(1+r+r^2+\dots+r^8)=\frac1{13}\cdot\frac{3^9-1}2$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$=\frac{19682}{26}=757$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757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via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$1+r+\dots+r^8=(1+r+r^2)(1+r^3+r^6)$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$a(1+r^2+r^4)=\frac{21}r$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via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$1+r^2+r^4=(1+r+r^2)(1-r+r^2)$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 From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$r^6=729$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 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$a(1+r^2+r^4)=\frac{21}r=7$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$1+r^2+r^4=(1+r+r^2)(1-r+r^2)$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$1-r+r^2=7$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$a(1+r+r^2)=\frac77=1$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$1+r+r^2+\dots+r^8=(1+r+r^2)(1+r^3+r^6)$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$S_9=a(1+r+r^2)(1+r^3+r^6)=1\cdot(1+27+729)=757$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757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8th, 10th, 12th terms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sum of the 2nd, 4th, 6th,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15309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factorisations: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terms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$t_{k+6}=r^6t_k$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8th, 10th, 12th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sum of the 2nd, 4th, 6th,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$r^6=\frac{15309}{21}=729$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factorisations: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$1+r^2+r^4=(1+r+r^2)(1-r+r^2)$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$1+r+\dots+r^8=(1+r+r^2)(1+r^3+r^6)$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$r^9-1=(r^3-1)(r^6+r^3+1)$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$S_n=a\frac{r^n-1}{r-1}$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$\frac1{13}\cdot\frac{19682}{2}=757$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$\frac1{13},\frac3{13},\dots$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$S_9=\frac{19682}{26}$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is a unique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every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\alpha x+\beta y+7z=3$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x+2y+3z=14$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is a unique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every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$(\alpha,\beta)\ne(7,7)$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Classification of solutions of a 3×3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one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test each option against the three cases it gives.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one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$(\alpha-2\beta+7)z=2\alpha-8\beta+3$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test each option against the three cases it gives.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equations 1 and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equation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equations 1 and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$y=8-2z$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$x=6-y-z=z-2$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equation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$\alpha(z-2)+\beta(8-2z)+7z=3$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$\Rightarrow(\alpha-2\beta+7)z=2\alpha-8\beta+3$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$2\alpha-8\beta+3=14-56+3=-39\ne0$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$\alpha=\beta\ne7$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$\alpha-2\beta+7=7-\alpha\ne0$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point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exactly one such point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infinitely many solutions occur only at the single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all other points of the line there is no solution, so (D)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$\alpha=2\beta-7$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$-4\beta-11=0$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$\beta=-\frac{11}4,\ \alpha=-\frac{25}2$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point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$\alpha+2\beta+18=-12.5-5.5+18=0$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exactly one such point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infinitely many solutions occur only at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$\left(-\frac{25}2,-\frac{11}4\right)$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all other points of the line there is no solution, so (D)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for multipliers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E2 (left side): E2 depends on the others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right side then fixes the second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for multipliers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$p\cdot$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E1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$+q\cdot$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E3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E2 (left side): E2 depends on the others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right side then fixes the second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Seek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two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equation then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Otherwise the three rows are independent (the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Seek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$p(1,1,1)+q(1,2,3)=(\alpha,\beta,7)$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$p+q=\alpha,\ p+2q=\beta,\ p+3q=7$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two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$q=\beta-\alpha,\ p=2\alpha-\beta$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equation then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$p+3q=-\alpha+2\beta=7$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Otherwise the three rows are independent (the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$2\beta-\alpha-7\ne0$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E2's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E3, so E2 is consistent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(infinite solutions); otherwise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condition holds,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none, true.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unique, true. (C) Both conditions give the single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E2's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E1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E3, so E2 is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$6p+14q=3$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$6p+14q=12\alpha-6\beta+14\beta-14\alpha=-2\alpha+8\beta$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(infinite solutions); otherwise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condition holds,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$-2\cdot7+8\cdot7=42\ne3$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none, true.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$\alpha=\beta\ne7$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unique, true. (C) Both conditions give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$\left(-\frac{25}2,-\frac{11}4\right)$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the one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solutions; the others, including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 none. So (D)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the one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$\left(-\frac{25}2,-\frac{11}4\right)$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solutions; the others, including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 none. So (D)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 with parameters, express one equation as a combination of the other two (multipliers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coefficient condition gives the 'singular' line/curve, and the right-side condition picks the infinite-solution points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 pattern: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(𝑐𝑜𝑒𝑓𝑓𝑖𝑐𝑖𝑒𝑛𝑡 𝑐𝑜𝑛𝑑𝑖𝑡𝑖𝑜𝑛)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(𝑐𝑜𝑛𝑠𝑡𝑎𝑛𝑡 𝑐𝑜𝑛𝑑𝑖𝑡𝑖𝑜𝑛)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none;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infinitely many. Here the conditions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'NOT true' questions: test every option separately; a statement of the form 'for every point on a line the system has infinitely many solutions' fails because infinitely many solutions need two independent conditions (a single point).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 with parameters, express one equation as a combination of the other two (multipliers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coefficient condition gives the 'singular' line/curve, and the right-side condition picks the infinite-solution points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$\text{(coefficient condition)}\ne0\Rightarrow$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$\text{(constant condition)}\ne0\Rightarrow$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none;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infinitely many. Here 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'NOT true' questions: test every option separately; a statement of the form 'for every point on a line the system has infinitely many solutions' fails because infinitely many solutions need two independent conditions (a single point).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 the following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It has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It has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It has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$2x+4y+2az=b$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x+2y+3z=4$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2x-5y+2z=8$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 the following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It has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It has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It has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Classification of solutions of a 3×3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unique solution,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infinitely many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$D=18(3-a)$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unique solution,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infinitely many only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$D=\begin{vmatrix}2&amp;4&amp;2a\\1&amp;2&amp;3\\2&amp;-5&amp;2\end{vmatrix}=2(4+15)-4(2-6)+2a(-5-4)=38+16-18a=18(3-a)$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$D_1=\begin{vmatrix}b&amp;4&amp;2a\\4&amp;2&amp;3\\8&amp;-5&amp;2\end{vmatrix}=b(4+15)-4(8-24)+2a(-20-16)=19b-72a+64$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$D_2=\begin{vmatrix}2&amp;b&amp;2a\\1&amp;4&amp;3\\2&amp;8&amp;2\end{vmatrix}=2(8-24)-b(2-6)+2a(8-8)=4(b-8)$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$D_3=\begin{vmatrix}2&amp;4&amp;b\\1&amp;2&amp;4\\2&amp;-5&amp;8\end{vmatrix}=2(16+20)-4(8-8)+b(-5-4)=72-9b=9(8-b)$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equations are consistent, so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unique: correct.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infinite: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solution; 'infinitely many'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unique: correct. The incorrect statement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b\ne8$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$D_1=152-216+64=0$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equations are consistent, so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unique: correct.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infinite: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solution; 'infinitely many'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unique: correct. The incorrect statement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E2 cancels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and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classifies the whole system in one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E1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$-\,2\,$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E2 cancels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and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$(2a-6)z=b-8$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classifies the whole system in one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coefficients of E1 are twice those of E2, so E1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determined; E2 and E3 then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 since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E1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E2, so only E2 and E3 remain (two equations, three unknowns): infinitely many solutions, (B)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coefficients of E1 are twice those of E2, so E1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$(2a-6)z=b-8$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$z=\frac{b-8}{2a-6}$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determined; E2 and E3 then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$\begin{vmatrix}1&amp;2\\2&amp;-5\end{vmatrix}=-9\ne0$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E1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E2, so only E2 and E3 remain (two equations, three unknowns): infinitely many solutions, (B)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inconsistent: no solution. So 'infinitely many solutions' in (C)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E1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inconsistent: no solution. So 'infinitely many solutions' in (C)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equations have proportional left sides (here E1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subtract to isolate the remaining variable: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all three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 with parameters: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consistent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infinitely many;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inconsistent 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none. Always test consistency separately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satisfy all three equations, so there is more than one solution (infinitely many).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equations have proportional left sides (here E1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E2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subtract to isolate the remaining variable: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$(2a-6)z=b-8$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all three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 with parameters: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consistent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infinitely many;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inconsistent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none. Always test consistency separately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$\left(\frac{17}9,-\frac49,1\right)$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satisfy all three equations, so there is more than one solution (infinitely many).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01 (Paper 03) Questions 1–20 (printed Q41–Q60)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