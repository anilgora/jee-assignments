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  <p:sldId id="790" r:id="rId542"/>
    <p:sldId id="791" r:id="rId543"/>
    <p:sldId id="792" r:id="rId544"/>
    <p:sldId id="793" r:id="rId545"/>
    <p:sldId id="794" r:id="rId546"/>
    <p:sldId id="795" r:id="rId547"/>
    <p:sldId id="796" r:id="rId548"/>
    <p:sldId id="797" r:id="rId549"/>
    <p:sldId id="798" r:id="rId550"/>
    <p:sldId id="799" r:id="rId551"/>
    <p:sldId id="800" r:id="rId552"/>
    <p:sldId id="801" r:id="rId553"/>
    <p:sldId id="802" r:id="rId554"/>
    <p:sldId id="803" r:id="rId555"/>
    <p:sldId id="804" r:id="rId556"/>
    <p:sldId id="805" r:id="rId557"/>
    <p:sldId id="806" r:id="rId558"/>
    <p:sldId id="807" r:id="rId559"/>
    <p:sldId id="808" r:id="rId560"/>
    <p:sldId id="809" r:id="rId561"/>
    <p:sldId id="810" r:id="rId562"/>
    <p:sldId id="811" r:id="rId563"/>
    <p:sldId id="812" r:id="rId564"/>
    <p:sldId id="813" r:id="rId565"/>
    <p:sldId id="814" r:id="rId566"/>
    <p:sldId id="815" r:id="rId567"/>
    <p:sldId id="816" r:id="rId568"/>
    <p:sldId id="817" r:id="rId569"/>
    <p:sldId id="818" r:id="rId570"/>
    <p:sldId id="819" r:id="rId571"/>
    <p:sldId id="820" r:id="rId572"/>
    <p:sldId id="821" r:id="rId573"/>
    <p:sldId id="822" r:id="rId574"/>
    <p:sldId id="823" r:id="rId575"/>
    <p:sldId id="824" r:id="rId576"/>
    <p:sldId id="825" r:id="rId577"/>
    <p:sldId id="826" r:id="rId578"/>
    <p:sldId id="827" r:id="rId579"/>
    <p:sldId id="828" r:id="rId580"/>
    <p:sldId id="829" r:id="rId581"/>
    <p:sldId id="830" r:id="rId582"/>
    <p:sldId id="831" r:id="rId583"/>
    <p:sldId id="832" r:id="rId584"/>
    <p:sldId id="833" r:id="rId585"/>
    <p:sldId id="834" r:id="rId586"/>
    <p:sldId id="835" r:id="rId587"/>
    <p:sldId id="836" r:id="rId588"/>
    <p:sldId id="837" r:id="rId589"/>
    <p:sldId id="838" r:id="rId590"/>
    <p:sldId id="839" r:id="rId591"/>
    <p:sldId id="840" r:id="rId592"/>
    <p:sldId id="841" r:id="rId593"/>
    <p:sldId id="842" r:id="rId594"/>
    <p:sldId id="843" r:id="rId595"/>
    <p:sldId id="844" r:id="rId596"/>
    <p:sldId id="845" r:id="rId597"/>
    <p:sldId id="846" r:id="rId598"/>
    <p:sldId id="847" r:id="rId599"/>
    <p:sldId id="848" r:id="rId600"/>
    <p:sldId id="849" r:id="rId601"/>
    <p:sldId id="850" r:id="rId602"/>
    <p:sldId id="851" r:id="rId603"/>
    <p:sldId id="852" r:id="rId604"/>
    <p:sldId id="853" r:id="rId605"/>
    <p:sldId id="854" r:id="rId606"/>
    <p:sldId id="855" r:id="rId607"/>
    <p:sldId id="856" r:id="rId608"/>
    <p:sldId id="857" r:id="rId609"/>
    <p:sldId id="858" r:id="rId610"/>
    <p:sldId id="859" r:id="rId611"/>
    <p:sldId id="860" r:id="rId612"/>
    <p:sldId id="861" r:id="rId613"/>
    <p:sldId id="862" r:id="rId614"/>
    <p:sldId id="863" r:id="rId615"/>
    <p:sldId id="864" r:id="rId616"/>
    <p:sldId id="865" r:id="rId617"/>
    <p:sldId id="866" r:id="rId618"/>
    <p:sldId id="867" r:id="rId619"/>
    <p:sldId id="868" r:id="rId620"/>
    <p:sldId id="869" r:id="rId621"/>
    <p:sldId id="870" r:id="rId622"/>
    <p:sldId id="871" r:id="rId623"/>
    <p:sldId id="872" r:id="rId624"/>
    <p:sldId id="873" r:id="rId625"/>
    <p:sldId id="874" r:id="rId626"/>
    <p:sldId id="875" r:id="rId627"/>
    <p:sldId id="876" r:id="rId628"/>
    <p:sldId id="877" r:id="rId629"/>
    <p:sldId id="878" r:id="rId630"/>
    <p:sldId id="879" r:id="rId631"/>
    <p:sldId id="880" r:id="rId632"/>
    <p:sldId id="881" r:id="rId633"/>
    <p:sldId id="882" r:id="rId634"/>
    <p:sldId id="883" r:id="rId635"/>
    <p:sldId id="884" r:id="rId636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Relationship Id="rId443" Type="http://schemas.openxmlformats.org/officeDocument/2006/relationships/slide" Target="slides/slide436.xml"/><Relationship Id="rId444" Type="http://schemas.openxmlformats.org/officeDocument/2006/relationships/slide" Target="slides/slide437.xml"/><Relationship Id="rId445" Type="http://schemas.openxmlformats.org/officeDocument/2006/relationships/slide" Target="slides/slide438.xml"/><Relationship Id="rId446" Type="http://schemas.openxmlformats.org/officeDocument/2006/relationships/slide" Target="slides/slide439.xml"/><Relationship Id="rId447" Type="http://schemas.openxmlformats.org/officeDocument/2006/relationships/slide" Target="slides/slide440.xml"/><Relationship Id="rId448" Type="http://schemas.openxmlformats.org/officeDocument/2006/relationships/slide" Target="slides/slide441.xml"/><Relationship Id="rId449" Type="http://schemas.openxmlformats.org/officeDocument/2006/relationships/slide" Target="slides/slide442.xml"/><Relationship Id="rId450" Type="http://schemas.openxmlformats.org/officeDocument/2006/relationships/slide" Target="slides/slide443.xml"/><Relationship Id="rId451" Type="http://schemas.openxmlformats.org/officeDocument/2006/relationships/slide" Target="slides/slide444.xml"/><Relationship Id="rId452" Type="http://schemas.openxmlformats.org/officeDocument/2006/relationships/slide" Target="slides/slide445.xml"/><Relationship Id="rId453" Type="http://schemas.openxmlformats.org/officeDocument/2006/relationships/slide" Target="slides/slide446.xml"/><Relationship Id="rId454" Type="http://schemas.openxmlformats.org/officeDocument/2006/relationships/slide" Target="slides/slide447.xml"/><Relationship Id="rId455" Type="http://schemas.openxmlformats.org/officeDocument/2006/relationships/slide" Target="slides/slide448.xml"/><Relationship Id="rId456" Type="http://schemas.openxmlformats.org/officeDocument/2006/relationships/slide" Target="slides/slide449.xml"/><Relationship Id="rId457" Type="http://schemas.openxmlformats.org/officeDocument/2006/relationships/slide" Target="slides/slide450.xml"/><Relationship Id="rId458" Type="http://schemas.openxmlformats.org/officeDocument/2006/relationships/slide" Target="slides/slide451.xml"/><Relationship Id="rId459" Type="http://schemas.openxmlformats.org/officeDocument/2006/relationships/slide" Target="slides/slide452.xml"/><Relationship Id="rId460" Type="http://schemas.openxmlformats.org/officeDocument/2006/relationships/slide" Target="slides/slide453.xml"/><Relationship Id="rId461" Type="http://schemas.openxmlformats.org/officeDocument/2006/relationships/slide" Target="slides/slide454.xml"/><Relationship Id="rId462" Type="http://schemas.openxmlformats.org/officeDocument/2006/relationships/slide" Target="slides/slide455.xml"/><Relationship Id="rId463" Type="http://schemas.openxmlformats.org/officeDocument/2006/relationships/slide" Target="slides/slide456.xml"/><Relationship Id="rId464" Type="http://schemas.openxmlformats.org/officeDocument/2006/relationships/slide" Target="slides/slide457.xml"/><Relationship Id="rId465" Type="http://schemas.openxmlformats.org/officeDocument/2006/relationships/slide" Target="slides/slide458.xml"/><Relationship Id="rId466" Type="http://schemas.openxmlformats.org/officeDocument/2006/relationships/slide" Target="slides/slide459.xml"/><Relationship Id="rId467" Type="http://schemas.openxmlformats.org/officeDocument/2006/relationships/slide" Target="slides/slide460.xml"/><Relationship Id="rId468" Type="http://schemas.openxmlformats.org/officeDocument/2006/relationships/slide" Target="slides/slide461.xml"/><Relationship Id="rId469" Type="http://schemas.openxmlformats.org/officeDocument/2006/relationships/slide" Target="slides/slide462.xml"/><Relationship Id="rId470" Type="http://schemas.openxmlformats.org/officeDocument/2006/relationships/slide" Target="slides/slide463.xml"/><Relationship Id="rId471" Type="http://schemas.openxmlformats.org/officeDocument/2006/relationships/slide" Target="slides/slide464.xml"/><Relationship Id="rId472" Type="http://schemas.openxmlformats.org/officeDocument/2006/relationships/slide" Target="slides/slide465.xml"/><Relationship Id="rId473" Type="http://schemas.openxmlformats.org/officeDocument/2006/relationships/slide" Target="slides/slide466.xml"/><Relationship Id="rId474" Type="http://schemas.openxmlformats.org/officeDocument/2006/relationships/slide" Target="slides/slide467.xml"/><Relationship Id="rId475" Type="http://schemas.openxmlformats.org/officeDocument/2006/relationships/slide" Target="slides/slide468.xml"/><Relationship Id="rId476" Type="http://schemas.openxmlformats.org/officeDocument/2006/relationships/slide" Target="slides/slide469.xml"/><Relationship Id="rId477" Type="http://schemas.openxmlformats.org/officeDocument/2006/relationships/slide" Target="slides/slide470.xml"/><Relationship Id="rId478" Type="http://schemas.openxmlformats.org/officeDocument/2006/relationships/slide" Target="slides/slide471.xml"/><Relationship Id="rId479" Type="http://schemas.openxmlformats.org/officeDocument/2006/relationships/slide" Target="slides/slide472.xml"/><Relationship Id="rId480" Type="http://schemas.openxmlformats.org/officeDocument/2006/relationships/slide" Target="slides/slide473.xml"/><Relationship Id="rId481" Type="http://schemas.openxmlformats.org/officeDocument/2006/relationships/slide" Target="slides/slide474.xml"/><Relationship Id="rId482" Type="http://schemas.openxmlformats.org/officeDocument/2006/relationships/slide" Target="slides/slide475.xml"/><Relationship Id="rId483" Type="http://schemas.openxmlformats.org/officeDocument/2006/relationships/slide" Target="slides/slide476.xml"/><Relationship Id="rId484" Type="http://schemas.openxmlformats.org/officeDocument/2006/relationships/slide" Target="slides/slide477.xml"/><Relationship Id="rId485" Type="http://schemas.openxmlformats.org/officeDocument/2006/relationships/slide" Target="slides/slide478.xml"/><Relationship Id="rId486" Type="http://schemas.openxmlformats.org/officeDocument/2006/relationships/slide" Target="slides/slide479.xml"/><Relationship Id="rId487" Type="http://schemas.openxmlformats.org/officeDocument/2006/relationships/slide" Target="slides/slide480.xml"/><Relationship Id="rId488" Type="http://schemas.openxmlformats.org/officeDocument/2006/relationships/slide" Target="slides/slide481.xml"/><Relationship Id="rId489" Type="http://schemas.openxmlformats.org/officeDocument/2006/relationships/slide" Target="slides/slide482.xml"/><Relationship Id="rId490" Type="http://schemas.openxmlformats.org/officeDocument/2006/relationships/slide" Target="slides/slide483.xml"/><Relationship Id="rId491" Type="http://schemas.openxmlformats.org/officeDocument/2006/relationships/slide" Target="slides/slide484.xml"/><Relationship Id="rId492" Type="http://schemas.openxmlformats.org/officeDocument/2006/relationships/slide" Target="slides/slide485.xml"/><Relationship Id="rId493" Type="http://schemas.openxmlformats.org/officeDocument/2006/relationships/slide" Target="slides/slide486.xml"/><Relationship Id="rId494" Type="http://schemas.openxmlformats.org/officeDocument/2006/relationships/slide" Target="slides/slide487.xml"/><Relationship Id="rId495" Type="http://schemas.openxmlformats.org/officeDocument/2006/relationships/slide" Target="slides/slide488.xml"/><Relationship Id="rId496" Type="http://schemas.openxmlformats.org/officeDocument/2006/relationships/slide" Target="slides/slide489.xml"/><Relationship Id="rId497" Type="http://schemas.openxmlformats.org/officeDocument/2006/relationships/slide" Target="slides/slide490.xml"/><Relationship Id="rId498" Type="http://schemas.openxmlformats.org/officeDocument/2006/relationships/slide" Target="slides/slide491.xml"/><Relationship Id="rId499" Type="http://schemas.openxmlformats.org/officeDocument/2006/relationships/slide" Target="slides/slide492.xml"/><Relationship Id="rId500" Type="http://schemas.openxmlformats.org/officeDocument/2006/relationships/slide" Target="slides/slide493.xml"/><Relationship Id="rId501" Type="http://schemas.openxmlformats.org/officeDocument/2006/relationships/slide" Target="slides/slide494.xml"/><Relationship Id="rId502" Type="http://schemas.openxmlformats.org/officeDocument/2006/relationships/slide" Target="slides/slide495.xml"/><Relationship Id="rId503" Type="http://schemas.openxmlformats.org/officeDocument/2006/relationships/slide" Target="slides/slide496.xml"/><Relationship Id="rId504" Type="http://schemas.openxmlformats.org/officeDocument/2006/relationships/slide" Target="slides/slide497.xml"/><Relationship Id="rId505" Type="http://schemas.openxmlformats.org/officeDocument/2006/relationships/slide" Target="slides/slide498.xml"/><Relationship Id="rId506" Type="http://schemas.openxmlformats.org/officeDocument/2006/relationships/slide" Target="slides/slide499.xml"/><Relationship Id="rId507" Type="http://schemas.openxmlformats.org/officeDocument/2006/relationships/slide" Target="slides/slide500.xml"/><Relationship Id="rId508" Type="http://schemas.openxmlformats.org/officeDocument/2006/relationships/slide" Target="slides/slide501.xml"/><Relationship Id="rId509" Type="http://schemas.openxmlformats.org/officeDocument/2006/relationships/slide" Target="slides/slide502.xml"/><Relationship Id="rId510" Type="http://schemas.openxmlformats.org/officeDocument/2006/relationships/slide" Target="slides/slide503.xml"/><Relationship Id="rId511" Type="http://schemas.openxmlformats.org/officeDocument/2006/relationships/slide" Target="slides/slide504.xml"/><Relationship Id="rId512" Type="http://schemas.openxmlformats.org/officeDocument/2006/relationships/slide" Target="slides/slide505.xml"/><Relationship Id="rId513" Type="http://schemas.openxmlformats.org/officeDocument/2006/relationships/slide" Target="slides/slide506.xml"/><Relationship Id="rId514" Type="http://schemas.openxmlformats.org/officeDocument/2006/relationships/slide" Target="slides/slide507.xml"/><Relationship Id="rId515" Type="http://schemas.openxmlformats.org/officeDocument/2006/relationships/slide" Target="slides/slide508.xml"/><Relationship Id="rId516" Type="http://schemas.openxmlformats.org/officeDocument/2006/relationships/slide" Target="slides/slide509.xml"/><Relationship Id="rId517" Type="http://schemas.openxmlformats.org/officeDocument/2006/relationships/slide" Target="slides/slide510.xml"/><Relationship Id="rId518" Type="http://schemas.openxmlformats.org/officeDocument/2006/relationships/slide" Target="slides/slide511.xml"/><Relationship Id="rId519" Type="http://schemas.openxmlformats.org/officeDocument/2006/relationships/slide" Target="slides/slide512.xml"/><Relationship Id="rId520" Type="http://schemas.openxmlformats.org/officeDocument/2006/relationships/slide" Target="slides/slide513.xml"/><Relationship Id="rId521" Type="http://schemas.openxmlformats.org/officeDocument/2006/relationships/slide" Target="slides/slide514.xml"/><Relationship Id="rId522" Type="http://schemas.openxmlformats.org/officeDocument/2006/relationships/slide" Target="slides/slide515.xml"/><Relationship Id="rId523" Type="http://schemas.openxmlformats.org/officeDocument/2006/relationships/slide" Target="slides/slide516.xml"/><Relationship Id="rId524" Type="http://schemas.openxmlformats.org/officeDocument/2006/relationships/slide" Target="slides/slide517.xml"/><Relationship Id="rId525" Type="http://schemas.openxmlformats.org/officeDocument/2006/relationships/slide" Target="slides/slide518.xml"/><Relationship Id="rId526" Type="http://schemas.openxmlformats.org/officeDocument/2006/relationships/slide" Target="slides/slide519.xml"/><Relationship Id="rId527" Type="http://schemas.openxmlformats.org/officeDocument/2006/relationships/slide" Target="slides/slide520.xml"/><Relationship Id="rId528" Type="http://schemas.openxmlformats.org/officeDocument/2006/relationships/slide" Target="slides/slide521.xml"/><Relationship Id="rId529" Type="http://schemas.openxmlformats.org/officeDocument/2006/relationships/slide" Target="slides/slide522.xml"/><Relationship Id="rId530" Type="http://schemas.openxmlformats.org/officeDocument/2006/relationships/slide" Target="slides/slide523.xml"/><Relationship Id="rId531" Type="http://schemas.openxmlformats.org/officeDocument/2006/relationships/slide" Target="slides/slide524.xml"/><Relationship Id="rId532" Type="http://schemas.openxmlformats.org/officeDocument/2006/relationships/slide" Target="slides/slide525.xml"/><Relationship Id="rId533" Type="http://schemas.openxmlformats.org/officeDocument/2006/relationships/slide" Target="slides/slide526.xml"/><Relationship Id="rId534" Type="http://schemas.openxmlformats.org/officeDocument/2006/relationships/slide" Target="slides/slide527.xml"/><Relationship Id="rId535" Type="http://schemas.openxmlformats.org/officeDocument/2006/relationships/slide" Target="slides/slide528.xml"/><Relationship Id="rId536" Type="http://schemas.openxmlformats.org/officeDocument/2006/relationships/slide" Target="slides/slide529.xml"/><Relationship Id="rId537" Type="http://schemas.openxmlformats.org/officeDocument/2006/relationships/slide" Target="slides/slide530.xml"/><Relationship Id="rId538" Type="http://schemas.openxmlformats.org/officeDocument/2006/relationships/slide" Target="slides/slide531.xml"/><Relationship Id="rId539" Type="http://schemas.openxmlformats.org/officeDocument/2006/relationships/slide" Target="slides/slide532.xml"/><Relationship Id="rId540" Type="http://schemas.openxmlformats.org/officeDocument/2006/relationships/slide" Target="slides/slide533.xml"/><Relationship Id="rId541" Type="http://schemas.openxmlformats.org/officeDocument/2006/relationships/slide" Target="slides/slide534.xml"/><Relationship Id="rId542" Type="http://schemas.openxmlformats.org/officeDocument/2006/relationships/slide" Target="slides/slide535.xml"/><Relationship Id="rId543" Type="http://schemas.openxmlformats.org/officeDocument/2006/relationships/slide" Target="slides/slide536.xml"/><Relationship Id="rId544" Type="http://schemas.openxmlformats.org/officeDocument/2006/relationships/slide" Target="slides/slide537.xml"/><Relationship Id="rId545" Type="http://schemas.openxmlformats.org/officeDocument/2006/relationships/slide" Target="slides/slide538.xml"/><Relationship Id="rId546" Type="http://schemas.openxmlformats.org/officeDocument/2006/relationships/slide" Target="slides/slide539.xml"/><Relationship Id="rId547" Type="http://schemas.openxmlformats.org/officeDocument/2006/relationships/slide" Target="slides/slide540.xml"/><Relationship Id="rId548" Type="http://schemas.openxmlformats.org/officeDocument/2006/relationships/slide" Target="slides/slide541.xml"/><Relationship Id="rId549" Type="http://schemas.openxmlformats.org/officeDocument/2006/relationships/slide" Target="slides/slide542.xml"/><Relationship Id="rId550" Type="http://schemas.openxmlformats.org/officeDocument/2006/relationships/slide" Target="slides/slide543.xml"/><Relationship Id="rId551" Type="http://schemas.openxmlformats.org/officeDocument/2006/relationships/slide" Target="slides/slide544.xml"/><Relationship Id="rId552" Type="http://schemas.openxmlformats.org/officeDocument/2006/relationships/slide" Target="slides/slide545.xml"/><Relationship Id="rId553" Type="http://schemas.openxmlformats.org/officeDocument/2006/relationships/slide" Target="slides/slide546.xml"/><Relationship Id="rId554" Type="http://schemas.openxmlformats.org/officeDocument/2006/relationships/slide" Target="slides/slide547.xml"/><Relationship Id="rId555" Type="http://schemas.openxmlformats.org/officeDocument/2006/relationships/slide" Target="slides/slide548.xml"/><Relationship Id="rId556" Type="http://schemas.openxmlformats.org/officeDocument/2006/relationships/slide" Target="slides/slide549.xml"/><Relationship Id="rId557" Type="http://schemas.openxmlformats.org/officeDocument/2006/relationships/slide" Target="slides/slide550.xml"/><Relationship Id="rId558" Type="http://schemas.openxmlformats.org/officeDocument/2006/relationships/slide" Target="slides/slide551.xml"/><Relationship Id="rId559" Type="http://schemas.openxmlformats.org/officeDocument/2006/relationships/slide" Target="slides/slide552.xml"/><Relationship Id="rId560" Type="http://schemas.openxmlformats.org/officeDocument/2006/relationships/slide" Target="slides/slide553.xml"/><Relationship Id="rId561" Type="http://schemas.openxmlformats.org/officeDocument/2006/relationships/slide" Target="slides/slide554.xml"/><Relationship Id="rId562" Type="http://schemas.openxmlformats.org/officeDocument/2006/relationships/slide" Target="slides/slide555.xml"/><Relationship Id="rId563" Type="http://schemas.openxmlformats.org/officeDocument/2006/relationships/slide" Target="slides/slide556.xml"/><Relationship Id="rId564" Type="http://schemas.openxmlformats.org/officeDocument/2006/relationships/slide" Target="slides/slide557.xml"/><Relationship Id="rId565" Type="http://schemas.openxmlformats.org/officeDocument/2006/relationships/slide" Target="slides/slide558.xml"/><Relationship Id="rId566" Type="http://schemas.openxmlformats.org/officeDocument/2006/relationships/slide" Target="slides/slide559.xml"/><Relationship Id="rId567" Type="http://schemas.openxmlformats.org/officeDocument/2006/relationships/slide" Target="slides/slide560.xml"/><Relationship Id="rId568" Type="http://schemas.openxmlformats.org/officeDocument/2006/relationships/slide" Target="slides/slide561.xml"/><Relationship Id="rId569" Type="http://schemas.openxmlformats.org/officeDocument/2006/relationships/slide" Target="slides/slide562.xml"/><Relationship Id="rId570" Type="http://schemas.openxmlformats.org/officeDocument/2006/relationships/slide" Target="slides/slide563.xml"/><Relationship Id="rId571" Type="http://schemas.openxmlformats.org/officeDocument/2006/relationships/slide" Target="slides/slide564.xml"/><Relationship Id="rId572" Type="http://schemas.openxmlformats.org/officeDocument/2006/relationships/slide" Target="slides/slide565.xml"/><Relationship Id="rId573" Type="http://schemas.openxmlformats.org/officeDocument/2006/relationships/slide" Target="slides/slide566.xml"/><Relationship Id="rId574" Type="http://schemas.openxmlformats.org/officeDocument/2006/relationships/slide" Target="slides/slide567.xml"/><Relationship Id="rId575" Type="http://schemas.openxmlformats.org/officeDocument/2006/relationships/slide" Target="slides/slide568.xml"/><Relationship Id="rId576" Type="http://schemas.openxmlformats.org/officeDocument/2006/relationships/slide" Target="slides/slide569.xml"/><Relationship Id="rId577" Type="http://schemas.openxmlformats.org/officeDocument/2006/relationships/slide" Target="slides/slide570.xml"/><Relationship Id="rId578" Type="http://schemas.openxmlformats.org/officeDocument/2006/relationships/slide" Target="slides/slide571.xml"/><Relationship Id="rId579" Type="http://schemas.openxmlformats.org/officeDocument/2006/relationships/slide" Target="slides/slide572.xml"/><Relationship Id="rId580" Type="http://schemas.openxmlformats.org/officeDocument/2006/relationships/slide" Target="slides/slide573.xml"/><Relationship Id="rId581" Type="http://schemas.openxmlformats.org/officeDocument/2006/relationships/slide" Target="slides/slide574.xml"/><Relationship Id="rId582" Type="http://schemas.openxmlformats.org/officeDocument/2006/relationships/slide" Target="slides/slide575.xml"/><Relationship Id="rId583" Type="http://schemas.openxmlformats.org/officeDocument/2006/relationships/slide" Target="slides/slide576.xml"/><Relationship Id="rId584" Type="http://schemas.openxmlformats.org/officeDocument/2006/relationships/slide" Target="slides/slide577.xml"/><Relationship Id="rId585" Type="http://schemas.openxmlformats.org/officeDocument/2006/relationships/slide" Target="slides/slide578.xml"/><Relationship Id="rId586" Type="http://schemas.openxmlformats.org/officeDocument/2006/relationships/slide" Target="slides/slide579.xml"/><Relationship Id="rId587" Type="http://schemas.openxmlformats.org/officeDocument/2006/relationships/slide" Target="slides/slide580.xml"/><Relationship Id="rId588" Type="http://schemas.openxmlformats.org/officeDocument/2006/relationships/slide" Target="slides/slide581.xml"/><Relationship Id="rId589" Type="http://schemas.openxmlformats.org/officeDocument/2006/relationships/slide" Target="slides/slide582.xml"/><Relationship Id="rId590" Type="http://schemas.openxmlformats.org/officeDocument/2006/relationships/slide" Target="slides/slide583.xml"/><Relationship Id="rId591" Type="http://schemas.openxmlformats.org/officeDocument/2006/relationships/slide" Target="slides/slide584.xml"/><Relationship Id="rId592" Type="http://schemas.openxmlformats.org/officeDocument/2006/relationships/slide" Target="slides/slide585.xml"/><Relationship Id="rId593" Type="http://schemas.openxmlformats.org/officeDocument/2006/relationships/slide" Target="slides/slide586.xml"/><Relationship Id="rId594" Type="http://schemas.openxmlformats.org/officeDocument/2006/relationships/slide" Target="slides/slide587.xml"/><Relationship Id="rId595" Type="http://schemas.openxmlformats.org/officeDocument/2006/relationships/slide" Target="slides/slide588.xml"/><Relationship Id="rId596" Type="http://schemas.openxmlformats.org/officeDocument/2006/relationships/slide" Target="slides/slide589.xml"/><Relationship Id="rId597" Type="http://schemas.openxmlformats.org/officeDocument/2006/relationships/slide" Target="slides/slide590.xml"/><Relationship Id="rId598" Type="http://schemas.openxmlformats.org/officeDocument/2006/relationships/slide" Target="slides/slide591.xml"/><Relationship Id="rId599" Type="http://schemas.openxmlformats.org/officeDocument/2006/relationships/slide" Target="slides/slide592.xml"/><Relationship Id="rId600" Type="http://schemas.openxmlformats.org/officeDocument/2006/relationships/slide" Target="slides/slide593.xml"/><Relationship Id="rId601" Type="http://schemas.openxmlformats.org/officeDocument/2006/relationships/slide" Target="slides/slide594.xml"/><Relationship Id="rId602" Type="http://schemas.openxmlformats.org/officeDocument/2006/relationships/slide" Target="slides/slide595.xml"/><Relationship Id="rId603" Type="http://schemas.openxmlformats.org/officeDocument/2006/relationships/slide" Target="slides/slide596.xml"/><Relationship Id="rId604" Type="http://schemas.openxmlformats.org/officeDocument/2006/relationships/slide" Target="slides/slide597.xml"/><Relationship Id="rId605" Type="http://schemas.openxmlformats.org/officeDocument/2006/relationships/slide" Target="slides/slide598.xml"/><Relationship Id="rId606" Type="http://schemas.openxmlformats.org/officeDocument/2006/relationships/slide" Target="slides/slide599.xml"/><Relationship Id="rId607" Type="http://schemas.openxmlformats.org/officeDocument/2006/relationships/slide" Target="slides/slide600.xml"/><Relationship Id="rId608" Type="http://schemas.openxmlformats.org/officeDocument/2006/relationships/slide" Target="slides/slide601.xml"/><Relationship Id="rId609" Type="http://schemas.openxmlformats.org/officeDocument/2006/relationships/slide" Target="slides/slide602.xml"/><Relationship Id="rId610" Type="http://schemas.openxmlformats.org/officeDocument/2006/relationships/slide" Target="slides/slide603.xml"/><Relationship Id="rId611" Type="http://schemas.openxmlformats.org/officeDocument/2006/relationships/slide" Target="slides/slide604.xml"/><Relationship Id="rId612" Type="http://schemas.openxmlformats.org/officeDocument/2006/relationships/slide" Target="slides/slide605.xml"/><Relationship Id="rId613" Type="http://schemas.openxmlformats.org/officeDocument/2006/relationships/slide" Target="slides/slide606.xml"/><Relationship Id="rId614" Type="http://schemas.openxmlformats.org/officeDocument/2006/relationships/slide" Target="slides/slide607.xml"/><Relationship Id="rId615" Type="http://schemas.openxmlformats.org/officeDocument/2006/relationships/slide" Target="slides/slide608.xml"/><Relationship Id="rId616" Type="http://schemas.openxmlformats.org/officeDocument/2006/relationships/slide" Target="slides/slide609.xml"/><Relationship Id="rId617" Type="http://schemas.openxmlformats.org/officeDocument/2006/relationships/slide" Target="slides/slide610.xml"/><Relationship Id="rId618" Type="http://schemas.openxmlformats.org/officeDocument/2006/relationships/slide" Target="slides/slide611.xml"/><Relationship Id="rId619" Type="http://schemas.openxmlformats.org/officeDocument/2006/relationships/slide" Target="slides/slide612.xml"/><Relationship Id="rId620" Type="http://schemas.openxmlformats.org/officeDocument/2006/relationships/slide" Target="slides/slide613.xml"/><Relationship Id="rId621" Type="http://schemas.openxmlformats.org/officeDocument/2006/relationships/slide" Target="slides/slide614.xml"/><Relationship Id="rId622" Type="http://schemas.openxmlformats.org/officeDocument/2006/relationships/slide" Target="slides/slide615.xml"/><Relationship Id="rId623" Type="http://schemas.openxmlformats.org/officeDocument/2006/relationships/slide" Target="slides/slide616.xml"/><Relationship Id="rId624" Type="http://schemas.openxmlformats.org/officeDocument/2006/relationships/slide" Target="slides/slide617.xml"/><Relationship Id="rId625" Type="http://schemas.openxmlformats.org/officeDocument/2006/relationships/slide" Target="slides/slide618.xml"/><Relationship Id="rId626" Type="http://schemas.openxmlformats.org/officeDocument/2006/relationships/slide" Target="slides/slide619.xml"/><Relationship Id="rId627" Type="http://schemas.openxmlformats.org/officeDocument/2006/relationships/slide" Target="slides/slide620.xml"/><Relationship Id="rId628" Type="http://schemas.openxmlformats.org/officeDocument/2006/relationships/slide" Target="slides/slide621.xml"/><Relationship Id="rId629" Type="http://schemas.openxmlformats.org/officeDocument/2006/relationships/slide" Target="slides/slide622.xml"/><Relationship Id="rId630" Type="http://schemas.openxmlformats.org/officeDocument/2006/relationships/slide" Target="slides/slide623.xml"/><Relationship Id="rId631" Type="http://schemas.openxmlformats.org/officeDocument/2006/relationships/slide" Target="slides/slide624.xml"/><Relationship Id="rId632" Type="http://schemas.openxmlformats.org/officeDocument/2006/relationships/slide" Target="slides/slide625.xml"/><Relationship Id="rId633" Type="http://schemas.openxmlformats.org/officeDocument/2006/relationships/slide" Target="slides/slide626.xml"/><Relationship Id="rId634" Type="http://schemas.openxmlformats.org/officeDocument/2006/relationships/slide" Target="slides/slide627.xml"/><Relationship Id="rId635" Type="http://schemas.openxmlformats.org/officeDocument/2006/relationships/slide" Target="slides/slide628.xml"/><Relationship Id="rId636" Type="http://schemas.openxmlformats.org/officeDocument/2006/relationships/slide" Target="slides/slide629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5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7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9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Sheet1!$A$2:$A$101</c:f>
              <c:strCache>
                <c:ptCount val="100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  <c:pt idx="64">
                  <c:v>Q65</c:v>
                </c:pt>
                <c:pt idx="65">
                  <c:v>Q66</c:v>
                </c:pt>
                <c:pt idx="66">
                  <c:v>Q67</c:v>
                </c:pt>
                <c:pt idx="67">
                  <c:v>Q68</c:v>
                </c:pt>
                <c:pt idx="68">
                  <c:v>Q69</c:v>
                </c:pt>
                <c:pt idx="69">
                  <c:v>Q70</c:v>
                </c:pt>
                <c:pt idx="70">
                  <c:v>Q71</c:v>
                </c:pt>
                <c:pt idx="71">
                  <c:v>Q72</c:v>
                </c:pt>
                <c:pt idx="72">
                  <c:v>Q73</c:v>
                </c:pt>
                <c:pt idx="73">
                  <c:v>Q74</c:v>
                </c:pt>
                <c:pt idx="74">
                  <c:v>Q75</c:v>
                </c:pt>
                <c:pt idx="75">
                  <c:v>Q76</c:v>
                </c:pt>
                <c:pt idx="76">
                  <c:v>Q77</c:v>
                </c:pt>
                <c:pt idx="77">
                  <c:v>Q78</c:v>
                </c:pt>
                <c:pt idx="78">
                  <c:v>Q79</c:v>
                </c:pt>
                <c:pt idx="79">
                  <c:v>Q80</c:v>
                </c:pt>
                <c:pt idx="80">
                  <c:v>Q81</c:v>
                </c:pt>
                <c:pt idx="81">
                  <c:v>Q82</c:v>
                </c:pt>
                <c:pt idx="82">
                  <c:v>Q83</c:v>
                </c:pt>
                <c:pt idx="83">
                  <c:v>Q84</c:v>
                </c:pt>
                <c:pt idx="84">
                  <c:v>Q85</c:v>
                </c:pt>
                <c:pt idx="85">
                  <c:v>Q86</c:v>
                </c:pt>
                <c:pt idx="86">
                  <c:v>Q87</c:v>
                </c:pt>
                <c:pt idx="87">
                  <c:v>Q88</c:v>
                </c:pt>
                <c:pt idx="88">
                  <c:v>Q89</c:v>
                </c:pt>
                <c:pt idx="89">
                  <c:v>Q90</c:v>
                </c:pt>
                <c:pt idx="90">
                  <c:v>Q91</c:v>
                </c:pt>
                <c:pt idx="91">
                  <c:v>Q92</c:v>
                </c:pt>
                <c:pt idx="92">
                  <c:v>Q93</c:v>
                </c:pt>
                <c:pt idx="93">
                  <c:v>Q94</c:v>
                </c:pt>
                <c:pt idx="94">
                  <c:v>Q95</c:v>
                </c:pt>
                <c:pt idx="95">
                  <c:v>Q96</c:v>
                </c:pt>
                <c:pt idx="96">
                  <c:v>Q97</c:v>
                </c:pt>
                <c:pt idx="97">
                  <c:v>Q98</c:v>
                </c:pt>
                <c:pt idx="98">
                  <c:v>Q99</c:v>
                </c:pt>
                <c:pt idx="99">
                  <c:v>Q100</c:v>
                </c:pt>
              </c:strCache>
            </c:strRef>
          </c:cat>
          <c:val>
            <c:numRef>
              <c:f>Sheet1!$B$2:$B$101</c:f>
              <c:numCache>
                <c:formatCode>General</c:formatCode>
                <c:ptCount val="100"/>
                <c:pt idx="0">
                  <c:v>1.0</c:v>
                </c:pt>
                <c:pt idx="1">
                  <c:v>3.0</c:v>
                </c:pt>
                <c:pt idx="2">
                  <c:v>2.0</c:v>
                </c:pt>
                <c:pt idx="3">
                  <c:v>0.0</c:v>
                </c:pt>
                <c:pt idx="4">
                  <c:v>2.0</c:v>
                </c:pt>
                <c:pt idx="5">
                  <c:v>2.0</c:v>
                </c:pt>
                <c:pt idx="6">
                  <c:v>2.0</c:v>
                </c:pt>
                <c:pt idx="7">
                  <c:v>3.0</c:v>
                </c:pt>
                <c:pt idx="8">
                  <c:v>1.0</c:v>
                </c:pt>
                <c:pt idx="9">
                  <c:v>2.0</c:v>
                </c:pt>
                <c:pt idx="10">
                  <c:v>2.0</c:v>
                </c:pt>
                <c:pt idx="11">
                  <c:v>1.0</c:v>
                </c:pt>
                <c:pt idx="12">
                  <c:v>2.0</c:v>
                </c:pt>
                <c:pt idx="13">
                  <c:v>2.0</c:v>
                </c:pt>
                <c:pt idx="14">
                  <c:v>2.0</c:v>
                </c:pt>
                <c:pt idx="15">
                  <c:v>2.0</c:v>
                </c:pt>
                <c:pt idx="16">
                  <c:v>1.0</c:v>
                </c:pt>
                <c:pt idx="17">
                  <c:v>2.0</c:v>
                </c:pt>
                <c:pt idx="18">
                  <c:v>3.0</c:v>
                </c:pt>
                <c:pt idx="19">
                  <c:v>1.0</c:v>
                </c:pt>
                <c:pt idx="20">
                  <c:v>1.0</c:v>
                </c:pt>
                <c:pt idx="21">
                  <c:v>2.0</c:v>
                </c:pt>
                <c:pt idx="22">
                  <c:v>1.0</c:v>
                </c:pt>
                <c:pt idx="23">
                  <c:v>3.0</c:v>
                </c:pt>
                <c:pt idx="24">
                  <c:v>3.0</c:v>
                </c:pt>
                <c:pt idx="25">
                  <c:v>2.0</c:v>
                </c:pt>
                <c:pt idx="26">
                  <c:v>3.0</c:v>
                </c:pt>
                <c:pt idx="27">
                  <c:v>2.0</c:v>
                </c:pt>
                <c:pt idx="28">
                  <c:v>3.0</c:v>
                </c:pt>
                <c:pt idx="29">
                  <c:v>2.0</c:v>
                </c:pt>
                <c:pt idx="30">
                  <c:v>3.0</c:v>
                </c:pt>
                <c:pt idx="31">
                  <c:v>2.0</c:v>
                </c:pt>
                <c:pt idx="32">
                  <c:v>1.0</c:v>
                </c:pt>
                <c:pt idx="33">
                  <c:v>2.0</c:v>
                </c:pt>
                <c:pt idx="34">
                  <c:v>1.0</c:v>
                </c:pt>
                <c:pt idx="35">
                  <c:v>2.0</c:v>
                </c:pt>
                <c:pt idx="36">
                  <c:v>3.0</c:v>
                </c:pt>
                <c:pt idx="37">
                  <c:v>2.0</c:v>
                </c:pt>
                <c:pt idx="38">
                  <c:v>1.0</c:v>
                </c:pt>
                <c:pt idx="39">
                  <c:v>2.0</c:v>
                </c:pt>
                <c:pt idx="40">
                  <c:v>2.0</c:v>
                </c:pt>
                <c:pt idx="41">
                  <c:v>2.0</c:v>
                </c:pt>
                <c:pt idx="42">
                  <c:v>3.0</c:v>
                </c:pt>
                <c:pt idx="43">
                  <c:v>2.0</c:v>
                </c:pt>
                <c:pt idx="44">
                  <c:v>3.0</c:v>
                </c:pt>
                <c:pt idx="45">
                  <c:v>3.0</c:v>
                </c:pt>
                <c:pt idx="46">
                  <c:v>2.0</c:v>
                </c:pt>
                <c:pt idx="47">
                  <c:v>2.0</c:v>
                </c:pt>
                <c:pt idx="48">
                  <c:v>4.0</c:v>
                </c:pt>
                <c:pt idx="49">
                  <c:v>3.0</c:v>
                </c:pt>
                <c:pt idx="50">
                  <c:v>2.0</c:v>
                </c:pt>
                <c:pt idx="51">
                  <c:v>3.0</c:v>
                </c:pt>
                <c:pt idx="52">
                  <c:v>1.0</c:v>
                </c:pt>
                <c:pt idx="53">
                  <c:v>2.0</c:v>
                </c:pt>
                <c:pt idx="54">
                  <c:v>2.0</c:v>
                </c:pt>
                <c:pt idx="55">
                  <c:v>2.0</c:v>
                </c:pt>
                <c:pt idx="56">
                  <c:v>1.0</c:v>
                </c:pt>
                <c:pt idx="57">
                  <c:v>2.0</c:v>
                </c:pt>
                <c:pt idx="58">
                  <c:v>1.0</c:v>
                </c:pt>
                <c:pt idx="59">
                  <c:v>1.0</c:v>
                </c:pt>
                <c:pt idx="60">
                  <c:v>2.0</c:v>
                </c:pt>
                <c:pt idx="61">
                  <c:v>1.0</c:v>
                </c:pt>
                <c:pt idx="62">
                  <c:v>2.0</c:v>
                </c:pt>
                <c:pt idx="63">
                  <c:v>3.0</c:v>
                </c:pt>
                <c:pt idx="64">
                  <c:v>3.0</c:v>
                </c:pt>
                <c:pt idx="65">
                  <c:v>2.0</c:v>
                </c:pt>
                <c:pt idx="66">
                  <c:v>2.0</c:v>
                </c:pt>
                <c:pt idx="67">
                  <c:v>1.0</c:v>
                </c:pt>
                <c:pt idx="68">
                  <c:v>3.0</c:v>
                </c:pt>
                <c:pt idx="69">
                  <c:v>2.0</c:v>
                </c:pt>
                <c:pt idx="70">
                  <c:v>2.0</c:v>
                </c:pt>
                <c:pt idx="71">
                  <c:v>3.0</c:v>
                </c:pt>
                <c:pt idx="72">
                  <c:v>3.0</c:v>
                </c:pt>
                <c:pt idx="73">
                  <c:v>3.0</c:v>
                </c:pt>
                <c:pt idx="74">
                  <c:v>3.0</c:v>
                </c:pt>
                <c:pt idx="75">
                  <c:v>4.0</c:v>
                </c:pt>
                <c:pt idx="76">
                  <c:v>2.0</c:v>
                </c:pt>
                <c:pt idx="77">
                  <c:v>1.0</c:v>
                </c:pt>
                <c:pt idx="78">
                  <c:v>1.0</c:v>
                </c:pt>
                <c:pt idx="79">
                  <c:v>1.0</c:v>
                </c:pt>
                <c:pt idx="80">
                  <c:v>3.0</c:v>
                </c:pt>
                <c:pt idx="81">
                  <c:v>2.0</c:v>
                </c:pt>
                <c:pt idx="82">
                  <c:v>1.0</c:v>
                </c:pt>
                <c:pt idx="83">
                  <c:v>1.0</c:v>
                </c:pt>
                <c:pt idx="84">
                  <c:v>2.0</c:v>
                </c:pt>
                <c:pt idx="85">
                  <c:v>2.0</c:v>
                </c:pt>
                <c:pt idx="86">
                  <c:v>2.0</c:v>
                </c:pt>
                <c:pt idx="87">
                  <c:v>1.0</c:v>
                </c:pt>
                <c:pt idx="88">
                  <c:v>1.0</c:v>
                </c:pt>
                <c:pt idx="89">
                  <c:v>2.0</c:v>
                </c:pt>
                <c:pt idx="90">
                  <c:v>2.0</c:v>
                </c:pt>
                <c:pt idx="91">
                  <c:v>2.0</c:v>
                </c:pt>
                <c:pt idx="92">
                  <c:v>2.0</c:v>
                </c:pt>
                <c:pt idx="93">
                  <c:v>2.0</c:v>
                </c:pt>
                <c:pt idx="94">
                  <c:v>2.0</c:v>
                </c:pt>
                <c:pt idx="95">
                  <c:v>3.0</c:v>
                </c:pt>
                <c:pt idx="96">
                  <c:v>3.0</c:v>
                </c:pt>
                <c:pt idx="97">
                  <c:v>3.0</c:v>
                </c:pt>
                <c:pt idx="98">
                  <c:v>3.0</c:v>
                </c:pt>
                <c:pt idx="99">
                  <c:v>4.0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2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1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9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3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0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4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5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0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6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2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3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9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6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3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9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5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1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7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4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2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8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4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0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6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2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8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4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1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6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2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8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4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0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6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2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9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6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3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8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4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9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5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1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7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2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8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3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0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6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2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8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0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1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7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4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0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7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0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Several lines of the PDF are mis-typed (e.g. '$-(3-2)\mathrm{n}2-\frac13$' should be $-(3-2\ln3-\frac13)$) and it stops at $I=\frac{11-6\ln4}{96}$ without the factor $16$ that the question carries; the value of the required integral is $16I=\frac{11}{6}-\log_e4$.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limits are inconsistent: after $x=\frac1t$ it writes the limits as $2$ to $\frac12$ with a minus sign and then keeps $\int_2^{1/2}$ without the sign change in (ii), yet adds with $\int_{1/2}^{2}$ in (i). Reversing the limits removes the minus sign, so (ii) is $\int_{1/2}^{2}\frac{\cot^{-1}x}{x}dx$. The answer is unaffected.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Only typographical slips in the PDF: the antiderivative is printed as $\ln(1-f)$ (should be $\ln(1-t)$) and the final line shows a garbled symbol instead of $-P_{50}(\alpha)-\beta$; the working and the answer (A)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printed working has garbled notation (e.g. $\ln f$ is typed as 'knf', 'tnf', 'nt' and $f'(x)$ as '$f\cdot(x)$') and the last differentiation line is unreadable; the cleaned working above is what the printed steps mean. The answer $27$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drops the outer minus sign when it writes the first bracket as $\left[-\frac{2}{3}-\frac{1}{3}\ln\frac{1}{3}\right]$ (it should be $-\left[-\frac{2}{3}-\frac{1}{3}\ln\frac{1}{3}\right]=\frac{2}{3}-\frac{1}{3}\ln3$) and prints the last line as $\frac{4}{3}\ln\frac{9}{2}$ instead of $\frac{4}{3}\ln\frac{9}{e}$. The final total $-\frac{4}{3}+\frac{8}{3}\ln3$, $m=4,n=3$ and the answer $20$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second line writes $I=2\int_0^{\pi/2}(\cdots)dx$; the correct reduction is $I=\int_0^{\pi/2}g\,dx$ (half of that). Its working then integrates $2g$ and obtains $\frac{13\pi}{8}$, which it equates to $I$ and so reports $k=26$. The correct value is $I=\frac{13\pi}{16}$, so $k=13$ (checked numerically: $I\cdot\frac{16}{\pi}=13.0000$). The printed answer 26 is wrong.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Two slips in the PDF: after integration by parts it writes $+\frac{x^{2}}{x\tan x+1}$ whereas the sign is $-\frac{x^{2}}{x\tan x+1}$ (the next line does carry the minus), and in the final evaluation it writes $-\pi$ for $-\frac{\pi^{2}}{16}$ in the numerator. The final answer (B)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stops after $dt=(\ln x+1-\ln2)dx$ and prints only 'B Bonus'. The working is completed here: the substitution does not close because the integrand carries $\log_2x$ and not $\ln\frac{ex}{2}$; numerical differentiation of all four options shows none is an antiderivative. The question has no correct option (Bonus).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substitutes $x=\frac{1}{t}$, which is valid only for $x&gt;0$, yet writes $5|x|$ and then silently $5x$, and imposes $f(0)=0$ as if the formula applied at $x=0$ (it must be taken as the limit $x\to0^{+}$). The working is restricted to $x&gt;0$ and $f(0)=0$ is used as a one-sided limit; the result $\alpha=5$, $\beta=\sqrt3$, answer $28$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antiderivative line reads $\left[t\ln\sqrt{t^2+1}+t-\sqrt{t^2+1}\right]$ and its value at $t=2$ is printed as $2\ln\sqrt5+2-\sqrt5$; both are wrong. The correct antiderivative is $t\ln\left(t+\sqrt{t^2+1}\right)-\sqrt{t^2+1}$, giving $2\ln\left(2+\sqrt5\right)-\sqrt5$ at $t=2$. The PDF's last two lines and the answer (B)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A typographical slip in the PDF: the line with the partial-fraction decomposition has the limits $\int_0^\infty$ although the substituted integral runs from $1$ to $\infty$ (the following lines correctly use $\int_1^\infty$). Everything else, including the final answer (C),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printed statement puts the whole sum -pi/4 + integral as the exponent of e (typesetting slip). The PDF's own solution, and the nice answer 50, use the numerator e^{-pi/4} + integral (I1). The question has been typed in that intended form; the working itself needed no change.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In the PDF's first line the second term is printed as +10 (integral of t^11 (1+3t)^5); it should be +18, the coefficient of alpha(11,5) in the question. The rest of the working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second line keeps a stray n^3 in the numerator after already taking out 1/n (it should cancel against n^4 to leave 1), and in the partial-fraction step it writes (x^2 - 1) - (x^2 + 1/3); the numerator must be (x^2 + 1) - (x^2 + 1/3) = 2/3. Everything else, including the final answer (D),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differentiates the denominator e^{x^2}(2x) of the first limit as e^{x^2} + x e^{x^2}(2x), missing a factor 2; the correct derivative is 2e^{x^2}(1+2x^2). With the correct factor the first limit is f(0)/2 = 1/4, which is the value the PDF then uses, so the answer (B) stands.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$\frac{c}{1}=\frac{d}{1}=\frac{e}{1}$; the constant term of $x^2+x+4$ is $4$, so the correct proportion is $\frac{c}{1}=\frac{d}{1}=\frac{e}{4}$. The printed ratio $1:1:4$ is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$\theta$-integral as $\int_0^{\pi/4}$ (so $t$ runs $0$ to $1$) and calls the final value $I$. The correct $\theta$-range after $\theta=2x$ is $0$ to $\frac{\pi}{2}$, i.e. $t$ from $0$ to $\infty$, which is twice the $0$-to-$1$ integral and gives $2I=\frac{\pi^2}{8\sqrt2}$. The PDF's two slips cancel; the answer $I=\frac{\pi^2}{16\sqrt2}$ is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limits after $t=2x-1$ as $-\frac12$ to $\frac12$. They should be $-1$ to $1$ (the interval is still symmetric), so the conclusion $I=0$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line before reading off $a,b$ is written $\frac{\pi}{2}+\frac{7\sqrt3}{64}$; the correct value is $\frac{\pi}{8}+\frac{7\sqrt3}{64}$ (the factor $\frac14$ times $\frac{\pi}{2}$). The next line ($a=\frac18$) and the answer $2$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line $I=\frac{-\pi}{2\times2}\int\frac{\sin2x}{\cdots}$ should read $\frac{-\pi^2}{2\times2}$ (the next line has $\pi^2$). Also the step from $I=\pi\int\frac{-2x\sin x\cos x}{\cdots}$ to $2I=-\pi^2\int\frac{\sin x\cos x}{\cdots}$ is not explained; it is the second reflection $x\to\frac{\pi}{2}-x$ and averaging, shown here. The answer $15$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In the sheet the options of Q80 are printed as (A) 3, (B) 1, (C) 7, (D) 7 although the printed key is D and the working gives $4$; option (D) is clearly a misprint of $4$, and it is shown here as $4$.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line for $I$ shows the log coefficient as $\frac{3}{2}$; it should be $\frac{3}{8}$ (the PDF then uses $\beta=\frac{3}{8}$ correctly). Final answer 1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the antiderivative as $-\frac{x^{2}}{22}$ (typo); it should be $-\frac{x^{2}}{2}$. The value $2$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jumps from the second to the third L'Hospital step, skipping the intermediate $\frac{0}{0}$ form $\frac{1-e^{x}\cos(1-e^{x})}{6x}$, and its displayed numerator has the sign of the $\sin$ term reversed (the derivative of $e^{x}\cos(1-e^{x})$ is $e^{x}\cos(1-e^{x})+e^{2x}\sin(1-e^{x})$). The $\sin$ term vanishes at $x=0$, so the answer $-\frac{1}{6}$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substitution step writes the integrand after $x=\cos2\theta$ without simplifying $\cot^{-1}(\tan\theta)=\frac{\pi}{2}-\theta$; its line $-2\int\cos2\theta\sin2\theta\,d\theta$ lacks the sign from $\cos(\pi-2\theta)=-\cos2\theta$, and the sign is silently restored in the next line ($\int\sin4\theta\,d\theta$). The step is added and the final answer $-\frac{1}{4}$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intermediate lines for the inner integral are wrong: it writes $\frac{d\lambda}{\lambda^{2}+\cos^{2}t}$ (should be $\frac{d\lambda}{\lambda^{2}+\cot^{2}t}$ after factoring $\tan^{2}t$) and the factor $\frac{1}{\cos t}$ (should be $\tan t$, from $\frac{1}{\cot t}$). The result $\frac{1}{\sin t}\tan^{-1}(\sin t\tan x)$ and the final answer $1$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last line reads $\frac{\pi}{\sqrt2}=\frac{\pi}{K}$, but the value just obtained is $\frac{1}{\sqrt2}\left(\frac{\pi}{2}-\frac{\pi}{4}\right)=\frac{\pi}{4\sqrt2}$ (the PDF shows $\frac{1}{\sqrt2}\left\{\frac{\pi}{2}-\frac{\pi}{4}\right\}$ and then drops the factor $4$). With $\frac{\pi}{4\sqrt2}=\frac{\pi}{K}$ we get $K=4\sqrt2$ and $K^{2}=32$, as the PDF states. Also the question prints the second term's numerator as $8$; the general term $2nr^{2}$ at $r=2$ is $8n$ (typographical, answer unaffected).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8.xml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9.xml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0.xml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1.xml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2.xml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3.xml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4.xml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5.xml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6.xml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7.xml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8.xml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9.xml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0.xml"/></Relationships>
</file>

<file path=ppt/slides/_rels/slide5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1.xml"/></Relationships>
</file>

<file path=ppt/slides/_rels/slide5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2.xml"/></Relationships>
</file>

<file path=ppt/slides/_rels/slide5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3.xml"/></Relationships>
</file>

<file path=ppt/slides/_rels/slide5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4.xml"/></Relationships>
</file>

<file path=ppt/slides/_rels/slide5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5.xml"/></Relationships>
</file>

<file path=ppt/slides/_rels/slide5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6.xml"/></Relationships>
</file>

<file path=ppt/slides/_rels/slide5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7.xml"/></Relationships>
</file>

<file path=ppt/slides/_rels/slide5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8.xml"/></Relationships>
</file>

<file path=ppt/slides/_rels/slide5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9.xml"/></Relationships>
</file>

<file path=ppt/slides/_rels/slide5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0.xml"/></Relationships>
</file>

<file path=ppt/slides/_rels/slide6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6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SHEET Integration (JM)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JEE Main PYQs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Integration — Single Correct and Numerical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Q100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in the paper: JEE Advanced default assumed)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Options A-D where given, otherwise numerical answer; JEE Main questions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 \frac{2x}{(x^2+1)(x^2+3)}\,dx$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$f(3)=\frac{1}{2}\left(\log_e 5-\log_e 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$\frac{1}{2}\left(\log_e 17-\log_e 19\right)$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$\frac{1}{2}\left(\log_e 19-\log_e 17\right)$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 17-\log_e 18$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 19-\log_e 20$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95350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substitution and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$2x\,dx=dt$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$\frac{1}{(t+1)(t+3)}$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$(t+3)-(t+1)=2$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$f=\int\frac{dt}{(t+1)(t+3)}$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$\frac{1}{(t+1)(t+3)}=\frac{1}{2}\cdot\frac{(t+3)-(t+1)}{(t+1)(t+3)}$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$f=\frac{1}{2}\int\left(\frac{1}{t+1}-\frac{1}{t+3}\right)dt=\frac{1}{2}\left[\ln|t+1|-\ln|t+3|\right]+\frac{C}{2}$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$f(x)=\frac{1}{2}\left[\ln(x^2+1)-\ln(x^2+3)\right]+\frac{C}{2}$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formula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$f(3)=\frac{1}{2}[\ln5-\ln6]$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formula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$f(3)=\frac{1}{2}[\ln10-\ln12]+\frac{C}{2}$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$\ln10-\ln12=\ln5-\ln6$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$f(x)=\frac{1}{2}\left[\ln(x^2+1)-\ln(x^2+3)\right]$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$f(4)=\frac{1}{2}[\ln17-\ln19]$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$\frac{1}{2}\left(\log_e 17-\log_e 19\right)$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a logarithmic derivative: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a logarithmic derivative: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$u=\frac{x^2+1}{x^2+3}$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$\frac{du}{u}$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$u=\frac{x^2+1}{x^2+3}$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$\frac{du}{dx}=\frac{2x(x^2+3)-2x(x^2+1)}{(x^2+3)^2}=\frac{4x}{(x^2+3)^2}$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$\frac{du}{u}=\frac{4x}{(x^2+3)^2}\cdot\frac{x^2+3}{x^2+1}dx=\frac{4x}{(x^2+1)(x^2+3)}dx$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$\frac12\frac{du}{u}$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$f(x)=\frac12\ln u+C=\frac12\ln\frac{x^2+1}{x^2+3}+C$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given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$f(3)=\frac12\ln\frac{10}{12}+C=\frac12\ln\frac56+C$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given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$\frac12(\ln5-\ln6)$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$f(4)=\frac12\ln\frac{17}{19}=\frac12(\ln17-\ln19)$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$\frac{1}{2}\left(\log_e 17-\log_e 19\right)$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integrand of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always handled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constant: write the given value in the same form as the antiderivative before comparing.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$\frac{d}{dx}\ln\frac{x^2+a}{x^2+b}=\frac{2x(b-a)}{(x^2+a)(x^2+b)}$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$\int\frac{2x\,dx}{(x^2+a)(x^2+b)}=\frac{1}{b-a}\ln\frac{x^2+a}{x^2+b}+c$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$\frac12\ln\frac{x^2+1}{x^2+3}$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$\frac{1}{(t+a)(t+b)}=\frac{1}{b-a}\left(\frac{1}{t+a}-\frac{1}{t+b}\right)$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$\frac13=\frac12(1-\frac13)$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integrand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$x\cdot\phi(x^2)$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always handled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constant: write the given value in the same form as the antiderivative before comparing.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β</m:t>
                                    </m:r>
                                  </m:den>
                                </m:f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𝑐𝑜𝑛𝑠𝑡𝑎𝑛𝑡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$\int\sqrt{\sec 2x-1}\,dx=\alpha\log_e\left|\cos 2x+\beta+\sqrt{\cos 2x\left(1+\cos\frac{1}{\beta}x\right)}\right|+\text{constant}$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of irrational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rewrite the log to match the given form.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$-\sqrt2\int\frac{dt}{\sqrt{2t^2-1}}$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rewrite the log to match the given form.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$\sqrt{\sec2x-1}=\sqrt{\frac{1-\cos2x}{\cos2x}}=\sqrt{\frac{2\sin^2x}{2\cos^2x-1}}$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$\int\sqrt{\sec2x-1}\,dx=\sqrt2\int\frac{\sin x}{\sqrt{2\cos^2x-1}}dx$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$-\sin 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$-\sqrt2\int\frac{dt}{\sqrt{2t^2-1}}$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$\int\frac{dt}{\sqrt{2t^2-1}}=\frac{1}{\sqrt2}\ln\left|\sqrt2\,t+\sqrt{2t^2-1}\right|$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$-\ln\left|\sqrt2\cos x+\sqrt{\cos2x}\right|+c$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it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</m:rad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expand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into the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the given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matches)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it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$-\frac12\ln\left|\left(\sqrt2\cos x+\sqrt{\cos2x}\right)^2\right|$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expand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$2\cos^2x=1+\cos2x$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$\left(\sqrt2\cos x+\sqrt{\cos2x}\right)^2=1+2\cos2x+2\sqrt{\cos2x\,(1+\cos2x)}=2\left[\cos2x+\frac12+\sqrt{\cos2x(1+\cos2x)}\right]$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into the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$-\frac12\ln\left|\cos2x+\frac12+\sqrt{\cos2x\,(1+\cos2x)}\right|+c$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the given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$\cos\frac{1}{\beta}x=\cos2x$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matches)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$\beta-\alpha=\frac12+\frac12=1$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Hyperbolic substitution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radical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Hyperbolic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$\sqrt2\cos x=\cosh\theta$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radical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$\sinh\theta$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$-\sqrt2\int\frac{dt}{\sqrt{2t^2-1}}$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$\sqrt2\,t=\cosh\theta$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$\sqrt2\,dt=\sinh\theta\,d\theta$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$\sqrt{2t^2-1}=\sinh\theta$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$-\sqrt2\int\frac{dt}{\sqrt{2t^2-1}}=-\int d\theta=-\theta+c$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$\theta=\cosh^{-1}(\sqrt2\cos x)=\ln\left(\sqrt2\cos x+\sqrt{\cos2x}\right)$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$-\ln\left|\sqrt2\cos x+\sqrt{\cos2x}\right|$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inside the log (halving the coefficient):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differentiation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antiderivative's slope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0.46003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0.46003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inside the log (halving the coefficient):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$-\frac12\ln\left|\cos2x+\frac12+\sqrt{\cos2x(1+\cos2x)}\right|+c'$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differentiation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antiderivative's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$0.46003$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$\sqrt{\sec0.6-1}=0.46003$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derivative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 factors inside a logarithm only change the constant: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match an answer's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type integrands, rewrite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substitute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identities that make the radicals line 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$\int\frac{dt}{\sqrt{a^2t^2-1}}=\frac1a\ln\left|at+\sqrt{a^2t^2-1}\right|+c$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$\int\frac{dt}{\sqrt{1-a^2t^2}}=\frac1a\sin^{-1}(at)+c$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$\frac12\ln(2t+\sqrt{4t^2-1})$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$\frac{1}{\sqrt{4t^2-1}}$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 factors inside a logarithm only change the constant: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$\ln|kP|=\ln|P|+\ln|k|$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match an answer's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$\sqrt{\sec2x-1}$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$\sqrt{\sec2x+1}$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type integrands, rewrite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$1\mp\cos2x=2\sin^2x$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$2\cos^2x-1=\cos2x$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$1+\cos2x=2\cos^2x$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identities that make the radicals line 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$\int_{0}^{1}\left(x^{21}+x^{14}+x^{7}\right)\left(2x^{14}+3x^{7}+6\right)^{\frac17}dx=\frac{1}{\ell}(11)^{\frac mn}$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$\ell,m,n\in\mathbb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$\ell+m+n$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Absorb one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the bracket: the bracket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derivative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Absorb one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the bracket: the bracket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$2x^{21}+3x^{14}+6x^{7}$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derivative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$42(x^{20}+x^{13}+x^{6})$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d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$x\left(2x^{14}+3x^7+6\right)^{1/7}=\left(2x^{21}+3x^{14}+6x^7\right)^{1/7}$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$\left(x^{20}+x^{13}+x^6\right)\left(2x^{21}+3x^{14}+6x^7\right)^{1/7}$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$t=2x^{21}+3x^{14}+6x^7$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$dt=42\left(x^{20}+x^{13}+x^6\right)dx$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$x=0\Rightarrow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$x=1\Rightarrow t=11$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8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$I=\frac{1}{42}\int_{0}^{11}t^{1/7}dt=\frac{1}{42}\left[\frac{t^{8/7}}{8/7}\right]_{0}^{11}$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$I=\frac{1}{42}\cdot\frac{7}{8}(11)^{8/7}=\frac{1}{48}(11)^{8/7}$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$\ell+m+n=63$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the antiderivative: the integrand looks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confirm by differentiation.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the antiderivative: the integrand looks like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$\frac{d}{dx}\left[P(x)^{8/7}\right]$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$P=2x^{21}+3x^{14}+6x^{7}$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confirm by differentiation.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$P(x)=2x^{21}+3x^{14}+6x^7$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$P'(x)=42\left(x^{20}+x^{13}+x^6\right)$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$F=\frac{1}{48}P^{8/7}$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$F'=\frac{1}{48}\cdot\frac87P^{1/7}P'=\frac{1}{42}P^{1/7}\cdot42\left(x^{20}+x^{13}+x^6\right)=\left(x^{20}+x^{13}+x^6\right)P^{1/7}$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given integrand.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$P^{1/7}=x\left(2x^{14}+3x^7+6\right)^{1/7}$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given integrand.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$I=F(1)-F(0)=\frac{1}{48}\cdot11^{8/7}-0$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$\ell=48,\ m=8,\ 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$\ell+m+n=63$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hide-and-seek variants multiply or divide by a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disguise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Homogeneity cue: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multiples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patterns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are expected to appear.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a simple case: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via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coprimality of the final exponent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is already reduced).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$g'(x)\,[g(x)]^{k}$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g'g^{k}dx=\frac{g^{k+1}}{k+1}$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hide-and-seek variants multiply or divide by a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disguise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Homogeneity 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$x^{21},x^{14},x^7$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$\frac{d}{dx}(x^7)^k$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patterns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$7x^6\cdot$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are expected to appear.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a simple case: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2x(x^2)^{1/7}dx=\frac{7}{8}$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via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$\frac78t^{8/7}\big|_0^1$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coprimality of the final exponent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mn$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$8/7$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is already reduced).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48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$\int_{\frac{3\sqrt2}{4}}^{\frac{3\sqrt3}{4}}\frac{48}{\sqrt{9-4x^2}}\,dx$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019295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Standard integral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0(Easier than 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019295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Standard integral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$\frac{1}{\sqrt{a^2-x^2}}$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0(Easier than 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limits give standard angles.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$\frac{1}{\sqrt{9-4x^2}}$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$\frac12\sin^{-1}\frac{2x}{3}$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limits give standard angles.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upper limit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the lower limit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$\int\frac{dx}{\sqrt{9-4x^2}}=\frac12\int\frac{dx}{\sqrt{\frac94-x^2}}=\frac12\sin^{-1}\left(\frac{2x}{3}\right)$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$I=\frac{48}{2}\left[\sin^{-1}\left(\frac{2x}{3}\right)\right]_{3\sqrt2/4}^{3\sqrt3/4}=24\left[\sin^{-1}\left(\frac{2x}{3}\right)\right]$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upper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$\frac{2x}{3}=\frac{\sqrt3}{2}$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the lower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$\frac{2x}{3}=\frac{\sqrt2}{2}=\frac{1}{\sqrt2}$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$I=24\left(\sin^{-1}\frac{\sqrt3}{2}-\sin^{-1}\frac{1}{\sqrt2}\right)=24\left(\frac\pi3-\frac\pi4\right)$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$I=24\cdot\frac{\pi}{12}=2\pi$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$2\pi$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used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factor: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angles: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their difference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multiplier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chosen to clear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$\int\frac{dx}{\sqrt{a^2-b^2x^2}}=\frac1b\sin^{-1}\frac{bx}{a}+c$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$\frac12\sin^{-1}\frac{2x}{3}$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used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$9-4x^2=4\left(\frac94-x^2\right)$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$\frac{1}{\sqrt{9-4x^2}}=\frac12\cdot\frac{1}{\sqrt{(3/2)^2-x^2}}$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angles: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$\sin^{-1}\frac{\sqrt3}{2}=\frac\pi3$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$\sin^{-1}\frac{1}{\sqrt2}=\frac\pi4$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their difference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multiplier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chosen to clear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value of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value of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$f(x)=\int_{0}^{2}e^{|x-t|}\,dt$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$e(e-1)$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$2(e-1)$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with modulus and exponential, Minimum value of a function (maxima and minima)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position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relative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minimise the middle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$|x-t|$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position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relative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minimise the middle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$|x-t|=x-t$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$f(x)=\int_0^2e^{x-t}dt=e^{x}\left[-e^{-t}\right]_0^2=e^{x}\left(1-e^{-2}\right)$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$|x-t|=t-x$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$f(x)=\int_0^2e^{t-x}dt=e^{-x}\left[e^t\right]_0^2=e^{-x}\left(e^2-1\right)$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$f(x)=\int_0^xe^{x-t}dt+\int_x^2e^{t-x}dt=-e^{x}\left[e^{-t}\right]_0^x+e^{-x}\left[e^{t}\right]_x^2$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$f(x)=-e^{x}\left(e^{-x}-1\right)+e^{-x}\left(e^{2}-e^{x}\right)=-1+e^{x}+e^{2-x}-1=e^{2-x}+e^{x}-2$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less than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minimum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$f(x)&gt;f(2)=e^2-1$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$f(x)&gt;f(0)=e^2-1$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$f'(x)=-e^{2-x}+e^{x}=0\Rightarrow e^{2x}=e^{2}\Rightarrow 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$f(1)=e+e-2=2e-2=2(e-1)\approx3.44$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less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$e^2-1\approx6.39$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minimum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$2(e-1)$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$2(e-1)$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convex and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its minimum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needs no case work.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convex and symmetric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$t\to2-t$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its minimum is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needs no case work.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 fixed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 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$x\mapsto e^{|x-t|}$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$f(x)=\int_0^2e^{|x-t|}dt$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$t=2-s$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$f(2-x)=\int_0^2e^{|2-x-t|}dt=\int_0^2e^{|s-x|}ds=f(x)$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convex function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convex function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$f(1)\le\frac{f(x_1)+f(2-x_1)}{2}=f(x_1)$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$f(1)=\int_0^2e^{|1-t|}dt=2\int_0^1e^{u}du=2(e-1)$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$2(e-1)$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convex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convex; integrating (summing) convex functions keeps convexity.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function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 is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Convex and symmetric about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implies the minimum is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e^{|x-t|}dt$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convex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$e^{|u|}$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convex; integrating (summing) convex functions keeps convexity.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function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$f(x)=\int_0^L g(|x-t|)\,dt$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$f(L-x)=f(x)$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 L-t$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$x=L/2$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Convex and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implies the minimum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$f(0.5)=f(1.5)=4.13&gt;f(1)=3.44$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$x\in[0,L]$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$\int_0^Le^{|x-t|}dt=e^{x}+e^{L-x}-2$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$16\int_{1}^{2}\frac{dx}{x^{3}\left(x^{2}+2\right)^{2}}$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$\frac{11}{6}+\log_e4$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$\frac{11}{12}+\log_e4$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$\frac{11}{6}-\log_e4$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$\frac{11}{12}-\log_e4$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$(x^2+2)^2$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$t=1+\frac{2}{x^2}$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$\frac{dx}{x^3}$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$-\frac{dt}{4}$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$\frac{1}{x^3(x^2+2)^2}=\frac{1}{x^3}\cdot\frac{1}{x^4}\cdot\frac{1}{\left(1+\frac{2}{x^2}\right)^2}$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$I=\int_1^2\frac{dx}{x^3(x^2+2)^2}$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$t=1+\frac{2}{x^2}$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$dt=-\frac{4}{x^3}dx$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$\frac{dx}{x^3}=-\frac{dt}{4}$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$\frac{1}{x^2}=\frac{t-1}{2}$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$\frac{1}{x^4}=\frac{(t-1)^2}{4}$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$x=1\Rightarrow t=3$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$x=2\Rightarrow t=\frac32$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$I=-\frac{1}{4}\int_{3}^{3/2}\frac{(t-1)^2}{4}\cdot\frac{1}{t^2}\,dt=-\frac{1}{16}\int_{3}^{3/2}\frac{t^2-2t+1}{t^2}\,dt$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$I=-\frac{1}{16}\int_{3}^{3/2}\left(1-\frac2t+\frac1{t^2}\right)dt=-\frac{1}{16}\left[t-2\ln|t|-\frac1t\right]_{3}^{3/2}$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$\frac32-2\ln\frac32-\frac23$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$3-2\ln3-\frac13$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$=\left(\frac32-3\right)+2\left(\ln3-\ln\frac32\right)-\frac23+\frac13=2\ln2-\frac32-\frac13=2\ln2-\frac{11}{6}$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$I=-\frac{1}{16}\left(2\ln2-\frac{11}{6}\right)=\frac{11-12\ln2}{96}=\frac{11-6\ln4}{96}$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$16I=\frac{11-6\ln4}{6}=\frac{11}{6}-\log_e4$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$\frac{11}{6}-\log_e 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partial fractions 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(repeated linear factors).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partial fractions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$\frac{1}{u^2(u+2)^2}$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(repeated linear factors).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squaring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$\frac{dx}{x^3}=\frac{x\,dx}{x^4}=\frac{du}{2u^2}$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$16I=8\int_1^4\frac{du}{u^2(u+2)^2}$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$\frac{1}{u(u+2)}=\frac12\left(\frac1u-\frac1{u+2}\right)$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squaring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$\frac{1}{u^2(u+2)^2}=\frac14\left[\frac{1}{u^2}+\frac{1}{(u+2)^2}-2\cdot\frac{1}{u(u+2)}\right]=\frac14\left[\frac1{u^2}+\frac1{(u+2)^2}-\frac1u+\frac1{u+2}\right]$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$16I=2\left[-\frac1u-\frac1{u+2}-\ln u+\ln(u+2)\right]_1^4$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Algebraic part: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Log part: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Algebraic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$\left(\frac11-\frac14\right)+\left(\frac13-\frac16\right)=\frac34+\frac16=\frac{11}{12}$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Log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$\left[\ln\frac{u+2}{u}\right]_1^4=\ln\frac32-\ln3=-\ln2$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$16I=2\left(\frac{11}{12}-\ln2\right)=\frac{11}{6}-2\ln2=\frac{11}{6}-\log_e4$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$\frac{11}{6}-\log_e 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suitably related, pull out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exactly.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repeated-factor partial fractions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0.44704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0.44704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$\int\frac{dx}{x^m(x^n+a)^k}$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suitably related, pull 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$\left(1+\frac{a}{x^n}\right)$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$t=1+ax^{-n}$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$dt=-na\,x^{-n-1}dx$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exactly.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$\frac{dx}{x^3}=\frac{du}{2u^2}$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repeated-factor partial fractions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$\frac{1}{u^2(u+2)^2}=\frac14\left[\frac1{u^2}+\frac1{(u+2)^2}-\frac1u+\frac1{u+2}\right]$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$\frac19=\frac14\left[1+\frac19-1+\frac13\right]$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$16\int_1^2\frac{dx}{x^3(x^2+2)^2}=0.44704$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$\frac{11}{6}-\ln4=0.44704$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$f(x)=\max\left\{x^{2},\,1+[x]\right\}$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$\int_{0}^{2}f(x)\,dx$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$\frac{8+4\sqrt2}{3}$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$\frac{5+4\sqrt2}{3}$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$\frac{1+5\sqrt2}{3}$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$\frac{4+5\sqrt2}{3}$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greatest-integer and maximum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each unit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constant, so compare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switch points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each unit interval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constant, so compare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switch points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afterwards.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graph rises with a jump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$f=\max\{x^2,1\}=1$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$f=\max\{x^2,2\}$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afterwards.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$[1,\sqrt2]$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$[\sqrt2,2)$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graph rises with a jump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$A=\int_0^1 1\,dx+\int_1^{\sqrt2}2\,dx+\int_{\sqrt2}^{2}x^2\,dx$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$A=1+2(\sqrt2-1)+\frac{8-2\sqrt2}{3}=1+2\sqrt2-2+\frac83-\frac{2\sqrt2}{3}$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$A=\frac53+\frac{4\sqrt2}{3}=\frac{5+4\sqrt2}{3}$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$\frac{5+4\sqrt2}{3}$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Start from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only the 'excess'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exceeds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Start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$\int_0^2x^2dx=\frac83$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only the 'excess'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exceeds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𝑒𝑥𝑐𝑒𝑠𝑠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excess is non-zero only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$\max\{x^2,c\}=x^2+(c-x^2)^+$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$c=1+[x]$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$\int_0^2f=\int_0^2x^2dx+\int(c-x^2)^+dx=\frac83+\text{excess}$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excess is non-zero only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$x^2&lt;1+[x]$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$\int_0^1(1-x^2)dx=\frac23$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$\int_1^{\sqrt2}(2-x^2)dx=2(\sqrt2-1)-\frac{2\sqrt2-1}{3}=\frac{4\sqrt2}{3}-\frac53$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$=\frac83+\frac23+\frac{4\sqrt2}{3}-\frac53=\frac{5+4\sqrt2}{3}$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$\frac{5+4\sqrt2}{3}$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elsewhere; first find the crossing points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Greatest-integer integrals: split at integers;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points (such as the jump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never change a definite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$\max\{g(x),h(x)\}$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$g\ge 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elsewhere; first find the crossing points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$x^2=2\Rightarrow x=\sqrt2$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Greatest-integer integrals: split at integers;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$[k,k+1)$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$\max\{a,b\}=a+(b-a)^{+}$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$\int\max\{g,h\}=\int g+\int(h-g)^+$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points (such as the jump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never change a definite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a function which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$f(x)=x+\frac{a}{\pi^2-4}\sin x+\frac{b}{\pi^2-4}\cos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a function which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$f(x)=x+\int_{0}^{\pi/2}\sin(x+y)f(y)\,dy$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$-\pi(\pi+2)$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$-2\pi(\pi+2)$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$-2\pi(\pi-2)$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$-\pi(\pi-2)$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 equation with a parameter, Symmetry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definite integrals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 equation with a parameter, Symmetry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$x\to\frac{\pi}{2}-x$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definite integrals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shows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comparing with the given form and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$\sin(x+y)$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shows the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$A\sin x+B\cos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comparing with the given form and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$y\to\frac\pi2-y$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(2) and (3):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(4)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$f(x)=x+\int_0^{\pi/2}(\sin x\cos y+\cos x\sin y)f(y)\,dy=x+\left(\int_0^{\pi/2}\cos y\,f(y)dy\right)\sin x+\left(\int_0^{\pi/2}\sin y\,f(y)dy\right)\cos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$f(x)=x+\frac{a}{\pi^2-4}\sin x+\frac{b}{\pi^2-4}\cos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$\frac{a}{\pi^2-4}=\int_0^{\pi/2}\cos y\,f(y)dy$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$\frac{b}{\pi^2-4}=\int_0^{\pi/2}\sin y\,f(y)dy$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(2) and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$\frac{a+b}{\pi^2-4}=\int_0^{\pi/2}(\sin y+\cos y)f(y)\,dy$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(4)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weight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(5)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(4) and (5)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form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weight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y+\cos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$\frac{a+b}{\pi^2-4}=\int_0^{\pi/2}(\sin y+\cos y)f\left(\frac\pi2-y\right)dy$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(5)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(4) and (5)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$A=\frac{a+b}{\pi^2-4}$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$2A=\int_0^{\pi/2}(\sin y+\cos y)\left[f(y)+f\left(\frac\pi2-y\right)\right]dy$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form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$f(y)+f\left(\frac\pi2-y\right)=\frac\pi2+A(\sin y+\cos 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$\sin\left(\frac\pi2-y\right)=\cos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$\cos\left(\frac\pi2-y\right)=\sin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$2A=\frac\pi2\int_0^{\pi/2}(\sin y+\cos y)dy+A\int_0^{\pi/2}(\sin y+\cos y)^2dy=\frac\pi2\cdot2+A\left(\frac\pi2+1\right)$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$2A-A\left(\frac\pi2+1\right)=\pi\Rightarrow A\left(1-\frac\pi2\right)=\pi\Rightarrow A=\frac{2\pi}{2-\pi}=-\frac{2\pi}{\pi-2}$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$a+b=(\pi^2-4)A=-\frac{2\pi(\pi-2)(\pi+2)}{\pi-2}=-2\pi(\pi+2)$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$-2\pi(\pi+2)$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the two constants as unknowns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evaluate the moment integrals directly to get 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linear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the two constants as unknowns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$p=\frac{a}{\pi^2-4}$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$q=\frac{b}{\pi^2-4}$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evaluate the moment integrals directly to get 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$2\times2$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linear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$p=\frac{a}{\pi^2-4}$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$q=\frac{b}{\pi^2-4}$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$f(y)=y+p\sin y+q\cos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$p=\int_0^{\pi/2}\cos y\,f\,dy$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$q=\int_0^{\pi/2}\sin y\,f\,dy$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$\int_0^{\pi/2}y\cos y\,dy=\frac\pi2-1$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 y\cos y\,dy=\frac12$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$\int_0^{\pi/2}\cos^2y\,dy=\frac\pi4$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$p=\left(\frac\pi2-1\right)+\frac p2+\frac{\pi q}{4}$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$\int_0^{\pi/2}y\sin y\,dy=1$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$\int_0^{\pi/2}\sin^2y\,dy=\frac\pi4$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$q=1+\frac{\pi p}{4}+\frac q2$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the second,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 (checked with a computer algebra solve).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$2p-\pi q=2\pi-4$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$2q-\pi p=4$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the second,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$q=2+\frac{\pi p}{2}$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$p\left(2-\frac{\pi^2}{2}\right)=4\pi-4$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$p=\frac{8(\pi-1)}{4-\pi^2}$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$q=2+\frac{\pi p}{2}=\frac{2(\pi^2-2\pi+4)}{4-\pi^2}$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$p+q=\frac{8\pi-8+2\pi^2-4\pi+8}{4-\pi^2}=\frac{2\pi(\pi+2)}{4-\pi^2}=-\frac{2\pi}{\pi-2}$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$a+b=(\pi^2-4)(p+q)=-2\pi(\pi+2)$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 (checked with a computer algebra solve).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$-2\pi(\pi+2)$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of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always separable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'free part' plus a combination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symmetric, which removes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unknown part; the same trick works for any weight symmetric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Cross-check with unknowns solved directly: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g(y)f(y)\,dy$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$\sin(x+y)$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$e^{x+y}$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always separable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x\cos y+\cos x\sin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'free part' plus a combination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x,\cos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$\int_0^{\pi/2}(\sin y+\cos y)\,dy=2$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$\int_0^{\pi/2}(\sin y+\cos y)^2dy=\frac\pi2+1$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$\int(1+\sin2y)=\frac\pi2+1$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$f(y)+f\left(\frac\pi2-y\right)$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symmetric, which removes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unknown part; the same trick works for any weight symmetric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$y\to\frac\pi2-y$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Cross-check with unknowns solved directly: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$\frac{a}{\pi^2-4}=\frac{8(\pi-1)}{4-\pi^2}$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$\frac{b}{\pi^2-4}=\frac{2(\pi^2-2\pi+4)}{4-\pi^2}$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$\int_{1/2}^{2}\frac{\tan^{-1}x}{x}\,dx$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$\frac\pi2\log_e2$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using the reciprocal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using the reciprocal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$x\to\frac1x$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preserves the limits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turns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sum with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preserves the limits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$[\frac12,2]$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$\cot^{-1}x$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sum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reversing the limits removes the minus sign,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cot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(ii)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$I=\int_{1/2}^{2}\frac{\tan^{-1}x}{x}dx$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$dx=-\frac{dt}{t^2}$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$I=-\int_{2}^{1/2}\frac{\tan^{-1}(1/t)}{1/t}\cdot\frac{1}{t^2}dt=-\int_2^{1/2}\frac{\tan^{-1}(1/t)}{t}dt$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$\tan^{-1}\frac1t=\cot^{-1}t$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reversing the limits removes the minus sign,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$I=\int_{1/2}^{2}\frac{\cot^{-1}x}{x}dx$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(ii)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cot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$2I=\int_{1/2}^{2}\frac{\tan^{-1}x+\cot^{-1}x}{x}dx=\frac\pi2\int_{1/2}^{2}\frac{dx}{x}$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$2I=\frac\pi2\left[\ln x\right]_{1/2}^{2}=\frac\pi2\left(\ln2-\ln\frac12\right)=\pi\ln2$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$\frac{\pi}{2}\log_e 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odd, so only the constant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$x=e^{u}$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$\frac{dx}{x}=du$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$\tan^{-1}e^u-\frac\pi4$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odd, so only the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$\frac{dx}{x}=du$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$I=\int_{-\ln2}^{\ln2}\tan^{-1}(e^u)\,du$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$\tan^{-1}(e^u)+\tan^{-1}(e^{-u})=\frac\pi2$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$g(u)=\tan^{-1}(e^u)-\frac\pi4$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$g(-u)=\frac\pi2-\tan^{-1}(e^u)-\frac\pi4=-g(u)$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$I=\int_{-\ln2}^{\ln2}g(u)\,du+\frac\pi4\int_{-\ln2}^{\ln2}du=0+\frac\pi4\cdot2\ln2$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$\frac{\pi}{2}\log_e 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both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interval;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log variables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$\int_{1/k}^{k}\frac{\phi(x)}{x}dx$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interval;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$\phi=\tan^{-1}$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$\frac\pi2\ln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$\int_{1/k}^{k}\frac{\tan^{-1}x}{x}dx=\frac\pi2\ln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$\tan^{-1}x+\cot^{-1}x=\frac\pi2$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$\tan^{-1}x+\tan^{-1}\frac1x=\frac\pi2$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log variables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$\frac{dx}{x}=du$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$u\to-u$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$[1/k,k]$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$\int_{1}^{2}\left(\frac{t^{4}+1}{t^{6}+1}\right)dt$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$\tan^{-1}\frac12-\frac13\tan^{-1}8+\frac\pi3$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$\tan^{-1}\frac12+\frac13\tan^{-1}8-\frac\pi3$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$\tan^{-1}2-\frac13\tan^{-1}8+\frac\pi3$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$\tan^{-1}2+\frac13\tan^{-1}8-\frac\pi3$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13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of rational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the numerator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$t^6+1=(t^2+1)(t^4-t^2+1)$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$\frac{t^2+1}{t^2+1}$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the numerator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$(t^6+1)+t^2(t^2+1)$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numerator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$I=\int_1^2\frac{(t^4+1)(t^2+1)}{(t^6+1)(t^2+1)}dt=\int_1^2\frac{t^6+t^4+t^2+1}{(t^6+1)(t^2+1)}dt$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numerator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$(t^6+1)+(t^4+t^2)$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$I=\int_1^2\frac{t^6+1}{(t^6+1)(t^2+1)}dt+\int_1^2\frac{t^4+t^2}{(t^6+1)(t^2+1)}dt$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$t^4+t^2=t^2(t^2+1)$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$I=\int_1^2\frac{dt}{t^2+1}+\int_1^2\frac{t^2}{t^6+1}dt=\left[\tan^{-1}t\right]_1^2+I_1$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$\left[\tan^{-1}t\right]_1^2=\tan^{-1}2-\frac\pi4$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$I=\tan^{-1}2-\frac\pi4+I_1$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$I_1=\int_1^2\frac{t^2}{t^6+1}dt$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$\theta=t^3$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$3t^2dt=d\theta$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$t=1\Rightarrow\theta=1$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$t=2\Rightarrow\theta=8$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$I_1=\frac13\int_1^8\frac{d\theta}{\theta^2+1}=\frac13\left[\tan^{-1}\theta\right]_1^8=\frac13\left(\tan^{-1}8-\frac\pi4\right)$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$I=\tan^{-1}2-\frac\pi4+\frac13\tan^{-1}8-\frac\pi{12}=\tan^{-1}2+\frac13\tan^{-1}8-\frac\pi3$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$\tan^{-1}2+\frac13\tan^{-1}8-\frac\pi3$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cubes)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0.54210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$t^6+1=(t^2+1)(t^4-t^2+1)$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cubes)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$t^4+1=(t^4-t^2+1)+t^2$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$\frac{t^4+1}{t^6+1}=\frac{1}{t^2+1}+\frac{t^2}{t^6+1}$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$1=\frac12+\frac12$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$\int\frac{t^{n-1}}{t^{2n}+1}dt=\frac1n\tan^{-1}(t^n)$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$\int_1^2\frac{t^4+1}{t^6+1}dt=0.54210$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$\tan^{-1}2+\frac13\tan^{-1}8-\frac\pi3$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$\frac{3(e-1)}{e}\int_{1}^{2}x^{2}e^{[x]+[x^{3}]}\,dx$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$e^{8}-1$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$e^{7}-1$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$e^{8}-e$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$e^{9}-1$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1825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with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bracket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a step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$x^3=t$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$\frac{dt}{3}$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bracket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$[x^3]$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a step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$[1,8]$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each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x&lt;2$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$\int_1^2x^2e^{[x]+[x^3]}dx=\int_1^2x^2e^{1+[x^3]}dx=k$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$x=1\Rightarrow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$x=2\Rightarrow t=8$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$k=\frac13\int_1^8e\cdot e^{[t]}dt$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each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$[j,j+1)$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$[t]=j$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$\int_1^8e^{[t]}dt=e+e^2+e^3+\cdots+e^7$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(geometric series,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value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 e3\left(e+e^2+\cdots+e^7\right)=\frac{e^2}{3}\cdot\frac{e^7-1}{e-1}$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(geometric series,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$\frac{3(e-1)}{e}k=\frac{3(e-1)}{e}\cdot\frac{e^2}{3}\cdot\frac{e^7-1}{e-1}=e\left(e^7-1\right)$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$e^8-e$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$e^{8}-e$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integrands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turning the bracket into a plain step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 sum: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given prefactor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chosen exactly to cancel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the full expression evaluates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2978.2397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$x^{k-1}\phi([x^k])$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$\frac1k\phi([t])$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turning the bracket into a plain step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$\int_a^{b}\psi([t])dt=\sum_{j=a}^{b-1}\psi(j)$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$\int_1^3[t]\,dt=1+2=3$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$e+e^2+\cdots+e^n=\frac{e(e^n-1)}{e-1}$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given prefactor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$\frac{3(e-1)}{e}$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chosen exactly to 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$\frac{e}{e-1}$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the full expression evaluates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$2978.2397=e^8-e$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$\lim_{n\to\infty}\frac3n\left\{4+\left(2+\frac1n\right)^2+\left(2+\frac2n\right)^2+\cdots+\left(3-\frac1n\right)^2\right\}$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 (Riemann sum)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braces are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 Riemann sum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braces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$\sum_{r=0}^{n-1}\left(2+\frac rn\right)^2$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(first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 Riemann sum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$(2+x)^2$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limit is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$\left(2+\frac rn\right)^2$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$r=0,1,\ldots,n-1$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$\left(3-\frac1n\right)^2$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$\lim_{n\to\infty}\frac3n\sum_{r=0}^{n-1}\left(2+\frac rn\right)^2$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rn\to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$\frac1n\to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$3\int_0^1(2+x)^2dx$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$3\int_0^1(2+x)^2dx=3\left[\frac{(2+x)^3}{3}\right]_0^1=3^3-2^3$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$=27-8=19$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finite sum exactly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then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finite sum exactly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then 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$\frac3n\sum_{r=0}^{n-1}\left(4+\frac{4r}{n}+\frac{r^2}{n^2}\right)=\frac3n\left[4n+\frac4n\cdot\frac{(n-1)n}{2}+\frac{1}{n^2}\cdot\frac{(n-1)n(2n-1)}{6}\right]$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$=3\left[4+\frac{2(n-1)}{n}+\frac{(n-1)(2n-1)}{6n^2}\right]$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$\frac{n-1}{n}\to1$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$\frac{(n-1)(2n-1)}{6n^2}\to\frac13$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$3\left[4+2+\frac13\right]=3\cdot\frac{19}{3}=19$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no difference in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shifted/scaled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something, so keep constants outside carefully.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the pattern by reading first and last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large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18.9925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$\lim_{n\to\infty}\frac1n\sum_{r=0}^{n-1}g\left(\frac rn\right)=\int_0^1g(x)dx$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no difference in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shifted/scaled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Ln\sum\psi\left(a+\frac{rL}{n}\right)\to\int_a^{a+L}\psi$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something, so keep constants outside carefully.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the pattern by reading first and last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$4=(2+0)^2$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$(3-\frac1n)^2=(2+\frac{n-1}{n})^2$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large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$\approx18.9925$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72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72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$\int_{\pi/3}^{\pi/2}\frac{2+3\sin x}{\sin x\,(1+\cos x)}\,dx$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$\frac{10}{3}-\sqrt3-\log_e\sqrt3$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$-2+3\sqrt3+\log_e\sqrt3$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$\frac{10}{3}-\sqrt3+\log_e\sqrt3$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$\frac72-\sqrt3-\log_e\sqrt3$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816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of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each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$\frac{2+3\sin x}{\sin x(1+\cos x)}$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$\frac{2(1-\cos x)}{\sin^3x}+\frac{3}{1+\cos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each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second part: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$\frac{2+3\sin x}{\sin x(1+\cos x)}=\frac{2}{\sin x(1+\cos x)}+\frac{3}{1+\cos x}=\frac{2(1-\cos x)}{\sin x\left(1-\cos^2x\right)}+\frac{3}{1+\cos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$I=\int_{\pi/3}^{\pi/2}\frac{2(1-\cos x)}{\sin^3x}dx+\int_{\pi/3}^{\pi/2}\frac{3}{1+\cos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$=2\int\frac{dx}{\sin^3x}-2\int\cot x\operatorname{cosec}^2x\,dx$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second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$\frac{3}{1+\cos x}=\frac32\sec^2\frac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$3\left[\tan\frac x2\right]_{\pi/3}^{\pi/2}$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rad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$\operatorname{cosec}^3x=\sqrt{1+\cot^2x}\,\operatorname{cosec}^2x$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$-\operatorname{cosec}^2x\,dx=dt$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$x=\frac\pi3\to t=\frac1{\sqrt3}$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$x=\frac\pi2\to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$I=-2\int_{1/\sqrt3}^{0}\sqrt{1+t^2}\,dt+2\int_{1/\sqrt3}^{0}t\,dt+3\left[1-\frac1{\sqrt3}\right]$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$=2\left[\frac t2\sqrt{1+t^2}+\frac12\ln\left(t+\sqrt{1+t^2}\right)\right]_0^{1/\sqrt3}-\left[t^2\right]_0^{1/\sqrt3}+3-\sqrt3$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t2\sqrt{1+t^2}=\frac{1}{2\sqrt3}\cdot\frac{2}{\sqrt3}=\frac13$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$\frac12\ln\left(\frac{1}{\sqrt3}+\frac{2}{\sqrt3}\right)=\frac12\ln\sqrt3$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$I=\frac23+\ln\sqrt3-\frac13+3-\sqrt3=\frac{10}{3}-\sqrt3+\ln\sqrt3$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$\left(=\frac{10}{3}-\sqrt3+\frac12\ln3\right)$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$\frac{10}{3}-\sqrt3+\log_e\sqrt3$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half-angle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the very simple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half-angle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$t=\tan\frac x2$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the very simple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$\frac1t+t+3$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integrand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x=\frac{2t}{1+t^2}$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$1+\cos x=\frac{2}{1+t^2}$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$dx=\frac{2\,dt}{1+t^2}$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$t=\tan\frac\pi6=\frac1{\sqrt3}$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$t=\tan\frac\pi4=1$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x(1+\cos x)=\frac{4t}{(1+t^2)^2}$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$2+3\sin x=\frac{2(1+t^2)+6t}{1+t^2}$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integrand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$\frac{2(1+t^2)+6t}{1+t^2}\cdot\frac{(1+t^2)^2}{4t}\cdot\frac{2}{1+t^2}dt=\frac{2(1+t^2)+6t}{2t}dt=\left(\frac1t+t+3\right)dt$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answer, with no square root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$I=\left[\ln t+\frac{t^2}2+3t\right]_{1/\sqrt3}^{1}=\ln\sqrt3+\frac12\left(1-\frac13\right)+3\left(1-\frac1{\sqrt3}\right)$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$I=\ln\sqrt3+\frac13+3-\sqrt3=\frac{10}{3}-\sqrt3+\ln\sqrt3$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answer, with no square root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$\frac{10}{3}-\sqrt3+\log_e\sqrt3$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ratio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half-angle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master key: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2.1506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ratio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half-angle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master key: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x=\frac{2t}{1+t^2}$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$1+\cos x=\frac{2}{1+t^2}$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$dx=\frac{2dt}{1+t^2}$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$\frac{1}{1+\cos x}=\frac12\sec^2\frac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$\frac{1}{1-\cos x}=\frac12\operatorname{cosec}^2\frac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$1=\frac12\cdot2$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$\int\sqrt{1+t^2}\,dt=\frac t2\sqrt{1+t^2}+\frac12\ln\left(t+\sqrt{1+t^2}\right)+c$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$\int_{\pi/3}^{\pi/2}\frac{2+3\sin x}{\sin x(1+\cos x)}dx=2.1506$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$\frac{10}{3}-\sqrt3+\frac12\ln3$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50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$\beta=\log_e(1-\alpha)$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$P_n(x)=x+\frac{x^2}{2}+\frac{x^3}{3}+\cdots+\frac{x^n}{n}$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$\int_{0}^{\alpha}\frac{t^{50}}{1-t}\,dt$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$-\left(\beta+P_{50}(\alpha)\right)$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$\beta+P_{50}(\alpha)$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$\beta-P_{50}(\alpha)$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$P_{50}(\alpha)-\beta$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and series (logarithmic series)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$t^{50}=(t^{50}-1)+1$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$\frac{t^{50}-1}{1-t}=-(1+t+\cdots+t^{49})$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50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50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⋯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49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integral: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50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$\int_0^\alpha\frac{t^{50}}{1-t}dt=\int_0^\alpha\frac{t^{50}-1+1}{1-t}dt=-\int_0^\alpha\left(1+t+t^2+\cdots+t^{49}\right)dt+\int_0^\alpha\frac{dt}{1-t}$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$-\left(\alpha+\frac{\alpha^2}{2}+\cdots+\frac{\alpha^{50}}{50}\right)=-P_{50}(\alpha)$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ln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$\int_0^\alpha\frac{dt}{1-t}=\left[\frac{\ln(1-t)}{-1}\right]_0^\alpha=-\ln(1-\alpha)=-\beta$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$-P_{50}(\alpha)-\beta=-\left(\beta+P_{50}(\alpha)\right)$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$-\left(\beta+P_{50}(\alpha)\right)$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term by term: the integral is the tail of the series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$\frac{1}{1-t}=\sum_{k\ge0}t^k$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term by term: the integral is the tail of the series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$-\ln(1-\alpha)$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$\frac{t^{50}}{1-t}=t^{50}\left(1+t+t^2+\cdots\right)=\sum_{k\ge0}t^{50+k}$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$[0,\alpha]$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$\sum_{k\ge0}\frac{\alpha^{51+k}}{51+k}=\sum_{m\ge51}\frac{\alpha^m}{m}$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tail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$-\ln(1-\alpha)=\sum_{m\ge1}\frac{\alpha^m}{m}=P_{50}(\alpha)+\sum_{m\ge51}\frac{\alpha^m}{m}$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tail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$-\ln(1-\alpha)-P_{50}(\alpha)$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$-\beta-P_{50}(\alpha)=-\left(\beta+P_{50}(\alpha)\right)$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$-\left(\beta+P_{50}(\alpha)\right)$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partial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tail of the log series).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$\frac{t^n-1}{t-1}=1+t+\cdots+t^{n-1}$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$\frac{t^n}{1-t}=\frac{1}{1-t}-(1+t+\cdots+t^{n-1})$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$n=2,t=\frac12$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$\frac{1/4}{1/2}=2-1.5$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$-\ln(1-x)=x+\frac{x^2}{2}+\frac{x^3}{3}+\cdots$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$P_n(x)$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partial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$\int_0^\alpha\frac{t^n}{1-t}dt=-\ln(1-\alpha)-P_n(\alpha)=\sum_{m&gt;n}\frac{\alpha^m}{m}&gt;0$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tail of the log series).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$\approx1.6\times10^{-22}$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$\int_{0}^{\alpha}\frac{x}{\sqrt{x+\alpha}-\sqrt{x}}\,dx=\frac{16+20\sqrt2}{15}$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279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with irrational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 the denominator: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 the denominator: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$\frac{x}{\sqrt{x+\alpha}-\sqrt x}=\frac{x(\sqrt{x+\alpha}+\sqrt x)}{\alpha}$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Lower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$\frac{x}{\sqrt{x+\alpha}-\sqrt x}=\frac{x\left(\sqrt{x+\alpha}+\sqrt x\right)}{(x+\alpha)-x}=\frac{x}{\alpha}\left(\sqrt{x+\alpha}+\sqrt 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$x\sqrt{x+\alpha}=(x+\alpha)^{3/2}-\alpha(x+\alpha)^{1/2}$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$I=\frac1\alpha\int_0^\alpha\left[(x+\alpha)^{3/2}-\alpha(x+\alpha)^{1/2}+x^{3/2}\right]dx$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$I=\frac1\alpha\left[\frac25(x+\alpha)^{5/2}-\frac{2\alpha}{3}(x+\alpha)^{3/2}+\frac25x^{5/2}\right]_0^\alpha$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$\frac25(2\alpha)^{5/2}-\frac{2\alpha}{3}(2\alpha)^{3/2}+\frac25\alpha^{5/2}$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Lower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$\frac25\alpha^{5/2}-\frac{2\alpha}{3}\alpha^{3/2}$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Setting it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$\frac{2^{7/2}}{5}\alpha^{5/2}-\frac{2^{5/2}}{3}\alpha^{5/2}+\frac23\alpha^{5/2}$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$\frac25\alpha^{5/2}$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$I=\alpha^{3/2}\left(\frac{2^{7/2}}5-\frac{2^{5/2}}3+\frac23\right)=\alpha^{3/2}\left(\frac{8\sqrt2}{5}-\frac{4\sqrt2}{3}+\frac23\right)=\frac{\alpha^{3/2}}{15}\left(24\sqrt2-20\sqrt2+10\right)$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$I=\frac{\alpha^{3/2}}{15}\left(4\sqrt2+10\right)$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Setting it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$\frac{16+20\sqrt2}{15}$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$16+20\sqrt2=2\sqrt2\left(4\sqrt2+10\right)$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$\alpha^{3/2}=2\sqrt2$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$\alpha=\left(2^{3/2}\right)^{2/3}=2$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factors out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only a fixed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$x=\alpha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factors out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$\alpha^{3/2}$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only a fixed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$K=\int_0^1\frac{u\,du}{\sqrt{u+1}-\sqrt 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ra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rad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rad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$x=\alpha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$dx=\alpha\,du$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$\frac{x}{\sqrt{x+\alpha}-\sqrt x}=\frac{\alpha u}{\sqrt\alpha\left(\sqrt{u+1}-\sqrt u\right)}$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$I=\alpha^{3/2}K$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$K=\int_0^1\frac{u}{\sqrt{u+1}-\sqrt 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$\left(\sqrt{u+1}-\sqrt u\right)\left(\sqrt{u+1}+\sqrt u\right)=1$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$K=\int_0^1u\sqrt{u+1}\,du+\int_0^1u^{3/2}du$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$s=u+1$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$\int_0^1u\sqrt{u+1}\,du=\int_1^2(s-1)\sqrt s\,ds=\left[\frac25s^{5/2}-\frac23s^{3/2}\right]_1^2=\frac{4\sqrt2+4}{15}$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$\int_0^1u^{3/2}du=\frac25=\frac{6}{15}$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answer, and the computation is done once with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way.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$K=\frac{4\sqrt2+10}{15}$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$\alpha^{3/2}K=\frac{16+20\sqrt2}{15}$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$\alpha^{3/2}=\frac{16+20\sqrt2}{4\sqrt2+10}=2\sqrt2$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answer, and the computation is done once with 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way.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removes the nested radicals in integrands of this type.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Homogeneity: if the integrand scales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constant; here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derivative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2.95228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 a-\sqrt b}=\frac{\sqrt a+\sqrt b}{a-b}$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removes the nested radicals in integrands of this type.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Homogeneity: if the integrand scales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$x=\alpha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$\int_0^\alpha(\cdot)dx=\alpha^{k+1}\times$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$\int_0^\alpha\frac{x\,dx}{\sqrt{x+\alpha}-\sqrt x}=\alpha^{3/2}K$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$K=\frac{4\sqrt2+10}{15}$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x\sqrt{x+a}\,dx$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$x=(x+a)-a$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$\frac25(x+a)^{5/2}-\frac{2a}{3}(x+a)^{3/2}$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derivative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$x\sqrt{x+1}=\sqrt2$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$2.95228=\frac{16+20\sqrt2}{15}$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$\phi(x)=\frac{1}{\sqrt x}\int_{\pi/4}^{x}\left(4\sqrt2\sin t-3\phi'(t)\right)dt$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$\phi'\left(\frac\pi4\right)$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$\frac{8}{6+\sqrt\pi}$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$\frac{4}{6+\sqrt\pi}$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$\frac{8}{\sqrt\pi}$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$\frac{4}{6-\sqrt\pi}$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differentiating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by the product and Leibniz rules;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remaining integral over a zero-length interval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by the product and Leibniz rules;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remaining integral over a zero-length interval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the product rule and Leibniz's rule.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$\phi(x)=x^{-1/2}\int_{\pi/4}^{x}\left(4\sqrt2\sin t-3\phi'(t)\right)dt$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the product rule and Leibniz's rule.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$\phi'(x)=\frac{1}{\sqrt x}\left[\left(4\sqrt2\sin x-3\phi'(x)\right)\cdot1-0\right]-\frac{1}{2}x^{-3/2}\int_{\pi/4}^{x}\left(4\sqrt2\sin t-3\phi'(t)\right)dt$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x=\frac{\sqrt\pi}{2}$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$4\sqrt2\sin\frac\pi4=4$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</m:rad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$\phi'\left(\frac\pi4\right)=\frac{2}{\sqrt\pi}\left[4-3\phi'\left(\frac\pi4\right)\right]+0$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$\left(1+\frac{6}{\sqrt\pi}\right)\phi'\left(\frac\pi4\right)=\frac{8}{\sqrt\pi}$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$\phi'\left(\frac\pi4\right)=\frac{8}{\sqrt\pi+6}$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$\frac{8}{6+\sqrt\pi}$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integral with lower limit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product rule has no integral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$\psi(x)=\sqrt x\,\phi(x)$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integral with lower limit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$\psi\left(\frac\pi4\right)=0$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$\phi\left(\frac\pi4\right)=0$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product rule has no integral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$\psi(x)=\sqrt x\,\phi(x)=\int_{\pi/4}^{x}\left(4\sqrt2\sin t-3\phi'(t)\right)dt$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$\psi\left(\frac\pi4\right)=0$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$\phi\left(\frac\pi4\right)=0$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$\psi'(x)=\sqrt x\,\phi'(x)+\frac{\phi(x)}{2\sqrt x}=4\sqrt2\sin x-3\phi'(x)$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$\frac{\sqrt\pi}{2}\phi'\left(\frac\pi4\right)+0=4-3\phi'\left(\frac\pi4\right)$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$\phi'\left(\frac\pi4\right)\left(\frac{\sqrt\pi}{2}+3\right)=4$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$\phi'\left(\frac\pi4\right)=\frac{8}{\sqrt\pi+6}$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$\frac{8}{6+\sqrt\pi}$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self-referential definition (the unknown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inside the integral) evaluate at the point where the integral vanishes (lower limit) to get an algebraic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 the prefactor first: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 of option arithmetic: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1.0293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$\frac{d}{dx}\int_{a(x)}^{b(x)}F(t)\,dt=F(b)b'-F(a)a'$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self-referential definition (the unknown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inside the integral) evaluate at the point where the integral vanishes (lower limit) to get an algebraic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 the prefactor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x\,\phi(x)=\int_{\pi/4}^x(\cdots)dt$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$\phi\left(\frac\pi4\right)=0$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 of option arithmetic: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$\frac{8}{6+\sqrt\pi}\approx1.0293$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$\phi'(1+6/\sqrt\pi)=8/\sqrt\pi$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$\lim_{n\to\infty}\left[\frac{1}{1+n}+\frac{1}{2+n}+\frac{1}{3+n}+\cdots+\frac{1}{2n}\right]$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$\log_e\left(\frac32\right)$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 (Riemann sum)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sum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Riemann sum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sum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$\frac1n\sum_{r=1}^{n}\frac{1}{1+r/n}$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Riemann sum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$\int_0^1\frac{dx}{1+x}$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is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$\sum_{r=1}^{n}\frac{1}{r+n}$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$\frac{1}{n+n}=\frac1{2n}$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$\sum_{r=1}^{n}\frac{1}{r+n}=\sum_{r=1}^{n}\frac{1}{\frac rn+1}\cdot\frac1n$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rn\to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$\frac1n\to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$\int_0^1\frac{dx}{1+x}=\left[\ln(1+x)\right]_0^1=\ln2-\ln1=\ln2$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harmonic numbers: the sum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Euler constants cancel.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harmonic numbers: the sum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$H_{2n}-H_n$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$H_m=\ln m+\gamma+o(1)$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Euler constants cancel.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ε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ε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Euler's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ε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ε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$H_m=1+\frac12+\cdots+\frac1m$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$\frac{1}{n+1}+\cdots+\frac{1}{2n}=H_{2n}-H_n$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$H_m=\ln m+\gamma+\varepsilon_m$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$\varepsilon_m\to0$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Euler's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$H_{2n}-H_n=\ln(2n)-\ln n+\varepsilon_{2n}-\varepsilon_n\to\ln2$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reading it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dividing numerator and denominator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(alternating-harmonic link: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0.693147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$\lim_{n\to\infty}\sum_{r=1}^{n}\frac{1}{n}\,g\left(\frac rn\right)=\int_0^1g(x)dx$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reading it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$\frac1n\cdot g(r/n)$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dividing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$\frac{1}{n+1}+\cdots+\frac{1}{2n}=H_{2n}-H_n\to\ln2$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(alternating-harmonic link: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$=1-\frac12+\cdots-\frac1{2n}$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$\sum_{r=1}^{n}\frac{n}{n^2+r^2}\to\int_0^1\frac{dx}{1+x^2}=\frac\pi4$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$\sum_{r=1}^{n}\frac{1}{\sqrt{n^2+nr}}\to\int_0^1\frac{dx}{\sqrt{1+x}}=2(\sqrt2-1)$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$0.693147$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$\int_{-\pi/4}^{\pi/4}\frac{x+\frac\pi4}{2-\cos2x}\,dx$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$\frac{\pi^2}{6\sqrt3}$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$\frac{\pi^2}{12\sqrt3}$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(odd and even functions)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adding removes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numerator, leaving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a symmetric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adding removes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numerator,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$\frac\pi2\cdot\frac{1}{2-\cos2x}$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a symmetric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denominator is even):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(A) and (B):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integrand).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$I=\int_{-\pi/4}^{\pi/4}\frac{x+\frac\pi4}{2-\cos2x}dx$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denominator is even):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$I=\int_{-\pi/4}^{\pi/4}\frac{-x+\frac\pi4}{2-\cos2x}dx$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(A) and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$2I=\int_{-\pi/4}^{\pi/4}\frac{\pi/2}{2-\cos2x}dx$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$I=\frac\pi4\int_{-\pi/4}^{\pi/4}\frac{dx}{2-\cos2x}=\frac\pi4\cdot2\int_0^{\pi/4}\frac{dx}{2-\cos2x}$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integrand).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$\cos2x=\frac{1-\tan^2x}{1+\tan^2x}$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$2-\cos2x=\frac{2(1+\tan^2x)-(1-\tan^2x)}{1+\tan^2x}=\frac{1+3\tan^2x}{1+\tan^2x}$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$I=\frac\pi2\int_0^{\pi/4}\frac{\left(1+\tan^2x\right)dx}{1+3\tan^2x}$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$dt=\sec^2x\,dx$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$I=\frac\pi2\int_0^1\frac{dt}{3t^2+1}=\frac\pi2\cdot\frac{1}{\sqrt3}\tan^{-1}\left(\sqrt3\,t\right)\Big|_0^1=\frac{\pi}{2\sqrt3}\tan^{-1}\sqrt3$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$\tan^{-1}\sqrt3=\frac\pi3$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$I=\frac{\pi}{2\sqrt3}\cdot\frac\pi3=\frac{\pi^2}{6\sqrt3}$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$\frac{\pi^2}{6\sqrt3}$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a symmetric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 odd part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only the constant in the numerator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1.0438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a symmetric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$[-a,a]$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 odd part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$\int_{-a}^{a}\frac{x}{h(x)}dx=0$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only the constant in the numerator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$\int_{-a}^{a}\frac{x+c}{h(x)}dx=c\int_{-a}^{a}\frac{dx}{h(x)}$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$\int_{-1}^1(x+c)dx=2c$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$\int_0^{\pi/4}\frac{dx}{a+b\cos2x}$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$\int_0^1\frac{dt}{(a+b)+(a-b)t^2}$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$\int_{-\pi/4}^{\pi/4}\frac{x+\pi/4}{2-\cos2x}dx=1.0438=\frac{\pi^2}{6\sqrt3}$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defined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b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log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defined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$f(x)+\int_{0}^{x}f(t)\sqrt{1-\left(\log_ef(t)\right)^2}\,dt=e$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$\forall x\in\left[0,\frac\pi2\right]$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$\left(6\log_ef\left(\frac\pi6\right)\right)^2$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differentiating a definite integral, Variable-separable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to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separable equation solved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$f'+f\sqrt{1-(\ln f)^2}=0$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separable equation solved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$u=\ln 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$\sin^{-1}u$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relation: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variables: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$f'(x)+f(x)\sqrt{1-\left(\ln f(x)\right)^2}=0$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$\frac{f'(x)}{f(x)\sqrt{1-\left(\ln f(x)\right)^2}}=-1$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$\int\frac{f'(x)\,dx}{f(x)\sqrt{1-\left(\ln f(x)\right)^2}}=-\int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$u=\ln 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$du=\frac{f'(x)}{f(x)}dx$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$\int\frac{du}{\sqrt{1-u^2}}=-\int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$\sin^{-1}\left(\ln f(x)\right)=-x+c$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principal range,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$\sin^{-1}(1)=c$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$\sin^{-1}\left(\ln f(x)\right)=\frac\pi2-x$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$\frac\pi2-x\in\left[0,\frac\pi2\right]$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principal range,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f(x)=\sin\left(\frac\pi2-x\right)=\cos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$f\left(\frac\pi6\right)=e^{\cos\frac\pi6}=e^{\sqrt3/2}$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f\left(\frac\pi6\right)=\frac{\sqrt3}{2}$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$\left(6\ln f\left(\frac\pi6\right)\right)^2=\left(6\cdot\frac{\sqrt3}{2}\right)^2=\left(3\sqrt3\right)^2=27$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root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differential equation collapses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f=\cos\varphi$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root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$\sin\varphi$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differential equation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$\varphi'=1$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given relation: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f(x)=\cos\varphi(x)$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$\varphi\in[0,\pi]$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$\sqrt{1-(\ln f)^2}=\sin\varphi$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given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$f'+f\sin\varphi=0$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$f'=f\cdot(\ln f)'=-f\sin\varphi\,\varphi'$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$-f\sin\varphi\,\varphi'+f\sin\varphi=0$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$\varphi'=1$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$\sin\varphi\ne0$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f(x)=\cos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f\left(\frac\pi6\right)=\frac{\sqrt3}2$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$\left(6\ln f\left(\frac\pi6\right)\right)^2=27$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differentiation gives a first-order DE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its initial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trigonometric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appears, try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range of the inverse function must be checked against the domain.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the original relation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2.71828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$f(x)+\int_0^xK(t,f(t))\,dt=\text{const}$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differentiation gives a first-order DE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its initial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$\int\frac{du}{\sqrt{1-u^2}}=\sin^{-1}u$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$u'=-\sqrt{1-u^2}$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trigonometric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$u=\cos(x-x_0)$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$u'=-\sin x=-\sqrt{1-u^2}$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$\sqrt{1-(\ln f)^2}$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appears,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f=\cos\varphi$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range of the inverse function must be checked against the domain.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the original relation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$e^{\cos1.1}+\int_0^{1.1}e^{\cos t}\sin t\,dt=e$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$2.71828$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$\frac{8}{\pi}\int_{0}^{\pi/2}\frac{(\cos x)^{2023}}{(\sin x)^{2023}+(\cos x)^{2023}}\,dx$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Properties of definite integrals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Properties of definite integrals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a-x$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 becomes its complement, so the two integrals add to the integral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$x\to\frac\pi2-x$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 becomes its complement, so the two integrals add to the integral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2023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$I=\frac8\pi\int_0^{\pi/2}\frac{(\cos x)^{2023}}{(\sin x)^{2023}+(\cos x)^{2023}}dx$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$\int_0^af(x)dx=\int_0^af(a-x)dx$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$\cos\left(\frac\pi2-x\right)=\sin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$I=\frac8\pi\int_0^{\pi/2}\frac{(\sin x)^{2023}}{(\sin x)^{2023}+(\cos x)^{2023}}dx$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$2I=\frac8\pi\int_0^{\pi/2}1\,dx=\frac8\pi\cdot\frac\pi2=4$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holds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 denominator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2.0000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$\int_0^af(x)dx=\int_0^af(a-x)dx$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$f+f(a-x)=$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$\int_0^{\pi/2}\frac{\cos^nx}{\sin^nx+\cos^nx}dx=\frac\pi4$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$\int_0^{\pi/2}\cos^2x\,dx=\frac\pi4$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holds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$\int_0^{\pi/2}\frac{f(\sin x)}{f(\sin x)+f(\cos x)}dx=\frac\pi4$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$\int_a^b\frac{g(x)}{g(x)+g(a+b-x)}dx=\frac{b-a}{2}$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 denominator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$\frac8\pi\int=2.0000$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$12\int_{0}^{3}\left|x^{2}-3x+2\right|dx$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modulus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 so the modulus splits cleanly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after the shift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 so the modulus splits cleanly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$t=\pm\frac{1}{2}$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after the shift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$t=x-\frac{3}{2}$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split the integral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$x^2-3x+2=\left(x-\frac{3}{2}\right)^2-\frac{1}{4}$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$x-\frac{3}{2}=t$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$t=-\frac{3}{2},\frac{3}{2}$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$\left|t^2-\frac{1}{4}\right|$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$12\int_{-3/2}^{3/2}\left|t^2-\frac{1}{4}\right|dt=24\int_{0}^{3/2}\left|t^2-\frac{1}{4}\right|dt$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$t^2-\frac{1}{4}&lt;0$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$0&lt;t&lt;\frac{1}{2}$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split the integral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den>
                                </m:f>
                              </m:e>
                            </m: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den>
                                </m:f>
                              </m:e>
                            </m: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$24\left[-\int_{0}^{1/2}\left(t^2-\frac{1}{4}\right)dt+\int_{1/2}^{3/2}\left(t^2-\frac{1}{4}\right)dt\right]$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$\int_{0}^{1/2}\left(\frac{1}{4}-t^2\right)dt=\frac{1}{8}-\frac{1}{24}=\frac{1}{12}$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$\int_{1/2}^{3/2}\left(t^2-\frac{1}{4}\right)dt=\left(\frac{27}{24}-\frac{1}{24}\right)-\frac{1}{4}=\frac{13}{12}-\frac{3}{12}=\frac{5}{6}$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$=24\left[\frac{1}{12}+\frac{10}{12}\right]=24\cdot\frac{11}{12}=22$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signed quadratic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correct for the negative stretch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parabola-area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signed quadratic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$[0,3]$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correct for the negative stretch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parabola-area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$\frac{(\beta-\alpha)^3}{6}$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negative only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positive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negative part: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$x^2-3x+2=(x-1)(x-2)$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negative only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positive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$\int_{0}^{3}\left(x^2-3x+2\right)dx=9-\frac{27}{2}+6=\frac{3}{2}$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negative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$\int_{1}^{2}\left(x^2-3x+2\right)dx=-\frac{(2-1)^3}{6}=-\frac{1}{6}$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$|f|=-f=f-2f$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$\int_0^3|f|=\frac{3}{2}-2\left(-\frac{1}{6}\right)=\frac{3}{2}+\frac{1}{3}=\frac{11}{6}$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$12\int_{0}^{3}\left|x^2-3x+2\right|dx=12\cdot\frac{11}{6}=22$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the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parabola cutting the 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(negative parts are flipped, i.e. added twice).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to the vertex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the quadratic even, so the modulus integral over a symmetric interval is twice the half-range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the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$y=a(x-\alpha)(x-\beta)$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$\frac{|a|(\beta-\alpha)^3}{6}$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parabola cutting the 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$\int_a^b|f|dx=\int_a^b f\,dx-2\int_{\{f&lt;0\}}f\,dx$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(negative parts are flipped, i.e. added twice).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$\frac{3}{2}+2\cdot\frac{1}{6}=\frac{11}{6}$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to the vertex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$t=x+\frac{b}{2a}$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the quadratic even, so the modulus integral over a symmetric interval is twice the half-range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 natural numbers,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$\int_{1/3}^{3}\left|\log_{e}x\right|dx=\frac{m}{n}\log_{e}\left(\frac{n^{2}}{e}\right)$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 natural numbers,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$m^{2}+n^{2}-5$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644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modulus-logarithm function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sign, then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each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sign,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$\int\ln x\,dx=x\ln x-x$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each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$\left(\frac{1}{3},1\right)$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$\int_{1/3}^{3}|\ln x|dx=\int_{1/3}^{1}(-\ln x)dx+\int_{1}^{3}\ln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 x\,dx=x\ln x-x$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$-\left[x\ln x-x\right]_{1/3}^{1}+\left[x\ln x-x\right]_{1}^{3}$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$-\left[(-1)-\left(\frac{1}{3}\ln\frac{1}{3}-\frac{1}{3}\right)\right]=\frac{2}{3}+\frac{1}{3}\ln\frac{1}{3}=\frac{2}{3}-\frac{1}{3}\ln3$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$(3\ln3-3)-(-1)=3\ln3-2$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$\frac{2}{3}-\frac{1}{3}\ln3+3\ln3-2=-\frac{4}{3}+\frac{8}{3}\ln3$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$=\frac{4}{3}(2\ln3-1)=\frac{4}{3}\ln\frac{9}{e}=\frac{4}{3}\log_{e}\left(\frac{3^2}{e}\right)$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$\frac{m}{n}\log_{e}\frac{n^2}{e}$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$m^2+n^2-5=16+9-5=20$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the even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a symmetric interval, then 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$x=e^{s}$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$|\ln 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the even function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$|s|$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a symmetric interval, then 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$s\cosh 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(fold the negative half onto the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cosh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$x=e^{s}$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$dx=e^{s}ds$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$x=\frac{1}{3},3$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$s=-\ln3,\ln3$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$\int_{1/3}^{3}|\ln x|dx=\int_{-\ln3}^{\ln3}|s|e^{s}ds=\int_{0}^{\ln3}s\left(e^{s}+e^{-s}\right)ds$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(fold the negative half onto the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$=2\int_{0}^{\ln3}s\cosh s\,ds=2\left[s\sinh s-\cosh s\right]_{0}^{\ln3}$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$\sinh(\ln3)=\frac{3-1/3}{2}=\frac{4}{3}$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$\cosh(\ln3)=\frac{3+1/3}{2}=\frac{5}{3}$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$=2\left[\frac{4}{3}\ln3-\frac{5}{3}+1\right]=\frac{8}{3}\ln3-\frac{4}{3}=\frac{4}{3}\ln\frac{9}{e}$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$m^2+n^2-5=20$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interval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the symmetric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a closed form such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compare coefficients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the constant (both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 over rationals), which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 x\,dx=x\ln x-x+C$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$\int_{1/a}^{a}|\ln x|dx=2-a-\frac{1}{a}+\left(a-\frac{1}{a}\right)\ln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$-\frac{4}{3}+\frac{8}{3}\ln3$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$|s|$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$\left[\frac{1}{a},a\right]$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the symmetric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$[-\ln a,\ln 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$\int|s|e^sds=2\int_0^{\ln a}s\cosh s\,ds$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a closed form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$\frac{m}{n}\ln\frac{n^2}{e}$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compare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the constant (both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 over rationals), which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$\lim_{x\to0}\frac{48}{x^{4}}\int_{0}^{x}\frac{t^{3}}{t^{6}+1}dt$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Differentiation under the integral sign (Leibniz rule), 0/0 form limits (L'Hopital's rule)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 with an integral in the numerator: differentiate numerator and denominator, using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 with an integral in the numerator: differentiate numerator and denominator,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$\frac{d}{dx}\int_0^x h\,dt=h(x)$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it as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L'Hopital's rule; by the Leibniz rule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it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$\lim_{x\to0}\frac{48\int_{0}^{x}\frac{t^3}{t^6+1}dt}{x^{4}}$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L'Hopital's rule; by the Leibniz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$\frac{d}{dx}\int_0^x\frac{t^3}{t^6+1}dt=\frac{x^3}{x^6+1}$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$=\lim_{x\to0}\frac{48\cdot\frac{x^3}{x^6+1}}{4x^3}$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$=\lim_{x\to0}\frac{12}{x^6+1}=12$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the integrand as a power series,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integrate term by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the integrand as a power series,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$\frac{t^3}{1+t^6}=t^3-t^9+\cdots$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integrate term by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small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small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$\frac{t^{3}}{1+t^{6}}=t^{3}\left(1-t^{6}+t^{12}-\cdots\right)=t^3-t^9+\cdots$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$\int_{0}^{x}\frac{t^3}{t^6+1}dt=\frac{x^4}{4}-\frac{x^{10}}{10}+\cdots$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$\frac{48}{x^4}\int_0^x\frac{t^3}{t^6+1}dt=48\left(\frac{1}{4}-\frac{x^{6}}{10}+\cdots\right)$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$48\cdot\frac{1}{4}=12$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constant lower limit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just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an integrand vanishing to order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behaves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compare the order with the denominator before applying any rule.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$\frac{d}{dx}\int_{a(x)}^{b(x)}h(t)dt=h(b)b'-h(a)a'$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constant lower limit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$\lim_{x\to0}\frac{1}{x^{m+1}}\int_{0}^{x}t^{m}h(t)dt=\frac{h(0)}{m+1}$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$\frac{48}{4}=12$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an integrand vanishing to order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behaves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$\frac{x^{m+1}}{m+1}$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compare the order with the denominator before applying any rule.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$\int_{0}^{\pi}\frac{5^{\cos x}\left(1+\cos x\cos3x+\cos^{2}x+\cos^{3}x\cos3x\right)dx}{1+5^{\cos x}}=\frac{k\pi}{16}$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644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Reflection property of definite integrals, Product-to-sum and power-reduction formulas for trigonometric terms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polynomial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weight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replaced by its average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polynomial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$g(\pi-x)=g(x)$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weight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$\frac{5^{\cos x}}{1+5^{\cos 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replaced by its average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term has an even number of sign changes,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two forms,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$g(x)=1+\cos x\cos3x+\cos^2x+\cos^3x\cos3x$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$I=\int_0^{\pi}\frac{5^{\cos x}g(x)}{1+5^{\cos x}}dx$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$g(\pi-x)=g(x)$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term has an even number of sign changes,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$\cos(\pi-x)=-\cos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$\cos3(\pi-x)=-\cos3x$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$I=\int_0^{\pi}\frac{g(x)}{1+5^{\cos x}}dx$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two forms,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$2I=\int_0^{\pi}g(x)dx$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$2I=2\int_0^{\pi/2}g(x)dx$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$I=\int_{0}^{\pi/2}g(x)dx$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of the two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$2g=2+2\cos x\cos3x+2\cos^2x+2\cos^3x\cos3x=2+(\cos4x+\cos2x)+(1+\cos2x)+2\cos3x\cdot\frac{\cos3x+3\cos x}{4}$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$\int3\,dx=\frac{3\pi}{2}$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$\int\cos4x\,dx=\int\cos2x\,dx=0$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of the two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$\int_0^{\pi/2}\frac{1}{2}\left(\cos^23x+3\cos x\cos3x\right)dx=\frac{1}{4}\int_0^{\pi/2}\left(1+\cos6x+3\cos4x+3\cos2x\right)dx=\frac{1}{4}\cdot\frac{\pi}{2}=\frac{\pi}{8}$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$\int_0^{\pi/2}2g\,dx=\frac{3\pi}{2}+\frac{\pi}{8}=\frac{13\pi}{8}$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$I=\int_0^{\pi/2}g\,dx=\frac{13\pi}{16}$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$\frac{k\pi}{16}$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finish with Wallis'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$(1+\cos^2x)(1+\cos x\cos3x)=\sin^4x+4\cos^6x$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finish with Wallis'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$g=\left(1+\cos^2x\right)+\cos x\cos3x\left(1+\cos^2x\right)=\left(1+\cos^2x\right)\left(1+\cos x\cos3x\right)$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$\cos3x=4\cos^3x-3\cos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x\cos3x=4\cos^4x-3\cos^2x$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$1+\cos x\cos3x=1-3c^2+4c^4$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$g=\left(1+c^2\right)\left(1-3c^2+4c^4\right)=1-2c^2+c^4+4c^6=\left(1-c^2\right)^2+4c^6=\sin^4x+4\cos^6x$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property (as in the main solution):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property (as in the main solution):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$I=\int_0^{\pi/2}g\,dx=\int_0^{\pi/2}\left(\sin^4x+4\cos^6x\right)dx$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$\int_0^{\pi/2}\sin^4x\,dx=\frac{3}{4}\cdot\frac{1}{2}\cdot\frac{\pi}{2}=\frac{3\pi}{16}$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$\int_0^{\pi/2}\cos^6x\,dx=\frac{5}{6}\cdot\frac{3}{4}\cdot\frac{1}{2}\cdot\frac{\pi}{2}=\frac{5\pi}{32}$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$I=\frac{3\pi}{16}+4\cdot\frac{5\pi}{32}=\frac{3\pi}{16}+\frac{10\pi}{16}=\frac{13\pi}{16}$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pair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reason.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Companion form: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reduction: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Factorisation to look for: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$g(\pi-x)=g(x)$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$\int_0^{\pi}\frac{a^{\cos x}g(x)}{1+a^{\cos x}}dx=\frac{1}{2}\int_0^{\pi}g(x)dx=\int_0^{\pi/2}g(x)dx$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$\frac{a^{c}}{1+a^{c}}+\frac{a^{-c}}{1+a^{-c}}=1$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reason.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Companion form: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$\int_{-a}^{a}\frac{f(x)}{1+k^{x}}dx=\int_{0}^{a}f(x)dx$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reduction: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$\cos^3x=\frac{\cos3x+3\cos x}{4}$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A\cos B=\frac{1}{2}[\cos(A-B)+\cos(A+B)]$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$\int_0^{\pi/2}\cos(mx)dx=0$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Factorisation to look for: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$1+\cos x\cos3x+\cos^2x+\cos^3x\cos3x=(1+\cos^2x)(1+\cos x\cos3x)=\sin^4x+4\cos^6x$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$I(x)=\int\frac{x^{2}\left(x\sec^{2}x+\tan x\right)}{(x\tan x+1)^{2}}dx$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$\log_{e}\frac{(\pi+4)^{2}}{16}+\frac{\pi^{2}}{4(\pi+4)}$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$\log_{e}\frac{(\pi+4)^{2}}{32}-\frac{\pi^{2}}{4(\pi+4)}$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$\log_{e}\frac{(\pi+4)^{2}}{32}+\frac{\pi^{2}}{4(\pi+4)}$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$\log_{e}\frac{(\pi+4)^{2}}{16}-\frac{\pi^{2}}{4(\pi+4)}$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parts and substitution (indefinite integrals)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integrate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$x\sec^2x+\tan x=\frac{d}{dx}(x\tan x+1)$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integrate by parts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$dv=\frac{d(x\tan x+1)}{(x\tan x+1)^2}$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$\frac{d}{dx}(x\tan x+1)=x\sec^2x+\tan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$x^{2}\cdot\frac{d(x\tan x+1)}{(x\tan x+1)^{2}}$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$dv=\frac{d(x\tan x+1)}{(x\tan 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$v=-\frac{1}{x\tan 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$I=-\frac{x^{2}}{x\tan x+1}+\int\frac{2x}{x\tan x+1}dx$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$\int\frac{2x}{x\tan x+1}dx=2\int\frac{x\cos x}{x\sin x+\cos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 x+\cos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$dt=(x\cos x+\sin x-\sin x)dx=x\cos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$2\int\frac{dt}{t}=2\ln|t|=2\ln|x\sin x+\cos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$I(x)=-\frac{x^{2}}{x\tan x+1}+2\ln|x\sin x+\cos 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$I(0)=0+2\ln1+c=0$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$x\tan x+1=\frac{\pi}{4}+1=\frac{\pi+4}{4}$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$-\frac{\pi^2/16}{(\pi+4)/4}=-\frac{\pi^2}{4(\pi+4)}$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 x+\cos x=\frac{1}{\sqrt2}\left(\frac{\pi}{4}+1\right)=\frac{\pi+4}{4\sqrt2}$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$2\ln(\cdot)=\ln\frac{(\pi+4)^2}{32}$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$I\left(\frac{\pi}{4}\right)=\log_{e}\frac{(\pi+4)^{2}}{32}-\frac{\pi^{2}}{4(\pi+4)}$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$\log_{e}\frac{(\pi+4)^{2}}{32}-\frac{\pi^{2}}{4(\pi+4)}$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Estimate the size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integrand is at most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eliminates every option except (B).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Estimate the size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$I\left(\frac{\pi}{4}\right)$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integrand is at most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$\left[0,\frac{\pi}{4}\right]$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eliminates every option except (B).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integrand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largest at the right end, where it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numerical scan of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maximum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0.4975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below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$I\left(\frac{\pi}{4}\right)=\int_0^{\pi/4}\frac{x^2(x\sec^2x+\tan x)}{(x\tan x+1)^2}dx$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integrand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largest at the right end, where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$\frac{(\pi^2/16)(\pi/2+1)}{(\pi/4+1)^2}=\frac{\pi^2(\pi+2)}{2(\pi+4)^2}\approx0.497$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numerical scan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$\left[0,\frac{\pi}{4}\right]$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maximum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$0.4975$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$0&lt;I\left(\frac{\pi}{4}\right)&lt;\frac{\pi}{4}\times0.5\approx0.39$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all above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possible, so the answer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$\pi+4\approx7.14$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$\approx\ln3.19+0.35\approx1.5$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$\approx\ln1.59+0.35\approx0.81$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$\approx1.16-0.35\approx0.82$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all above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$\approx0.466-0.345=0.121$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possible, so the answer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$\log_{e}\frac{(\pi+4)^{2}}{32}-\frac{\pi^{2}}{4(\pi+4)}$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 derivatives that recur in this integral family.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Rough bounds can discard options: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𝑖𝑛𝑡𝑒𝑔𝑟𝑎𝑛𝑑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$\frac{d}{dx}(x\tan x+1)=x\sec^2x+\tan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$\frac{d}{dx}(x\sin x+\cos x)=x\cos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 derivatives that recur in this integral family.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u\,\frac{dw}{w^2}=-\frac{u}{w}+\int\frac{u'}{w}dx$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$w=x\tan 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$\frac{u'}{w}=\frac{2x\cos x}{x\sin x+\cos x}=2\frac{D'}{D}$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$D=x\sin 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$\frac{d}{dx}(x\cos x-\sin x)=-x\sin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$\int\frac{x\sin x}{x\cos x-\sin x}dx=-\ln|x\cos x-\sin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Rough bounds can discard options: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$0\le\text{integrand}\le0.5$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$\left[0,\frac{\pi}{4}\right]$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$I(x)=\int\frac{(x+1)}{x\left(1+xe^{x}\right)^{2}}dx,\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$\lim_{x\to\infty}I(x)=0$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$\frac{e+2}{e+1}-\log_{e}(e+1)$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$\frac{e+1}{e+2}+\log_{e}(e+1)$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$\frac{e+1}{e+2}-\log_{e}(e+1)$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$\frac{e+2}{e+1}+\log_{e}(e+1)$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substitution and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a rational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$(x+1)e^{x}$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$\frac{d}{dx}\left(xe^{x}\right)$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$t=1+xe^{x}$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a rational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$1+xe^{x}=t$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$\left(xe^{x}+e^{x}\right)dx=dt$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$(x+1)dx=\frac{dt}{e^{x}}$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$\int\frac{(x+1)dx}{x\left(1+xe^{x}\right)^2}=\int\frac{dt}{xe^{x}\,t^{2}}=\int\frac{dt}{(t-1)t^{2}}$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$xe^{x}=t-1$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$\frac{1}{t^{2}(t-1)}=\frac{t-(t-1)}{t^{2}(t-1)}=\frac{1}{t(t-1)}-\frac{1}{t^{2}}$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$\int\frac{dt}{t(t-1)}=\int\frac{t-(t-1)}{t(t-1)}dt=\ln|t-1|-\ln|t|$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$-\int\frac{dt}{t^2}=\frac{1}{t}$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$I=\ln|t-1|-\ln|t|+\frac{1}{t}+c=\ln\left|xe^{x}\right|-\ln\left|1+xe^{x}\right|+\frac{1}{1+xe^{x}}+c$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$I(x)=\ln\frac{xe^{x}}{1+xe^{x}}+\frac{1}{1+xe^{x}}+c$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$\ln\frac{xe^x}{1+xe^x}\to0$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$\frac{1}{1+xe^x}\to0$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I(x)=c=0$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$I(1)=\ln\frac{e}{1+e}+\frac{1}{1+e}=\ln e-\ln(1+e)+\frac{1}{1+e}=\frac{e+2}{e+1}-\ln(1+e)$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$\frac{e+2}{e+1}-\log_{e}(e+1)$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is positive and tiny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0.14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small negative number, which singles out (A).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$I(1)=-\int_{1}^{\infty}(\cdot)dx$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is positive and tiny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$&lt;0.14$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$I(1)$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small negative number, which singles out (A).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rules out (B) and (D), which are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$I(\infty)=0$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$I(1)=I(\infty)-\int_1^{\infty}\frac{(x+1)dx}{x(1+xe^x)^2}$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rules out (B) and (D), which are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$\frac{x+1}{x}\le2$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$\frac{1}{(1+xe^x)^2}\le\frac{1}{x^2e^{2x}}\le e^{-2x}$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$\int_1^\infty\frac{(x+1)dx}{x(1+xe^x)^2}\le2\int_1^\infty e^{-2x}dx=e^{-2}\approx0.135$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$|I(1)|&lt;0.14$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too large in size, so it is out.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1.269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exact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0.0443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$=\frac{e+1}{e+2}-\ln(e+1)\approx0.787-1.313=-0.526$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too large in size, so it is out.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$=\frac{e+2}{e+1}-\ln(e+1)\approx1.269-1.313=-0.044$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$(-0.14,0)$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exact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$0.0443$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$\frac{e+2}{e+1}-\log_{e}(e+1)$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family: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Similarly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at infinity (like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fixes the constant: take limits of each term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small: use sign and size to test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 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family: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$\int(x+1)e^{x}F\left(xe^{x}\right)dx=\int F(u)du$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$du=(x+1)e^xdx$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x^{x}(1+\ln x)F\left(x^x\right)dx=\int F(u)du$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$\frac{(x+1)}{x(1+xe^x)^2}dx=\frac{du}{u(1+u)^2}$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$\frac{1}{u(1+u)^2}=\frac{1}{u}-\frac{1}{1+u}-\frac{1}{(1+u)^2}$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$\frac{1}{4}=1-\frac{1}{2}-\frac{1}{4}$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at infinity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$I(\infty)=0$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fixes the constant: take limits of each term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$I(1)=I(\infty)-\int_1^\infty\frac{(x+1)dx}{x(1+xe^x)^2}$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small: use sign and size to test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$\int\left(\left(\frac{x}{2}\right)^{x}+\left(\frac{2}{x}\right)^{x}\right)\log_{2}x\,dx$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$\left(\frac{x}{2}\right)^{x}\log_{2}\left(\frac{x}{2}\right)+C$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$\left(\frac{x}{2}\right)^{x}\log_{2}\left(\frac{2}{x}\right)+C$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$\left(\frac{x}{2}\right)^{x}-\left(\frac{2}{x}\right)^{x}+C$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$\left(\frac{x}{2}\right)^{x}+\left(\frac{2}{x}\right)^{x}+C$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of exponential-type functions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recognising derivatives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of exponential-type functions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$\left(\frac{x}{a}\right)^{x}$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recognising derivatives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547872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not a multiple of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option can be an antiderivative.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547872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$\frac{d}{dx}\left(\frac{x}{2}\right)^{x}=\left(\frac{x}{2}\right)^{x}\ln\frac{ex}{2}$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not a multiple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$\log_2x$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option can be an antiderivative.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$\left(x^{x}2^{-x}+2^{x}x^{-x}\right)\log_{2}x=\left(e^{x\ln x-x\ln2}+e^{x\ln2-x\ln x}\right)\frac{\ln x}{\ln2}$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substitution);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substitution to close, the integrand would need the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the integrand has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instead, so it does not close.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Indeed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would be the answer (C) 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replaced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$t=x\ln x-x\ln2$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substitution);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$dt=(\ln x+1-\ln2)dx=\ln\frac{ex}{2}\,dx$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substitution to close, the integrand would need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$\ln\frac{ex}{2}$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x+1-\ln2$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the integrand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 x}{\ln2}=\log_2x$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instead, so it does not close.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$\frac{d}{dx}\left[\left(\frac{x}{2}\right)^{x}-\left(\frac{2}{x}\right)^{x}\right]=\ln\frac{ex}{2}\left[\left(\frac{x}{2}\right)^{x}+\left(\frac{2}{x}\right)^{x}\right]$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would be the answer (C)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replaced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$\ln\frac{ex}{2}$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each option by differentiating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1.5899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the derivatives of (A), (B), (C), (D)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0.4948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0.4948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1.7393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0.4687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None matches, so no option is an antiderivative: the question has no correct option (Bonus), as the key itself indicates.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each option by differentiating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$1.5899$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the derivatives of (A), (B), (C), (D)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$0.4948$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$-0.4948$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$1.7393$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$-0.4687$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None matches, so no option is an antiderivative: the question has no correct option (Bonus), as the key itself indicates.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Bonus: no option is correct (the PDF key reads (B) / Bonus)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this question was probably meant to be).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$\frac{d}{dx}\left(\frac{x}{a}\right)^{x}=\left(\frac{x}{a}\right)^{x}\ln\frac{ex}{a}$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$\frac{d}{dx}\left(\frac{a}{x}\right)^{x}=-\left(\frac{a}{x}\right)^{x}\ln\frac{ex}{a}$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$\frac{d}{dx}(x\ln x-x\ln a)=\ln\frac{ex}{a}$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$\int\ln\frac{ex}{a}\left[\left(\frac{x}{a}\right)^{x}+\left(\frac{a}{x}\right)^{x}\right]dx=\left(\frac{x}{a}\right)^{x}-\left(\frac{a}{x}\right)^{x}+C$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this question was probably meant to be).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special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multiplier, which is exactly Q29 of this sheet.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options are antiderivatives, differentiate them numerically at one point: a mismatch in all four detects a flawed question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special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multiplier, which is exactly Q29 of this sheet.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options are antiderivatives, differentiate them numerically at one point: a mismatch in all four detects a flawed question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 e^{\sin^{2}x}(\cos x\sin2x-\sin 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$e^{\frac{3}{4}}$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$-\frac{1}{2}e^{\frac{3}{4}}$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$-e^{\frac{3}{4}}$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$\frac{1}{2}e^{\frac{3}{4}}$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Integrals of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Integrals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e^{f(x)}\left(f'(x)g(x)+g'(x)\right)dx$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$e^{f}\left(f'g+g'\right)$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$f=\sin^2x$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$e^{f}g$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has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has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e^{f(x)}\left(g'(x)+f'(x)g(x)\right)dx=e^{f(x)}g(x)+C$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$\frac{d}{dx}\left(e^{f}g\right)=e^{f}\left(f'g+g'\right)$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$f'g=2\sin x\cos x\cdot\cos x=\sin2x\cos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x\sin2x-\sin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$I(x)=e^{\sin^2x}\cos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$I(0)=e^{0}\cdot1+c=1$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$I(x)=e^{\sin^2x}\cos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$I\left(\frac{\pi}{3}\right)=e^{3/4}\cdot\frac{1}{2}=\frac{1}{2}e^{3/4}$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$\frac{1}{2}e^{\frac{3}{4}}$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$\sin^2x=1-u^{2}$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$e^{-u^2}\left(1-2u^2\right)du=d\left(ue^{-u^2}\right)$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x\sin2x-\sin x=2\sin x\cos^2x-\sin x=\sin x\left(2\cos^2x-1\right)$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$du=-\sin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$\sin^2x=1-u^2$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$I=-e\int e^{-u^2}\left(2u^2-1\right)du=e\int e^{-u^2}\left(1-2u^2\right)du$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$\frac{d}{du}\left(ue^{-u^2}\right)=e^{-u^2}\left(1-2u^2\right)$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$I=e\cdot ue^{-u^2}+c=ue^{1-u^2}+c=e^{\sin^2x}\cos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$I\left(\frac{\pi}{3}\right)=e^{3/4}\cdot\frac{1}{2}=\frac{1}{2}e^{3/4}$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$\frac{1}{2}e^{\frac{3}{4}}$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Product-rule integrals: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special cases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an exponential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multiplying a sum in which one term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 function and the other term is that function's 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this instance: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constant is fixed by the given value, so always evaluate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Product-rule integrals: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e^{f}\left(f'g+g'\right)dx=e^{f}g+C$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special cases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e^{x}(g+g')dx=e^xg$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$\int\left(xg'+g\right)dx=xg$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an exponential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multiplying a sum in which one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 function and the other term is that function's 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this 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$\frac{d}{dx}\left(e^{\sin^2x}\cos x\right)=e^{\sin^2x}\left(\sin2x\cos x-\sin 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constant is fixed by the given value, so always evaluate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!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$\alpha,\beta,\gamma,\delta\in\mathbb{N}$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$\int\left(\left(\frac{x}{e}\right)^{2x}+\left(\frac{e}{x}\right)^{2x}\right)\log_{e}x\,dx=\frac{1}{\alpha}\left(\frac{x}{e}\right)^{\beta x}-\frac{1}{\gamma}\left(\frac{e}{x}\right)^{\delta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$e=\sum_{n=0}^{\infty}\frac{1}{n!}$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$\alpha+2\beta+3\gamma-4\delta$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391151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by substitution for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functions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391151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by substitution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$\left(\frac{x}{e}\right)^{kx}$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functions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becomes rational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$t=\left(\frac{x}{e}\right)^{2x}$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$\frac{dt}{t}=2\ln 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x\,dx=\frac{dt}{2t}$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becomes rational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$\left(\frac{x}{e}\right)^{2x}=t$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t=2x(\ln 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$\frac{dt}{t}=\left(2(\ln x-1)+2x\cdot\frac{1}{x}\right)dx=2\ln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x\,dx=\frac{dt}{2t}$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$I=\int\left(t+\frac{1}{t}\right)\frac{dt}{2t}=\frac{1}{2}\int\left(1+\frac{1}{t^{2}}\right)dt$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$=\frac{1}{2}\left(t-\frac{1}{t}\right)+C$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$=\frac{1}{2}\left(\frac{x}{e}\right)^{2x}-\frac{1}{2}\left(\frac{e}{x}\right)^{2x}+C$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$\frac{1}{\alpha}\left(\frac{x}{e}\right)^{\beta x}-\frac{1}{\gamma}\left(\frac{e}{x}\right)^{\delta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$\alpha=\beta=\gamma=\delta=2$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$\alpha+2\beta+3\gamma-4\delta=2+4+6-8=4$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right-hand side and match it with the integrand, which determines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right-hand side and match it with the integrand, which determines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$\alpha,\beta,\gamma,\delta$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derivative of the RHS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$\frac{d}{dx}\left(\frac{x}{e}\right)^{\beta x}=\beta\ln x\left(\frac{x}{e}\right)^{\beta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$\frac{d}{dx}\left[\beta x(\ln x-1)\right]=\beta\ln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$\frac{d}{dx}\left(\frac{e}{x}\right)^{\delta x}=-\delta\ln x\left(\frac{e}{x}\right)^{\delta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derivative of the RHS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$\frac{\beta}{\alpha}\ln x\left(\frac{x}{e}\right)^{\beta x}+\frac{\delta}{\gamma}\ln x\left(\frac{e}{x}\right)^{\delta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must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exponents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coefficients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x\left[\left(\frac{x}{e}\right)^{2x}+\left(\frac{e}{x}\right)^{2x}\right]$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exponents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$\beta=\delta=2$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coefficients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$\frac{\beta}{\alpha}=1$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$\frac{\delta}{\gamma}=1$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$\alpha=\gamma=2$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$\alpha+2\beta+3\gamma-4\delta=2+4+6-8=4$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idea with a different multiplier fails: replacing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Q27) breaks the exactness.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$k,x&gt;0$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$\frac{d}{dx}\left(\frac{x}{e}\right)^{kx}=k\ln x\left(\frac{x}{e}\right)^{kx}$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$\frac{d}{dx}\left(\frac{e}{x}\right)^{kx}=-k\ln x\left(\frac{e}{x}\right)^{kx}$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$\frac{d}{dx}\left[kx(\ln x-1)\right]=k\ln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 x\left[\left(\frac{x}{e}\right)^{kx}+\left(\frac{e}{x}\right)^{kx}\right]dx=\frac{1}{k}\left[\left(\frac{x}{e}\right)^{kx}-\left(\frac{e}{x}\right)^{kx}\right]+C$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$t=\left(\frac{x}{e}\right)^{kx}$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x\,dx=\frac{dt}{kt}$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$\left(\frac{e}{x}\right)^{kx}=\frac{1}{t}$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idea with a different multiplier fails: 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Q27) breaks the exactness.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$I(x)=\int\sqrt{\frac{x+7}{x}}dx$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$I(9)=12+7\log_{e}7$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$I(1)=\alpha+7\log_{e}\left(1+2\sqrt2\right)$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of irrational algebraic functions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integrand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reach the standard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integrand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$\frac{\sqrt{(\sqrt x)^2+7}}{\sqrt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$\sqrt{x}=t$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reach the standard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$\int\sqrt{t^2+a^2}\,dt$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</m:rad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$\sqrt{\frac{x+7}{x}}=\frac{\sqrt{(\sqrt x)^2+(\sqrt7)^2}}{\sqrt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$\frac{1}{2\sqrt x}dx=dt$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$\frac{dx}{\sqrt x}=2dt$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$I=2\int\sqrt{t^2+(\sqrt7)^2}\,dt=2\left(\frac{t}{2}\sqrt{t^2+7}+\frac{7}{2}\ln\left(t+\sqrt{t^2+7}\right)\right)+c$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$I(x)=\sqrt{x}\sqrt{x+7}+7\ln\left(\sqrt x+\sqrt{x+7}\right)+c$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this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$I(9)=3\cdot4+7\ln(3+4)+c=12+7\ln7+c$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$12+7\ln7$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$I(1)=\sqrt8+7\ln\left(1+\sqrt8\right)=2\sqrt2+7\ln\left(1+2\sqrt2\right)$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$\alpha+7\ln\left(1+2\sqrt2\right)$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$\alpha=\sqrt8=2\sqrt2$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$\alpha^4=(2\sqrt2)^4=64$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hyperbolic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makes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hyperbolic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$x=7\sinh^2\theta$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$\sqrt{\frac{x+7}{x}}=\coth\theta$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$14\cosh^2\theta$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$x=7\sinh^2\theta$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$x+7=7\cosh^2\theta$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$\sqrt{\frac{x+7}{x}}=\coth\theta$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$dx=14\sinh\theta\cosh\theta\,d\theta$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$I=\int\coth\theta\cdot14\sinh\theta\cosh\theta\,d\theta=14\int\cosh^2\theta\,d\theta=7\int(1+\cosh2\theta)d\theta=7\theta+\frac{7}{2}\sinh2\theta+c$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$\frac{7}{2}\sinh2\theta=7\sinh\theta\cosh\theta=7\cdot\sqrt{\frac{x}{7}}\sqrt{\frac{x+7}{7}}=\sqrt{x(x+7)}$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$\theta=\sinh^{-1}\sqrt{\frac{x}{7}}=\ln\left(\sqrt x+\sqrt{x+7}\right)-\frac{1}{2}\ln7$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absorbed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$I(x)=\sqrt{x(x+7)}+7\ln\left(\sqrt x+\sqrt{x+7}\right)+c'$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$-\frac{7}{2}\ln7$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absorbed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$I(9)=12+7\ln7$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$I(1)=2\sqrt2+7\ln\left(1+2\sqrt2\right)$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 by differentiating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1.9494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rationalises the radical.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 of integration can be absorbed into the given value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before evaluating at another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$\int\sqrt{t^2+a^2}\,dt=\frac{t}{2}\sqrt{t^2+a^2}+\frac{a^2}{2}\ln\left(t+\sqrt{t^2+a^2}\right)+C$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$\int\sqrt{t^2-a^2}\,dt=\frac{t}{2}\sqrt{t^2-a^2}-\frac{a^2}{2}\ln\left|t+\sqrt{t^2-a^2}\right|+C$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$\int\sqrt{\frac{x+a}{x}}dx=\sqrt{x(x+a)}+a\ln\left(\sqrt x+\sqrt{x+a}\right)+C$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 by differentiating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$1.9494$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$\sqrt{\frac{x+a}{x}}$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$\sqrt{x(x+a)}$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$x=a\sinh^2\theta$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rationalises the radical.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 of integration can be absorbed into the given value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before evaluating at another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$f(x)=\int\frac{dx}{\left(3+4x^{2}\right)\sqrt{4-3x^{2}}},\ |x|&lt;\frac{2}{\sqrt3}$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$f(1)=\frac{1}{\alpha\beta}\tan^{-1}\left(\frac{\alpha}{\beta}\right)$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$\alpha^{2}+\beta^{2}$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substitution of an irrational integrand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radical disappears and the integral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standard arctangent.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$x=\frac{1}{t}$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$p^2=4t^2-3$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radical disappears and the integral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$-\int\frac{dp}{3p^2+25}$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standard arctangent.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$dx=-\frac{1}{t^2}dt$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$f=\int\frac{-\frac{1}{t^2}dt}{\left(3+\frac{4}{t^2}\right)\sqrt{4-\frac{3}{t^2}}}=-\int\frac{t\,dt}{\left(3t^2+4\right)\sqrt{4t^2-3}}$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$4t^2-3=p^2$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$4t\,dt=p\,dp$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$3t^2+4=\frac{3p^2+25}{4}$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argument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$f=-\int\frac{\frac{p}{4}dp}{\frac{3p^2+25}{4}\cdot p}=-\int\frac{dp}{3p^2+25}$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$f(x)=-\frac{1}{5\sqrt3}\tan^{-1}\left(\frac{\sqrt3\,p}{5}\right)+C$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$p=\sqrt{4t^2-3}=\frac{\sqrt{4-3x^2}}{x}$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$f(x)=-\frac{1}{5\sqrt3}\tan^{-1}\left(\frac{\sqrt3\sqrt{4-3x^2}}{5x}\right)+C$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$x\to0^{+}$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argument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$C=\frac{1}{5\sqrt3}\cdot\frac{\pi}{2}$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$f(1)=\frac{1}{5\sqrt3}\left(\frac{\pi}{2}-\tan^{-1}\frac{\sqrt3}{5}\right)=\frac{1}{5\sqrt3}\cot^{-1}\frac{\sqrt3}{5}=\frac{1}{5\sqrt3}\tan^{-1}\frac{5}{\sqrt3}$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$\frac{1}{\alpha\beta}\tan^{-1}\frac{\alpha}{\beta}$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$\alpha^2+\beta^2=25+3=28$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makes the integrand exactly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automatically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$t=\frac{x}{\sqrt{4-3x^2}}$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makes the integrand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$\frac{dt}{3+25t^2}$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automatically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$t=\frac{x}{\sqrt{4-3x^2}}$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$dt=\frac{4}{(4-3x^2)^{3/2}}dx$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$dx=\frac{(4-3x^2)^{3/2}}{4}dt$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$t^2=\frac{x^2}{4-3x^2}$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$x^2=\frac{4t^2}{1+3t^2}$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$4-3x^2=\frac{4}{1+3t^2}$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$3+4x^2=\frac{3+25t^2}{1+3t^2}$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$\frac{dx}{(3+4x^2)\sqrt{4-3x^2}}=\frac{(4-3x^2)}{4(3+4x^2)}dt=\frac{\frac{4}{1+3t^2}}{4\cdot\frac{3+25t^2}{1+3t^2}}dt=\frac{dt}{3+25t^2}$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$f=\int\frac{dt}{3+25t^2}=\frac{1}{5\sqrt3}\tan^{-1}\frac{5t}{\sqrt3}+C$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$f(1)=\frac{1}{5\sqrt3}\tan^{-1}\frac{5}{\sqrt3}$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followed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𝑟𝑎𝑑𝑖𝑐𝑎𝑛𝑑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rationalises it;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(differentiated numerically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matches).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used to put the answer in the form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Initial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an expression that is singular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imposed as a one-sided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$\int\frac{dx}{(a+bx^2)\sqrt{c-dx^2}}$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$t=\frac{x}{\sqrt{c-dx^2}}$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followed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$p^2=\text{radicand}$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rationalises it;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$f(x)=\frac{1}{5\sqrt3}\tan^{-1}\frac{5x}{\sqrt3\sqrt{4-3x^2}}$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(differentiated numerically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matches).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$\int\frac{dp}{ap^2+b}=\frac{1}{\sqrt{ab}}\tan^{-1}\left(p\sqrt{\frac{a}{b}}\right)+C$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$\int\frac{dp}{3p^2+25}=\frac{1}{5\sqrt3}\tan^{-1}\frac{\sqrt3p}{5}$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$\frac{\pi}{2}-\tan^{-1}u=\tan^{-1}\frac{1}{u}$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used to put the answer in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$\tan^{-1}\frac{\alpha}{\beta}$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Initial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an expression that is singular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imposed as a one-sided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$5f(x)+4f\left(\frac{1}{x}\right)=\frac{1}{x}+3,\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$18\int_{1}^{2}f(x)dx$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$5\log_{e}2-3$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$5\log_{e}2+3$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$10\log_{e}2-6$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$10\log_{e}2+6$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799839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Functional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Definite integration of a rational function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799839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Functional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$af(x)+bf\left(\frac{1}{x}\right)=g(x)$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Definite integration of a rational function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second equation, and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second equation, and 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$f\left(\frac{1}{x}\right)$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$5f(x)+4f\left(\frac{1}{x}\right)=\frac{1}{x}+3$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$5f\left(\frac{1}{x}\right)+4f(x)=x+3$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$5\times(1)-4\times(2)$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$25f(x)-16f(x)=\frac{5}{x}+15-4x-12$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$9f(x)=\frac{5}{x}-4x+3$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$f(x)=\frac{5}{9x}-\frac{4}{9}x+\frac{1}{3}$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$\int_1^2f(x)dx=\frac{5}{9}\ln2-\frac{4}{9}\cdot\frac{3}{2}+\frac{1}{3}=\frac{5}{9}\ln2-\frac{1}{3}$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$18\int_1^2f(x)dx=18\left(\frac{5}{9}\ln2-\frac{4}{9}\cdot\frac{3}{2}+\frac{1}{3}\right)=10\ln2-6$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$10\log_{e}2-6$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both equations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unknowns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satisfy two linear equations,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both equations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unknowns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f(x)dx$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f\left(\frac{1}{x}\right)dx$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satisfy two linear equations,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(1)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(2),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$J=\int_1^2f(x)dx$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$K=\int_1^2f\left(\frac{1}{x}\right)dx$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(1)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$5J+4K=\int_1^2\left(\frac{1}{x}+3\right)dx=\ln2+3$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$5f\left(\frac{1}{x}\right)+4f(x)=x+3$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$5K+4J=\frac{3}{2}+3=\frac{9}{2}$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$5(5J+4K)-4(5K+4J)=9J=5(\ln2+3)-4\cdot\frac{9}{2}=5\ln2+15-18=5\ln2-3$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$J=\frac{5\ln2-3}{9}$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$18J=10\ln2-6$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$10\log_{e}2-6$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eliminating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both formulas).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method works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You can integrate the two equations over an interval without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(see the alternate): useful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needed explicitly.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system is dependent and extra conditions are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$af(x)+bf\left(\frac{1}{x}\right)=g(x)$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$a^2\ne 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eliminating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$f(x)=\frac{a\,g(x)-b\,g\left(\frac{1}{x}\right)}{a^2-b^2}$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$\frac{5g(x)-4g(1/x)}{9}$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$f(1)=\frac{4}{9}$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both formulas).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method works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$af(x)+bf(-x)=g(x)$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$af(x)+bf(c-x)=g(x)$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You can integrate the two equations over an interval without finding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(see the alternate): useful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needed explicitly.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$f(x)+f(1/x)=g$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system is dependent and extra conditions are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$f(x)+f(\pi-x)=\pi^{2},\ \forall 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$\int_{0}^{\pi}f(x)\sin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$2\pi^{2}$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King property of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unchanged and turns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add the two forms to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unchanged and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$f(\pi-x)$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add the two forms to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$f(x)+f(\pi-x)=\pi^2$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$I=\int_0^{\pi}f(x)\sin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$\int_0^{a}h(x)dx=\int_0^{a}h(a-x)dx$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$\sin(\pi-x)=\sin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$I=\int_0^{\pi}f(\pi-x)\sin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$2I=\int_0^{\pi}\sin x\left(f(x)+f(\pi-x)\right)dx$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$2I=\pi^{2}\int_0^{\pi}\sin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$2I=2\pi^{2}\int_0^{\pi/2}\sin x\,dx=2\pi^2\cdot1$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$I=\pi^{2}$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$\pi^{2}$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its constant part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is odd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odd part integrates to zero against the even weight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its constant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$\frac{\pi^2}{2}$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is odd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odd part integrates to zero against the even weight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$f(x)=\frac{\pi^2}{2}+h(x)$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$f(x)+f(\pi-x)=\pi^2$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$h(x)+h(\pi-x)=0$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x=\sin(\pi-x)$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$\int_0^{\pi}h(x)\sin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$\int_0^{\pi}f(x)\sin x\,dx=\frac{\pi^2}{2}\int_0^{\pi}\sin x\,dx+0=\frac{\pi^2}{2}\cdot2=\pi^2$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$\pi^{2}$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king property;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only be integrable).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Likewise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does not depend on which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chosen, so a convenient test function (such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be used to find or verify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$f(x)+f(a-x)=c$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$h(a-x)=h(x)$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$\int_0^{a}f(x)h(x)dx=\frac{c}{2}\int_0^{a}h(x)dx$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king property;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only be integrable).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Likewise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$f(x)-f(a-x)=0$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$h(a-x)=-h(x)$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$f(x)+f(\pi-x)=\pi^2$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$\int_0^{\pi}\pi x\sin x\,dx=\pi\cdot\pi=\pi^2$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does not depend on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chosen, so a convenient test function (such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be used to find or verify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$x^{2}f(x)-x=4\int_{0}^{x}tf(t)dt$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$18f(3)$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Differentiation of an integral equation (Leibniz rule), Linear differential equation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integral equation to get the linear ODE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left side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integral equation to get the linear ODE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$x^2f'-2xf=1$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left side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$x^4\left(\frac{f}{x^2}\right)'$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equation: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form: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$2xf(x)+x^2f'(x)-1=4xf(x)$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$x^2\frac{dy}{dx}-2xy=1$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$\frac{dy}{dx}+\left(-\frac{2}{x}\right)y=\frac{1}{x^2}$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$e^{\int-\frac{2}{x}dx}=\frac{1}{x^2}$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$y\cdot\frac{1}{x^2}=\int\frac{1}{x^4}dx=-\frac{1}{3x^3}+c$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$y=-\frac{1}{3x}+cx^2$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$f(1)=\frac{2}{3}=-\frac{1}{3}+c$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$f(x)=x^2-\frac{1}{3x}$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$f(3)=9-\frac{1}{9}=\frac{80}{9}$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$18f(3)=160$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$160$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integral equation directly: find a power-law particular solution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homogeneous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equation is linear).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integral equation directly: find a power-law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$\frac{B}{x}$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homogeneous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equation is linear).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solution of the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Particular solution: 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equation reads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$x^2f(x)-4\int_0^xtf(t)dt=x$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$f=cx^2$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$x^2\cdot cx^2-4c\int_0^xt^3dt=cx^4-cx^4=0$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solution of the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Particular solution: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$f=\frac{B}{x}$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$tf(t)=B$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equation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$Bx-x=4Bx$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first order after differentiation, so its general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first order after differentiation, so its general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$f(x)=-\frac{1}{3x}+cx^2$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$18f(3)=18\left(9-\frac{1}{9}\right)=162-2=160$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$160$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(quotient rule in disguise).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equation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by differentiating; the original equation (at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the initial value) supplies the constant, and always check the result back in the original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$y'+P(x)y=Q(x)$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$P=-\frac{2}{x}$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$\left(\frac{y}{x^2}\right)'=\frac{1}{x^4}$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(quotient rule in disguise).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$\int_0^xh(t)dt=\Phi(x)$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by differentiating; the original equation (at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the initial value) supplies the constant, and always check the result back in the original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power-law solutions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homogeneous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$x^2f-x$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$4\int_0^1\left(t^3-\frac{1}{3}\right)dt=4\left(\frac{1}{4}-\frac{1}{3}\right)=-\frac{1}{3}$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$\int_0^xt^{k}dt=\frac{x^{k+1}}{k+1}$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power-law solutions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$f=cx^{2}$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$x^2f=4\int_0^xtf$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satisfying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$\int_{0}^{t^{2}}\left(f(x)+x^{2}\right)dx=\frac{4}{3}t^{3},\ \forall 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$f\left(\frac{\pi^{2}}{4}\right)$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$\left(1-\pi\left(1+\frac{\pi^{3}}{16}\right)\right)$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$-\pi\left(1-\frac{\pi^{2}}{16}\right)$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$\pi^{2}\left(1-\frac{\pi^{3}}{16}\right)$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$\pi\left(1-\frac{\pi^{3}}{16}\right)$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Differentiation under the integral sign (Leibniz rule)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both sides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upper limit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contributes the chain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both sides with respect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upper limit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contributes the chain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w.r.t.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 rule):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$\int_0^{t^2}\left(f(x)+x^2\right)dx=\frac{4}{3}t^3$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w.r.t.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 rule):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$\left(f(t^2)+t^4\right)\cdot2t=4t^2$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$f(t^2)+t^4=2t$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$f(t^2)=2t-t^4$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$t^2=\frac{\pi^2}{4}$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$f\left(\frac{\pi^2}{4}\right)=\frac{2\pi}{2}-\frac{\pi^4}{16}$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$=\pi-\frac{\pi^4}{16}=\pi\left(1-\frac{\pi^3}{16}\right)$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$\pi\left(1-\frac{\pi^{3}}{16}\right)$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upper limit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so the right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no chain rule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upper limit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$u=t^{2}$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so the right side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$\frac{4}{3}u^{3/2}$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no chain rule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condition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w.r.t.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condition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$\int_0^{u}\left(f(x)+x^2\right)dx=\frac{4}{3}u^{3/2}$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w.r.t.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$f(u)+u^2=\frac{4}{3}\cdot\frac{3}{2}u^{1/2}=2\sqrt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$f(u)=2\sqrt u-u^2$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$u=\frac{\pi^2}{4}$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$f=2\cdot\frac{\pi}{2}-\frac{\pi^4}{16}=\pi\left(1-\frac{\pi^3}{16}\right)$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$\pi\left(1-\frac{\pi^{3}}{16}\right)$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one most often forgotten.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removes the chain rule: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the identity valid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$\frac{d}{dt}\int_{a}^{g(t)}h(x)dx=h(g(t))\,g'(t)$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one most often forgotten.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removes the chain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$\int_0^uh=\frac{4}{3}u^{3/2}$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$h(u)=2\sqrt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$f(u)=2\sqrt u-u^2$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$\int_0^{1}\left(f+x^2\right)dx=\int_0^12\sqrt x\,dx=\frac{4}{3}$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the identity valid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$\int_{-\log_{e}2}^{\log_{e}2}e^{x}\left(\log_{e}\left(e^{x}+\sqrt{1+e^{2x}}\right)\right)dx$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$\log_{e}\left(\frac{2(2+\sqrt5)}{\sqrt{1+\sqrt5}}\right)-\frac{\sqrt5}{2}$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$\log_{e}\left(\frac{\sqrt2(2+\sqrt5)^{2}}{\sqrt{1+\sqrt5}}\right)-\frac{\sqrt5}{2}$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$\log_{e}\left(\frac{(2+\sqrt5)^{2}}{\sqrt{1+\sqrt5}}\right)+\frac{\sqrt5}{2}$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$\log_{e}\left(\frac{\sqrt2(3-\sqrt5)^{2}}{\sqrt{1+\sqrt5}}\right)+\frac{\sqrt5}{2}$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by substitution and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substitution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absorbs the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leaves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done by parts.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absorbs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leaves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$\int\ln\left(t+\sqrt{1+t^2}\right)dt$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done by parts.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$x=\mp\ln2$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$t=\frac{1}{2},2$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$I=\int_{1/2}^{2}\ln\left(t+\sqrt{1+t^2}\right)dt$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 function: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rad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rad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 function: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$I=\left[t\ln\left(t+\sqrt{t^2+1}\right)\right]_{1/2}^{2}-\int_{1/2}^{2}\frac{t}{\sqrt{t^2+1}}dt$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$I=\left[t\ln\left(t+\sqrt{t^2+1}\right)-\sqrt{t^2+1}\right]_{1/2}^{2}$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$2\ln\left(2+\sqrt5\right)-\sqrt5$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the logarithms: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e>
                                    </m:rad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$\frac{1}{2}\ln\left(\frac{1}{2}+\frac{\sqrt5}{2}\right)-\frac{\sqrt5}{2}$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$I=2\ln\left(2+\sqrt5\right)-\sqrt5-\frac{1}{2}\ln\frac{1+\sqrt5}{2}+\frac{\sqrt5}{2}=2\ln\left(2+\sqrt5\right)-\frac{1}{2}\ln\frac{1+\sqrt5}{2}-\frac{\sqrt5}{2}$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the logarithms: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$I=\ln\left(\frac{\sqrt2\left(2+\sqrt5\right)^2}{\sqrt{1+\sqrt5}}\right)-\frac{\sqrt5}{2}$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$\log_{e}\left(\frac{\sqrt2(2+\sqrt5)^{2}}{\sqrt{1+\sqrt5}}\right)-\frac{\sqrt5}{2}$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reduces the integral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$\ln\left(t+\sqrt{1+t^2}\right)=\sinh^{-1}t$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$t=\sinh 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reduces the integral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y\cosh y\,dy$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cosh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$I=\int_{1/2}^{2}\sinh^{-1}t\,dt$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$t=\sinh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$dt=\cosh 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$y_1=\sinh^{-1}\frac{1}{2}=\ln\frac{1+\sqrt5}{2}$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$y_2=\sinh^{-1}2=\ln\left(2+\sqrt5\right)$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$I=\int_{y_1}^{y_2}y\cosh y\,dy=\left[y\sinh y-\cosh y\right]_{y_1}^{y_2}$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value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e>
                                    </m:rad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 y_2=2$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$\cosh y_2=\sqrt5$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$2\ln\left(2+\sqrt5\right)-\sqrt5$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 y_1=\frac{1}{2}$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$\cosh y_1=\frac{\sqrt5}{2}$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$\frac{1}{2}\ln\frac{1+\sqrt5}{2}-\frac{\sqrt5}{2}$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$I=2\ln\left(2+\sqrt5\right)-\frac{1}{2}\ln\frac{1+\sqrt5}{2}-\frac{\sqrt5}{2}=\ln\left(\frac{\sqrt2\left(2+\sqrt5\right)^2}{\sqrt{1+\sqrt5}}\right)-\frac{\sqrt5}{2}$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$\log_{e}\left(\frac{\sqrt2(2+\sqrt5)^{2}}{\sqrt{1+\sqrt5}}\right)-\frac{\sqrt5}{2}$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analogously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but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symmetric, so evaluate with the antiderivative.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Useful values: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integrand contains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factor and is otherwise a function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(limits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$\ln\left(x+\sqrt{1+x^2}\right)=\sinh^{-1}x$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$\int\sinh^{-1}x\,dx=x\sinh^{-1}x-\sqrt{1+x^2}+C$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analogously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$\int\cosh^{-1}x\,dx=x\cosh^{-1}x-\sqrt{x^2-1}+C$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$\int_{-a}^{a}\sinh^{-1}x\,dx=0$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$\int_{1/2}^{2}$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symmetric, so evaluate with the antiderivative.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Useful 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$\sinh^{-1}2=\ln\left(2+\sqrt5\right)$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$\sinh^{-1}\frac{1}{2}=\ln\frac{1+\sqrt5}{2}$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$\sinh\left(\ln\frac{1+\sqrt5}{2}\right)=\frac{1}{2}$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integrand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factor and is otherwise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(limits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$\mp\ln2\to\frac{1}{2},2$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continuous function satisfying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continuous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$\int_{0}^{\pi/2}f(\sin2x)\sin x\,dx+\alpha\int_{0}^{\pi/4}f(\cos2x)\cos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(reflection and shift)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map both halves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$\left[0,\frac{\pi}{2}\right]$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map both halves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$f(\cos2x)$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$\sin\left(\frac{\pi}{4}-x\right)+\sin\left(\frac{\pi}{4}+x\right)=\sqrt2\cos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condition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apply the king property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$\int_0^{\pi/2}=\int_0^{\pi/4}+\int_{\pi/4}^{\pi/2}$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$\int_0^{\pi/4}f(\sin2x)\sin x\,dx+\int_{\pi/4}^{\pi/2}f(\sin2x)\sin x\,dx+\alpha\int_0^{\pi/4}f(\cos2x)\cos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apply the king property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$\left[0,\frac{\pi}{4}\right]$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$x\to\frac{\pi}{4}-x$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$f\left(\sin\left(\frac{\pi}{2}-2x\right)\right)\sin\left(\frac{\pi}{4}-x\right)=f(\cos2x)\sin\left(\frac{\pi}{4}-x\right)$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$x-\frac{\pi}{4}=t$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$t\in\left[0,\frac{\pi}{4}\right]$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$\sin2x=\sin\left(\frac{\pi}{2}+2t\right)=\cos2t$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x=\sin\left(\frac{\pi}{4}+t\right)$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three integrals are over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this to hold for every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integral is non-zero in general),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three integrals are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$\left[0,\frac{\pi}{4}\right]$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$f(\cos2x)$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$\int_0^{\pi/4}f(\cos2x)\left[\sin\left(\frac{\pi}{4}-x\right)+\sin\left(\frac{\pi}{4}+x\right)+\alpha\cos x\right]dx=0$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$\sin\left(\frac{\pi}{4}-x\right)+\sin\left(\frac{\pi}{4}+x\right)=2\sin\frac{\pi}{4}\cos x=\sqrt2\cos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$\left(\alpha+\sqrt2\right)\int_0^{\pi/4}f(\cos2x)\cos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this to hold for every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integral is non-zero in general),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identity must hold for every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test it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identity must hold for every continuous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test it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$f(u)=u$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(continuous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condition must still hold.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(continuous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condition must still hold.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$\int_0^{\pi/2}\sin2x\sin x\,dx=\int_0^{\pi/2}2\sin^2x\cos x\,dx=\left[\frac{2}{3}\sin^3x\right]_0^{\pi/2}=\frac{2}{3}$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$\int_0^{\pi/4}\cos2x\cos x\,dx=\int_0^{\pi/4}\left(1-2\sin^2x\right)\cos x\,dx=\left[\sin x-\frac{2}{3}\sin^3x\right]_0^{\pi/4}=\frac{\sqrt2}{2}-\frac{2}{3}\cdot\frac{\sqrt2}{4}=\frac{\sqrt2}{3}$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numerically: the left side vanishes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confirming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$\frac{2}{3}+\alpha\frac{\sqrt2}{3}=0$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$\alpha=-\frac{2}{\sqrt2}=-\sqrt2$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$f(u)=u^2+u+3$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numerically: the left side vanishes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confirming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integrals over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point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swaps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itself, so splitting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reflecting each half is the natural move.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condition holds for every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convenient test function gives the parameter (see the alternate): the answer cannot depend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shift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halves land on the same integrand.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$\sin(a-x)+\sin(a+x)=2\sin a\cos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integrals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$f(\sin2x)$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$x\mapsto\frac{\pi}{2}-x$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swaps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itself, so splitting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reflecting each half is the natural move.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condition holds for every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convenient test function gives the parameter (see the alternate): the answer cannot depend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shift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$x=\frac{\pi}{4}+t$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$x\to\frac{\pi}{4}-x$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halves land on the same integrand.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p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min</m:t>
                                  </m:r>
                                  <m:d>
                                    <m:dPr>
                                      <m:begChr m:val="{"/>
                                      <m:sepChr m:val=""/>
                                      <m:endChr m:val="}"/>
                                      <m:grow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p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p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 </m:t>
                                      </m:r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e>
                                  </m:d>
                                </m:sup>
                              </m:sSup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∈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mr>
                          <m:mr>
                            <m:e>
                              <m:sSup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[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log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]</m:t>
                                  </m:r>
                                </m:sup>
                              </m:sSup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∈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$f:[0,2]\to\mathbb{R}$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$f(x)=\begin{cases}e^{\min\left\{x^{2},\,x-[x]\right\}}, &amp; x\in[0,1)\\ e^{[x-\log_{e}x]}, &amp; x\in[1,2]\end{cases}$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$\int_{0}^{2}xf(x)dx$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$1+\frac{3e}{2}$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$(e-1)\left(e^{2}+\frac{1}{2}\right)$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Greatest integer and minimum functions in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Simplify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min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Simplify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$\min\left\{x^2,x\right\}=x^2$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$\left[x-\ln x\right]=1$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$x-[x]=x$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$x^2\le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$\min\left\{x^2,x\right\}=x^2$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$g(x)=x-\ln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$g'(x)=1-\frac{1}{x}\ge0$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$g(2)=2-\ln2\approx1.31&lt;2$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g(x)&lt;2$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$[x-\ln 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$f(x)=e^{1}=e$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$\int_0^2xf(x)dx=\int_0^1xe^{x^2}dx+\int_1^2x\cdot e\,dx$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$\int_0^1xe^{x^2}dx=\left[\frac{e^{x^2}}{2}\right]_0^1=\frac{e-1}{2}$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$e\int_1^2x\,dx=e\cdot\frac{4-1}{2}=\frac{3e}{2}$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$\frac{e-1}{2}+\frac{3e}{2}=2e-\frac{1}{2}$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$2e-\frac{1}{2}$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compare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reverse holds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its range on an interval.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greatest-integer integrand, first find the range of the inside function over the interval and note where it crosses integers; here it never reaches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half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$x^2\le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reverse holds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x\le 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$x-\ln 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its range on an interval.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greatest-integer integrand, first find the range of the inside function over the interval and note where it crosses integers; here it never reaches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xe^{x^2}dx=\frac{1}{2}e^{x^2}+C$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half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2414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 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 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Only (S2)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Both (S1) and (S2)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(S1)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(S1) and (S2) are false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2414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 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$\lim_{n\to\infty}\frac{1}{n^{2}}\left(2+4+6+\cdots+2n\right)=1$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 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$\lim_{n\to\infty}\frac{1}{n^{16}}\left(1^{15}+2^{15}+3^{15}+\cdots+n^{15}\right)=\frac{1}{16}$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Only (S2)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Both (S1) and (S2)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(S1)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(S1) and (S2) are false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(S1) is an arithmetic sum; (S2) is a Riemann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(S1) is an arithmetic sum; (S2) is a Riemann sum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$\frac{1}{n}\sum\left(\frac{r}{n}\right)^{15}\to\int_0^1x^{15}dx$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532376"/>
                <a:ext cx="10725912" cy="214274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532376"/>
                <a:ext cx="10725912" cy="214274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$2+4+\cdots+2n=n(n+1)$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$\lim_{n\to\infty}\frac{n(n+1)}{n^2}=1$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$\lim_{n\to\infty}\frac{1}{n^{16}}\sum r^{15}=\lim_{n\to\infty}\frac{1}{n}\sum_{r=1}^{n}\left(\frac{r}{n}\right)^{15}$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a Riemann sum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a Riemann sum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$\int_0^1x^{15}dx=\frac{1}{16}$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Both (S1) and (S2) are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an increasing integrand, squeeze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an increasing integrand, squeeze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r^{15}$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$\int_0^nx^{15}dx$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$\int_1^{n+1}x^{15}dx$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 is exactly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(S2),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 is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$\frac{n(n+1)}{n^2}\to1$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(S2),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$\int_{r-1}^{r}x^{15}dx\le r^{15}\le\int_r^{r+1}x^{15}dx$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$\int_0^nx^{15}dx\le\sum_{r=1}^nr^{15}\le\int_1^{n+1}x^{15}dx$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$\frac{n^{16}}{16}\le\sum r^{15}\le\frac{(n+1)^{16}-1}{16}$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bounds tend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(S2) is true by the squeeze theorem. Both statements are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$\frac{1}{16}\le\frac{1}{n^{16}}\sum r^{15}\le\frac{1}{16}\left(\left(1+\frac{1}{n}\right)^{16}-\frac{1}{n^{16}}\right)$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bounds tend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(S2) is true by the squeeze theorem. Both statements are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Both (S1) and (S2) are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0.06255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0.0625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tests: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sums are polynomials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leading coefficient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the leading term matters in such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both give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$\lim_{n\to\infty}\frac{1}{n}\sum_{r=1}^{n}f\left(\frac{r}{n}\right)=\int_0^1f(x)dx$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$\lim\frac{1}{n^{k+1}}\sum_{r=1}^{n}r^k=\frac{1}{k+1}$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$0.06255$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$0.0625$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tests: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$1+2+\cdots+n\sim\frac{n^2}{2}$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$2+4+\cdots+2n=n(n+1)\sim 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sums are polynomials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leading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the leading term matters in such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$\frac{1}{n}\sum f\left(\frac{r}{n}\right)$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both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$\int_{0}^{\infty}\frac{6}{e^{3x}+6e^{2x}+11e^{x}+6}dx=$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$\log_{e}\left(\frac{256}{81}\right)$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$\log_{e}\left(\frac{512}{81}\right)$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$\log_{e}\left(\frac{32}{27}\right)$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$\log_{e}\left(\frac{64}{27}\right)$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Substitution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partial fractions in definite integration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partial fractions in definite integration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denominator factors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is a rational function that splits into four partial fractions.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denominator factors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$t(t+1)(t+2)(t+3)$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is a rational function that splits into four partial fractions.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$\frac{6\,dx}{e^{3x}+6e^{2x}+11e^x+6}=\frac{6\,dt}{t\left(t^3+6t^2+11t+6\right)}$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fraction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upper value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$t^3+6t^2+11t+6=(t+1)(t+2)(t+3)$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$I=\int_1^{\infty}\frac{6}{t(t+1)(t+2)(t+3)}dt$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$\frac{1}{t(t+1)(t+2)(t+3)}=\frac{A}{t}+\frac{B}{t+1}+\frac{C}{t+2}+\frac{D}{t+3}$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$I=6\int_1^{\infty}\left(\frac{1}{6t}-\frac{1}{2(t+1)}+\frac{1}{2(t+2)}-\frac{1}{6(t+3)}\right)dt$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$I=\left[\ln t-3\ln(t+1)+3\ln(t+2)-\ln(t+3)\right]_1^{\infty}=\left[\ln\frac{t(t+2)^3}{(t+1)^3(t+3)}\right]_1^{\infty}$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fraction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upper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$\ln\frac{1\cdot3^3}{2^3\cdot4}=\ln\frac{27}{32}$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$I=0-\ln\frac{27}{32}=\ln\frac{32}{27}$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$\log_{e}\left(\frac{32}{27}\right)$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telescoping identity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again for the three-factor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telescoping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$\frac{1}{t(t+1)(t+2)(t+3)}=\frac{1}{3}\left[\frac{1}{t(t+1)(t+2)}-\frac{1}{(t+1)(t+2)(t+3)}\right]$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again for the three-factor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$I=6\int_1^\infty\frac{dt}{t(t+1)(t+2)(t+3)}$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$\frac{1}{t(t+1)(t+2)(t+3)}=\frac{1}{3}\left[\frac{1}{t(t+1)(t+2)}-\frac{1}{(t+1)(t+2)(t+3)}\right]$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$\frac{(t+3)-t}{t(t+1)(t+2)(t+3)}=\frac{3}{t(t+1)(t+2)(t+3)}$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Again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$\frac{1}{t(t+1)(t+2)}=\frac{1}{2}\left[\frac{1}{t(t+1)}-\frac{1}{(t+1)(t+2)}\right]$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$\int_1^\infty\frac{dt}{(t+a)(t+a+1)}=\ln\frac{a+2}{a+1}$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$a=0,1,2$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$\int_1^\infty\frac{dt}{t(t+1)(t+2)}=\frac{1}{2}\left(\ln2-\ln\frac{3}{2}\right)=\frac{1}{2}\ln\frac{4}{3}$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$\int_1^\infty\frac{dt}{(t+1)(t+2)(t+3)}=\frac{1}{2}\left(\ln\frac{3}{2}-\ln\frac{4}{3}\right)=\frac{1}{2}\ln\frac{9}{8}$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$I=6\cdot\frac{1}{3}\left[\frac{1}{2}\ln\frac{4}{3}-\frac{1}{2}\ln\frac{9}{8}\right]=\ln\frac{4}{3}\cdot\frac{8}{9}=\ln\frac{32}{27}$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$\log_{e}\left(\frac{32}{27}\right)$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⋯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⋯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(telescoping);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Residue formula for simple poles: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coefficient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nary>
                          <m:naryPr>
                            <m:chr m:val="∏"/>
                            <m:limLoc m:val="undOvr"/>
                            <m:subHide m:val="off"/>
                            <m:sup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≠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$\frac{1}{t(t+1)\cdots(t+k)}=\frac{1}{k}\left[\frac{1}{t(t+1)\cdots(t+k-1)}-\frac{1}{(t+1)\cdots(t+k)}\right]$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(telescoping);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$\frac{1}{24}=\frac{1}{3}\left(\frac{1}{6}-\frac{1}{24}\right)$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Residue formula for simple poles: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$\frac{1}{t(t+1)(t+2)(t+3)}$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$\frac{1}{\prod_{j\ne i}(a_i-a_j)}$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$t=a_i$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$\frac{1}{6},-\frac{1}{2},\frac{1}{2},-\frac{1}{6}$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rational function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integrated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denominator is a cubic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look for the factorisation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pair-sum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$\int_1^\infty\frac{dt}{(t+a)(t+a+1)}=\ln\frac{a+2}{a+1}$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$a=0,1,2$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rational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integrated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denominator is a cubic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look for the factorisation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$(e^x+1)(e^x+2)(e^x+3)$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pair-sum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nary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nary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49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$\frac{e^{-\frac{\pi}{4}}+\int_{0}^{\frac{\pi}{4}}e^{-x}\tan^{50}x\,dx}{\int_{0}^{\frac{\pi}{4}}e^{-x}\left(\tan^{49}x+\tan^{51}x\right)dx}$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parts in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one integration by parts reproduces the numerator.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$\tan^{49}x+\tan^{51}x=\tan^{49}x\sec^2x$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one integration by parts reproduces the numerator.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(numerator)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(denominator).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parts, taking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first function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second (its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50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50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$I_1=e^{-\pi/4}+\int_{0}^{\pi/4}e^{-x}\tan^{50}x\,dx$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$I_2=\int_{0}^{\pi/4}e^{-x}\left(\tan^{49}x+\tan^{51}x\right)dx$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(denominator).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$I_2=\int_{0}^{\pi/4}e^{-x}\tan^{49}x\left(1+\tan^2x\right)dx=\int_{0}^{\pi/4}e^{-x}\tan^{49}x\,\sec^2x\,dx$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parts, 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first function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$\tan^{49}x\sec^2x$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second (its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$\frac{\tan^{50}x}{50}$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$I_2=\left[e^{-x}\frac{\tan^{50}x}{50}\right]_{0}^{\pi/4}+\frac{1}{50}\int_{0}^{\pi/4}e^{-x}\tan^{50}x\,dx$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$\frac{d}{dx}e^{-x}=-e^{-x}$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limits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$\tan\frac{\pi}{4}=1$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$\frac{e^{-\pi/4}}{50}$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$I_2=\frac{e^{-\pi/4}}{50}+\frac{1}{50}\int_{0}^{\pi/4}e^{-x}\tan^{50}x\,dx=\frac{I_1}{50}$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$\frac{I_1}{I_2}=50$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product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its derivative contains exactly the numerator integrand and the denominator integrand.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product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$e^{-x}\tan^{50}x$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its derivative contains exactly the numerator integrand and the denominator integrand.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$F(x)=e^{-x}\tan^{50}x$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$F'(x)=-e^{-x}\tan^{50}x+50\,e^{-x}\tan^{49}x\sec^2x$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$\tan^{49}x\sec^2x=\tan^{49}x+\tan^{51}x$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$F'(x)=-e^{-x}\tan^{50}x+50\,e^{-x}\left(\tan^{49}x+\tan^{51}x\right)$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Verified numerically: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50.0000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$F\!\left(\frac{\pi}{4}\right)-F(0)=e^{-\pi/4}=-\int_{0}^{\pi/4}e^{-x}\tan^{50}x\,dx+50\,I_2$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$50\,I_2=e^{-\pi/4}+\int_{0}^{\pi/4}e^{-x}\tan^{50}x\,dx=I_1$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$\frac{I_1}{I_2}=50$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Verified numerically: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$50.0000$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example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by-parts identity: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new integral comes back with a plus sign: this is the recognition cue for questions of the type 'numerator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denominator'.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Instead of integrating by parts, differentiate the product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integrate: the same relation appears without choosing first and second functions.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$\tan^{n-1}x+\tan^{n+1}x=\tan^{n-1}x\sec^2x=\frac{d}{dx}\frac{\tan^{n}x}{n}$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example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$\int_{0}^{\pi/4}\left(\tan^{2}x+\tan^{4}x\right)dx=\frac13$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by-parts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$\int_{0}^{\pi/4}h(x)\tan^{n-1}x\sec^2x\,dx=\frac{h(\pi/4)}{n}-\frac{1}{n}\int_{0}^{\pi/4}h'(x)\tan^{n}x\,dx$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$h'=-h$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new integral comes back with a plus sign: this is the recognition cue for questions of the type 'numerator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denominator'.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Instead of integrating by parts, differentiate the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$e^{-x}\tan^{n}x$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integrate: the same relation appears without choosing first and second functions.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$\int_{0}^{1}\frac{1}{\left(5+2x-2x^{2}\right)\left(1+e^{(2-4x)}\right)}dx=\frac{1}{\alpha}\log_{e}\left(\frac{\alpha+1}{\beta}\right)$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$\alpha^{4}-\beta^{4}$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King property and integral of reciprocal of a quadratic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quadratic is unchanged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its reciprocal, so adding kills the exponential.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Under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$x\to1-x$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quadratic is unchanged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$e^{2-4x}$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its reciprocal, so adding kills the exponential.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$I=\int_{0}^{1}\frac{dx}{\left(5+2x-2x^2\right)\left(1+e^{2-4x}\right)}$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$5+2(1-x)-2(1-x)^2=5+2x-2x^2$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$2-4(1-x)=4x-2$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$\frac{1}{1+e^{4x-2}}=\frac{e^{2-4x}}{1+e^{2-4x}}$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$I=\int_{0}^{1}\frac{e^{2-4x}\,dx}{\left(5+2x-2x^2\right)\left(1+e^{2-4x}\right)}$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$2I=\int_{0}^{1}\frac{dx}{5+2x-2x^2}$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$1+e^{2-4x}$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$5+2x-2x^2=2\left[\frac{11}{4}-\left(x-\frac12\right)^2\right]$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ad>
                                          <m:radPr>
                                            <m:degHide m:val="on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radPr>
                                          <m:deg/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11</m:t>
                                            </m:r>
                                          </m:e>
                                        </m:rad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11</m:t>
                                        </m:r>
                                      </m:e>
                                    </m:rad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num>
                              <m:den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11</m:t>
                                        </m:r>
                                      </m:e>
                                    </m:rad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$2I=\frac12\int_{0}^{1}\frac{dx}{\left(\frac{\sqrt{11}}{2}\right)^2-\left(x-\frac12\right)^2}=\frac12\cdot\frac{1}{\sqrt{11}}\left[\ln\frac{\frac{\sqrt{11}}{2}+x-\frac12}{\frac{\sqrt{11}}{2}-x+\frac12}\right]_{0}^{1}$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$\ln\frac{\sqrt{11}+1}{\sqrt{11}-1}-\ln\frac{\sqrt{11}-1}{\sqrt{11}+1}=2\ln\frac{\sqrt{11}+1}{\sqrt{11}-1}=2\ln\frac{(\sqrt{11}+1)^2}{10}=4\ln\frac{\sqrt{11}+1}{\sqrt{10}}$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$I=\frac{1}{\sqrt{11}}\ln\left(\frac{\sqrt{11}+1}{\sqrt{10}}\right)$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$\alpha^4-\beta^4=121-100=21$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symmetric interval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symmetric interval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$u=x-\frac12$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$\int_{-a}^{a}\frac{h(u)}{1+e^{ku}}du=\int_{0}^{a}h(u)\,du$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 Pairing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$2-4x=-4u$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$5+2x-2x^2=\frac{11}{2}-2u^2$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$I=\int_{-1/2}^{1/2}\frac{du}{\left(\frac{11}{2}-2u^2\right)\left(1+e^{-4u}\right)}$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$h(u)=\frac{1}{\frac{11}{2}-2u^2}$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 Pairing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$\frac{1}{1+e^{-4u}}+\frac{1}{1+e^{4u}}=1$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$I=\int_{0}^{1/2}h(u)\,du=\int_{0}^{1/2}\frac{du}{\frac{11}{2}-2u^2}=\frac12\int_{0}^{1/2}\frac{du}{\frac{11}{4}-u^2}$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11</m:t>
                                        </m:r>
                                      </m:e>
                                    </m:rad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num>
                              <m:den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11</m:t>
                                        </m:r>
                                      </m:e>
                                    </m:rad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0.0938247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$=\frac12\cdot\frac{1}{\sqrt{11}}\left[\ln\frac{\frac{\sqrt{11}}{2}+u}{\frac{\sqrt{11}}{2}-u}\right]_{0}^{1/2}=\frac{1}{2\sqrt{11}}\ln\frac{\sqrt{11}+1}{\sqrt{11}-1}=\frac{1}{\sqrt{11}}\ln\frac{\sqrt{11}+1}{\sqrt{10}}$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$I=0.0938247$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$\alpha^4-\beta^4=21$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0.4352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king form: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$\int_{-a}^{a}\frac{h(u)}{1+e^{ku}}du=\int_{0}^{a}h(u)\,du=\frac12\int_{-a}^{a}h(u)\,du$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$h=\frac{1}{2+u^2}$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$0.4352$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king form: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$f(a+b-x)=f(x)$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$g(a+b-x)=-g(x)$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$\int_{a}^{b}\frac{f(x)}{1+e^{g(x)}}dx=\frac12\int_{a}^{b}f(x)\,dx$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$f=\frac{1}{5+2x-2x^2}$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$g=2-4x$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used to match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cue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will leave it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$\int\frac{dx}{A^2-u^2}=\frac{1}{2A}\ln\left|\frac{A+u}{A-u}\right|+C$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$\ln\frac{p+1}{p-1}=2\ln\frac{p+1}{\sqrt{p^2-1}}$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used to match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$\ln\frac{\alpha+1}{\beta}$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$x=\frac{a+b}{2}$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$5+2x-2x^2$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cue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a+b-x$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will leave it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times),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$f(x)=\frac{x}{\left(1+x^{n}\right)^{\frac1n}}$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$x\in\mathbb{R}-\{-1\}$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$f^{n}(x)=(f\circ f\circ\cdots\circ f)(x)$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$\lim_{n\to\infty}\int_{0}^{1}x^{n-2}\left(f^{n}(x)\right)dx$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Composition of functions, Definite integral with substitution and limit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Composing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itself adds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bracket each time: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Composing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itself adds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bracket each time: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$f^{k}(x)=\frac{x}{(1+kx^n)^{1/n}}$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bracket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 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$f(f(x))=\frac{x}{\left(1+2x^{n}\right)^{1/n}}$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bracket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$1+x^n+x^n$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$f(f(f(x)))=\frac{x}{\left(1+3x^{n}\right)^{1/n}}$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$f^{n}(x)=\frac{x}{\left(1+n\,x^{n}\right)^{1/n}}$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den>
                                    </m:f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$\lim_{n\to\infty}\int_{0}^{1}\frac{x^{n-2}\cdot x\,dx}{\left(1+nx^n\right)^{1/n}}=\lim_{n\to\infty}\int_{0}^{1}\frac{x^{n-1}dx}{\left(1+nx^n\right)^{1/n}}$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$1+nx^{n}=t$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$n^2x^{n-1}dx=dt$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$x^{n-1}dx=\frac{dt}{n^2}$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$\lim_{n\to\infty}\frac{1}{n^2}\int_{1}^{1+n}t^{-1/n}dt=\lim_{n\to\infty}\frac{1}{n^2}\left[\frac{t^{1-\frac1n}}{1-\frac1n}\right]_{1}^{1+n}$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ℎ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expanding, the numerator grows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denominator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original variable: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the denominator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$=\lim_{n\to\infty}\frac{1}{n(n-1)}\left((1+n)^{\frac{n-1}{n}}-1\right)$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$n=\frac1h$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$\lim_{h\to0}\frac{\left(1+\frac1h\right)^{1-h}-1}{\frac1h\cdot\frac{1-h}{h}}$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expanding, the numerator grows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denominator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$\frac{1}{h^2}$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original variable: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$(1+n)^{-1/n}\to1$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$\sim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$\sim 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Squeeze: the bracket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is at most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Squeeze: the bracket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$(1+nx^n)^{1/n}\ge1$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is at most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$x^{n-1}$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$\frac1n\to0$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main solution,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main solution,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$f^{n}(x)=\frac{x}{(1+nx^n)^{1/n}}$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$\frac{x^{n-1}}{(1+nx^n)^{1/n}}$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$nx^n\ge0$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$(1+nx^n)^{1/n}\ge1$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$0\le\frac{x^{n-1}}{(1+nx^n)^{1/n}}\le x^{n-1}$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the sandwich theorem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(Numerically: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0.0851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0.00099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$0\le\int_{0}^{1}\frac{x^{n-1}dx}{(1+nx^n)^{1/n}}\le\int_{0}^{1}x^{n-1}dx=\frac1n$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the sandwich theorem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(Numerically: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$0.0851$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$0.00099$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(induction: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whatever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is,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Sandwich shortcut: when a limit of integrals has an integrand bounded above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Mass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concentrates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matters only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$f(x)=\frac{x}{(1+x^n)^{1/n}}$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$f^{m}(x)=\frac{x}{(1+mx^n)^{1/n}}$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(induction: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$\frac{x/(1+x^n)^{1/n}}{\left(1+\frac{x^n}{1+x^n}\right)^{1/n}}=\frac{x}{(1+2x^n)^{1/n}}$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$\int_{0}^{1}x^{n-1}\varphi(x^n)\,dx=\frac1n\int_{0}^{1}\varphi(u)\,du$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whatever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is,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Sandwich shortcut: when a limit of integrals has an integrand bounded above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$\int_0^1x^{n-1}dx=\frac1n$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Mass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concentrates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matters only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$1+nx^n\approx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$\frac{2}{\pi}\int_{\pi/6}^{5\pi/6}\left(8[\operatorname{cosec}x]-5[\cot x]\right)dx$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only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$\left(\frac{\pi}{6},\frac{5\pi}{6}\right)$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value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$[\operatorname{cosec}x]$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$[\cot 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only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$I=\frac{2}{\pi}\int_{\pi/6}^{5\pi/6}\left(8[\operatorname{cosec}x]-5[\cot x]\right)dx$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$x\in\left(\frac{\pi}{6},\frac{5\pi}{6}\right)$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x&gt;\frac12$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$\operatorname{cosec}x\in[1,2)$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$[\operatorname{cosec}x]=1$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$\cot\frac{\pi}{6}=\sqrt3$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$\cot\frac{5\pi}{6}=-\sqrt3$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$1,0,-1$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$x=\frac{\pi}{4},\frac{\pi}{2},\frac{3\pi}{4}$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$[\cot 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$\left(\frac{\pi}{6},\frac{\pi}{4}\right)$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$\left(\frac{\pi}{4},\frac{\pi}{2}\right)$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$\left(\frac{\pi}{2},\frac{3\pi}{4}\right)$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$\left(\frac{3\pi}{4},\frac{5\pi}{6}\right)$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$I=\frac{2}{\pi}\left[\int_{\pi/6}^{5\pi/6}8\,dx-\int_{\pi/6}^{\pi/4}5\,dx-\int_{\pi/4}^{\pi/2}5(0)dx-\int_{\pi/2}^{3\pi/4}5(-1)dx-\int_{3\pi/4}^{5\pi/6}5(-2)dx\right]$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$\frac{5\pi}{6}-\frac{\pi}{6}=\frac{2\pi}{3}$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Bracket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Bracket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$=8\cdot\frac{2\pi}{3}-5\cdot\frac{\pi}{12}-0+5\cdot\frac{\pi}{4}+10\cdot\frac{\pi}{12}=\frac{16\pi}{3}+\frac{(-5+15+10)\pi}{12}=\frac{16\pi}{3}+\frac{5\pi}{3}=7\pi$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$I=\frac{2}{\pi}\cdot7\pi=14$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symmetry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the symmetric interval needs no breakpoints.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symmetry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$[\cot(\pi-x)]=-[\cot x]-1$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$\int[\cot 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the symmetric interval needs no breakpoints.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interval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throughout,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 only at finitely many points,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$\left(\frac{\pi}{6},\frac{5\pi}{6}\right)$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$[\operatorname{cosec}x]=1$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throughout,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$\int8[\operatorname{cosec}x]dx=\frac{16\pi}{3}$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$J=\int_{\pi/6}^{5\pi/6}[\cot x]\,dx$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$J=\int[\cot(\pi-x)]dx=\int[-\cot x]\,dx$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$[-y]=-[y]-1$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 only at finitely many points,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$J=-J-\frac{2\pi}{3}$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Matches the numerical integration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$J=-\frac{\pi}{3}$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$-5J=\frac{5\pi}{3}$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$I=\frac{2}{\pi}\left(\frac{16\pi}{3}+\frac{5\pi}{3}\right)=\frac{2}{\pi}\cdot7\pi=14$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Matches the numerical integration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over an interval symmetric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average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Strategy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monotone on the interval, so 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each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gives one breakpoint.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often be evaluated without pieces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$[-y]=-[y]-1$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$[y]+[-y]=-1$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$[y]+[-y]=0$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over an interval symmetric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$y\to-y$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average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Strategy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$\int[g(x)]dx$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monotone on the interval, so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each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gives one breakpoint.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 x=1,0,-1$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$[\operatorname{cosec}x]=1$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x&gt;\frac12$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$x\in\left(\frac{\pi}{6},\frac{5\pi}{6}\right)$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$\int_{a}^{b}\left([g(x)]+[g(a+b-x)]\right)dx$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often be evaluated without pieces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$g(a+b-x)=-g(x)$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$\cot(\pi-x)=-\cot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function.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2.4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function.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$\int_{0}^{2.4}\left[x^{2}\right]dx=\alpha+\beta\sqrt2+\gamma\sqrt3+\delta\sqrt5$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$\alpha+\beta+\gamma+\delta$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jumps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split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2.4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5.76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$[x^2]$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jumps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$x=\sqrt 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$[0,2.4]$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$1,\sqrt2,\sqrt3,2,\sqrt5$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$2.4^2=5.76&lt;6$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the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jumps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2.4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2.4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$[0,2.4]$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$5.76$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the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$0,1,2,3,4,5$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jumps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$x=1,\sqrt2,\sqrt3,2,\sqrt5$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$\int_{0}^{2.4}[x^2]dx=\int_{0}^{1}0\,dx+\int_{1}^{\sqrt2}1\,dx+\int_{\sqrt2}^{\sqrt3}2\,dx+\int_{\sqrt3}^{2}3\,dx+\int_{2}^{\sqrt5}4\,dx+\int_{\sqrt5}^{2.4}5\,dx$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$=0+(\sqrt2-1)+2(\sqrt3-\sqrt2)+3(2-\sqrt3)+4(\sqrt5-2)+5(2.4-\sqrt5)$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Coefficient of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Of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Of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$-1+6-8+12=9$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$4-5=-1$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$9-\sqrt2-\sqrt3-\sqrt5$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$\beta=\gamma=\delta=-1$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$\alpha+\beta+\gamma+\delta=9-1-1-1=6$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b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2.4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2.4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rad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$[y]=\sum_{k\ge1}\mathbf 1[y\ge k]$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$\int_0^{2.4}[x^2]dx=\sum_{k=1}^{5}\left(2.4-\sqrt{k}\right)$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m:rPr>
                            <m:sty m:val="b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number of positive integers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2.4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𝑙𝑒𝑛𝑔𝑡ℎ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2.4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rad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 both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3.617668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$[y]=\sum_{k=1}^{\infty}\mathbf 1[y\ge k]$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number of positive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$\int_{0}^{2.4}[x^2]dx=\sum_{k\ge1}\text{length}\{x\in[0,2.4]:x^2\ge k\}=\sum_{k=1}^{5}\left(2.4-\sqrt 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$k\le5.76$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$=5(2.4)-\left(1+\sqrt2+\sqrt3+2+\sqrt5\right)=12-3-\sqrt2-\sqrt3-\sqrt5=9-\sqrt2-\sqrt3-\sqrt5$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$\beta=\gamma=\delta=-1$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$\alpha+\beta+\gamma+\delta=6$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 both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$3.617668$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formula: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increasing,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</m:rad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1.854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count of pieces: the number of breakpoints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an interval equals the number of integers crossed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list them before integrating.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the rationals, so the representation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rational coefficients is unique.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formula: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$\int_{0}^{L}[g(x)]dx=\sum_{k\ge1}\left(L-g^{-1}(k)\right)$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 g(L)$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$\int_{0}^{\sqrt N}[x^2]dx=N\sqrt N-\sum_{k=1}^{N}\sqrt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$8-(1+\sqrt2+\sqrt3+2)=5-\sqrt2-\sqrt3=1.854$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count of pieces: the number of breakpoints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an interval equals the number of integers crossed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list them before integrating.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$1,\sqrt2,\sqrt3,\sqrt5$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the rationals, so the representation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$\alpha+\beta\sqrt2+\gamma\sqrt3+\delta\sqrt5$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rational coefficients is unique.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$\alpha(m,n)=\int_{0}^{2}t^{m}(1+3t)^{n}\,dt$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$11\alpha(10,6)+18\alpha(11,5)=p\,(14)^{6}$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parts in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By parts 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produces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cancels the second term exactly.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By parts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$t^{10}(1+3t)^6$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produces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$-18\int t^{11}(1+3t)^5$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cancels the second term exactly.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 (integrable) function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$\alpha(m,n)=\int_{0}^{2}t^m(1+3t)^n\,dt$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$11\alpha(10,6)+18\alpha(11,5)$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$11\alpha(10,6)=11\int_{0}^{2}t^{10}(1+3t)^6dt$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 (integrable) function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$(1+3t)^6$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$=11\left[(1+3t)^6\cdot\frac{t^{11}}{11}\right]_{0}^{2}-11\int_{0}^{2}6(1+3t)^5\cdot3\cdot\frac{t^{11}}{11}\,dt$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$=\left[t^{11}(1+3t)^6\right]_{0}^{2}-18\int_{0}^{2}t^{11}(1+3t)^5dt$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two integrals cancel.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add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$18\alpha(11,5)=18\int_{0}^{2}t^{11}(1+3t)^5dt$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two integrals cancel.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$11\alpha(10,6)+18\alpha(11,5)=\left[t^{11}(1+3t)^6\right]_{0}^{2}=2^{11}\cdot7^6$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$2^{11}\cdot7^6=2^{5}\cdot2^{6}\cdot7^{6}=2^5(14)^6=32\,(14)^6$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integration by parts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$11t^{10}(1+3t)^6+18t^{11}(1+3t)^5$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$\frac{d}{dt}\left[t^{11}(1+3t)^6\right]$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integration by parts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quantity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quantity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$\int_{0}^{2}\left[11t^{10}(1+3t)^6+18t^{11}(1+3t)^5\right]dt$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$\frac{d}{dt}\left[t^{11}(1+3t)^6\right]=11t^{10}(1+3t)^6+t^{11}\cdot6(1+3t)^5\cdot3=11t^{10}(1+3t)^6+18t^{11}(1+3t)^5$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an exact derivative and the integral is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an exact derivative and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$\left[t^{11}(1+3t)^6\right]_{0}^{2}=2^{11}\cdot7^6$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$2^{11}\cdot7^6=2^5\cdot14^6$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$\frac{11\alpha(10,6)+18\alpha(11,5)}{14^6}=32.0$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coefficients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coefficients in the question are the cue.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another case: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'sum of two integrals with coefficients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as a product-rule derivative: the same idea gives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Beta integrals.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$\frac{d}{dt}\left[t^{m+1}(1+bt)^{n+1}\right]=(m+1)t^m(1+bt)^{n+1}+b(n+1)t^{m+1}(1+bt)^n$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$(m+1)\alpha(m,n+1)+b(n+1)\alpha(m+1,n)=\left[t^{m+1}(1+bt)^{n+1}\right]$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$3\cdot6=18$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coefficients in the question are the cue.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another case: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$3\alpha(2,4)+8\alpha(3,3)=3^4=81$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'sum of two integrals with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as a product-rule derivative: the same idea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$\int_0^1\left[m x^{m-1}(1-x)^n-nx^m(1-x)^{n-1}\right]dx=0$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Beta integrals.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0.15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$\int_{-0.15}^{0.15}\left|100x^{2}-1\right|dx=\frac{k}{3000}$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modulus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even,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100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sign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0.15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even,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$100x^2-1$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sign only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$x=0.1$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$[0,0.15]$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0.15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0.15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split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0.15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100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100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0.15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$\int_{-0.15}^{0.15}\left|100x^2-1\right|dx=2\int_{0}^{0.15}\left|100x^2-1\right|dx$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$100x^2-1&lt;0$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split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$=2\int_{0}^{0.1}\left(-100x^2+1\right)dx+2\int_{0.1}^{0.15}\left(100x^2-1\right)dx$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$=2\left[-\frac{100x^3}{3}+x\right]_{0}^{0.1}+2\left[\frac{100x^3}{3}-x\right]_{0.1}^{0.15}$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bracket: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combine).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$-\frac{1}{30}+\frac{1}{10}=\frac1{15}$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$\left(\frac{9}{80}-\frac{3}{20}\right)-\left(\frac1{30}-\frac1{10}\right)=\left(\frac{9}{80}-\frac{3}{20}\right)+\frac1{15}$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$=4\left(-\frac1{30}+\frac1{10}\right)+2\left(\frac{9}{80}-\frac{3}{20}\right)$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combine).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$=\frac{8}{30}-\frac{3}{40}=\frac{32-9}{120}=\frac{23}{120}=\frac{575}{3000}$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sign change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arithmetic uses integers and simple fractions.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$u=10x$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sign change is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arithmetic uses integers and simple fractions.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1.5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$u=10x$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$dx=\frac{du}{10}$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$\frac1{10}\int_{-1.5}^{1.5}\left|u^2-1\right|du=\frac15\int_{0}^{1.5}\left|u^2-1\right|du$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$\int_{0}^{1}(1-u^2)du=\frac23$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$\int_{1}^{1.5}(u^2-1)du=\frac{1.5^3-1}{3}-0.5=\frac{19}{24}-\frac12=\frac{7}{24}$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0.191667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$=\frac23+\frac7{24}=\frac{16+7}{24}=\frac{23}{24}$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$\frac15\cdot\frac{23}{24}=\frac{23}{120}=\frac{575}{3000}$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$0.191667$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integrands,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absolute values of even functions keep this property.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0.9583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move the root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removes decimals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find the sign changes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limits first (here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integrands,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$\int_{-a}^{a}=2\int_{0}^{a}$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absolute values of even functions keep this property.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$\int_{0}^{b}\left|x^2-a^2\right|dx=\frac{2a^3}{3}+\frac{b^3-a^3}{3}-a^2(b-a)$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$0.9583$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$\int_0^{c}|k^2x^2-1|dx$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move the root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removes decimals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$\int|g(x)|dx$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find the sign changes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limits first (here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$[0,0.15]$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$S_0(x)=x$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$S_k(x)=C_kx+k\int_{0}^{x}S_{k-1}(t)\,dt$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$C_k=1-\int_{0}^{1}S_{k-1}(x)\,dx$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$k=1,2,3,\ldots$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$S_2(3)+6C_3$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Recursively defined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needs the previous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full, so build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order.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$C_k$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needs the previous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$S_{k-1}$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full, so build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$C_1,S_1,C_2,S_2,C_3$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order.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$S_0(x)=x$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$C_1=1-\int_{0}^{1}S_0(x)dx=1-\int_{0}^{1}x\,dx=1-\frac12=\frac12$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$S_1(x)=C_1x+\int_{0}^{x}t\,dt=\frac12x+\frac{x^2}{2}=\frac{x+x^2}{2}$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$C_2=1-\int_{0}^{1}\frac{x+x^2}{2}dx=1-\frac12\left(\frac12+\frac13\right)=1-\frac5{12}=\frac7{12}$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$S_2(x)=C_2x+2\int_{0}^{x}\frac{t+t^2}{2}dt=\frac7{12}x+\left(\frac{x^2}{2}+\frac{x^3}{3}\right)=\frac{7x+6x^2+4x^3}{12}$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$S_2(3)=\frac{21+54+108}{12}=\frac{183}{12}=\frac{61}{4}$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$C_3=1-\int_{0}^{1}\frac{7x+6x^2+4x^3}{12}dx=1-\frac1{12}\left[\frac72+\frac63+\frac44\right]$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$=1-\frac1{12}\left(\frac72+3\right)=\frac{24-7-6}{24}=\frac{11}{24}$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$S_2(3)+6C_3=\frac{61}{4}+\frac{11}{4}=\frac{72}{4}=18$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definition: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polynomial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obtained by integrating monomials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consistency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definition: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$S_k'(x)=C_k+k\,S_{k-1}(x)$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polynomial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obtained by integrating monomials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$\int_0^xt^j\,dt=\frac{x^{j+1}}{j+1}$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consistency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$S_k(1)=C_k+k\int_0^1S_{k-1}=C_k+k(1-C_k)=k+(1-k)C_k$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$2-\frac7{12}=\frac{17}{12}$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$S_2(1)=\frac{7+6+4}{12}=\frac{17}{12}$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$S_3(1)$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recursive-integral questions, finish each stage completely (constant and function) before moving on; one wrong fraction propagates to the final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to remember: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(symbolic check).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recursive-integral questions, finish each stage completely (constant and function) before moving on; one wrong fraction propagates to the final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to remember: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$C_2=\frac7{12}$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$C_3=\frac{11}{24}$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$S_3(x)=\frac{x^4}{4}+\frac{x^3}{2}+\frac{7x^2}{8}+\frac{11x}{24}$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(symbolic check).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nary>
                              <m:naryPr>
                                <m:chr m:val="∑"/>
                                <m:limLoc m:val="undOvr"/>
                                <m:subHide m:val="off"/>
                                <m:supHide m:val="off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naryPr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</m:e>
                            </m:nary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$f_n=\int_{0}^{\pi/2}\left(\sum_{k=1}^{n}\sin^{k-1}x\right)\left(\sum_{k=1}^{n}(2k-1)\sin^{k-1}x\right)\cos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$f_{21}-f_{20}$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contains the second sum, so the integrand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$t=\sum_{k=1}^{n}(\sin x)^{\frac{2k-1}{2}}$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contains the second sum, so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$2t\,dt$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⋯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and divide by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factor becomes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sup>
                        </m:sSup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⋯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sup>
                            </m:sSup>
                          </m:e>
                        </m:d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$f_n=\int_{0}^{\pi/2}\left(1+\sin x+\cdots+\sin^{n-1}x\right)\left(1+3\sin x+5\sin^2x+\cdots+(2n-1)\sin^{n-1}x\right)\cos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and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factor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$\left[(\sin x)^{\frac12}+(\sin x)^{\frac32}+\cdots+(\sin x)^{\frac{2n-1}{2}}\right]\frac{1}{\sqrt{\sin 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$f_n=\int_{0}^{\pi/2}\left[(\sin x)^{\frac12}+(\sin x)^{\frac32}+\cdots+(\sin x)^{\frac{2n-1}{2}}\right]\left(1+3\sin x+\cdots+(2n-1)\sin^{n-1}x\right)\frac{\cos x}{\sqrt{\sin 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$t=(\sin x)^{\frac12}+(\sin x)^{\frac32}+\cdots+(\sin x)^{\frac{2n-1}{2}}$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$dt=\frac12\left(1+3\sin x+5\sin^2x+\cdots+(2n-1)\sin^{n-1}x\right)\frac{\cos x}{\sqrt{\sin 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$x=0\Rightarrow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$x=\frac{\pi}{2}\Rightarrow t=1+1+\cdots+1=n$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$f_n=2\int_{0}^{n}t\,dt=n^2$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$f_{21}-f_{20}=21^2-20^2=441-400=41$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expand: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a symmetric square, so swapping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averaging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expand: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$f_n=\sum_{j,k}\frac{2k-1}{j+k-1}$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a symmetric square, so swapping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$j,k$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averaging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nary>
                              <m:naryPr>
                                <m:chr m:val="∑"/>
                                <m:limLoc m:val="undOvr"/>
                                <m:subHide m:val="off"/>
                                <m:supHide m:val="off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naryPr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𝑗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</m:e>
                            </m:nary>
                          </m:e>
                        </m:d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out and 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nary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index set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symmetric, so renaming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x\,dx=ds$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$f_n=\int_{0}^{1}\left(\sum_{j=1}^{n}s^{j-1}\right)\left(\sum_{k=1}^{n}(2k-1)s^{k-1}\right)ds$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out and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$\int_{0}^{1}s^{j+k-2}ds=\frac{1}{j+k-1}$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$f_n=\sum_{j=1}^{n}\sum_{k=1}^{n}\frac{2k-1}{j+k-1}$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index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$\{1,\dots,n\}^2$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symmetric, so renaming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$j\leftrightarrow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$f_n=\sum_{j,k}\frac{2j-1}{j+k-1}$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Average the two forms: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(Numerical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Average the two forms: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$f_n=\frac12\sum_{j,k}\frac{(2k-1)+(2j-1)}{j+k-1}=\frac12\sum_{j,k}\frac{2(j+k-1)}{j+k-1}=\sum_{j,k}1=n^2$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$f_{21}-f_{20}=441-400=41$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$f_5=25.0$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integrand of the form (function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polynomial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has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Symmetrisation trick: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 symmetric index set,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turns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coefficients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derivatives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halving,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li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$\int_{0}^{\pi/2}F(\sin x)\cos x\,dx=\int_{0}^{1}F(s)\,ds$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integrand of the form (function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polynomial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$A(s)=\sum_{k=1}^{n}s^{k-\frac12}$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$A'(s)=\frac{1}{2\sqrt s}\sum(2k-1)s^{k-1}$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$P\cdot Q=\left(A^2\right)'$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$P=\sum s^{k-1}$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$Q=\sum(2k-1)s^{k-1}$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$\int_0^1PQ\,ds=A(1)^2-A(0)^2=n^2$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Symmetrisation trick: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$S=\sum_{j,k}g(j,k)$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 symmetric index set,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$S=\frac12\sum_{j,k}\left(g(j,k)+g(k,j)\right)$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$\frac{2k-1}{j+k-1}$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$1,3,5,\dots,(2n-1)$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derivatives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$s^{k-\frac12}$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halving,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$\frac{d}{ds}s^{k-\frac12}=\left(k-\tfrac12\right)s^{k-\frac32}$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3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d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3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d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3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d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$\int\frac{\left(x^{8}-x^{2}\right)dx}{\left(x^{12}+3x^{6}+1\right)\tan^{-1}\left(x^{3}+\frac{1}{x^{3}}\right)}$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$\log_{e}\left(\left|\tan^{-1}\left(x^{3}+\frac{1}{x^{3}}\right)\right|\right)^{1/3}+C$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$\log_{e}\left(\left|\tan^{-1}\left(x^{3}+\frac{1}{x^{3}}\right)\right|\right)^{1/2}+C$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$\log_{e}\left(\left|\tan^{-1}\left(x^{3}+\frac{1}{x^{3}}\right)\right|\right)+C$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$\log_{e}\left(\left|\tan^{-1}\left(x^{3}+\frac{1}{x^{3}}\right)\right|\right)^{3}+C$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substitution for expressions symmetric in x and 1/x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matches the numerator.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$x^{12}+3x^6+1=x^6\left[1+\left(x^3+x^{-3}\right)^2\right]$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$\frac{d}{dx}\left(x^3+x^{-3}\right)=\frac{3(x^6-1)}{x^4}$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matches the numerator.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$t=\tan^{-1}\left(x^3+\frac{1}{x^3}\right)$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$dt=\frac{\left(3x^2-\frac{3}{x^4}\right)dx}{1+\left(x^3+\frac1{x^3}\right)^2}$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$3x^2-\frac3{x^4}=\frac{3(x^6-1)}{x^4}$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$1+\left(x^3+\frac1{x^3}\right)^2=x^6+3+\frac{1}{x^6}$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$dt=\frac{3(x^6-1)\,dx}{x^4\left(x^6+3+\frac1{x^6}\right)}$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$x^4\left(x^6+3+\frac{1}{x^6}\right)=\frac{x^{12}+3x^6+1}{x^2}$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$dt=\frac{3(x^8-x^2)\,dx}{x^{12}+3x^6+1}$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$\int\frac{(x^8-x^2)dx}{\left(x^{12}+3x^6+1\right)\tan^{-1}\left(x^3+\frac1{x^3}\right)}=\frac13\int\frac{dt}{t}$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$=\frac13\ln|t|+C=\log_{e}\left|\tan^{-1}\left(x^3+\frac1{x^3}\right)\right|^{1/3}+C$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p>
                                          <m:e>
                                            <m:r>
                                              <a:rPr lang="en-IN" sz="2800" i="1">
                                                <a:solidFill>
                                                  <a:srgbClr val="15803D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p>
                                            <m:r>
                                              <a:rPr lang="en-IN" sz="2800" i="1">
                                                <a:solidFill>
                                                  <a:srgbClr val="15803D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3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d>
                              </m:e>
                            </m:d>
                          </m:e>
                        </m:d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$\log_{e}\left(\left|\tan^{-1}\left(x^{3}+\frac{1}{x^{3}}\right)\right|\right)^{1/3}+C$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 (since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the palindromic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$w=x^3$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 (since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$x^2dx=\frac{dw}{3}$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the palindromic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$v=w+\frac1w$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$x^8-x^2=x^2\left(x^6-1\right)$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$x^2dx=\frac{dw}{3}$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$\frac13\int\frac{(w^2-1)\,dw}{\left(w^4+3w^2+1\right)\tan^{-1}\left(w+\frac1w\right)}$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$\frac13\int\frac{\left(1-\frac{1}{w^2}\right)dw}{\left(w^2+3+\frac1{w^2}\right)\tan^{-1}\left(w+\frac1w\right)}$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$v=w+\frac1w$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$dv=\left(1-\frac1{w^2}\right)dw$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$w^2+\frac1{w^2}=v^2-2$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$w^2+3+\frac1{w^2}=1+v^2$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option (A). Numerical check: derivative of the answer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integrand to 20 digits.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$=\frac13\int\frac{dv}{\left(1+v^2\right)\tan^{-1}v}=\frac13\ln\left|\tan^{-1}v\right|+C$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$\frac{d}{dv}\tan^{-1}v=\frac1{1+v^2}$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$v=x^3+\frac1{x^3}$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option (A). Numerical check: derivative of the answer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$x=0.7,1.3,2.1$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integrand to 20 digits.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800" i="1">
                                            <a:solidFill>
                                              <a:srgbClr val="15803D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p>
                                          <m:e>
                                            <m:r>
                                              <a:rPr lang="en-IN" sz="2800" i="1">
                                                <a:solidFill>
                                                  <a:srgbClr val="15803D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p>
                                            <m:r>
                                              <a:rPr lang="en-IN" sz="2800" i="1">
                                                <a:solidFill>
                                                  <a:srgbClr val="15803D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3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d>
                              </m:e>
                            </m:d>
                          </m:e>
                        </m:d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$\log_{e}\left(\left|\tan^{-1}\left(x^{3}+\frac{1}{x^{3}}\right)\right|\right)^{1/3}+C$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Palindromic identity: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Polynomials symmetric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functions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by a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 like these, differentiating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once, so only the power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integrand) needs checking.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Palindromic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$x^{12}+3x^6+1=x^6\left[\left(x^3+x^{-3}\right)^2+1\right]$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$5=1\cdot(4+1)$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Polynomials symmetric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functions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by a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$\frac{d}{dx}\left(x^n+x^{-n}\right)=n\left(x^{n-1}-x^{-n-1}\right)$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$\frac{3(x^6-1)}{x^4}=3\cdot\frac{x^8-x^2}{x^6}$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$\int\frac{u'(x)}{\left(1+u^2\right)\tan^{-1}u}dx=\ln\left|\tan^{-1}u\right|+C$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 like these, differentiating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$\ln|\tan^{-1}u|$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$\frac{u'}{(1+u^2)\tan^{-1}u}$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once, so only the power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$dt=3\times$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integrand) needs checking.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$x\in\left(-\frac{\pi}{2},\frac{\pi}{2}\right)$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$y(x)=\int\frac{\operatorname{cosec}x+\sin x}{\operatorname{cosec}x\sec x+\tan x\sin^{2}x}dx$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$\lim_{x\to\left(\frac{\pi}{2}\right)^{-}}y(x)=0$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$\tan^{-1}\left(\frac{1}{\sqrt2}\right)$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$\frac{1}{\sqrt2}\tan^{-1}\left(-\frac12\right)$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$-\frac{1}{\sqrt2}\tan^{-1}\left(\frac{1}{\sqrt2}\right)$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$\frac12\tan^{-1}\left(\frac{1}{\sqrt2}\right)$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by substitution with an initial condition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simplifies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a standard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simplifies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$\frac{(1+\sin^2x)\cos x}{1+\sin^4x}$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a standard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$\int\frac{du}{u^2+2}$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$=\operatorname{cosec}x+\sin x=\frac{1+\sin^2x}{\sin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$=\frac{1}{\sin x\cos x}+\frac{\sin^3x}{\cos x}=\frac{1+\sin^4x}{\sin x\cos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$\frac{(1+\sin^2x)\cos x}{1+\sin^4x}$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$y=\int\frac{(1+\sin^2x)\cos x}{1+\sin^4x}dx$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$y=\int\frac{1+t^2}{1+t^4}dt=\int\frac{1+\frac1{t^2}}{t^2+\frac1{t^2}}dt$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$\left(1+\frac{1}{t^2}\right)dt=du$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$t^2+\frac1{t^2}=u^2+2$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$y=\int\frac{du}{u^2+2}=\frac{1}{\sqrt2}\tan^{-1}\frac{u}{\sqrt2}+c$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$y(x)=\frac{1}{\sqrt2}\tan^{-1}\left(\frac{\sin x-\frac{1}{\sin x}}{\sqrt2}\right)+c$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$x\to\frac{\pi}{2}^-$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$y\to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$u=\frac{1}{\sqrt2}-\sqrt2=-\frac1{\sqrt2}$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$\frac{u}{\sqrt2}=-\frac12$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$y\left(\frac{\pi}{4}\right)=\frac{1}{\sqrt2}\tan^{-1}\left(-\frac12\right)$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$\frac{1}{\sqrt2}\tan^{-1}\left(-\frac12\right)$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two arctangent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$\frac{1+t^2}{1+t^4}$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$1+t^4=\left(t^2+\sqrt2t+1\right)\left(t^2-\sqrt2t+1\right)$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two arctangent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(add the fractions to verify).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±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integral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$\int\frac{1+t^2}{1+t^4}dt$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$1+t^4=\left(t^2+\sqrt2t+1\right)\left(t^2-\sqrt2t+1\right)$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$\frac{1+t^2}{1+t^4}=\frac12\left[\frac{1}{t^2+\sqrt2t+1}+\frac{1}{t^2-\sqrt2t+1}\right]$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(add the fractions to verify).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$t^2\pm\sqrt2t+1=\left(t\pm\frac1{\sqrt2}\right)^2+\frac12$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$\sqrt2\tan^{-1}\left(\sqrt2t\pm1\right)$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(product of the arguments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Same, numerically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0.32785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$y=\frac{1}{\sqrt2}\left[\tan^{-1}\left(\sqrt2t+1\right)+\tan^{-1}\left(\sqrt2t-1\right)\right]+c$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$t\to1^-$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$\tan^{-1}(\sqrt2+1)+\tan^{-1}(\sqrt2-1)=\frac{\pi}{2}$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(product of the arguments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$\tan^{-1}2+\tan^{-1}0=\tan^{-1}2$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$y=\frac{1}{\sqrt2}\left(\tan^{-1}2-\frac\pi2\right)=-\frac{1}{\sqrt2}\tan^{-1}\frac12=\frac{1}{\sqrt2}\tan^{-1}\left(-\frac12\right)$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Same, 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$-0.32785$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$\frac{1}{\sqrt2}\tan^{-1}\left(-\frac12\right)$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checked by differentiation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verified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used to evaluate the constant in the second method.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Quotients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convert everything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cancel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look for an odd power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$\int\frac{1+t^2}{1+t^4}dt=\frac{1}{\sqrt2}\tan^{-1}\left(\frac{t^2-1}{\sqrt2\,t}\right)+C$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checked by differentiation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$\int\frac{1-t^2}{1+t^4}dt=\frac{1}{2\sqrt2}\ln\left|\frac{t^2+\sqrt2t+1}{t^2-\sqrt2t+1}\right|+C$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$u=t+\frac1t$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verified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$\tan^{-1}a+\tan^{-1}b=\frac{\pi}{2}$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used to evaluate the constant in the second method.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Quotients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$\frac{\operatorname{cosec}x+\sin x}{\ldots}$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convert everything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x,\cos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look for an odd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integration constant,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$\int\frac{\sin^{\frac32}x+\cos^{\frac32}x}{\sqrt{\sin^{3}x\cos^{3}x\sin(x-\theta)}}dx=A\sqrt{\cos\theta\tan x-\sin\theta}+B\sqrt{\cos\theta-\sin\theta\cot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integration constant,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$4\sec\theta$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$4\operatorname{cosec}(2\theta)$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$2\operatorname{cosec}\theta$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$8\operatorname{cosec}(2\theta)$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of trigonometric functions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numerator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numerator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 x\sin(x-\theta)=\cos\theta\tan x-\sin\theta$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$\operatorname{cosec}x\sin(x-\theta)=\cos\theta-\sin\theta\cot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$I=\int\frac{\sin^{3/2}x+\cos^{3/2}x}{\sqrt{\sin^3x\cos^3x\sin(x-\theta)}}dx=\int\frac{\sec^{3/2}x\,dx}{\sqrt{\sin(x-\theta)}}+\int\frac{\operatorname{cosec}^{3/2}x\,dx}{\sqrt{\sin(x-\theta)}}$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$\sec^{3/2}x=\frac{\sec^2x}{\sqrt{\sec 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$\operatorname{cosec}^{3/2}x=\frac{\operatorname{cosec}^2x}{\sqrt{\operatorname{cosec}x}}$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$I=\int\frac{\sec^2x\,dx}{\sqrt{\sec x\sin(x-\theta)}}+\int\frac{\operatorname{cosec}^2x\,dx}{\sqrt{\operatorname{cosec}x\sin(x-\theta)}}$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x\sin(x-\theta)=\tan x\cos\theta-\sin\theta$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$\operatorname{cosec}x\sin(x-\theta)=\cos\theta-\cot x\sin\theta$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$I=\int\frac{\sec^2x\,dx}{\sqrt{\tan x\cos\theta-\sin\theta}}+\int\frac{\operatorname{cosec}^2x\,dx}{\sqrt{\cos\theta-\cot x\sin\theta}}=I_1+I_2$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x\cos\theta-\sin\theta=t^2$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$\sec^2x\,dx=\frac{2t\,dt}{\cos\theta}$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$I_1=\int\frac{2t\,dt}{t\cos\theta}=\frac{2t}{\cos\theta}+C_1=\frac{2}{\cos\theta}\sqrt{\tan x\cos\theta-\sin\theta}+C_1$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the given form,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$\cos\theta-\cot x\sin\theta=s^2$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$\operatorname{cosec}^2x\,dx=\frac{2s\,ds}{\sin\theta}$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$I_2=\frac{2}{\sin\theta}\sqrt{\cos\theta-\sin\theta\cot x}+C_2$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the given form,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$A=\frac{2}{\cos\theta}$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$B=\frac{2}{\sin\theta}$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$AB=\frac{4}{\sin\theta\cos\theta}=\frac{8}{\sin2\theta}=8\operatorname{cosec}2\theta$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$8\operatorname{cosec}(2\theta)$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Differentiate the proposed antiderivative term by term and match each term with a half of the split integrand.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first three steps of the main solution).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with the first term: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$\frac{\sec^2x}{\sqrt{\cos\theta\tan x-\sin\theta}}+\frac{\operatorname{cosec}^2x}{\sqrt{\cos\theta-\sin\theta\cot 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first three steps of the main solution).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$\frac{d}{dx}\left[A\sqrt{\cos\theta\tan x-\sin\theta}\right]=\frac{A\cos\theta\,\sec^2x}{2\sqrt{\cos\theta\tan x-\sin\theta}}$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with the first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$\frac{A\cos\theta}{2}=1$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$A=\frac{2}{\cos\theta}$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of the antiderivative equals the integrand numerically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$\frac{d}{dx}\left[B\sqrt{\cos\theta-\sin\theta\cot x}\right]=\frac{B\sin\theta\operatorname{cosec}^2x}{2\sqrt{\cos\theta-\sin\theta\cot 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$\frac{B\sin\theta}{2}=1$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$B=\frac{2}{\sin\theta}$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$AB=\frac{4}{\sin\theta\cos\theta}=8\operatorname{cosec}2\theta$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$AB=8=8\operatorname{cosec}\frac\pi2$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of the antiderivative equals the integrand numerically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$8\operatorname{cosec}(2\theta)$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divide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constants, valid where the root is real).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 for splitting: a numerator that is a sum of two terms with a product-form denominator, here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dividing term by term gives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Sanity check for such 'find the constant' questions: choose a special value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eliminate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x\sin(x-\theta)=\cos\theta\tan x-\sin\theta$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$\operatorname{cosec}x\sin(x-\theta)=\cos\theta-\sin\theta\cot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$\sin(x-\theta)$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$\int\frac{\sec^2x\,dx}{\sqrt{a\tan x-b}}=\frac2a\sqrt{a\tan x-b}+C$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$\int\frac{\operatorname{cosec}^2x\,dx}{\sqrt{a-b\cot x}}=\frac2b\sqrt{a-b\cot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constants, valid where the root is real).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 for splitting: a numerator that is a sum of two terms with a product-form denominator,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$\sin^{3/2}x+\cos^{3/2}x$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$\sin^{3/2}x\cos^{3/2}x$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dividing term by term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$\sec^{3/2}x$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$\operatorname{cosec}^{3/2}x$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Sanity check for such 'find the constant' questions: choose a special value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eliminate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rational numbers,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$\int_{0}^{1}\frac{1}{\sqrt{3+x}+\sqrt{1+x}}dx=a+b\sqrt2+c\sqrt3$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rational numbers,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$2a+3b-4c$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Rationalisation in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$(3+x)-(1+x)=2$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$\frac{1}{\sqrt{3+x}+\sqrt{1+x}}=\frac{\sqrt{3+x}-\sqrt{1+x}}{2}$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Rationalise the denominator: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Rationalise the 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$\frac{1}{\sqrt{3+x}+\sqrt{1+x}}=\frac{\sqrt{3+x}-\sqrt{1+x}}{(3+x)-(1+x)}=\frac{\sqrt{3+x}-\sqrt{1+x}}{2}$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$\int_{0}^{1}\frac{\sqrt{3+x}-\sqrt{1+x}}{2}dx=\frac12\left[\frac23(3+x)^{3/2}-\frac23(1+x)^{3/2}\right]_{0}^{1}$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$(4)^{3/2}-(2)^{3/2}=8-2\sqrt2$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$3^{3/2}-1=3\sqrt3-1$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(uniqueness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 over the rationals).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$=\frac13\left[(8-2\sqrt2)-(3\sqrt3-1)\right]=\frac13\left[9-2\sqrt2-3\sqrt3\right]$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$=3-\frac23\sqrt2-\sqrt3=a+b\sqrt2+c\sqrt3$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(uniqueness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$1,\sqrt2,\sqrt3$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 over the rationals).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$2a+3b-4c=2(3)+3\left(-\frac23\right)-4(-1)=6-2+4=8$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Euler-type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a rational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Euler-type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$t=\sqrt{3+x}+\sqrt{1+x}$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a rational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$t=\sqrt{3+x}+\sqrt{1+x}$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$(3+x)-(1+x)=2$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$\sqrt{3+x}-\sqrt{1+x}=\frac2t$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$\sqrt{3+x}=\frac12\left(t+\frac2t\right)$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$x=\frac14\left(t+\frac2t\right)^2-3=\frac{t^2}{4}+\frac{1}{t^2}-2$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$dx=\left(\frac t2-\frac{2}{t^3}\right)dt$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$\int\frac{dx}{t}=\int\left(\frac12-\frac{2}{t^4}\right)dt=\frac t2+\frac{2}{3t^3}$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same as before,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0.32514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$x=0\Rightarrow t=\sqrt3+1$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$\frac1t=\frac{\sqrt3-1}{2}$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$x=1\Rightarrow t=2+\sqrt2$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$\frac1t=\frac{2-\sqrt2}{2}$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$\frac{2+\sqrt2}{2}+\frac{20-14\sqrt2}{12}=\frac{8-2\sqrt2}{3}$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$\frac{\sqrt3+1}{2}+\frac{6\sqrt3-10}{12}=\frac{3\sqrt3-1}{3}$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$=\frac{9-2\sqrt2-3\sqrt3}{3}$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same as before,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$a=3,b=-\frac23,c=-1$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$2a+3b-4c=8$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$0.32514$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wherever both roots are defined); the difference of the radicands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 roots of square-free integers) are linearly independent over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Q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matching coefficients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legitimate.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rationalisation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$\frac{1}{\sqrt{x+p}+\sqrt{x+q}}=\frac{\sqrt{x+p}-\sqrt{x+q}}{p-q}$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wherever both roots are defined); the difference of the radicands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$\int_{0}^{1}\sqrt{x+p}\,dx=\frac23\left[(1+p)^{3/2}-p^{3/2}\right]$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$1,\sqrt2,\sqrt3,\sqrt5,\dots$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 roots of square-free integers) are linearly independent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matching coefficients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$a+b\sqrt2+c\sqrt3$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legitimate.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rationalisation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$\int\frac{dx}{\sqrt{ax+b}+\sqrt{ax+c}}$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$\frac{2}{3a(b-c)}\left[(ax+b)^{3/2}-(ax+c)^{3/2}\right]$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orthocentre of the triangle whose vertices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orthocentre of the triangle whose vertices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$I_1=\int_{a}^{b}x\sin\left(4x-x^{2}\right)dx$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$I_2=\int_{a}^{b}\sin\left(4x-x^{2}\right)dx$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$36\frac{I_1}{I_2}$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Orthocentre of a triangle, Property of definite integrals: replacing x by a+b-x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needed: the altitude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needed: the altitude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$x\to4-x$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$\sin(4x-x^2)$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Slope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Altitude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orthocentre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Slope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$AB=\frac{3-2}{2-1}=1$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Altitude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$y-1=-1(x-3)$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orthocentre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$I_1=\int_{a}^{b}x\sin\left(4x-x^2\right)dx=\int_{a}^{b}(a+b-x)\sin\left(4(a+b-x)-(a+b-x)^2\right)dx$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$a+b-x=4-x$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$4(4-x)-(4-x)^2=(4-x)\cdot x=4x-x^2$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$I_1=\int_{a}^{b}(4-x)\sin\left(4x-x^2\right)dx$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$I_1=4I_2-I_1\Rightarrow 2I_1=4I_2\Rightarrow\frac{I_1}{I_2}=2$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$36\frac{I_1}{I_2}=72$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limits are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odd part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$4x-x^2=4-(x-2)^2$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limits are symmetric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odd part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$x=2+u$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its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(indeed the orthocentre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its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(indeed the orthocentre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$\left(\frac53,\frac73\right)$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$x=2+u$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$4x-x^2=4-u^2$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$u=\pm 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$h=\frac{b-a}{2}=\frac13$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$I_1=\int_{-h}^{h}(2+u)\sin\left(4-u^2\right)du=2\int_{-h}^{h}\sin\left(4-u^2\right)du+\int_{-h}^{h}u\sin\left(4-u^2\right)du$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integrand is odd, so it vanishes; the first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integrand is odd, so it vanishes; the first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$I_2=\int_{-h}^{h}\sin\left(4-u^2\right)du$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$\frac{I_1}{I_2}=2$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$36\cdot2=72$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symmetric about 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function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this symmetry.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 as intersection of two altitudes: a vertex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on the line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it makes that altitude's equation immediate.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answers need only the relation between the limits, not the limits themselves; do not compute the orthocentre fully unless required.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symmetric about the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$m=\frac{a+b}{2}$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$g(a+b-x)=g(x)$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$\int_{a}^{b}x\,g(x)\,dx=m\int_{a}^{b}g(x)\,dx$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$\sin(4x-x^2)$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$4x-x^2=4-(x-2)^2$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$(x-m)^2$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this symmetry.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 as intersection of two altitudes: a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on the line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it makes that altitude's equation immediate.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answers need only the relation between the limits, not the limits themselves; do not compute the orthocentre fully unless required.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$\int_{0}^{\pi}\frac{dx}{1-2a\cos x+a^{2}}$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$\frac{\pi}{1-a^{2}}$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$\frac{\pi^{2}}{\pi+a^{2}}$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$\frac{\pi^{2}}{\pi-a^{2}}$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$\frac{\pi}{1+a^{2}}$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1/(1 - 2a cos x + a^2) by symmetry and tangent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Adding the integral to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twin removes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and leaves a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Adding the integral to its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twin removes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and leaves 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integrand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$I=\int_{0}^{\pi}\frac{dx}{1-2a\cos x+a^2}$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$I=\int_{0}^{\pi}\frac{dx}{1+2a\cos x+a^2}$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$2I=\int_{0}^{\pi}\frac{2(1+a^2)\,dx}{(1+a^2)^2-4a^2\cos^2x}$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integrand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$2I=2\int_{0}^{\pi/2}\frac{2(1+a^2)\,dx}{(1+a^2)^2-4a^2\cos^2x}$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$I=\int_{0}^{\pi/2}\frac{2(1+a^2)\sec^2x\,dx}{(1+a^2)^2\sec^2x-4a^2}$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$(1+a^2)^2\sec^2x-4a^2=(1+a^2)^2\tan^2x+(1+a^2)^2-4a^2=(1+a^2)^2\tan^2x+(1-a^2)^2$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$I=\int_{0}^{\pi/2}\frac{\frac{2}{1+a^2}\sec^2x\,dx}{\tan^2x+\left(\frac{1-a^2}{1+a^2}\right)^2}$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$I=\frac{2}{1+a^2}\cdot\frac{1+a^2}{1-a^2}\left[\tan^{-1}\frac{(1+a^2)u}{1-a^2}\right]_{0}^{\infty}=\frac{2}{1-a^2}\left(\frac\pi2-0\right)$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$I=\frac{\pi}{1-a^2}$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$\frac{\pi}{1-a^{2}}$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Poisson kernel: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every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zero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Poisson kernel: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$\frac{1-a^2}{1-2a\cos x+a^2}=1+2\sum_{n\ge1}a^n\cos nx$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nx$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zero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$[0,\pi]$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Poisson kernel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convergent uniformly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Poisson kernel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$\frac{1-a^2}{1-2a\cos x+a^2}=1+2\sum_{n=1}^{\infty}a^n\cos 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convergent uniformly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$\int_{0}^{\pi}\cos nx\,dx=\frac{\sin n\pi}{n}=0$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3.4523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8.7266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numerically,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$(1-a^2)\int_{0}^{\pi}\frac{dx}{1-2a\cos x+a^2}=\pi$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$I=\frac{\pi}{1-a^2}$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$a=0.3$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$3.4523$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$a=0.8$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$8.7266$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numerically,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$\frac{\pi}{1-a^2}$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$\frac{\pi}{1-a^{2}}$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Weierstrass: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squared distance between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$\frac{1-a^2}{1-2a\cos x+a^2}=1+2\sum_{n\ge1}a^n\cos 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$\int_{0}^{\pi}\frac{dx}{1-2a\cos x+a^2}=\frac{\pi}{1-a^2}$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$\int_{0}^{2\pi}=\frac{2\pi}{1-a^2}$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$\int_{0}^{\pi}\frac{dx}{1-2a\cos x+a^2}=\frac{\pi}{|1-a^2|}$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$\frac{\pi}{a^2-1}$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Weierstrass: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$1-2a\cos x+a^2=\frac{(1-a)^2+(1+a)^2t^2}{1+t^2}$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$\int_{0}^{\infty}\frac{2\,dt}{(1-a)^2+(1+a)^2t^2}=\frac{\pi}{1-a^2}$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$1-2a\cos x+a^2=|1-ae^{ix}|^2$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squared 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sSup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sin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2023</m:t>
                                        </m:r>
                                      </m:sup>
                                    </m:s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$\int_{-\frac{\pi}{2}}^{\frac{\pi}{2}}\left(\frac{x^{2}\cos x}{1+\pi^{x}}+\frac{1+\sin^{2}x}{1+e^{\sin^{2023}x}}\right)dx=\frac{\pi}{4}(\pi+a)-2$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Even and odd properties of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fraction collapses to its numerator.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$\frac{1}{1+k^{x}}+\frac{1}{1+k^{-x}}=1$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fraction collapses to its numerator.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term: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pair sums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$\int_{-a}^{a}f(x)dx=\int_{0}^{a}\left[f(x)+f(-x)\right]dx$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$\frac{x^2\cos x}{1+\pi^x}+\frac{x^2\cos x}{1+\pi^{-x}}=x^2\cos x\left[\frac{1}{1+\pi^x}+\frac{\pi^x}{\pi^x+1}\right]=x^2\cos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$\sin^{2023}x$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$\frac{1}{1+e^{s}}+\frac{1}{1+e^{-s}}=1$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$s=\sin^{2023}x$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pair sums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$I=\int_{0}^{\pi/2}\left(x^2\cos x+\sin^2x+1\right)dx=\int_{0}^{\pi/2}\left(x^2\cos x+\frac32-\frac{\cos2x}{2}\right)dx$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x^2\cos x\,dx=x^2\sin x-\int2x\sin x\,dx=x^2\sin x+2x\cos x-2\sin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$I=\left[x^2\sin x+2x\cos x-2\sin x+\frac{3x}{2}-\frac{\sin2x}{4}\right]_{0}^{\pi/2}$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$\frac{\pi^2}{4}+0-2+\frac{3\pi}{4}-0$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$I=\frac{\pi^2}{4}+\frac{3\pi}{4}-2$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$\frac\pi4(\pi+a)-2=\frac{\pi^2}{4}+\frac{\pi a}{4}-2$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 a}{4}=\frac{3\pi}{4}$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tanh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is odd and integrates to zero over a symmetric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$\frac{1}{1+e^{s}}=\frac12-\frac12\tanh\frac s2$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is odd and integrates to zero over a symmetric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the even factors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pieces are odd functions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$\frac{1}{1+\pi^x}=\frac12-\frac12\tanh\left(\frac{x\ln\pi}{2}\right)$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$\frac{1}{1+e^{s}}=\frac12-\frac12\tanh\frac s2$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$s=\sin^{2023}x$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the even factors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pieces are odd functions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$\left[-\frac\pi2,\frac\pi2\right]$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integrand).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2.82360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$I=\frac12\int_{-\pi/2}^{\pi/2}\left(x^2\cos x+1+\sin^2x\right)dx=\int_{0}^{\pi/2}\left(x^2\cos x+1+\sin^2x\right)dx$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integrand).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$=\left(\frac{\pi^2}{4}-2\right)+\frac\pi2+\frac\pi4=\frac{\pi^2}{4}+\frac{3\pi}{4}-2$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$I=2.82360=\frac\pi4(\pi+3)-2$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0.7273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exponent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2023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odd, so the exponential factor is irrelevant.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Tabular by parts: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$\int_{-a}^{a}\frac{f(x)}{1+k^{x}}dx=\int_{0}^{a}f(x)\,dx$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$0.7273$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$\frac{1}{1+e^{g}}+\frac{1}{1+e^{-g}}=1$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exponent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$\sin^{2023}x$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$\sin\left(x^{2023}\right)$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odd, so the exponential factor is irrelevant.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Tabular 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x^2\cos x\,dx=x^2\sin x+2x\cos x-2\sin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$\int_{0}^{\pi/2}x^2\cos x\,dx=\frac{\pi^2}{4}-2$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$\int_{0}^{\pi/2}\left(1+\sin^2x\right)dx=\frac{3\pi}{4}$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$\sin^2x=\frac{1-\cos2x}{2}$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π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sub>
                          <m:sup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π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</m:nary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sup>
                            </m:sSup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$\lim_{x\to\frac{\pi}{2}}\left(\frac{1}{\left(x-\frac{\pi}{2}\right)^{2}}\int_{x^{3}}^{\left(\frac{\pi}{2}\right)^{3}}\cos\left(t^{\frac13}\right)dt\right)$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$\frac{3\pi^{2}}{8}$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$\frac{3\pi}{8}$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differentiation under the integral sign, L'Hopital rule for limits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limit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differentiate numerator by Leibniz' rule and denominator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limit is of the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differentiate numerator by Leibniz' rule and denominator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runs from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itself, so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Leibniz'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becomes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runs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$\left(\frac\pi2\right)^3$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itself, so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 is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Leibniz'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$\frac{d}{dx}\int_{x^3}^{(\pi/2)^3}\cos\left(t^{1/3}\right)dt=\cos\frac\pi2\cdot0-\cos\left((x^3)^{1/3}\right)\cdot3x^2=-3x^2\cos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$\lim_{x\to\frac\pi2}\frac{-3x^2\cos x}{2\left(x-\frac\pi2\right)}$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$x=\frac\pi2+t$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$\lim_{t\to0}\frac{-\cos\left(\frac\pi2+t\right)\cdot3\left(\frac\pi2\right)^2}{2t}$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$x^2\to\frac{\pi^2}{4}$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$-\cos\left(\frac\pi2+t\right)=\sin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$\lim_{t\to0}\frac{3\pi^2\sin t}{8t}=\frac{3\pi^2}{8}$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$\frac{3\pi^{2}}{8}$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$t=u^3$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$\int_x^{\pi/2}3u^2\cos u\,du$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u\approx\frac\pi2-u$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$t=u^3$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$dt=3u^2du$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$\int_{x}^{\pi/2}3u^2\cos 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$h=\frac\pi2-x\to0$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u=\sin\left(\frac\pi2-u\right)\approx\frac\pi2-u$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$3u^2\approx3\left(\frac\pi2\right)^2$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 the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3.7043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tending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3.7011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$\int_{x}^{\pi/2}3u^2\cos u\,du\approx3\left(\frac\pi2\right)^2\int_{x}^{\pi/2}\left(\frac\pi2-u\right)du=\frac{3\pi^2}{4}\cdot\frac{h^2}{2}$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$\left(x-\frac\pi2\right)^2=h^2$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$3.7043$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$h=10^{-3}$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tending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$3.7011=\frac{3\pi^2}{8}$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$\frac{3\pi^{2}}{8}$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(L'Hopital twice).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limit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$\frac{d}{dx}\int_{u(x)}^{v(x)}g(t)\,dt=g(v(x))\,v'(x)-g(u(x))\,u'(x)$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 c}\frac{1}{(x-c)^2}\int_{x}^{c}\varphi(u)\,du=-\frac{\varphi'(c)}{2}$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(L'Hopital twice).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$\varphi(u)=3u^2\cos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$\varphi'\left(\frac\pi2\right)=-\frac{3\pi^2}{4}$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$\varphi=u\cos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limit whose numerator is an integral with a vanishing interval is handled by one application of Leibniz' rule followed by L'Hopital's rule.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inner power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disappears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limit whose numerator is an integral with a vanishing interval is handled by one application of Leibniz' rule followed by L'Hopital's rule.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inner power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$t^{1/3}$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disappears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$t=u^3$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$\cos\left(t^{1/3}\right)dt$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$3u^2\cos 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$\lim_{n\to\infty}\sum_{k=1}^{n}\frac{n^{3}}{\left(n^{2}+k^{2}\right)\left(n^{2}+3k^{2}\right)}$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$\frac{\left(2\sqrt3+3\right)\pi}{24}$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$\frac{\pi}{8\left(2\sqrt3+3\right)}$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$\frac{13\left(2\sqrt3-3\right)\pi}{8}$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$\frac{13\pi}{8\left(4\sqrt3+3\right)}$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 with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write the rest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sum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write the rest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kn$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sum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$\int_{0}^{1}\frac{dx}{(1+x^2)(1+3x^2)}$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$\frac{n^3}{(n^2+k^2)(n^2+3k^2)}=\frac1n\cdot\frac{1}{\left(1+\frac{k^2}{n^2}\right)\left(1+\frac{3k^2}{n^2}\right)}$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$\lim_{n\to\infty}\frac1n\sum_{k=1}^{n}\frac{1}{\left(1+\frac{k^2}{n^2}\right)\left(1+\frac{3k^2}{n^2}\right)}$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 sum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ad>
                                              <m:radPr>
                                                <m:degHide m:val="on"/>
                                                <m:ctrlP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radPr>
                                              <m:deg/>
                                              <m:e>
                                                <m: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3</m:t>
                                                </m:r>
                                              </m:e>
                                            </m:rad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 sum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kn\to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$\int_{0}^{1}\frac{dx}{(1+x^2)(1+3x^2)}=\int_{0}^{1}\frac{dx}{3(1+x^2)\left(\frac13+x^2\right)}$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$(x^2+1)-\left(x^2+\frac13\right)=\frac23$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$=\frac13\cdot\frac32\int_{0}^{1}\frac{(x^2+1)-\left(x^2+\frac13\right)}{(1+x^2)\left(\frac13+x^2\right)}dx$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$=\frac12\int_{0}^{1}\left[\frac{1}{x^2+\left(\frac{1}{\sqrt3}\right)^2}-\frac{1}{1+x^2}\right]dx$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$=\frac12\left[\sqrt3\tan^{-1}\left(\sqrt3x\right)\right]_{0}^{1}-\frac12\left[\tan^{-1}x\right]_{0}^{1}$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$=\frac{\sqrt3}{2}\cdot\frac\pi3-\frac12\cdot\frac\pi4=\frac{\pi}{2\sqrt3}-\frac\pi8$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$=\frac\pi2\left(\frac{1}{\sqrt3}-\frac14\right)=\frac\pi2\cdot\frac{4-\sqrt3}{4\sqrt3}$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$\frac\pi2\cdot\frac{16-3}{4\sqrt3\left(4+\sqrt3\right)}=\frac{13\pi}{8\sqrt3\left(4+\sqrt3\right)}=\frac{13\pi}{8\left(4\sqrt3+3\right)}$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$\frac{13\pi}{8\left(4\sqrt3+3\right)}$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finish with the standard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$\frac{dx}{1+x^2}=d\theta$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$\int\frac{d\theta}{1+3\tan^2\theta}$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finish with the standard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$\int\frac{d\varphi}{a-\cos\varphi}$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it equals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$\int_{0}^{1}\frac{dx}{(1+x^2)(1+3x^2)}$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$dx=\sec^2\theta\,d\theta$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$\int_{0}^{\pi/4}\frac{d\theta}{1+3\tan^2\theta}$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$\frac{1}{1+3\tan^2\theta}=\frac{\cos^2\theta}{1+2\sin^2\theta}=\frac{1+\cos2\theta}{2\left(2-\cos2\theta\right)}=\frac12\left[-1+\frac{3}{2-\cos2\theta}\right]$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$\int_{0}^{\pi/4}\frac{3\,d\theta}{2-\cos2\theta}=\frac32\int_{0}^{\pi/2}\frac{d\varphi}{2-\cos\varphi}$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formula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0.51420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formula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$\int\frac{d\varphi}{a-\cos\varphi}=\frac{2}{\sqrt{a^2-1}}\tan^{-1}\left(\sqrt{\frac{a+1}{a-1}}\tan\frac\varphi2\right)$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$\frac32\cdot\frac{2}{\sqrt3}\cdot\frac\pi3=\frac{\pi}{\sqrt3}$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$\frac12\left[-\frac\pi4+\frac{\pi}{\sqrt3}\right]=\frac{\pi}{2\sqrt3}-\frac\pi8=\frac{13\pi}{8\left(4\sqrt3+3\right)}$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$0.51420$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$\frac{13\pi}{8\left(4\sqrt3+3\right)}$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Riemann-sum recipe: if each term has total degree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by the appropriate power, write the term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Riemann-sum recipe: if each term has total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by the appropriate power, write the term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$\frac1n\,g\left(\frac kn\right)$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$\lim\frac1n\sum_{k=1}^{n}g\left(\frac kn\right)=\int_{0}^{1}g(x)\,dx$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$a^2\ne 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$\frac{1}{(x^2+a^2)(x^2+b^2)}=\frac{1}{b^2-a^2}\left[\frac{1}{x^2+a^2}-\frac{1}{x^2+b^2}\right]$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</m:ra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puts it in the option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options look 'rationalised', try multiplying by the conjugate.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$\int_{0}^{1}\frac{dx}{(1+x^2)(1+\lambda x^2)}=\frac{\sqrt\lambda\tan^{-1}\sqrt\lambda-\frac\pi4}{\lambda-1}$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$\frac{\pi}{2\sqrt3}-\frac\pi8$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$\frac{\pi(4-\sqrt3)}{8\sqrt3}$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puts it in the option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$\frac{13\pi}{8\left(4\sqrt3+3\right)}$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options look 'rationalised', try multiplying by the conjugate.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$f:\left[-\frac\pi2,\frac\pi2\right]\to\mathbb{R}$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$\lim_{x\to0}\frac{x\int_{0}^{x}f(t)\,dt}{e^{x^{2}}-1}=\alpha$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differentiation under the integral sign, L'Hopital rule for limits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limit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L'Hopital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two limits, each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limit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L'Hopital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$\frac{d}{dx}\left(x\int_0^xf\right)=\int_0^xf+xf(x)$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two limits, 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$\frac{f(0)}{2}$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L'Hopital: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limit: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limit is again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$x\int_{0}^{x}f(t)dt\to0$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$e^{x^2}-1\to0$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L'Hopital: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$\alpha=\lim_{x\to0}\frac{\int_{0}^{x}f(t)dt+xf(x)}{e^{x^2}\cdot2x}=\lim_{x\to0}\frac{\int_{0}^{x}f(t)dt}{2x\,e^{x^2}}+\lim_{x\to0}\frac{f(x)}{2e^{x^2}}$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limit: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$\frac{f(0)}{2}=\frac14$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limit is again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$\lim\frac{f(x)}{2e^{x^2}\left(1+2x^2\right)}=\frac{f(0)}{2}=\frac14$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$\alpha=\frac14+\frac14=\frac12$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$8\alpha^2=8\cdot\frac14=2$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equivalent infinitesimals: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≈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equivalent infinitesimals: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$\int_{0}^{x}f\approx xf(0)$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$e^{x^2}-1\approx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differentiable, hence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differentiable, hence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$\int_{0}^{x}f(t)\,dt=f(0)\,x+o(x)=\frac x2+o(x)$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$x\left(\frac x2+o(x)\right)=\frac{x^2}{2}+o\left(x^2\right)$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0.50005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$e^{x^2}-1=x^2+o\left(x^2\right)$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$\alpha=\frac{x^2/2}{x^2}=\frac12$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Numerically,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$f(t)=\frac12+t+t^2$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$0.50005$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$x=10^{-4}$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this question the denominator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rule inside L'Hopital: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$\int_{0}^{x}f(t)\,dt\sim f(0)\,x$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$\lim_{x\to0}\frac{1}{x^{k}}\int_{0}^{x}t^{k-1}f(t)\,dt=\frac{f(0)}{k}$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$f=\cos$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$e^{u}-1\sim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u\sim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$\ln(1+u)\sim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$\lim_{x\to0}\frac{x\int_{0}^{x}f}{x^2}=f(0)$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this question 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$\alpha=f(0)=\frac12$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rule inside L'Hopital: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$\frac{d}{dx}\left[x\int_{0}^{x}f\right]=\int_{0}^{x}f+x\,f(x)$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$f(x)=ae^{2x}+be^{x}+cx$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$f'\left(\log_e2\right)=21$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$\int_{0}^{\log_e4}\left(f(x)-cx\right)dx=\frac{39}{2}$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$|a+b+c|$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exponential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condition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them into three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condition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$e^{\ln2}=2$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$e^{2\ln4}=16$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them into three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...(3).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$f(x)=ae^{2x}+be^x+cx$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$f'(x)=2ae^{2x}+be^x+c$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$f'(\ln2)=21$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$2a(4)+b(2)+c=21$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$8a+2b+c=21$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$\int_{0}^{\ln4}\left(ae^{2x}+be^{x}\right)dx=\frac{39}{2}$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$\left[\frac{ae^{2x}}{2}+be^{x}\right]_{0}^{\ln4}=\frac{39}{2}$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$8a+4b-\frac a2-b=\frac{39}{2}$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$\frac{15a}{2}+3b=\frac{39}{2}$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$15a+6b=39$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...(3).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$b=-1-a$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$15a-6a-6=39\Rightarrow9a=45\Rightarrow 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$c=21-8a-2b=21-40+12=-7$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$a+b+c=5-6-7=-8$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$|a+b+c|=8$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not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separately: find constants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not 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separately: find constants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$\lambda_1E_1+\lambda_2E_2+\lambda_3E_3=a+b+c$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three equations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(equation (3) divided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 want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have coefficients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three equations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$E_1:a+b=-1$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$E_2:8a+2b+c=21$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$E_3:5a+2b=13$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(equation (3)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 want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$\lambda_1E_1+\lambda_2E_2+\lambda_3E_3$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have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result as solving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$\lambda_1+8+5\lambda_3=1$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$\lambda_1+2+2\lambda_3=1$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$6+3\lambda_3=0$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$a+b+c=3(-1)+1\cdot21-2(13)=-8$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$|a+b+c|=8$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result as solving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$a=5,b=-6,c=-7$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answer needs only a linear form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express it as a combination of the given linear equations; this avoids solving for each unknown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condition involves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$\int_{0}^{\ln m}\left(ae^{2x}+be^{x}\right)dx=\frac{a\left(m^2-1\right)}{2}+b(m-1)$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$\frac{15a}{2}+3b$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$e^{k\ln m}=m^{k}$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$e^{\ln2}=2$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$e^{2\ln2}=4$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$e^{2\ln4}=16$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answer needs only a linear form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express it as a combination of the given linear equations; this avoids solving for each unknown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$\lambda=(3,1,-2)$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$f(x)-cx$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condition involves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constants such that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p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p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&gt;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differentiable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constants such that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$f(x)=\begin{cases} x^2+3x+a, &amp; x\le 1\\ bx+2, &amp; x&gt;1\end{cases}$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differentiable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$\frac{15}{6}$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Continuity and differentiability of piecewise functions, Definite integral of a piecewise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Differentiability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continuity and equal slopes, which fixes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Differentiability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continuity and equal slopes, which fixes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$f(1^-)=f(1)=f(1^+)$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$a+4=b+2$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$f'(1^-)=f'(1^+)$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$f'(x)=2x+3$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$f'(1^-)=5$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$f(x)=x^2+3x+3$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$f(x)=5x+2$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$\int_{-2}^{2}f(x)\,dx=\int_{-2}^{1}(x^2+3x+3)\,dx+\int_{1}^{2}(5x+2)\,dx$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$\left[\frac{x^3}{3}+\frac{3x^2}{2}+3x\right]_{-2}^{1}=\left(\frac13+\frac32+3\right)-\left(-\frac83+6-6\right)=\frac{15}{2}$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$\left[\frac{5x^2}{2}+2x\right]_{1}^{2}=(10+4)-\left(\frac52+2\right)=\frac{19}{2}$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$=\frac{15}{2}+\frac{19}{2}=17$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second branch is the tangent line of the first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gap between a parabola and its tangent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second branch is the tangent line of the first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gap between a parabola and its tangent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tangent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tangent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all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(zero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tangent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$y=x^2+3x+a$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tangent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$y=(a+4)+5(x-1)=5x+a-1$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$f(x)=g(x)-h(x)$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$g(x)=x^2+3x+3$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all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$h(x)=g(x)-(5x+2)=x^2-2x+1=(x-1)^2$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(zero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$\int_{-2}^{2}g\,dx=\int_{-2}^{2}(x^2+3)\,dx$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$=\frac{16}{3}+12=\frac{52}{3}$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$\int_{1}^{2}(x-1)^2\,dx=\frac13$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$\int_{-2}^{2}f\,dx=\frac{52}{3}-\frac13=17$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piecewise function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&gt;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equations for two unknown constants).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linear, differentiability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tangent line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quadratic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gap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 symmetric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odd part of a polynomial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piecewise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$\begin{cases}g(x),&amp;x\le c\\ h(x),&amp;x&gt;c\end{cases}$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$g(c)=h(c)$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$g'(c)=h'(c)$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equations for two unknown constants).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linear, differentiability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tangent line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$g(x)=px^2+qx+r$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$g(x)-h(x)=p(x-c)^2$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$x^2+3x+3-(5x+2)=(x-1)^2$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 symmetric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$[-m,m]$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odd part of a polynomial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$\int_{-2}^{2}(x^2+3x+3)dx=\int_{-2}^{2}(x^2+3)dx=\frac{52}{3}$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thrice differentiable function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tangents to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 with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𝑓</m:t>
                                        </m:r>
                                      </m:e>
                                      <m:sup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thrice differentiable function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tangents to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$(1,f(1))$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$(3,f(3))$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 with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$27\int_{1}^{3}\left(\left(f'(t)\right)^2+1\right)f''(t)\,dt=\alpha+\beta\sqrt3$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Slope of tangent and derivative,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it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limits given by the two tangent slopes.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$h(f')\,f''$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$z=f'(t)$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it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h(z)\,dz$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limits given by the two tangent slopes.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the tangent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𝑓</m:t>
                                        </m:r>
                                      </m:e>
                                      <m:sup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the tangent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$(1,f(1))$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$f'(1)=\tan\frac{\pi}{6}=\frac{1}{\sqrt3}$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$(3,f(3))$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$f'(3)=\tan\frac{\pi}{4}=1$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$I=\int_{1}^{3}\left(\left(f'(t)\right)^2+1\right)f''(t)\,dt$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$f'(t)=z$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$f''(t)\,dt=dz$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den>
                        </m:f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$I=\int_{1/\sqrt3}^{1}(z^2+1)\,dz=\left[\frac{z^3}{3}+z\right]_{1/\sqrt3}^{1}$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$I=\left(\frac13+1\right)-\left(\frac13\cdot\frac{1}{3\sqrt3}+\frac{1}{\sqrt3}\right)=\frac43-\frac{10}{9\sqrt3}=\frac43-\frac{10}{27}\sqrt3$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$27I=27\left(\frac43-\frac{10}{27}\sqrt3\right)=36-10\sqrt3$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$\alpha=36,\ \beta=-10$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$\alpha+\beta=36-10=26$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and close the loop: the repeated integral reappears,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terms of boundary values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and close the loop: the repeated integral reappears,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terms of boundary values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$I=\int_{1}^{3}(p^2+1)\,p'\,dt$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$u=p^2+1$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$dv=p'\,dt$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$du=2pp'\,dt$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$I=\left[(p^2+1)p\right]_{1}^{3}-2\int_{1}^{3}p^2p'\,dt$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p^2p'\,dt=\int (p^2+1)p'\,dt-\int p'\,dt=I-[p]_{1}^{3}$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$I=\left[p^3+p\right]-2I+2[p]$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$3I=\left[p^3+3p\right]_{1}^{3}$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$p(1)=\frac{1}{\sqrt3},\ p(3)=1$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$3I=(1+3)-\left(\frac{1}{3\sqrt3}+\sqrt3\right)=4-\frac{10}{3\sqrt3}$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$27I=36-\frac{30}{\sqrt3}=36-10\sqrt3$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$\alpha=36,\beta=-10$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only the slopes at the ends matter,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tangent making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slope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the right side to check); similarly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rational, compare the rational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separately, 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irrational.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h(f'(t))\,f''(t)\,dt=\int_{f'(a)}^{f'(b)}h(z)\,dz$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only the slopes at the ends matter,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$h(z)=z^2+1$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tangent making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$\theta\ne\frac{\pi}{2}$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$\int\left(1+f'^2\right)f''\,dt=\frac{f'^3}{3}+f'+C$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the right side to check); 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f'f''\,dt=\frac{f'^2}{2}+C$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rational, compare the rational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separately,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irrational.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d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e>
                        </m:rad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$f(x)=\frac{x}{\left(1+x^4\right)^{1/4}}$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$g(x)=f\left(f\left(f\left(f(x)\right)\right)\right)$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$18\int_{0}^{\sqrt{2\sqrt5}}x^2g(x)\,dx$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Composition of functions,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application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adds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the root,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application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adds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the root,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$g(x)=\frac{x}{(1+4x^4)^{1/4}}$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$x^3dx$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Repeating, each composition adds one more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e>
                        </m:rad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$f(x)=\frac{x}{(1+x^4)^{1/4}}$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$f(x)^4=\frac{x^4}{1+x^4}$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$1+f(x)^4=\frac{1+2x^4}{1+x^4}$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$(f\circ f)(x)=\frac{f(x)}{(1+f(x)^4)^{1/4}}=\frac{x}{(1+x^4)^{1/4}}\cdot\frac{(1+x^4)^{1/4}}{(1+2x^4)^{1/4}}=\frac{x}{(1+2x^4)^{1/4}}$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Repeating, each composition adds one more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$f(f(f(f(x))))=g(x)=\frac{x}{(1+4x^4)^{1/4}}$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$18\int_{0}^{\sqrt{2\sqrt5}}x^2g(x)\,dx=18\int_{0}^{\sqrt{2\sqrt5}}\frac{x^3}{(1+4x^4)^{1/4}}\,dx$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$1+4x^4=t^4$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$16x^3dx=4t^3dt$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$x^3dx=\frac{t^3}{4}dt$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$x=0\Rightarrow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$x^4=\left(2\sqrt5\right)^2=20\Rightarrow t^4=81\Rightarrow t=3$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$18\int_{1}^{3}\frac{1}{4}\cdot\frac{t^3}{t}\,dt=\frac{18}{4}\int_{1}^{3}t^2\,dt=\frac92\left[\frac{t^3}{3}\right]_{1}^{3}$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$=\frac32(27-1)=39$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Linearise the composition: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gains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 application; then integrate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inspection.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Linearise the composition: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$1/f^4$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gains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 application; then 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$x^3(1+4x^4)^{-1/4}$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inspection.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After four applications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$\phi(x)=\frac{1}{f(x)^4}=\frac{1+x^4}{x^4}=\frac{1}{x^4}+1$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$\frac{1}{f(y)^4}=\frac{1}{y^4}+1$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$\frac{1}{(f\circ f)^4}=\frac{1}{f(x)^4}+1=\frac{1}{x^4}+2$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After four applications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$\frac{1}{g^4}=\frac{1}{x^4}+4$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$g(x)=\frac{x}{(1+4x^4)^{1/4}}$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 antiderivative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$\frac{d}{dx}\left(1+4x^4\right)^{3/4}=\frac34\cdot16x^3(1+4x^4)^{-1/4}=12x^3(1+4x^4)^{-1/4}$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 antiderivative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$x^3(1+4x^4)^{-1/4}$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$\frac{(1+4x^4)^{3/4}}{12}$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$18\cdot\frac{1}{12}\left[(1+4x^4)^{3/4}\right]_{0}^{\sqrt{2\sqrt5}}=\frac32\left(81^{3/4}-1\right)=\frac32(27-1)=39$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step (checked numerically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constant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composition looks heavy, look for a quantity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on which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acts additively; the iterates then follow by counting.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$f(x)=\frac{x}{(1+x^k)^{1/k}}$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$f^{\,n}(x)=\frac{x}{(1+nx^k)^{1/k}}$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$\frac{1}{f(x)^k}=\frac{1}{x^k}+1$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step (checked numerically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$n=1,\dots,4$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x^{k-1}\left(1+nx^k\right)^{-1/k}dx=\frac{\left(1+nx^k\right)^{(k-1)/k}}{n(k-1)}+C$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$k=4,\ 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constant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composition looks heavy, look for a quantity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$\frac{1}{f^k}$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on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acts additively; the iterates then follow by counting.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sum of all coefficients in the expansion of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nary>
                              <m:naryPr>
                                <m:chr m:val="∫"/>
                                <m:limLoc m:val="subSup"/>
                                <m:subHide m:val="off"/>
                                <m:supHide m:val="off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naryPr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log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2024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nary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equations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a common root,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sum of all coefficients in the expansion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$\left(1-2x+2x^2\right)^{2023}\left(3-4x^2+2x^3\right)^{2024}$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$b=\lim_{x\to0}\left(\frac{\int_{0}^{x}\frac{\log(1+t)}{t^{2024}+1}\,dt}{x^2}\right)$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equations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$cx^2+dx+e=0$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$2bx^2+ax+4=0$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a common root,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$c,d,e\in\mathbb{R}$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$d:c:e$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$1:1:4$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$4:1:4$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$2:1:4$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$1:2:4$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an integral function (L'Hopital rule), Common roots of quadratic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real quadratic with nonreal roots that shares one root with a real quadratic shares both, so coefficients are proportional.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coefficients is the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ln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2024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L'Hopital's rule (with the fundamental theorem of calculus):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coefficients is the 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$a=(1-2+2)^{2023}(3-4+2)^{2024}=1\cdot1=1$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$b=\lim_{x\to0}\frac{\int_{0}^{x}\frac{\ln(1+t)}{t^{2024}+1}dt}{x^2}$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L'Hopital's rule (with the fundamental theorem of calculus):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$b=\lim_{x\to0}\frac{\frac{\ln(1+x)}{x^{2024}+1}}{2x}$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$b=\frac12\cdot\lim_{x\to0}\frac{\ln(1+x)}{x}\cdot\frac{1}{x^{2024}+1}=\frac12\cdot1\cdot\frac{1}{0+1}=\frac12$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discriminant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its roots are nonreal.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real coefficients and shares a root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nonreal root's conjugate is also a root of both equations, so both roots are common.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equations are proportional: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$2bx^2+ax+4=0$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discriminant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$1-16&lt;0$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its roots are nonreal.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$cx^2+dx+e=0$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real coefficients and shares a root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nonreal root's conjugate is also a root of both equations, so both roots are common.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equations are proportional: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$\frac{c}{1}=\frac{d}{1}=\frac{e}{4}$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$d:c:e=1:1:4$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$1:1:4$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leading term of the integrand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L'Hopital, and the conjugate-pair argument for the roots.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leading term of the integrand near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L'Hopital, and the conjugate-pair argument for the roots.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far smaller),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coefficients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second equation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roots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$\frac{\ln(1+t)}{t^{2024}+1}=t-\frac{t^2}{2}+\dots$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$t^{2024}$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far smaller),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$\int_0^x(\cdot)\,dt=\frac{x^2}{2}-\frac{x^3}{6}+\dots$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coefficients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second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$\frac{-1\pm i\sqrt{15}}{2}$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common nonreal root of this and the real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ω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 root of the real equation,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ω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roots of both.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by Vieta: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ω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ω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ω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$\omega$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common nonreal root of this and the real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$cx^2+dx+e=0$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$\bar\omega$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 root of the real equation,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$\{\omega,\bar\omega\}$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roots of both.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by Vieta: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dc=\omega+\bar\omega=-1$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ec=\omega\bar\omega=4$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$e=4c$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$d:c:e=1:1:4$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$1:1:4$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coefficients of a polynomial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of coefficients of even powers minus odd powers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real-coefficient quadratics with one common root where one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have both roots common,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common root is real, use the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coefficients of a polynomial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of coefficients of even powers minus odd powers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$\varphi(t)\sim ct^{m-1}$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$\lim_{x\to0}\frac{1}{x^m}\int_0^x\varphi(t)\,dt=\frac cm$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$\varphi\sim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real-coefficient quadratics with one common root where one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have both roots common,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$\frac{a_1}{a_2}=\frac{b_1}{b_2}=\frac{c_1}{c_2}$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common root is real, use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$(a_1c_2-a_2c_1)^2=(a_1b_2-a_2b_1)(b_1c_2-b_2c_1)$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functions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log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e>
                            </m:rad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log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e>
                            </m:rad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$f,g:(0,\infty)\to\mathbb{R}$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functions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$f(x)=\int_{-x}^{x}\left(|t|-t^2\right)e^{-t^2}\,dt$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$g(x)=\int_{0}^{x^2}t^{1/2}e^{-t}\,dt$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$9\left(f\left(\sqrt{\log_e 9}\right)+g\left(\sqrt{\log_e 9}\right)\right)$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Differentiation of integral functions (Leibniz rule)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both: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clean derivative,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both: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$f'+g'=2xe^{-x^2}$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clean derivative,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$f+g=1-e^{-x^2}$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$f(0)=g(0)=0$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Leibniz's rule,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Leibniz's rule,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$f'(x)=\left(|x|-x^2\right)e^{-x^2}\cdot1-\left(|-x|-x^2\right)e^{-x^2}\cdot(-1)=2\left(|x|-x^2\right)e^{-x^2}$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$g'(x)=\left(x^2\right)^{1/2}e^{-x^2}\cdot2x-0=2x^2e^{-x^2}$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$f'(x)+g'(x)=2xe^{-x^2}-2x^2e^{-x^2}+2x^2e^{-x^2}=2xe^{-x^2}$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$f(0)=g(0)=0$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$f(\alpha)+g(\alpha)=\int_{0}^{\alpha}2xe^{-x^2}\,dx$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$\int_{0}^{\alpha^2}e^{-t}\,dt=\left[-e^{-t}\right]_{0}^{\alpha^2}=1-e^{-\alpha^2}$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$\alpha=\sqrt{\log_e9}$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$e^{-\alpha^2}=e^{-\log_e 9}=\frac19$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$f+g=1-\frac19=\frac89$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$9\left(f(\alpha)+g(\alpha)\right)=9\cdot\frac89=8$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not differentiate: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combine under a single integral sign.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not differentiate: 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$t=s^2$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combine under a single integral sign.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the integrand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$f(x)=\int_{-x}^{x}\left(|t|-t^2\right)e^{-t^2}dt=2\int_{0}^{x}\left(t-t^2\right)e^{-t^2}dt$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the integrand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$g(x)=\int_{0}^{x^2}t^{1/2}e^{-t}dt$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$t=s^2$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$dt=2s\,ds$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$g(x)=\int_{0}^{x}s\,e^{-s^2}\cdot2s\,ds=2\int_{0}^{x}s^2e^{-s^2}ds$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$f(x)+g(x)=2\int_{0}^{x}\left(t-t^2+t^2\right)e^{-t^2}dt=2\int_{0}^{x}te^{-t^2}dt=1-e^{-x^2}$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$x^2=\log_e9$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$f+g=1-\frac19=\frac89$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$9\left(f+g\right)=8$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ends contribute,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awkward integrals whose derivatives combine into an exact derivative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should be added, not evaluated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$\frac{d}{dx}\int_{u(x)}^{v(x)}h(t)\,dt=h(v)v'-h(u)u'$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$v=x,\ u=-x$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ends contribute,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$h(x)+h(-x)$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$\int_{-x}^{x}h(t)\,dt=2\int_0^xh(t)\,dt$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$\left(|t|-t^2\right)e^{-t^2}$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awkward integrals whose derivatives combine into an exact derivative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$2xe^{-x^2}=\frac{d}{dx}\left(-e^{-x^2}\right)$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should be added, not evaluated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$\int_0^{x}2te^{-t^2}dt=1-e^{-x^2}$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$\int\varphi'(x)e^{-\varphi(x)}dx=-e^{-\varphi(x)}$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$\int_{0}^{\pi/4}\frac{x\,dx}{\sin^4(2x)+\cos^4(2x)}$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$\frac{\sqrt2\pi^2}{32}$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$\frac{\sqrt2\pi^2}{8}$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$\frac{\sqrt2\pi^2}{16}$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$\frac{\sqrt2\pi^2}{64}$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integrals: King property and trigonometric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denominator is unchanged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replaced by its average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denominator is unchanged under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$x\to\frac{\pi}{4}-x$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replaced by its average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$\frac{\pi}{8}$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vice versa.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$I=\int_{0}^{\pi/4}\frac{x\,dx}{\sin^42x+\cos^42x}$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$\int_0^af(x)dx=\int_0^af(a-x)dx$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$\sin2\left(\frac{\pi}{4}-x\right)=\cos2x$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vice versa.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$2I=\int_{0}^{\pi/4}\left[\frac{x}{\cos^42x+\sin^42x}+\frac{\frac{\pi}{4}-x}{\sin^42x+\cos^42x}\right]dx=\frac{\pi}{4}\int_{0}^{\pi/4}\frac{dx}{\sin^42x+\cos^42x}$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$2x=\theta$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$2I=\frac{\pi}{4}\cdot\frac12\int_{0}^{\pi/2}\frac{d\theta}{\sin^4\theta+\cos^4\theta}=\frac{\pi}{8}\int_{0}^{\pi/2}\frac{d\theta}{\sin^4\theta+\cos^4\theta}$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unchanged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this gives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den>
                                </m:f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$\cos^4\theta$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$\int_{0}^{\pi/2}\frac{d\theta}{\sin^4\theta+\cos^4\theta}=\int_{0}^{\infty}\frac{1+t^2}{t^4+1}\,dt$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unchanged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$dt\to-\frac{dt}{t^2}$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$\int_0^\infty=2\int_{0}^{1}\frac{1+t^2}{t^4+1}\,dt$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$\frac{1+t^2}{t^4+1}=\frac{1+\frac{1}{t^2}}{\left(t-\frac1t\right)^2+2}$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$w=t-\frac1t$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$\int_0^1=\left[\frac{1}{\sqrt2}\tan^{-1}\frac{t-\frac1t}{\sqrt2}\right]_0^1=\frac{1}{\sqrt2}\cdot\frac{\pi}{2}$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$\int_{0}^{\pi/2}\frac{d\theta}{\sin^4\theta+\cos^4\theta}=2\cdot\frac{\pi}{2\sqrt2}=\frac{\pi}{\sqrt2}$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$2I=\frac{\pi}{8}\cdot\frac{\pi}{\sqrt2}$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$I=\frac{\pi^2}{16\sqrt2}=\frac{\sqrt2\pi^2}{32}$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$\frac{\sqrt2\pi^2}{32}$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weight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may be replaced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$\sin^4+\cos^4=\frac{3+\cos 8x}{4}$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weight is symmetric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$\frac{\pi}{8}$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may be replaced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$\frac{\pi}{8}$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$u=\tan4x$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$\sin^4\theta+\cos^4\theta=1-\frac12\sin^22\theta=\frac{3+\cos4\theta}{4}$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$=\frac{3+\cos8x}{4}$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$I=\int_{0}^{\pi/4}\frac{4x}{3+\cos8x}\,dx$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$w(x)=\frac{4}{3+\cos8x}$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$w\left(\frac{\pi}{4}-x\right)=w(x)$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$\cos(2\pi-8x)=\cos8x$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$\int_0^{\pi/4}x\,w\,dx=\frac{\pi}{8}\int_0^{\pi/4}w\,dx$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$\int_{0}^{\pi/4}w\,dx=2\int_{0}^{\pi/8}\frac{4\,dx}{3+\cos8x}$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$u=\tan4x$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$\cos8x=\frac{1-u^2}{1+u^2}$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$dx=\frac{du}{4(1+u^2)}$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$3+\cos8x=\frac{4+2u^2}{1+u^2}$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$\frac{4\,dx}{3+\cos8x}=\frac{du}{4+2u^2}$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$\int_{0}^{\pi/8}\frac{4\,dx}{3+\cos8x}=\int_{0}^{\infty}\frac{du}{4+2u^2}=\frac12\cdot\frac{1}{\sqrt2}\cdot\frac{\pi}{2}=\frac{\pi}{4\sqrt2}$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$I=\frac{\pi}{8}\cdot2\cdot\frac{\pi}{4\sqrt2}=\frac{\pi^2}{16\sqrt2}=\frac{\sqrt2\pi^2}{32}$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$\frac{\sqrt2\pi^2}{32}$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weight is balanced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replaced by its average).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2.2214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$w(a-x)=w(x)$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 x\,w(x)\,dx=\frac a2\int_0^a w(x)\,dx$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weight is balanced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replaced by its average).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$\sin^4\theta+\cos^4\theta=1-\frac12\sin^22\theta=\frac{3+\cos4\theta}{4}$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$\int_{0}^{\pi/2}\frac{d\theta}{\sin^4\theta+\cos^4\theta}=\int_{0}^{\infty}\frac{1+t^2}{1+t^4}dt=\frac{\pi}{\sqrt2}$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$2.2214$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$\int\frac{1\pm t^{-2}}{t^2+t^{-2}}dt$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$w=t\mp\frac1t$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$t^2+\frac1{t^2}=w^2+2$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$\int_{0}^{1}\left(2x^3-3x^2-x+1\right)^{1/3}dx$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integrals: odd function property via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cubic odd,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 cube root of an odd function is odd.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$t=2x-1$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cubic odd,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$2x^3-3x^2-x+1=\frac{t\left(t^2-5\right)}{4}$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 cube root of an odd function is odd.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cubic around its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(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sSup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400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)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e>
                                    </m:d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cubic around its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$2x^3-3x^2-x+1=\frac14(2x-1)\left((2x-1)^2-5\right)$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$I=\int_{0}^{1}\left(\frac{(2x-1)\left((2x-1)^2-5\right)}{4}\right)^{1/3}dx$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$2x-1=t$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𝑡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e>
                                    </m:d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real cube root of an odd function is odd, so the integrand is odd on the symmetric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$I=\frac12\int_{-1}^{1}\left(\frac{t\left(t^2-5\right)}{4}\right)^{1/3}dt$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$t\left(t^2-5\right)$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real cube root of an odd function is odd, so the integrand is odd on the symmetric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Check directly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apply the King property.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Check directly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$\varphi(1-x)=-\varphi(x)$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$\varphi(x)=2x^3-3x^2-x+1$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apply the King property.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φ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 No factorisation is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$\varphi(x)=2x^3-3x^2-x+1$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$\varphi(1-x)=2(1-x)^3-3(1-x)^2-(1-x)+1=-1+x+3x^2-2x^3=-\varphi(x)$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$I=\int_0^1\varphi(x)^{1/3}dx=\int_0^1\varphi(1-x)^{1/3}dx=\int_0^1\left(-\varphi(x)\right)^{1/3}dx=-I$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 No factorisation is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for any odd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(cube root,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...)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cubic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its inflection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real cube root </a:t>
                </a:r>
                <a14:m>
                  <m:oMath xmlns:m="http://schemas.openxmlformats.org/officeDocument/2006/math">
                    <m:rad>
                      <m:deg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g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function; the integrand is real here, so no complex-root issue arises.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$\varphi(a+b-x)=-\varphi(x)$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for any odd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(cube root,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...)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$\int_a^bF(\varphi(x))\,dx=0$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cubic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$p(x)=Ax^3+Bx^2+Cx+D$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its inflection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$x_0=-\frac{B}{3A}$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$p\left(\frac12\right)=0$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$p(\frac12+h)+p(\frac12-h)=0$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$h=0.37$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real cube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$\sqrt[3]{\cdot}$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function; the integrand is real here, so no complex-root issue arises.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rational numbers,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$\int_{0}^{\pi/3}\cos^4x\,dx=a\pi+b\sqrt3$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rational numbers,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$9a+8b$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1825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powers of cosine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the power twice with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term by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the power twice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$\cos^2\theta=\frac{1+\cos2\theta}{2}$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term by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sSub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b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$\int_{0}^{\pi/3}\cos^4x\,dx=\int_{0}^{\pi/3}\left(\frac{1+\cos2x}{2}\right)^2dx=\frac14\int_{0}^{\pi/3}\left(1+2\cos2x+\cos^22x\right)dx$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$\cos^22x=\frac{1+\cos4x}{2}$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$=\frac14\left[\int_{0}^{\pi/3}dx+2\int_{0}^{\pi/3}\cos2x\,dx+\int_{0}^{\pi/3}\frac{1+\cos4x}{2}dx\right]$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$=\frac14\left[\frac{\pi}{3}+\left(\sin2x\right)_{0}^{\pi/3}+\frac12\cdot\frac{\pi}{3}+\frac18\left(\sin4x\right)_{0}^{\pi/3}\right]$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$\sin\frac{2\pi}{3}=\frac{\sqrt3}{2}$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$\sin\frac{4\pi}{3}=-\frac{\sqrt3}{2}$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$=\frac14\left[\frac{\pi}{2}+\frac{\sqrt3}{2}+\frac18\times\left(-\frac{\sqrt3}{2}\right)\right]=\frac14\left[\frac{\pi}{2}+\frac{7\sqrt3}{16}\right]$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$=\frac{\pi}{8}+\frac{7\sqrt3}{64}$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$a=\frac18,\ b=\frac{7}{64}$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$9a+8b=\frac98+\frac78=2$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reduction formula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reduction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$\int\cos^nx\,dx=\frac{\cos^{n-1}x\sin x}{n}+\frac{n-1}{n}\int\cos^{n-2}x\,dx$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$\int_0^{\pi/3}\cos^4x\,dx=\left[\frac{\cos^3x\sin x}{4}\right]_0^{\pi/3}+\frac34\int_0^{\pi/3}\cos^2x\,dx$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$\frac14\cdot\frac18\cdot\frac{\sqrt3}{2}=\frac{\sqrt3}{64}$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$\int_0^{\pi/3}\cos^2x\,dx=\frac12\left[x+\frac{\sin2x}{2}\right]_0^{\pi/3}=\frac{\pi}{6}+\frac{\sqrt3}{8}$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$=\frac{\sqrt3}{64}+\frac34\left(\frac{\pi}{6}+\frac{\sqrt3}{8}\right)=\frac{\pi}{8}+\frac{\sqrt3}{64}+\frac{6\sqrt3}{64}=\frac{\pi}{8}+\frac{7\sqrt3}{64}$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$a=\frac18,\ b=\frac7{64}$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$9a+8b=2$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integrate term by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limits). Over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boundary term vanishes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(Wallis).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result is written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rational, read off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comparing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(irrationality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split unique).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$\cos^4x=\frac{3+4\cos2x+\cos4x}{8}$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$\sin^4x=\frac{3-4\cos2x+\cos4x}{8}$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integrate term by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$\int\cos^nx\,dx=\frac{\cos^{n-1}x\sin x}{n}+\frac{n-1}{n}\int\cos^{n-2}x\,dx$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limits).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boundary term vanishes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$\int_0^{\pi/2}\cos^4x\,dx=\frac{3\pi}{16}$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(Wallis).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result is written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$a\pi+b\sqrt3$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rational, read off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comparing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(irrationality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split unique).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continuous odd function.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$f(x)=\int_{0}^{x}g(t)\log_e\left(\frac{1-t}{1+t}\right)dt$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continuous odd function.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$\int_{-\pi/2}^{\pi/2}\left(f(x)+\frac{x^2\cos x}{1+e^x}\right)dx=\left(\frac{\pi}{\alpha}\right)^2-\alpha$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integrals: odd/even functions and integration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adding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copy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f=0$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adding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copy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$\frac{x^2\cos x}{1+e^x}$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two signs cancel: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odd,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$f(-x)=\int_{0}^{-x}g(t)\ln\frac{1-t}{1+t}\,dt$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$f(-x)=-\int_{0}^{x}g(-y)\ln\frac{1+y}{1-y}\,dy$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$g(-y)=-g(y)$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$\ln\frac{1+y}{1-y}=-\ln\frac{1-y}{1+y}$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two signs cancel: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$f(-x)=-\int_{0}^{x}g(y)\ln\frac{1-y}{1+y}\,dy=-f(x)$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odd,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$\int_{-\pi/2}^{\pi/2}f(x)\,dx=0$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$I=\int_{-\pi/2}^{\pi/2}\left(f(x)+\frac{x^2\cos x}{1+e^x}\right)dx$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$I=\int_{-\pi/2}^{\pi/2}\left(f(-x)+\frac{x^2e^x\cos x}{1+e^x}\right)dx$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∫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$2I=\int_{-\pi/2}^{\pi/2}x^2\cos x\,dx=2\int_{0}^{\pi/2}x^2\cos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$f(x)+f(-x)=0$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$\frac{1+e^x}{1+e^x}=1$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$I=\left(x^2\sin x\right)_0^{\pi/2}-\int_0^{\pi/2}2x\sin x\,dx=\frac{\pi^2}{4}-2\left[-x\cos x+\int\cos x\,dx\right]_0^{\pi/2}$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$=\frac{\pi^2}{4}-2\left(0+1\right)=\frac{\pi^2}{4}-2=\left(\frac{\pi}{2}\right)^2-2$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$\left(\frac{\pi}{\alpha}\right)^2-\alpha$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 by differentiating (its derivative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and verify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via an explicit antiderivative.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Show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 by differentiating (its derivative is even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and verify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x^2\cos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via an explicit antiderivative.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the logarithm is odd,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(its graph is symmetric about the origin),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remaining part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to check).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$f'(x)=g(x)\ln\frac{1-x}{1+x}$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the logarithm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(its graph is symmetric about the origin),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remaining part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$\frac{1}{1+e^x}+\frac{1}{1+e^{-x}}=1$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$\int_{-a}^{a}\frac{h(x)}{1+e^x}dx=\int_{0}^{a}h(x)\,dx$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$h=x^2\cos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$(x^2-2)\sin x+2x\cos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to check).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 and the constant agree).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$\int_{0}^{\pi/2}x^2\cos x\,dx=\left(\frac{\pi^2}{4}-2\right)\cdot1+0-\left(0+0\right)=\frac{\pi^2}{4}-2$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$\frac{\pi^2}{4}-2=\frac{\pi^2}{\alpha^2}-\alpha$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 and the constant agree).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(adding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copy makes the denominator disappear).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Parity of integral functions: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𝑜𝑑𝑑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𝑒𝑣𝑒𝑛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$\int_{-a}^{a}\frac{h(x)}{1+e^{kx}}\,dx=\int_0^ah(x)\,dx$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(adding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copy makes the denominator disappear).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Parity of integral functions: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$\int_0^x(\text{odd})\,dt$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$\int_0^x(\text{even})\,dt$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$g\cdot\ln\frac{1-t}{1+t}$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$\ln\frac{1-t}{1+t}$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$\int_0^{\pi/2}x^2\cos x\,dx=\frac{\pi^2}{4}-2$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slope of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sSub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𝑟</m:t>
                                        </m:r>
                                      </m:e>
                                      <m:sub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b>
                                    </m:s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slope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$45x+5y+3=0$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$27r_1+\frac{9r_2}{2}$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$r_1,r_2\in\mathbb{R}$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$\lim_{x\to3}\left(\int_{3}^{x}\frac{8t^2}{\frac{3r_2x}{2}-r_2x^2-r_1x^3-3x}\,dt\right)$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Slope of a straight line, Limit of an integral function (L'Hopital rule)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what the denominator's value and derivative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$27r_1+\frac{9r_2}{2}=-9$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what the denominator's value and derivative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upper limit) in the denominator, so the denominator comes out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-integral: the limit is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nary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numerator and denominator vanish (denominator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form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L'Hopital's rule: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$45x+5y+3=0$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$-\frac{45}{5}=-9$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$27r_1+\frac{9r_2}{2}=-9$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upper limit) in the denominator, so the denominator comes out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-integral: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$\lim_{x\to3}\frac{\int_3^x8t^2\,dt}{\frac{3r_2x}{2}-r_2x^2-r_1x^3-3x}$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numerator and denominator vanish (denominator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$=-\left(27r_1+\frac{9r_2}{2}\right)-9=0$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form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L'Hopital's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$\lim_{x\to3}\frac{8x^2}{\frac{3r_2}{2}-2r_2x-3r_1x^2-3}$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the denominator: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denominator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$\frac{8\times9}{\frac{3r_2}{2}-6r_2-27r_1-3}$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the 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$-\frac{9r_2}{2}-27r_1-3=-\left(27r_1+\frac{9r_2}{2}\right)-3$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$27r_1+\frac{9r_2}{2}=-9$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$=\frac{8\times9}{6}=12$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answer cannot depend on how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split, so pick convenient values and cancel the common 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answer cannot depend on how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$27r_1+\frac{9r_2}{2}=-9$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split, so pick convenient values and cancel the common 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given, so the limit must be the same for every admissible pair. 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Numerator: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$27r_1+\frac{9r_2}{2}=-9$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given, so the limit must be the same for every admissible pair.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$-r_1x^3-3x=\frac{x^3}{3}-3x=\frac{x\left(x^2-9\right)}{3}$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$\int_3^x8t^2dt=\frac{8\left(x^3-27\right)}{3}$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 (numerical check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$=\frac{8\left(x^3-27\right)}{x\left(x^2-9\right)}=\frac{8(x-3)\left(x^2+3x+9\right)}{x(x-3)(x+3)}=\frac{8\left(x^2+3x+9\right)}{x(x+3)}$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$\frac{8\times27}{3\times6}=12$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 (numerical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slope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(FTC with L'Hopital).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result depends only on a given combination of parameters, substituting any convenient admissible values is a valid shortcut and a useful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$D'(a)\ne0$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 a}\frac{\int_a^x\varphi(t)\,dt}{D(x)}=\frac{\varphi(a)}{D'(a)}$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(FTC with L'Hopital).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result depends only on a given combination of parameters, substituting any convenient admissible values is a valid shortcut and a useful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rational numbers,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$\int_{\pi/6}^{\pi/3}\sqrt{1-\sin2x}\,dx=\alpha+\beta\sqrt2+\gamma\sqrt3$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rational numbers,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$3\alpha+4\beta-\gamma$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modulus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changes sign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$1-\sin2x=(\sin x-\cos x)^2$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$|\sin x-\cos 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changes sign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$1-\sin2x=\sin^2x+\cos^2x-2\sin x\cos x=(\sin x-\cos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$\sqrt{1-\sin2x}=|\sin x-\cos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$\int_{\pi/6}^{\pi/3}|\sin x-\cos x|\,dx$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$\left(\frac{\pi}{6},\frac{\pi}{4}\right)$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x&gt;\sin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$\left(\frac{\pi}{4},\frac{\pi}{3}\right)$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x&gt;\cos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$=\int_{\pi/6}^{\pi/4}(\cos x-\sin x)\,dx+\int_{\pi/4}^{\pi/3}(\sin x-\cos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$\left[\sin x+\cos x\right]_{\pi/6}^{\pi/4}=\sqrt2-\left(\frac12+\frac{\sqrt3}{2}\right)$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$\left[-\cos x-\sin x\right]_{\pi/4}^{\pi/3}=-\left(\frac12+\frac{\sqrt3}{2}\right)+\sqrt2$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$=-1+2\sqrt2-\sqrt3=\alpha+\beta\sqrt2+\gamma\sqrt3$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$\alpha=-1,\ \beta=2,\ \gamma=-1$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$3\alpha+4\beta-\gamma=-3+8+1=6$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modulus then sits on a symmetric interval around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$1-\sin2x=2\sin^2\left(x-\frac{\pi}{4}\right)$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modulus then sits on a symmetric interval around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limits become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$1-\sin2x=1-\cos\left(\frac{\pi}{2}-2x\right)=2\sin^2\left(\frac{\pi}{4}-x\right)$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$\sqrt{1-\sin2x}=\sqrt2\left|\sin\left(x-\frac{\pi}{4}\right)\right|$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limits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$I=\sqrt2\int_{-\pi/12}^{\pi/12}|\sin u|\,du=2\sqrt2\int_{0}^{\pi/12}\sin 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$I=2\sqrt2\left(1-\cos\frac{\pi}{12}\right)$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$\cos\frac{\pi}{12}=\frac{\sqrt6+\sqrt2}{4}$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$I=2\sqrt2-\frac{2\sqrt2\left(\sqrt6+\sqrt2\right)}{4}=2\sqrt2-\frac{\sqrt{12}+2}{2}=2\sqrt2-\sqrt3-1$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$\alpha=-1,\beta=2,\gamma=-1$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$3\alpha+4\beta-\gamma=6$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perfect squares hide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change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Q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rational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read off uniquely.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$\sqrt{1\mp\sin2x}=|\sin x\mp\cos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$\sqrt{1\pm\cos2x}=\sqrt2\,|\cos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$\sqrt2\,|\sin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perfect squares hide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$1\pm\sin2x$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$1\pm\cos2x$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$1-\sin2x=2\sin^2\left(x-\frac{\pi}{4}\right)$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$\sqrt{1-\sin2x}=\sqrt2\left|\sin\left(x-\frac{\pi}{4}\right)\right|$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change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$\cos\frac{\pi}{12}=\frac{\sqrt6+\sqrt2}{4}$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$\int_{-c}^{c}|\sin u|\,du=2(1-\cos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$1,\sqrt2,\sqrt3$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rational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read off uniquely.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$9\int_{0}^{9}\left[\sqrt{\frac{10x}{x+1}}\right]dx$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the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increasing, so the floor jumps where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integrate each constant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$\sqrt{\frac{10x}{x+1}}$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increasing, so the floor jumps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$\frac{10x}{x+1}=1,4,9$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integrate each constant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function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floor value changes at each perfect square.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$I=\int_{0}^{9}\left[\sqrt{\frac{10x}{x+1}}\right]dx$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$\frac{10x}{x+1}$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$[0,9]$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floor value changes at each perfect square.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$\frac{10x}{x+1}=1\Rightarrow x=\frac19$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$\frac{10x}{x+1}=4\Rightarrow x=\frac23$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$\frac{10x}{x+1}=9\Rightarrow x=9$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floor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floor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$\left[0,\frac19\right)$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$\left[\frac19,\frac23\right)$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$\left[\frac23,9\right)$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$I=\int_{0}^{1/9}0\,dx+\int_{1/9}^{2/3}1\,dx+\int_{2/3}^{9}2\,dx=0+[x]_{1/9}^{2/3}+[2x]_{2/3}^{9}$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$I=\frac23-\frac19+18-\frac43=\frac{155}{9}$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$9I=155$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 counting: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𝑙𝑒𝑛𝑔𝑡ℎ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 counting: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$\int_0^9[h]\,dx=\sum_{k\ge1}\text{length}\{x\in[0,9]:h(x)\ge k\}$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set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$\left[\sqrt{\frac{10x}{x+1}}\right]\ge k\iff\frac{10x}{x+1}\ge k^2\iff x\ge\frac{k^2}{10-k^2}$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$k^2&lt;10$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set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$9-\frac19=\frac{80}{9}$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$x\ge\frac46=\frac23$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$9-\frac23=\frac{25}{3}=\frac{75}{9}$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reached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$x\ge\frac{9}{1}=9$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reached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$I=\frac{80}{9}+\frac{75}{9}=\frac{155}{9}$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$9I=155$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ℎ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 exactly at perfect squares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solve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value of the floor function at the upper limit (here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attained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 no extra piece is added.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$\int_0^L[h(x)]\,dx=\sum_{k\ge1}\left(L-h^{-1}(k)\right)$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$h^{-1}(k)&lt;L$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$155/9$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$[\sqrt y]$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 exactly at perfect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$y=1,4,9,\dots$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$\frac{10x}{x+1}=k^2\Rightarrow x=\frac{k^2}{10-k^2}$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value of the floor function at the upper limit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$\sqrt{9}=3$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attained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 no extra piece is added.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71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least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71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$f(x)=\frac{4^x}{4^x+2}$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$M=\int_{f(a)}^{f(1-a)}x\sin^4\left(x(1-x)\right)dx$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$N=\int_{f(a)}^{f(1-a)}\sin^4\left(x(1-x)\right)dx$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M=\beta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least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480051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integrals: property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symmetry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480051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integrals: property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symmetry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integrand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$f(x)+f(1-x)=1$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limits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integrand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$\sin^4(x(1-x))$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(distinct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$f(x)+f(1-x)=\frac{4^x}{4^x+2}+\frac{4^{1-x}}{4^{1-x}+2}=\frac{4^x}{4^x+2}+\frac{4}{4+2\cdot4^x}=\frac{4^x+2}{4^x+2}=1$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$f(a)+f(1-a)=1$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$L=f(a)$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(distinct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$\int_p^qF(x)\,dx=\int_p^qF(p+q-x)\,dx$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$M=\int_{f(a)}^{f(1-a)}(1-x)\sin^4\left((1-x)x\right)dx$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reads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natural numbers the least values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β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𝑙𝑒𝑎𝑠𝑡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$(1-x)\sin^4(\cdot)=\sin^4(\cdot)-x\sin^4(\cdot)$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$M=N-M$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MN=\frac12$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M=\beta N\Rightarrow\frac MN=\frac{\beta}{\alpha}=\frac12$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natural numbers the least values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$\beta=1,\ 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$\left(\alpha^2+\beta^2\right)_{\text{least}}=4+1=5$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centre of symmetry: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integrand even, 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-weighted integral is half the plain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centre of symmetry: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$x=\frac12+y$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integrand even, so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-weighted integral is half the plain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centred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$L+(1-L)=1$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$[L,1-L]$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centred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$y\in[-c,c]$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$c=\frac12-L$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$x(1-x)=\left(\frac12+y\right)\left(\frac12-y\right)=\frac14-y^2$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$\sin^4(x(1-x))=\sin^4\left(\frac14-y^2\right)=:E(y)$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minimum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naturals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$N=\int_{-c}^{c}E(y)\,dy$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$M=\int_{-c}^{c}\left(\frac12+y\right)E(y)\,dy=\frac12N+0$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$yE(y)$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MN=\frac12$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M=\beta N\Rightarrow\alpha=2\beta$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minimum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naturals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an interval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it (numerically checked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Equal-ratio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natural numbers is minimised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$f(x)+f(c-x)=k$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$f(a)+f(c-a)=k$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$k=1,\ 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$\varphi(1-x)=\varphi(x)$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an interval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x\varphi(x)\,dx=\frac12\int\varphi(x)\,dx$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it (numerically checked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$a=0.3$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$M/N=0.5000$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Equal-ratio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$\alpha:\beta=2:1$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natural numbers is minimised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$525\int_{0}^{\pi/2}\sin2x\cos^{\frac{11}{2}}x\left(1+\cos^{\frac52}x\right)^{\frac12}dx$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$\left(n\sqrt2-64\right)$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absorb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a polynomial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$\sqrt{\cos x}=t$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absorb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$u^2=1+t^5$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$t^{14}\sqrt{1+t^5}\,dt$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a polynomial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flips the limits):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Again put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$I=525\int_0^{\pi/2}\sin2x\cos^{11/2}x\sqrt{1+\cos^{5/2}x}\,dx$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$\sqrt{\cos x}=t$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$-\sin x\,dx=2t\,dt$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x\,dx=-2t\,dt$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$\sin2x=2\sin 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$t:1\to0$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flips the limits):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$I=525\int_0^1 2\,(2t)\,t^2\,t^{11}\sqrt{1+t^5}\,dt$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$I=525\times4\int_0^1\sqrt{1+t^5}\,t^{14}\,dt=2100\int_0^1\sqrt{1+t^5}\,t^{14}\,dt$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Again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$\sqrt{1+t^5}=u$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$1+t^5=u^2$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$5t^4dt=2u\,du$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$t=0\to 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$t=1\to u=\sqrt2$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$t^{14}dt=t^{10}\cdot t^4dt=\left(u^2-1\right)^2\frac{2u}{5}du$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840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$I=2100\int_1^{\sqrt2}u\cdot\frac{2u}{5}\left(u^2-1\right)^2du=420\times2\int_1^{\sqrt2}u^2\left(u^4-2u^2+1\right)du$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$I=840\int_1^{\sqrt2}\left(u^6-2u^4+u^2\right)du=840\left[\frac{u^7}{7}-\frac{2u^5}{5}+\frac{u^3}{3}\right]_1^{\sqrt2}$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$u^7=8\sqrt2,\ u^5=4\sqrt2,\ u^3=2\sqrt2$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$I=840\left[\frac{8\sqrt2}{7}-\frac{8\sqrt2}{5}+\frac{2\sqrt2}{3}-\frac17+\frac25-\frac13\right]$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$=840\left[\frac{22\sqrt2}{105}-\frac{8}{105}\right]=176\sqrt2-64$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$n\sqrt2-64$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176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One substitution: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One substitution: 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$w=1+\cos^{5/2}x$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x\cos^{3/2}x\,dx$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multiple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$\cos^5x=(w-1)^2$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$\sin2x\cos^{11/2}x=2\sin x\cos^{13/2}x=2\left(\sin x\cos^{3/2}x\right)\left(\cos^{5/2}x\right)^2$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$\frac{13}{2}=\frac32+5$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$w=1+\cos^{5/2}x\Rightarrow dw=-\frac52\cos^{3/2}x\sin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x\cos^{3/2}x\,dx=-\frac25dw$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$\cos^{5/2}x=w-1$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$x=0\to w=2$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$x=\frac{\pi}{2}\to w=1$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$I=525\int_{w=2}^{1}2\,(w-1)^2\sqrt w\left(-\frac25\right)dw=420\int_{1}^{2}(w-1)^2\sqrt w\,dw=420\int_1^2\left(w^{5/2}-2w^{3/2}+w^{1/2}\right)dw$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$=420\left[\frac27w^{7/2}-\frac45w^{5/2}+\frac23w^{3/2}\right]_1^2=420\left[\sqrt2\left(\frac{16}{7}-\frac{16}{5}+\frac43\right)-\left(\frac27-\frac45+\frac23\right)\right]$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$=420\left[\frac{44\sqrt2}{105}-\frac{16}{105}\right]=176\sqrt2-64$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176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 power of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lets one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taken for the differential; the remaining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-power should be a power of the chosen inner function.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 x\cos^{p}x\,F\left(\cos^qx\right)dx$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$w=\cos^qx$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$\cos^{p}x\sin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$\cos^{q-1}x\sin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$\cos^qx$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x\cos^{3/2}x\,dx=-\frac25dw$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$\sin2x=2\sin 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lets 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taken for the differential; the 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-power should be a power of the chosen inner function.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the radicand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whole inner function, set the root equal to a new variable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 that the result is a polynomial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Keep surds exact in the final evaluation and group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and rational terms separately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the radicand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whole inner function, set the root equal to a new variable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$u=\sqrt{1+t^5}$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 that the result is a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Keep surds exact in the final evaluation and 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and rational terms separately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$\frac{22}{105}\sqrt2$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$\frac{8}{105}$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120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$\left|\frac{120}{\pi^3}\int_{0}^{\pi}\frac{x^2\sin x\cos x}{\sin^4x+\cos^4x}\,dx\right|$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integrals: King property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flips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weight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second reflection removes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flips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weight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$x^2-(\pi-x)^2=\pi(2x-\pi)$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second reflection removes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denominator is unchanged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$I=\int_{0}^{\pi}\frac{x^2\sin x\cos x}{\sin^4x+\cos^4x}dx$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denominator is unchanged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x\cos x\to-\sin 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$2I=\int_0^\pi\frac{\sin x\cos x}{\sin^4x+\cos^4x}\left(x^2-(\pi-x)^2\right)dx=\pi\int_0^\pi\frac{(2x-\pi)\sin x\cos x}{\sin^4x+\cos^4x}dx$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$(2x-\pi)\,g(x)$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$g=\frac{\sin x\cos x}{\sin^4x+\cos^4x}$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$\int_0^\pi=2\int_0^{\pi/2}$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$I=\pi\int_0^{\pi/2}\frac{(2x-\pi)\sin x\cos x}{\sin^4x+\cos^4x}dx$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unchanged and turns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Reflecting again and adding the two forms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$x\to\frac{\pi}{2}-x$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unchanged and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$I=-2\pi\int_0^{\pi/2}\frac{x\sin x\cos x}{\sin^4x+\cos^4x}dx$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Reflecting again and adding the two forms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$2I=-2\pi\int_0^{\pi/2}\left(x+\frac{\pi}{2}-x\right)g\,dx=-\pi^2\int_0^{\pi/2}\frac{\sin x\cos x}{\sin^4x+\cos^4x}dx$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x\cos x=\frac{\sin2x}{2}$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$I=-\frac{\pi^2}{4}\int_{0}^{\pi/2}\frac{\sin2x}{\sin^4x+\cos^4x}dx$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120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$\frac{\sin2x}{\sin^4x+\cos^4x}dx=\frac{2\tan x\sec^2x}{\tan^4x+1}dx=\frac{d\left(\tan^2x\right)}{1+\left(\tan^2x\right)^2}$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$I=-\frac{\pi^2}{4}\left[\tan^{-1}\left(\tan^2x\right)\right]_0^{\pi/2}=-\frac{\pi^2}{4}\cdot\frac{\pi}{2}=-\frac{\pi^3}{8}$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$\left|\frac{120}{\pi^3}\left(-\frac{\pi^3}{8}\right)\right|=15$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centre: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 and the denominator even, so only the cross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centre: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$x=\frac{\pi}{2}+y$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 and the denominator even, so only the cross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 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the odd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even parts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odd integrands, which integrate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$y\in\left[-\frac{\pi}{2},\frac{\pi}{2}\right]$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x\cos x=\cos y\cdot(-\sin y)=-\sin y\cos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$\sin^4x+\cos^4x=\cos^4y+\sin^4y$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$x^2=\frac{\pi^2}{4}+\pi y+y^2$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the odd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$-\frac{\sin y\cos y}{D(y)}$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even parts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$\frac{\pi^2}{4},y^2$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odd integrands, which integrate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$I=-\pi\int_{-\pi/2}^{\pi/2}\frac{y\sin y\cos y}{\sin^4y+\cos^4y}dy=-2\pi\int_0^{\pi/2}\frac{y\sin y\cos y}{\sin^4y+\cos^4y}dy$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required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$g(y)=\frac{\sin y\cos y}{\sin^4y+\cos^4y}$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$g\left(\frac{\pi}{2}-y\right)=g(y)$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$\int_0^{\pi/2}y\,g\,dy=\frac{\pi}{4}\int_0^{\pi/2}g\,dy$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$I=-\frac{\pi^2}{2}\int_0^{\pi/2}g\,dy$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$\int_0^{\pi/2}g\,dy=\frac12\int_0^{\pi/2}\frac{\sin2y}{\sin^4y+\cos^4y}dy=\frac12\cdot\frac{\pi}{2}=\frac{\pi}{4}$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$I=-\frac{\pi^3}{8}$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required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difference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reducing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(via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checked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Centring at the midpoint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𝑚𝑖𝑑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sorts integrands by parity: only odd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terms survive.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$\psi(\pi-x)=-\psi(x)$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$\int_0^\pi\varphi(x)\psi(x)\,dx=\frac12\int_0^\pi\left(\varphi(x)-\varphi(\pi-x)\right)\psi(x)\,dx$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difference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$\pi(2x-\pi)$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reducing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$w\left(\frac{\pi}{2}-x\right)=w(x)$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$\left[0,\frac{\pi}{2}\right]$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$\int_0^{\pi/2}xw(x)\,dx=\frac{\pi}{4}\int_0^{\pi/2}w(x)\,dx$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$\int_0^{\pi/2}\frac{\sin2x}{\sin^4x+\cos^4x}dx=\int_0^\infty\frac{2t\,dt}{1+t^4}=\frac{\pi}{2}$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(via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checked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Centring at the midpoint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$x=\text{mid}+y$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sorts integrands by parity: only odd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terms survive.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$\int_{-\pi/2}^{\pi/2}\frac{8\sqrt2\cos x\,dx}{\left(1+e^{\sin x}\right)\left(1+\sin^4x\right)}=\alpha\pi+\beta\log_e\left(3+2\sqrt2\right)$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626611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integrals: King property and integral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4(A level above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626611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integrals: King property and integral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$\frac{1}{1+t^4}$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4(A level above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sends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adding removes it and leaves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sends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$\frac{1}{1+e^{\sin 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$\frac{e^{\sin x}}{1+e^{\sin 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adding removes it and leaves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$\int_0^1\frac{8\sqrt2}{1+t^4}dt$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 Apply the King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integrand is even,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$I=\int_{-\pi/2}^{\pi/2}\frac{8\sqrt2\cos x}{\left(1+e^{\sin x}\right)\left(1+\sin^4x\right)}dx$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 Apply the King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$I=\int_{-\pi/2}^{\pi/2}\frac{8\sqrt2\cos x\,e^{\sin x}}{\left(1+e^{\sin x}\right)\left(1+\sin^4x\right)}dx$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$2I=\int_{-\pi/2}^{\pi/2}\frac{8\sqrt2\cos x}{1+\sin^4x}dx$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integrand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$I=\int_0^{\pi/2}\frac{8\sqrt2\cos x}{1+\sin^4x}dx$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$I=\int_0^1\frac{8\sqrt2}{1+t^4}dt$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top and bottom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fraction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∞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∞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nary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top and bottom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$I=4\sqrt2\int_0^1\left(\frac{1+\frac{1}{t^2}}{t^2+\frac{1}{t^2}}-\frac{1-\frac{1}{t^2}}{t^2+\frac{1}{t^2}}\right)dt$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$t^2+\frac{1}{t^2}=\left(t-\frac1t\right)^2+2$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fraction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$=\left(t+\frac1t\right)^2-2$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$t-\frac1t=z$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$t+\frac1t=k$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$I=4\sqrt2\left[\int_{-\infty}^{0}\frac{dz}{z^2+2}-\int_{\infty}^{2}\frac{dk}{k^2-2}\right]$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sSub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∞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sSub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∞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$I=4\sqrt2\left[\frac{1}{\sqrt2}\tan^{-1}\frac{z}{\sqrt2}\Big|_{-\infty}^{0}-\frac{1}{2\sqrt2}\ln\frac{k-\sqrt2}{k+\sqrt2}\Big|_{\infty}^{2}\right]=4\sqrt2\left[\frac{\pi}{2\sqrt2}-\frac{1}{2\sqrt2}\ln\frac{2-\sqrt2}{2+\sqrt2}\right]$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$I=2\pi+2\ln\frac{2+\sqrt2}{2-\sqrt2}=2\pi+2\ln\left(3+2\sqrt2\right)$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$\frac{2+\sqrt2}{2-\sqrt2}=\frac{\left(2+\sqrt2\right)^2}{2}=3+2\sqrt2$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$\alpha=2,\ 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by partial fractions in one go.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$1+t^4=\left(t^2+\sqrt2t+1\right)\left(t^2-\sqrt2t+1\right)$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by partial fractions in one go.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King property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main solution),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(partial fractions over the two quadratic factors).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Antiderivative: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King property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main solution),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$I=8\sqrt2\int_0^1\frac{dt}{1+t^4}$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$\frac{1}{1+t^4}=\frac{1}{2\sqrt2}\left[\frac{t+\sqrt2}{t^2+\sqrt2t+1}-\frac{t-\sqrt2}{t^2-\sqrt2t+1}\right]$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(partial fractions over the two quadratic factors).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Antiderivative: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$\frac{1}{4\sqrt2}\ln\frac{t^2+\sqrt2t+1}{t^2-\sqrt2t+1}+\frac{1}{2\sqrt2}\left[\tan^{-1}\left(\sqrt2t+1\right)+\tan^{-1}\left(\sqrt2t-1\right)\right]$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(product of the tangents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$\ln\frac{2+\sqrt2}{2-\sqrt2}=\ln\left(3+2\sqrt2\right)$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$\tan^{-1}\left(\sqrt2+1\right)+\tan^{-1}\left(\sqrt2-1\right)=\frac{\pi}{2}$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(product of the tangents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$\int_0^1\frac{dt}{1+t^4}=\frac{1}{4\sqrt2}\ln\left(3+2\sqrt2\right)+\frac{\pi}{4\sqrt2}$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$I=2\ln\left(3+2\sqrt2\right)+2\pi$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𝐹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φ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explains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$\int_{-a}^{a}\frac{F(x)}{1+e^{\varphi(x)}}dx=\int_0^aF(x)\,dx$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$F=\frac{8\sqrt2\cos x}{1+\sin^4x}$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$\int_0^1\frac{dt}{1+t^4}=\frac{\pi+2\ln\left(1+\sqrt2\right)}{4\sqrt2}\approx0.8670$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$\left(1+\sqrt2\right)^2=3+2\sqrt2$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explains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$\ln\left(3+2\sqrt2\right)$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$\int\frac{1\pm t^{-2}}{t^2+t^{-2}}dt$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$z=t\mp\frac1t$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$dz=\left(1\pm t^{-2}\right)dt$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$t^2+t^{-2}=z^2\pm2$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$1+t^4=\left(t^2+\sqrt2t+1\right)\left(t^2-\sqrt2t+1\right)$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$\tan^{-1}p+\tan^{-1}q=\frac{\pi}{2}$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$f:(0,\infty)\to\mathbb{R}$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$F(x)=\int_{0}^{x}tf(t)\,dt$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$F\left(x^2\right)=x^4+x^5$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$\sum_{r=1}^{12}f\left(r^2\right)$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Fundamental theorem of calculus and differentiation of integral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chain rule and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chain rule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$F'(x)=xf(x)$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$F(x)=\int_0^xtf(t)\,dt\Rightarrow F'(x)=xf(x)$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$F\left(x^2\right)=x^4+x^5$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$F(x^2)=x^4+x^5$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$2xF'\left(x^2\right)=4x^3+5x^4$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$2F'\left(x^2\right)=4x^2+5x^3$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$x^3=x^{3/2}$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$2F'(x)=4x+5x^{3/2}$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$2xf(x)=4x+5x^{3/2}$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$2x+\frac52x^{3/2}=xf(x)$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$f(x)=2+\frac52x^{1/2}$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$f\left(x^2\right)=2+\frac52x$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$\sum_{r=1}^{12}f\left(r^2\right)=\sum_{r=1}^{12}\left(2+\frac52r\right)=24+\frac52\sum_{r=1}^{12}r$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$=24+\frac52\times\frac{12\times13}{2}=24+195=219$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219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Rename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known explicitly and no chain rule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Rename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known explicitly and no chain rule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$F(y)=y^2+y^{5/2}$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$F'(y)=2y+\frac52y^{3/2}$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$F'(y)=yf(y)$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$f(y)=2+\frac52y^{1/2}$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$f\left(r^2\right)=2+\frac52r$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$\sum_{r=1}^{12}\left(2+\frac52r\right)=24+\frac52\cdot78=24+195=219$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219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substitute first, differentiate afterwards.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directly).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$\frac{d}{dx}F\left(\varphi(x)\right)=\varphi'(x)F'\left(\varphi(x)\right)$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 tf(t)\,dt$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$F(x^2)=P(x)$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$F(y)=P(\sqrt 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substitute first, differentiate afterwards.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$\sum_{r=1}^{n}r=\frac{n(n+1)}{2}$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$\sum_{r=1}^{12}\left(2+\frac52r\right)=219$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directly).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𝑐𝑜𝑛𝑠𝑡𝑎𝑛𝑡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$\int\frac{1}{a^2\sin^2x+b^2\cos^2x}\,dx=\frac{1}{12}\tan^{-1}(3\tan x)+\text{constant}$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$a\sin x+b\cos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integral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$\frac{1}{a^2\sin^2x+b^2\cos^2x}$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$a\sin x+b\cos 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the standard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the standard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$\frac{1}{ab}\tan^{-1}\left(\frac ab\tan x\right)$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(dividing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$\int\frac{\sec^2x\,dx}{a^2\tan^2x+b^2}$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(dividing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$\int\frac{dt}{a^2t^2+b^2}=\frac{1}{a^2}\int\frac{dt}{t^2+\left(\frac ba\right)^2}$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$=\frac{1}{a^2}\cdot\frac{1}{b/a}\tan^{-1}\left(\frac{t}{b/a}\right)+c=\frac{1}{ab}\tan^{-1}\left(\frac ab\tan x\right)+c$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choice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same squares).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$\frac{1}{12}\tan^{-1}(3\tan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$3b^2=12$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$b=2,\ 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choice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$b=-2,a=-6$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same squares).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$6\sin x+2\cos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$\sqrt{6^2+2^2}=\sqrt{40}$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$\sqrt{40}$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given antiderivative; the integrand appears at once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read off.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given antiderivative; the integrand appears at once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$a^2,b^2$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read off.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$\frac{d}{dx}\left[\frac{1}{12}\tan^{-1}(3\tan x)\right]=\frac{1}{12}\cdot\frac{3\sec^2x}{1+9\tan^2x}=\frac{1}{4\left(\cos^2x+9\sin^2x\right)}$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$\frac{1}{a^2\sin^2x+b^2\cos^2x}=\frac{1}{36\sin^2x+4\cos^2x}$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only 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answer, and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matters.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$a\sin x+b\cos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only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$\sqrt{a^2+b^2}=\sqrt{36+4}=\sqrt{40}$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answer, and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matters.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$\sqrt{40}$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on each interval between the poles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checked numerically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minimum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identify unknown constants in an integral identity, differentiating the stated answer is often quicker than integrating.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$\int\frac{dx}{a^2\sin^2x+b^2\cos^2x}=\frac{1}{ab}\tan^{-1}\left(\frac ab\tan x\right)+C$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on each interval between the poles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checked numerically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$a=6,b=2$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$\max\left(a\sin x+b\cos x\right)=\sqrt{a^2+b^2}$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minimum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identify unknown constants in an integral identity, differentiating the stated answer is often quicker than integrating.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cot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$I(x)=\int\frac{6}{\sin^2x\left(1-\cot x\right)^2}\,dx$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$I\left(\frac{\pi}{12}\right)$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279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by substitution (trigonometric)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dividing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$\sin^2x\left(1-\cot x\right)^2=(\sin x-\cos x)^2$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$\frac{\sec^2x}{(\tan x-1)^2}$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$I(x)=\int\frac{6\,dx}{\sin^2x\cdot\frac{(\sin x-\cos x)^2}{\sin^2x}}=\int\frac{6\,dx}{\sin^2x+\cos^2x-2\sin x\cos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$=\int\frac{6\,dx}{1-2\sin x\cos x}=\int\frac{6\sec^2x\,dx}{1+\tan^2x-2\tan x}=\int\frac{6\sec^2x\,dx}{(\tan x-1)^2}$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$\int\frac{6\,dt}{(t-1)^2}=6\int(t-1)^{-2}dt$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$I(x)=\frac{-6}{t-1}+C=-\frac{6}{\tan x-1}+C$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rationalise: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e>
                        </m: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$3=\frac{-6}{-1}+C=6+C$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$I(x)=-\frac{6}{\tan x-1}-3$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$I\left(\frac{\pi}{12}\right)=-\frac{6}{2-\sqrt3-1}-3=-\frac{6}{1-\sqrt3}-3$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$\tan\frac{\pi}{12}=2-\sqrt3$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$=-\frac{6+3\left(1-\sqrt3\right)}{1-\sqrt3}=-\frac{9-3\sqrt3}{1-\sqrt3}$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rationalise: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$-\frac{\left(9-3\sqrt3\right)\left(1+\sqrt3\right)}{1-3}$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$=-\frac{9+9\sqrt3-3\sqrt3-9}{-2}=\frac{6\sqrt3}{2}=3\sqrt3$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algebra.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$t=\cot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$\frac{dx}{\sin^2x}=-dt$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$-\int\frac{6\,dt}{(1-t)^2}$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algebra.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$t=\cot x\Rightarrow dt=-\csc^2x\,dx=-\frac{dx}{\sin^2x}$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$I=-\int\frac{6\,dt}{(1-t)^2}$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$\int\frac{dt}{(1-t)^2}=\frac{1}{1-t}$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$I(x)=-\frac{6}{1-\cot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 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$\frac{6}{1-\cot x}\to0$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$I(0)=C=3$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$\cot\frac{\pi}{12}=2+\sqrt3$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$1-\cot x=-\left(1+\sqrt3\right)$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$I=\frac{6}{1+\sqrt3}+3=3\left(\sqrt3-1\right)+3=3\sqrt3$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answers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same function (they differ in written form, not in value); the constant is fixed only after choosing the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x\left(1-\cot x\right)=\sin x-\cos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$(\sin x-\cos x)^2=1-\sin2x$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$\int\csc^2x\,\varphi(\cot x)\,dx=-\int\varphi(t)\,dt$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$\int\sec^2x\,\varphi(\tan x)\,dx=\int\varphi(t)\,dt$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answers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$-\frac{6}{\tan x-1}-3$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$-\frac{6}{1-\cot x}+3$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same function (they differ in written form, not in value); the constant is fixed only after choosing the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$\tan\frac{\pi}{12}=2-\sqrt3$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$\cot\frac{\pi}{12}=2+\sqrt3$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$\int\frac{2-\tan x}{3+\tan x}\,dx=\frac12\left(\alpha x+\log_e|\beta\sin x+\gamma\cos x|\right)+C$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$\alpha+\frac{\gamma}{\beta}$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of ratios of linear trigonometric expressions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$2\cos x-\sin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$a\times\frac{d}{dx}(3\cos x+\sin x)+b\times(3\cos x+\sin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 Coefficients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(i) and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$\int\frac{2-\tan x}{3+\tan x}dx=\int\frac{2\cos x-\sin x}{3\cos x+\sin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 x-\sin x=a(-3\sin x+\cos x)+b(3\cos x+\sin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$-3a+b=-1$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(i) and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first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$I=\frac12\int\frac{-3\sin x+\cos x}{3\cos x+\sin x}dx+\frac12\int\frac{3\cos x+\sin x}{3\cos x+\sin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$I=\frac12\ln|3\cos x+\sin x|+\frac12x=\frac12\left(x+\ln|\sin x+3\cos x|\right)$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first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$\frac{N'}{N}$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$\frac12\left(\alpha x+\ln|\beta\sin x+\gamma\cos x|\right)$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$\alpha=1,\ \beta=1,\ 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$\alpha+\frac{\gamma}{\beta}=1+\frac31=4$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partial fractions: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$\frac{2-t}{(3+t)\left(1+t^2\right)}$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constants: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required).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$I=\int\frac{2-t}{(3+t)\left(1+t^2\right)}dt$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$\frac{2-t}{(3+t)\left(1+t^2\right)}=\frac{A}{3+t}+\frac{Bt+C}{1+t^2}$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$A=\frac{2+3}{1+9}=\frac12$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$A+B=0\Rightarrow B=-\frac12$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constants: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$A+3C=2\Rightarrow 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$3B+C=-1$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required).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$I=\frac12\ln|3+t|-\frac14\ln\left(1+t^2\right)+\frac12\tan^{-1}t=\frac12\ln|3+\tan x|-\frac12\ln|\sec x|+\frac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$=\frac12\left(x+\ln|3\cos x+\sin x|\right)$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$|3+\tan x|\cos x=|3\cos x+\sin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$\alpha=1,\beta=1,\gamma=3$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$\alpha+\frac{\gamma}{\beta}=4$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on two numerical cases).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Method: 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𝑑𝑒𝑟𝑖𝑣𝑎𝑡𝑖𝑣𝑒 𝑜𝑓 𝑑𝑒𝑛𝑜𝑚𝑖𝑛𝑎𝑡𝑜𝑟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𝑑𝑒𝑛𝑜𝑚𝑖𝑛𝑎𝑡𝑜𝑟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convert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first;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argument is the denominator after multiplying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$\int\frac{A\cos x+B\sin x}{C\cos x+D\sin x}dx=px+q\ln|C\cos x+D\sin x|+K$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$p=\frac{AC+BD}{C^2+D^2}$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$q=\frac{AD-BC}{C^2+D^2}$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on two numerical cases).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$(A,B,C,D)=(2,-1,3,1)$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Method: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$=a\times(\text{derivative of denominator})+b\times(\text{denominator})$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$\int\frac{N'}{N}=\ln|N|$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$\int\frac{a+b\tan x}{c+d\tan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convert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$\sin,\cos$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argument is the denominator after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csc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$\int\csc^{5}x\,dx=\alpha\cot x\csc x\left(\csc^{2}x+\frac{3}{2}\right)+\beta\log_{e}\left|\tan\frac{x}{2}\right|+C$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736339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Reduction of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integration by parts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736339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Reduction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$\csc^{n}x$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integration by parts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parts;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brings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back on the right, so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$\csc^{3}x\cdot\csc^{2}x$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$\cot^{2}x=\csc^{2}x-1$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brings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back on the right, so 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csc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csc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Again by parts: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csc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$I=\int\csc^{5}x\,dx=\int\csc^{3}x\cdot\csc^{2}x\,dx$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$I=-\cot x\csc^{3}x+\int\cot x\left(-3\csc^{2}x\cot x\csc 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$\cot^{2}x=\csc^{2}x-1$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$I=-\cot x\csc^{3}x-3\int\csc^{3}x\left(\csc^{2}x-1\right)dx$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$I=-\cot x\csc^{3}x-3I+3\int\csc^{3}x\,dx$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$4I=-\cot x\csc^{3}x+3I_{1}$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$I_{1}=\int\csc^{3}x\,dx$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Again 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$I_{1}=-\csc x\cot x-\int\cot^{2}x\csc x\,dx=-\csc x\cot x-\int\left(\csc^{2}x-1\right)\csc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csc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$2I_{1}=-\csc x\cot x+\int\csc x\,dx=-\csc x\cot x+\ln\left|\tan\frac{x}{2}\right|$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$I_{1}=-\frac{1}{2}\csc x\cot x+\frac{1}{2}\ln\left|\tan\frac{x}{2}\right|$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$4I=-\cot x\csc^{3}x-\frac{3}{2}\csc x\cot x+\frac{3}{2}\ln\left|\tan\frac{x}{2}\right|+4c$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$I=-\frac{1}{4}\csc x\cot x\left(\csc^{2}x+\frac{3}{2}\right)+\frac{3}{8}\ln\left|\tan\frac{x}{2}\right|+c$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$8(\alpha+\beta)=8\cdot\frac{1}{8}=1$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Match coefficients: differentiate the claimed antiderivative and compare with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Match coefficients: differentiate the claimed antiderivative and compare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$\csc^{5}x$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$(\cot x)'=-\csc^{2}x$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$(\csc x)'=-\csc x\cot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the derivative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$C=\csc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$c'=-C^{2}$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$C'=-Cc$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$c^{2}=C^{2}-1$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$\frac{d}{dx}\left(cC^{3}\right)=-C^{5}+3cC^{2}\left(-Cc\right)=-C^{5}-3\left(C^{2}-1\right)C^{3}=-4C^{5}+3C^{3}$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$\frac{d}{dx}\left(cC\right)=-C^{3}-c^{2}C=-C^{3}-\left(C^{2}-1\right)C=-2C^{3}+C$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$\frac{d}{dx}\ln\left|\tan\frac{x}{2}\right|=C$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the 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$\alpha\left(cC^{3}+\frac{3}{2}cC\right)+\beta\ln\left|\tan\frac{x}{2}\right|$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$\alpha\left(-4C^{5}+3C^{3}-3C^{3}+\frac{3}{2}C\right)+\beta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must equal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$-4\alpha C^{5}+\left(\frac{3\alpha}{2}+\beta\right)C$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$\frac{3\alpha}{2}+\beta=0$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$8(\alpha+\beta)=8\cdot\frac{1}{8}=1$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 formula (n at least 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csc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same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Base cases: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shape of the answer is given, differentiate it: write everything in powers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compare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powers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end in a log term; even powers end in a polynomial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 formula (n at least 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$\int\csc^{n}x\,dx=-\frac{\csc^{n-2}x\cot x}{n-1}+\frac{n-2}{n-1}\int\csc^{n-2}x\,dx$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same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$+\frac{\sec^{n-2}x\tan x}{n-1}$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$I=-\frac{1}{4}\cot x\csc^{3}x+\frac{3}{4}I_{1}$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Base cases: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 x\,dx=\ln\left|\tan\frac{x}{2}\right|+C$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$\int\csc^{3}x\,dx=-\frac{1}{2}\csc x\cot x+\frac{1}{2}\ln\left|\tan\frac{x}{2}\right|+C$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shape of the answer is given, differentiate it: write everything in powers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$\csc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$\cot^{2}x=\csc^{2}x-1$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compare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powers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$\csc$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end in a log term; even powers end in a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deg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g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β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$\int\frac{1}{\sqrt[5]{(x-1)^{4}(x+3)^{6}}}\,dx=A\left(\frac{\alpha x-1}{\beta x+3}\right)^{B}+C$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$\alpha+\beta+20AB$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644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substitution with fractional powers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Exponents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factor 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Exponents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$\frac{4}{5}+\frac{6}{5}=2$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factor 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$(x+3)^{2}$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$t=\frac{x-1}{x+3}$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root as powers: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root as powers: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$I=\int\frac{dx}{(x-1)^{4/5}(x+3)^{6/5}}$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$\frac{4}{5}+\frac{6}{5}=2$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$(x-1)^{4/5}(x+3)^{6/5}=\left(\frac{x-1}{x+3}\right)^{4/5}(x+3)^{2}$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$I=\int\frac{dx}{\left(\frac{x-1}{x+3}\right)^{4/5}(x+3)^{2}}$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$t=\frac{x-1}{x+3}$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$dt=\frac{4}{(x+3)^{2}}\,dx$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$I=\frac{1}{4}\int t^{-4/5}\,dt=\frac{1}{4}\cdot\frac{t^{1/5}}{1/5}+c$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β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$I=\frac{5}{4}\left(\frac{x-1}{x+3}\right)^{1/5}+C$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$A\left(\frac{\alpha x-1}{\beta x+3}\right)^{B}$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$\alpha+\beta+20AB=2+20\cdot\frac{5}{4}\cdot\frac{1}{5}=2+5=7$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Reciprocal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a pure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Reciprocal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$x-1=\frac{1}{z}$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a pure power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$1+4z$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powers combine: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$x-1=\frac{1}{z}$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$x+3=\frac{1+4z}{z}$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$dx=-\frac{dz}{z^{2}}$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$(x-1)^{-4/5}=z^{4/5}$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$(x+3)^{-6/5}=z^{6/5}(1+4z)^{-6/5}$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powers combine: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$z^{4/5+6/5}\cdot\frac{1}{z^{2}}=z^{2}\cdot z^{-2}=1$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$I=-\int(1+4z)^{-6/5}\,dz$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$I=-\frac{(1+4z)^{-1/5}}{4\cdot\left(-\frac{1}{5}\right)}+C=\frac{5}{4}(1+4z)^{-1/5}+C$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$1+4z=\frac{x+3}{x-1}$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$I=\frac{5}{4}\left(\frac{x-1}{x+3}\right)^{1/5}+C$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$\alpha+\beta+20AB=7$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exponents add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14:m>
                  <m:oMath xmlns:m="http://schemas.openxmlformats.org/officeDocument/2006/math">
                    <m:rad>
                      <m:deg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g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Another instance: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integrand.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exponents add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$\int\frac{dx}{(x-a)^{p}(x-b)^{2-p}}=\frac{1}{(a-b)(1-p)}\left(\frac{x-a}{x-b}\right)^{1-p}+C$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$\frac{1}{4\cdot\frac{1}{5}}=\frac{5}{4}$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$\sqrt[n]{(x-a)^{p}(x-b)^{q}}$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$4+6=10$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$t=\frac{x-a}{x-b}$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$dt=\frac{a-b}{(x-b)^{2}}dx$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Another 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x^{-1/2}(x-1)^{-3/2}dx=-2\sqrt{\frac{x}{x-1}}+C$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$\frac{d}{dx}\left(\frac{x-1}{x+3}\right)^{1/5}=\frac{1}{5}t^{-4/5}\cdot\frac{4}{(x+3)^{2}}$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integrand.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&lt;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$f(x)=\begin{cases}-2, &amp; -2\le x\le0\\ x-2, &amp; 0&lt;x\le2\end{cases}$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$h(x)=f(|x|)+|f(x)|$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$\int_{-2}^{2}h(x)\,dx$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piecewise function involving modulus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each half: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two terms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each half: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two terms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$|x-2|$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V-shape with vertex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$x\in[-2,2]$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$|x|\in[0,2]$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$f(|x|)=|x|-2$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V-shape with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$|f(x)|=2$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$-2\le x\le0$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$|f(x)|=|x-2|=2-x$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$x\in[-2,0]$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$h(x)=(-x-2)+2=-x$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$h(x)=(x-2)+(2-x)=0$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$\int_{-2}^{2}h(x)\,dx=\int_{-2}^{0}(-x)\,dx=\left[-\frac{x^{2}}{2}\right]_{-2}^{0}=0-(-2)=2$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two summands separately: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unsigned area.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two summands separately: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$f(|x|)$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$\int|f|$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unsigned area.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a rectangle of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width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triangle with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total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$\int_{-2}^{2}f(|x|)\,dx=2\int_{0}^{2}f(x)\,dx=2\int_{0}^{2}(x-2)\,dx=2\cdot(-2)=-4$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$\int_{-2}^{2}|f(x)|\,dx$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$[-2,0]$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a rectangle of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$|f|=2-x$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triangle with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$\int_{-2}^{2}h\,dx=-4+6=2$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only the right half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total unsigned area between the graph and the axis; for piecewise linear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rectangles and triangles instead of finding the formula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Linearity lets you avoid building a messy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split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pieces that each have a quick evaluation.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two pieces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far apart; always give the pieces separate signs before adding.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$\int_{-a}^{a}f(|x|)\,dx=2\int_{0}^{a}f(x)\,dx$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$f(|x|)$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only the right half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$\int|f|$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total unsigned area between the graph and the axis; for piecewise linear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rectangles and triangles instead of finding the formula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Linearity lets you avoid building a messy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$\int(f(|x|)+|f(x)|)$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pieces that each have a quick evaluation.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two pieces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far apart; always give the pieces separate signs before adding.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a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$\int_{-1}^{1}\frac{\cos\alpha x}{1+3^{x}}\,dx$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a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(King property)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King property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pairs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King property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pairs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$\frac{1}{1+3^{x}}$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$\frac{3^{x}}{1+3^{x}}$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$I=\int_{-1}^{1}\frac{\cos\alpha x}{1+3^{x}}\,dx$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$\int_{a}^{b}f(x)\,dx=\int_{a}^{b}f(a+b-x)\,dx$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$I=\int_{-1}^{1}\frac{\cos\alpha x}{1+3^{-x}}\,dx=\int_{-1}^{1}\frac{3^{x}\cos\alpha x}{1+3^{x}}\,dx$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$2I=\int_{-1}^{1}\cos\alpha x\,dx=2\int_{0}^{1}\cos\alpha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other options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$I=\int_{0}^{1}\cos\alpha x\,dx=\frac{\sin\alpha}{\alpha}$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$\frac{\sin\alpha}{\alpha}=\frac{2}{\pi}$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$\frac{1}{\pi/2}=\frac{2}{\pi}$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other options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$\frac{2\sqrt2}{\pi}$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$\frac{3\sqrt3}{2\pi}$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an odd function; the odd part times the even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$\frac{1}{1+3^{x}}$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an odd function; the odd part times the even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$\cos\alpha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$\frac{1}{1+3^{x}}=\frac{1}{2}+g(x)$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$g(x)=\frac{1-3^{x}}{2(1+3^{x})}$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$g(-x)=\frac{1-3^{-x}}{2(1+3^{-x})}=\frac{3^{x}-1}{2(3^{x}+1)}=-g(x)$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$\cos\alpha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$g(x)\cos\alpha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$\int_{-1}^{1}g(x)\cos\alpha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function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the only value there).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$I=\frac{1}{2}\int_{-1}^{1}\cos\alpha x\,dx=\int_{0}^{1}\cos\alpha x\,dx=\frac{\sin\alpha}{\alpha}$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$\frac{\sin\alpha}{\alpha}=\frac{2}{\pi}$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$\frac{\sin\alpha}{\alpha}$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the only value there).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a denominator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on a symmetric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pair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same integral does not simplify this way; check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before using the result.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$\int_{-a}^{a}\frac{f(x)}{1+k^{x}}\,dx=\int_{0}^{a}f(x)\,dx$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$\int_{-1}^{1}\frac{x^{2}}{1+2^{x}}dx=\frac{1}{3}$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a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$1+k^{x}$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on a symmetric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$[-a,a]$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same integral does not simplify this way; check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before using the result.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$\int_{0}^{1}\cos\alpha x\,dx=\frac{\sin\alpha}{\alpha}$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sup>
                                </m:sSup>
                              </m:e>
                            </m: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$f(x)=\int_{0}^{x}\left(t+\sin\left(1-e^{t}\right)\right)dt$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$\lim_{x\to0}\frac{f(x)}{x^{3}}$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Limits using L'Hospital's rule, Derivative of an integral (fundamental theorem of calculus)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fundamental theorem, then apply L'Hospital until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resolved.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$f'(x)=x+\sin(1-e^{x})$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fundamental theorem, then apply L'Hospital until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resolved.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apply L'Hospital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becomes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again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apply L'Hospital again.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still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$\lim_{x\to0}\frac{f(x)}{x^{3}}$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apply L'Hospital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$f'(x)=x+\sin(1-e^{x})$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$\lim_{x\to0}\frac{x+\sin(1-e^{x})}{3x^{2}}$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again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apply L'Hospital again.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$=\lim_{x\to0}\frac{1-e^{x}\cos(1-e^{x})}{6x}$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still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$\to1-1=0$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L'Hospital once more: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L'Hospital once more: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$=\lim_{x\to0}\frac{-\left[e^{x}\cos(1-e^{x})+e^{2x}\sin(1-e^{x})\right]}{6}$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$-\frac{1}{6}$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 Maclaurin series: the linear and cubic terms cancel, leaving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$\sin(1-e^{t})$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 Maclaurin series: the linear and cubic terms cancel,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$-\frac{t^{2}}{2}$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$1-e^{t}=-t-\frac{t^{2}}{2}-\frac{t^{3}}{6}-\dots$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u=u-\frac{u^{3}}{6}+\dots$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$u=1-e^{t}$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$u^{3}=-t^{3}+\dots$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$\sin(1-e^{t})=-t-\frac{t^{2}}{2}-\frac{t^{3}}{6}+\frac{t^{3}}{6}+O(t^{4})=-t-\frac{t^{2}}{2}+O(t^{4})$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$t+\sin(1-e^{t})=-\frac{t^{2}}{2}+O(t^{4})$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$f(x)=-\frac{x^{3}}{6}+O(x^{5})$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$\frac{f(x)}{x^{3}}\to-\frac{1}{6}$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$-\frac{1}{6}$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Expansions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linear terms cancel, so look for the first non-zero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more than two L'Hospital steps are needed on expressions with nested functions, switch to series; check each step is still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differentiating.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0.16666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$\frac{d}{dx}\int_{0}^{x}g(t)\,dt=g(x)$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$g(t)\approx ct^{n-1}$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$\lim_{x\to0}\frac{1}{x^{n}}\int_{0}^{x}g(t)\,dt=\frac{c}{n}$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Expansions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$e^{t}=1+t+\frac{t^{2}}{2}+\dots$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u=u-\frac{u^{3}}{6}+\dots$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$t+\sin(1-e^{t})$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linear terms cancel, so look for the first non-zero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more than two L'Hospital steps are needed on expressions with nested functions, switch to series; check each step is still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differentiating.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$\frac{1}{10^{9}}\int_{0}^{10^{-3}}\left(t+\sin(1-e^{t})\right)dt\approx-0.16666$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43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43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$\int_{0}^{\frac{\pi}{4}}\frac{136\sin x}{3\sin x+5\cos 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$3\pi-30\log_{e}2+20\log_{e}5$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$3\pi-50\log_{e}2+20\log_{e}5$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$3\pi-10\log_{e}\left(2\sqrt2\right)+10\log_{e}5$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$3\pi-25\log_{e}2+10\log_{e}5$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252468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type (numerator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derivative)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252468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$\frac{a\sin x}{b\sin x+c\cos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type (numerator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$\lambda\,$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$+\mu\,$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derivative)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integral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$136\sin x=\lambda(3\sin x+5\cos x)+\mu(3\cos x-5\sin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integral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 x+\mu\ln|D|$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 Compare coefficients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last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$I=\int_{0}^{\pi/4}\frac{136\sin x}{3\sin x+5\cos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$136\sin x=\lambda(3\sin x+5\cos x)+\mu(3\cos x-5\sin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$136=3\lambda-5\mu$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 Compare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$0=5\lambda+3\mu$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$\mu=-\frac{5\lambda}{3}$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$136=3\lambda+\frac{25\lambda}{3}=\frac{34\lambda}{3}$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$I=12\int_{0}^{\pi/4}dx-20\int_{0}^{\pi/4}\frac{3\cos x-5\sin x}{3\sin x+5\cos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last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$\frac{D'}{D}$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$I=12\left[x\right]_{0}^{\pi/4}-20\left[\ln(3\sin x+5\cos x)\right]_{0}^{\pi/4}$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$3\sin x+5\cos x=\frac{8}{\sqrt2}=4\sqrt2$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$I=12\cdot\frac{\pi}{4}-20\left[\ln4\sqrt2-\ln5\right]$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$I=3\pi-20\ln\left(4\sqrt2\right)+20\ln5$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$\ln\left(4\sqrt2\right)=\frac{5}{2}\ln2$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$I=3\pi-50\ln2+20\ln5$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$3\pi-50\log_{e}2+20\log_{e}5$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into partial fractions;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supplies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into partial fractions;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$\frac{1}{1+t^{2}}$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supplies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$dx=\frac{dt}{1+t^{2}}$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x}{3\sin x+5\cos x}=\frac{t}{3t+5}$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$I=136\int_{0}^{1}\frac{t}{(3t+5)(1+t^{2})}dt$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$\frac{t}{(3t+5)(1+t^{2})}=\frac{1}{34}\left[\frac{-15}{3t+5}+\frac{5t+3}{1+t^{2}}\right]$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$-15(1+t^{2})+(5t+3)(3t+5)=34t$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$\int_{0}^{1}\left[\frac{-15}{3t+5}+\frac{5t}{1+t^{2}}+\frac{3}{1+t^{2}}\right]dt=\left[-5\ln(3t+5)+\frac{5}{2}\ln(1+t^{2})+3\tan^{-1}t\right]_{0}^{1}$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$=-5\ln\frac{8}{5}+\frac{5}{2}\ln2+\frac{3\pi}{4}$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$\frac{136}{34}=4$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$I=-20\ln\frac{8}{5}+10\ln2+3\pi=-60\ln2+20\ln5+10\ln2+3\pi$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$I=3\pi-50\ln2+20\ln5$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$3\pi-50\log_{e}2+20\log_{e}5$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whenever the denominator does not vanish on the interval).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idea works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an extra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ν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left over (solve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$\int\frac{p\sin x+q\cos x}{a\sin x+b\cos x}dx=\lambda x+\mu\ln|a\sin x+b\cos 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$\lambda=\frac{pa+qb}{a^{2}+b^{2}}$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$\mu=\frac{qa-pb}{a^{2}+b^{2}}$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whenever the denominator does not vanish on the interval).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$p=136,q=0,a=3,b=5$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idea works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$\int\frac{p\sin x+q\cos x+r}{a\sin x+b\cos x+c}dx$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an extra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$\frac{\nu}{a\sin x+b\cos x+c}$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left over (solve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$p\sin x+q\cos x+r=\lambda D+\mu D'+\nu$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denominator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helps match answer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Cross-check: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$a\sin x+b\cos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$\ln\left(4\sqrt2\right)=\frac{5}{2}\ln2$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helps match answer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Cross-check: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$3\pi-50\ln2+20\ln5\approx8.19$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$136\int_{0}^{\pi/4}\frac{\sin x}{3\sin x+5\cos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$\int_{-\pi}^{\pi}\frac{2y(1+\sin y)}{1+\cos^{2}y}\,dy$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$2\pi^{2}$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(even-odd split and King property)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 the even part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$[-\pi,\pi]$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 the even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$\frac{2y\sin y}{1+\cos^{2}y}$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$y\to\pi-y$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$\int_{-\pi}^{\pi}f(y)\,dy=\int_{0}^{\pi}\left[f(y)+f(-y)\right]dy$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$I=\int_{0}^{\pi}\left[\frac{2y(1+\sin y)}{1+\cos^{2}y}+\frac{-2y(1-\sin y)}{1+\cos^{2}y}\right]dy$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$2y+2y\sin y-2y+2y\sin y=4y\sin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$I=4\int_{0}^{\pi}\frac{y\sin y}{1+\cos^{2}y}dy$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$I=4\int_{0}^{\pi}\frac{(\pi-y)\sin(\pi-y)}{1+\cos^{2}(\pi-y)}dy$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$I=4\left[\int_{0}^{\pi}\frac{\pi\sin y}{1+\cos^{2}y}dy-\int_{0}^{\pi}\frac{y\sin y}{1+\cos^{2}y}dy\right]$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$2I=4\pi\int_{0}^{\pi}\frac{\sin y}{1+\cos^{2}y}dy$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$I=2\pi\int_{0}^{\pi}\frac{\sin y}{1+\cos^{2}y}dy$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$\int_{0}^{\pi}\frac{\sin y}{1+\cos^{2}y}dy=\int_{-1}^{1}\frac{du}{1+u^{2}}=\frac{\pi}{2}$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$I=2\pi\cdot\frac{\pi}{2}=\pi^{2}$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$\pi^{2}$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even-odd split, integrate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even-odd split, 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$\int_{0}^{\pi}\frac{y\sin y}{1+\cos^{2}y}dy$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$v=-\tan^{-1}(\cos 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odd part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$I=4\int_{0}^{\pi}\frac{y\sin y}{1+\cos^{2}y}dy$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odd part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$\frac{2y}{1+\cos^{2}y}$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$dv=\frac{\sin y}{1+\cos^{2}y}dy$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$v=-\tan^{-1}(\cos 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$\int_{0}^{\pi}\frac{y\sin y}{1+\cos^{2}y}dy=\left[-y\tan^{-1}(\cos y)\right]_{0}^{\pi}+\int_{0}^{\pi}\tan^{-1}(\cos 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function is antisymmetric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$-\pi\tan^{-1}(-1)-0=\pi\cdot\frac{\pi}{4}=\frac{\pi^{2}}{4}$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$\tan^{-1}(\cos(\pi-y))=-\tan^{-1}(\cos 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function is antisymmetric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$\int_{0}^{\pi}\tan^{-1}(\cos y)\,dy=0$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$I=4\cdot\frac{\pi^{2}}{4}=\pi^{2}$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$\pi^{2}$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odd parts vanish, even parts double.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 any function; it works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Example: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an arctangent in the same way.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 needs the rest of the integrand to be unchanged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$\int_{-a}^{a}f(x)\,dx=\int_{0}^{a}\left[f(x)+f(-x)\right]dx$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odd parts vanish, even parts double.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$\frac{2y}{1+\cos^{2}y}$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$\frac{2y\sin y}{1+\cos^{2}y}$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$\int_{0}^{\pi}x\,g(\sin x)\,dx=\frac{\pi}{2}\int_{0}^{\pi}g(\sin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 any function; it works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$\sin(\pi-x)=\sin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Example: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$\int_{0}^{\pi}\frac{y\sin y}{1+\cos^{2}y}dy=\frac{\pi}{2}\cdot\frac{\pi}{2}=\frac{\pi^{2}}{4}$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$\int_{0}^{\pi}\frac{\sin x}{1+\cos^{2}x}\,dx=\frac{\pi}{2}$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$\int_{0}^{\pi}\frac{\sin x}{a+b\cos^{2}x}dx$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an arctangent in the same way.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 needs the rest of the integrand to be unchanged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$\beta(m,n)=\int_{0}^{1}x^{m-1}(1-x)^{n-1}dx$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$\int_{0}^{1}\left(1-x^{10}\right)^{20}dx=a\times\beta(b,c)$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$100(a+b+c)$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$1120$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Beta function and substitution in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 integral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$x^{10}=t$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 integral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$\frac{1}{10}\int_{0}^{1}t^{-9/10}(1-t)^{20}dt$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$I=\int_{0}^{1}\left(1-x^{10}\right)^{20}dx$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$x^{10}=t$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$x=t^{1/10}$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$dx=\frac{1}{10}t^{-9/10}dt$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$I=\frac{1}{10}\int_{0}^{1}t^{-9/10}(1-t)^{20}dt$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$\beta(b,c)=\int_{0}^{1}t^{b-1}(1-t)^{c-1}dt$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$b-1=-\frac{9}{10}$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$c-1=20$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$100(a+b+c)=100\left(\frac{1}{10}+\frac{1}{10}+21\right)=10+10+2100=2120$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2120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$2120$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binomially and use the partial-fraction identity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binomially and use the partial-fraction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$\sum_{j}(-1)^{j}\binom{n}{j}\frac{1}{j+s}=\beta(s,n+1)$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den>
                        </m:f>
                      </m:e>
                    </m:d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no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20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𝑗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no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20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𝑗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residue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no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𝑗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$\int_{0}^{1}\left(1-x^{10}\right)^{20}dx=\sum_{j=0}^{20}(-1)^{j}\binom{20}{j}\int_{0}^{1}x^{10j}dx=\sum_{j=0}^{20}\frac{(-1)^{j}\binom{20}{j}}{10j+1}=\frac{1}{10}\sum_{j=0}^{20}\frac{(-1)^{j}\binom{20}{j}}{j+\frac{1}{10}}$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$\frac{n!}{s(s+1)\cdots(s+n)}$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residue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$\frac{n!\,(-1)^{j}}{j!\,(n-j)!}=(-1)^{j}\binom{n}{j}$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$\sum_{j=0}^{n}\frac{(-1)^{j}\binom{n}{j}}{j+s}=\frac{n!}{s(s+1)\cdots(s+n)}$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$\frac{n!}{s(s+1)\cdots(s+n)}=\frac{\Gamma(s)\Gamma(n+1)}{\Gamma(s+n+1)}=\beta(s,n+1)$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the order.)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$I=\frac{1}{10}\beta\left(\frac{1}{10},21\right)$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$100(a+b+c)=2120$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$\beta(b,c)=\beta(c,b)$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the order.)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2120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$2120$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positive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∏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substitution handles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$\int_{0}^{1}\left(1-x^{p}\right)^{q}dx=\frac{1}{p}\beta\left(\frac{1}{p},q+1\right)$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$x^{p}=t$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$\frac{1}{10}\beta\left(\frac{1}{10},2\right)=\frac{10}{11}=1-\frac{1}{11}$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$\beta(m,n)=\frac{\Gamma(m)\Gamma(n)}{\Gamma(m+n)}=\beta(n,m)$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positive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$\beta(m,n)=\frac{(m-1)!(n-1)!}{(m+n-1)!}$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$\int_{0}^{1}\left(1-x^{p}\right)^{n}dx=\prod_{j=1}^{n}\frac{pj}{pj+1}$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substitution handles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$\int_{0}^{1}x^{m}(1-x^{p})^{q}dx=\frac{1}{p}\beta\left(\frac{m+1}{p},q+1\right)$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cos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sin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$\int_{0}^{\pi/4}\frac{\cos^{2}x\sin^{2}x}{\left(\cos^{3}x+\sin^{3}x\right)^{2}}\,dx$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$1/9$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$1/6$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$1/3$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$1/12$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318255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318255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top and bottom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top and bottom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$\cos^{6}x$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$\tan^{2}x\sec^{2}x\,dx$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tan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$\cos^{6}x$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$I=\int_{0}^{\pi/4}\frac{\tan^{2}x\sec^{2}x}{\left(1+\tan^{3}x\right)^{2}}dx$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$1+\tan^{3}x=t$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$3\tan^{2}x\sec^{2}x\,dx=dt$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$x=0\to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$x=\frac{\pi}{4}\to 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$I=\frac{1}{3}\int_{1}^{2}\frac{dt}{t^{2}}$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$I=\frac{1}{3}\left[-\frac{1}{t}\right]_{1}^{2}=-\frac{1}{3}\left(\frac{1}{2}-1\right)=\frac{1}{6}$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$1/6$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the integrand as an exact derivative: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the integrand as an exact derivative: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$\frac{d}{dx}\left[\frac{\cos^{3}x}{\cos^{3}x+\sin^{3}x}\right]=-\frac{3\sin^{2}x\cos^{2}x}{\left(\cos^{3}x+\sin^{3}x\right)^{2}}$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multiplying top and bottom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$u(x)=\frac{\cos^{3}x}{\cos^{3}x+\sin^{3}x}=\frac{1}{1+\tan^{3}x}$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$u'(x)=-\frac{3\tan^{2}x\sec^{2}x}{\left(1+\tan^{3}x\right)^{2}}$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multiplying top and bottom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$\cos^{6}x$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$-\frac{3\sin^{2}x\cos^{2}x}{\left(\cos^{3}x+\sin^{3}x\right)^{2}}$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$-\frac{1}{3}u'(x)$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$I=-\frac{1}{3}\left[u(x)\right]_{0}^{\pi/4}$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$u\left(\frac{\pi}{4}\right)=\frac{1}{1+1}=\frac{1}{2}$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$I=-\frac{1}{3}\left(\frac{1}{2}-1\right)=\frac{1}{6}$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$1/6$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the present integrand;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a ratio of homogeneous expressions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whose total degree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divide by the right power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unchanged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useful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$\int\frac{\sin^{n-1}x\cos^{n-1}x}{\left(\sin^{n}x+\cos^{n}x\right)^{2}}dx=-\frac{1}{n}\cdot\frac{\cos^{n}x}{\sin^{n}x+\cos^{n}x}+C$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the present integrand;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$\int_{0}^{\pi/4}\sin x\cos x\,dx=\frac{1}{4}$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$-\frac{1}{2}\left(\frac{1}{2}-1\right)$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a ratio of homogeneous expressions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x,\cos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whose total degree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divide by the right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unchanged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$x\to\frac{\pi}{2}-x$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$\int_{0}^{\pi/4}=\frac{1}{2}\int_{0}^{\pi/2}$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$\frac{1}{2}\int_{0}^{\infty}\frac{t^{2}}{(1+t^{3})^{2}}dt=\frac{1}{6}$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useful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integral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$I_{n}=\int_{0}^{1}\left(1-x^{k}\right)^{n}dx$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$147I_{20}=148I_{21}$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580383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Reduction relation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integration by parts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580383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Reduction relation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$\int_{0}^{1}(1-x^{k})^{n}dx$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integration by parts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to relate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$(1-x^{k})^{21}=(1-x^{k})(1-x^{k})^{20}$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$x\cdot x^{k-1}(1-x^{k})^{20}$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to relate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$I_{21}$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by parts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𝑘</m:t>
                                            </m:r>
                                          </m:sup>
                                        </m:sSup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21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$I_{21}=\int_{0}^{1}\left(1-x^{k}\right)^{21}dx=\int_{0}^{1}\left(1-x^{k}\right)\left(1-x^{k}\right)^{20}dx=I_{20}-\int_{0}^{1}x^{k}\left(1-x^{k}\right)^{20}dx$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$x^{k}=x\cdot x^{k-1}$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by parts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x^{k-1}\left(1-x^{k}\right)^{20}dx=-\frac{\left(1-x^{k}\right)^{21}}{21k}$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$\int_{0}^{1}x\cdot x^{k-1}\left(1-x^{k}\right)^{20}dx=\left[-\frac{x\left(1-x^{k}\right)^{21}}{21k}\right]_{0}^{1}+\frac{1}{21k}\int_{0}^{1}\left(1-x^{k}\right)^{21}dx=0+\frac{I_{21}}{21k}$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$I_{21}=I_{20}-\frac{I_{21}}{21k}$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$\frac{21k+1}{21k}I_{21}=I_{20}$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$(21k+1)I_{21}=21k\,I_{20}$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$147I_{20}=148I_{21}$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$\frac{I_{20}}{I_{21}}=\frac{148}{147}=\frac{21k+1}{21k}$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$21k=147$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beta function; the Gamma ratio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$x^{k}=t$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beta function; the Gamma ratio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$\frac{I_{n+1}}{I_{n}}$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$x^{k}=t$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$I_{n}=\frac{1}{k}\int_{0}^{1}t^{\frac{1}{k}-1}(1-t)^{n}dt=\frac{1}{k}\beta\left(\frac{1}{k},n+1\right)=\frac{\Gamma\left(\frac{1}{k}\right)\,n!}{k\,\Gamma\left(n+1+\frac{1}{k}\right)}$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$\frac{I_{n+1}}{I_{n}}=\frac{(n+1)\Gamma\left(n+1+\frac{1}{k}\right)}{\Gamma\left(n+2+\frac{1}{k}\right)}=\frac{n+1}{n+1+\frac{1}{k}}=\frac{k(n+1)}{k(n+1)+1}$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$\frac{I_{21}}{I_{20}}=\frac{21k}{21k+1}$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says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$147I_{20}=148I_{21}$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$\frac{I_{21}}{I_{20}}=\frac{147}{148}$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$\frac{21k}{21k+1}=\frac{147}{148}$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$148\cdot21k=147\cdot21k+147$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$21k=147$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∏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By-parts pattern: split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the second piece by parts; boundary terms vanish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quick checks of the recurrence.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a ratio condition such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$I_{n}=\int_{0}^{1}\left(1-x^{k}\right)^{n}dx=\frac{kn}{kn+1}I_{n-1}$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$I_{n}=\prod_{j=1}^{n}\frac{kj}{kj+1}$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$\frac{I_{21}}{I_{20}}=\frac{147}{148}$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By-parts pattern: 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$\left(1-x^{k}\right)^{n}=\left(1-x^{k}\right)^{n-1}-x\cdot x^{k-1}\left(1-x^{k}\right)^{n-1}$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the second piece by parts; boundary terms vanish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$I_{n}=\frac{1}{n+1}$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$I_{n}=\frac{(2n)!!}{(2n+1)!!}$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quick checks of the recurrence.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a ratio condition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$\frac{I_{n}}{I_{n+1}}=\frac{a}{b}$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$\frac{kn+k+1}{k(n+1)}$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linear equation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b>
                      <m:sup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$\int_{\alpha}^{\log_{e}4}\frac{dx}{\sqrt{e^{x}-1}}=\frac{\pi}{6}$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$2x^{2}-5x-2=0$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$x^{2}-2x-8=0$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$2x^{2}-5x+2=0$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$x^{2}+2x-8=0$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Quadratic equation from its roots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$e^{x}-1=t^{2}$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Quadratic equation from its roots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arctangent.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$e^{x}-1=t^{2}$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$\frac{2\,dt}{1+t^{2}}$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arctangent.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$e^{x}-1=t^{2}$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$e^{x}dx=2t\,dt$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$dx=\frac{2t\,dt}{1+t^{2}}$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$\int\frac{dx}{\sqrt{e^{x}-1}}=\int\frac{2t\,dt}{(1+t^{2})\,t}=\int\frac{2\,dt}{1+t^{2}}=2\tan^{-1}t=2\tan^{-1}\sqrt{e^{x}-1}$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$x=\ln4$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$\sqrt{e^{x}-1}=\sqrt3$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$2\left[\tan^{-1}\sqrt3-\tan^{-1}\sqrt{e^{\alpha}-1}\right]=\frac{\pi}{6}$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with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$\frac{\pi}{3}-\tan^{-1}\sqrt{e^{\alpha}-1}=\frac{\pi}{12}$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$\tan^{-1}\sqrt{e^{\alpha}-1}=\frac{\pi}{4}$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$\sqrt{e^{\alpha}-1}=1$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$e^{-\alpha}=\frac{1}{2}$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with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$x^{2}-\left(2+\frac{1}{2}\right)x+1=0$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$2x^{2}-5x+2=0$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$2x^{2}-5x+2=0$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integrand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inverse cosine.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$u=e^{-x/2}$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$\frac{-2\,du}{\sqrt{1-u^{2}}}$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inverse cosine.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 antiderivative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$u=e^{-x/2}$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$e^{x}-1=\frac{1-u^{2}}{u^{2}}$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$\sqrt{e^{x}-1}=\frac{\sqrt{1-u^{2}}}{u}$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$dx=-\frac{2\,du}{u}$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$\frac{dx}{\sqrt{e^{x}-1}}=\frac{u}{\sqrt{1-u^{2}}}\cdot\left(-\frac{2\,du}{u}\right)=-\frac{2\,du}{\sqrt{1-u^{2}}}$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 antiderivative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$2\cos^{-1}\left(e^{-x/2}\right)$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$x=\ln4$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$e^{-x/2}=\frac{1}{2}$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$2\cos^{-1}\frac{1}{2}=\frac{2\pi}{3}$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$\frac{2\pi}{3}-2\cos^{-1}\left(e^{-\alpha/2}\right)=\frac{\pi}{6}$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$\cos^{-1}\left(e^{-\alpha/2}\right)=\frac{\pi}{4}$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$e^{-\alpha/2}=\frac{1}{\sqrt2}$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$2x^{2}-5x+2=0$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$2x^{2}-5x+2=0$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(put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have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equation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check: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denominator suggests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∓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$\int\frac{dx}{\sqrt{e^{x}-a^{2}}}=\frac{2}{a}\tan^{-1}\frac{\sqrt{e^{x}-a^{2}}}{a}+C$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$2\tan^{-1}\sqrt{e^{x}-1}$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$2\cos^{-1}\left(e^{-x/2}\right)$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$\cos\theta=e^{-x/2}$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have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$2\cosh\alpha$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$x^{2}-2\cosh\alpha\,x+1=0$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check: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$2x^{2}-5x+2=0$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$\sqrt{e^{x}\pm 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denominator suggests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$t^{2}=e^{x}\pm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$u=e^{-x/2}$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$dx=\frac{2t\,dt}{t^{2}\mp 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289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nary>
                              <m:naryPr>
                                <m:chr m:val="∫"/>
                                <m:limLoc m:val="subSup"/>
                                <m:subHide m:val="off"/>
                                <m:supHide m:val="off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naryPr>
                              <m:sub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sub>
                              <m:sup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π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𝑡</m:t>
                                            </m:r>
                                          </m:e>
                                          <m:sup>
                                            <m:f>
                                              <m:fPr>
                                                <m:type m:val="bar"/>
                                                <m:ctrlP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fPr>
                                              <m:num>
                                                <m: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1</m:t>
                                                </m:r>
                                              </m:num>
                                              <m:den>
                                                <m: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3</m:t>
                                                </m:r>
                                              </m:den>
                                            </m:f>
                                          </m:sup>
                                        </m:sSup>
                                      </m:e>
                                    </m:d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𝑡</m:t>
                                            </m:r>
                                          </m:e>
                                          <m:sup>
                                            <m:f>
                                              <m:fPr>
                                                <m:type m:val="bar"/>
                                                <m:ctrlP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fPr>
                                              <m:num>
                                                <m: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1</m:t>
                                                </m:r>
                                              </m:num>
                                              <m:den>
                                                <m:r>
                                                  <a:rPr lang="en-IN" sz="2400" i="1">
                                                    <a:solidFill>
                                                      <a:srgbClr val="111827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3</m:t>
                                                </m:r>
                                              </m:den>
                                            </m:f>
                                          </m:sup>
                                        </m:sSup>
                                      </m:e>
                                    </m:d>
                                  </m:e>
                                </m:d>
                              </m:e>
                            </m:nary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π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289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$\lim_{x\to\frac{\pi}{2}}\left(\frac{\int_{x^{3}}^{\left(\frac{\pi}{2}\right)^{3}}\left(\sin\left(2t^{\frac{1}{3}}\right)+\cos\left(t^{\frac{1}{3}}\right)\right)dt}{\left(x-\frac{\pi}{2}\right)^{2}}\right)$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$\frac{11\pi^{2}}{10}$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$\frac{3\pi^{2}}{2}$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$\frac{5\pi^{2}}{9}$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$\frac{9\pi^{2}}{8}$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377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Limits using L'Hospital's rule, Derivative of an integral with variable limit (Leibniz rule)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differentiate the variable lower limit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integrand),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supplies the factor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form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differentiate the variable lower limit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$-3x^{2}\times$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integrand),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supplies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$\left(x-\frac{\pi}{2}\right)$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numerator and denominator both vanish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use L'Hospital's rule.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Leibniz rule the numerator's derivative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 minus sign).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numerator and denominator both vanish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use L'Hospital's rule.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Leibniz rule the numerator's 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$-3x^{2}\left(\sin2x+\cos 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$\frac{d}{dx}x^{3}$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 minus sign).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(L'Hospital again).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$=\lim_{x\to\pi/2}\frac{-3x^{2}\left(\sin2x+\cos x\right)}{2\left(x-\frac{\pi}{2}\right)}=\lim\frac{-3x^{2}\cos x\,(2\sin x+1)}{2\left(x-\frac{\pi}{2}\right)}$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$x^{2}\to\frac{\pi^{2}}{4}$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 x+1\to3$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$\frac{-9\cdot\frac{\pi^{2}}{4}}{2}\cdot\lim\frac{\cos x}{x-\frac{\pi}{2}}=-\frac{9\pi^{2}}{8}\lim\frac{\cos x}{x-\frac{\pi}{2}}$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$\lim_{x\to\pi/2}\frac{\cos x}{x-\frac{\pi}{2}}=\lim\frac{-\sin x}{1}=-1$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(L'Hospital again).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$=-\frac{9\pi^{2}}{8}\cdot(-1)=\frac{9\pi^{2}}{8}$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$\frac{9\pi^{2}}{8}$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remove the cube roots, then replace the integrand by its linear approximation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$t=u^{3}$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remove the cube roots, then replace the integrand by its linear approximation near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$u=\frac{\pi}{2}$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$t=u^{3}$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$N(x)=\int_{x}^{\pi/2}3u^{2}\left(\sin2u+\cos u\right)du$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$\sin2u+\cos u=\cos u\,(2\sin u+1)$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u\approx-\left(u-\frac{\pi}{2}\right)$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 u+1\to3$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$3u^{2}\to\frac{3\pi^{2}}{4}$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$\approx-\frac{9\pi^{2}}{4}\left(u-\frac{\pi}{2}\right)$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π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$N(x)\approx-\frac{9\pi^{2}}{4}\int_{x}^{\pi/2}\left(u-\frac{\pi}{2}\right)du=-\frac{9\pi^{2}}{4}\cdot\left(-\frac{\left(x-\frac{\pi}{2}\right)^{2}}{2}\right)=\frac{9\pi^{2}}{8}\left(x-\frac{\pi}{2}\right)^{2}$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$\frac{N(x)}{\left(x-\frac{\pi}{2}\right)^{2}}\to\frac{9\pi^{2}}{8}$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$\frac{9\pi^{2}}{8}$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 upper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integrand is built 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simplifying the Leibniz step.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quotient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11.104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11.103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$\frac{d}{dx}\int_{g(x)}^{c}F(t)\,dt=-g'(x)F(g(x))$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 upper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$g'=3x^{2}$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$F(g(x))=\sin2x+\cos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 a}\frac{N(x)}{(x-a)^{2}}=\frac{N''(a)}{2}$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$N'(\frac{\pi}{2})=-3\cdot\frac{\pi^{2}}{4}\left(0+0\right)=0$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$N''\left(\frac{\pi}{2}\right)=\frac{9\pi^{2}}{4}$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$\frac{9\pi^{2}}{8}$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integrand is built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$t^{1/3}$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$t=u^{3}$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$c^{1/3}$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simplifying the Leibniz step.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$x=\frac{\pi}{2}+10^{-4}$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quotient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$\approx11.104$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$\frac{9\pi^{2}}{8}\approx11.103$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$\int_{\frac{1}{4}}^{\frac{3}{4}}\cos\left(2\cot^{-1}\sqrt{\frac{1-x}{1+x}}\right)dx$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0192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substitution, Inverse trigonometric functions: simplification of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0192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substitution, Inverse trigonometric functions: simplification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$\cot^{-1}\sqrt{\frac{1-x}{1+x}}$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$x=\cos2\theta$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$\sqrt{\frac{1-x}{1+x}}=\tan\theta$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$\cot^{-1}(\tan\theta)=\frac{\pi}{2}-\theta$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$-\cos2\theta=-x$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$x=\cos2\theta$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$dx=-2\sin2\theta\,d\theta$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$\sqrt{\frac{1-\cos2\theta}{1+\cos2\theta}}=\tan\theta$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$\cot^{-1}(\tan\theta)=\frac{\pi}{2}-\theta$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$\cos\left(\pi-2\theta\right)=-\cos2\theta$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$I=\int_{\alpha}^{\beta}(-\cos2\theta)(-2\sin2\theta)\,d\theta=\int_{\alpha}^{\beta}\sin4\theta\,d\theta$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$I=\left[-\frac{\cos4\theta}{4}\right]_{\alpha}^{\beta}$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$\cos4\theta=2\cos^{2}2\theta-1=2x^{2}-1$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$I=-\frac{1}{4}\left[2x^{2}-1\right]_{1/4}^{3/4}=-\frac{1}{4}\left[2x^{2}\right]_{1/4}^{3/4}$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$=-\frac{1}{4}\left(\frac{18}{16}-1-\frac{2}{16}+1\right)=-\frac{1}{4}$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the integrand collapses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substitution.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$\cos2\varphi=\frac{\cot^{2}\varphi-1}{\cot^{2}\varphi+1}$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the integrand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substitution.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$\varphi=\cot^{-1}\sqrt{\frac{1-x}{1+x}}$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$\cot^{2}\varphi=\frac{1-x}{1+x}$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$\cos2\varphi=\frac{\cot^{2}\varphi-1}{\cot^{2}\varphi+1}=\frac{(1-x)-(1+x)}{(1-x)+(1+x)}=\frac{-2x}{2}=-x$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$\int_{1/4}^{3/4}(-x)\,dx=-\frac{1}{2}\left(\frac{9}{16}-\frac{1}{16}\right)=-\frac{1}{4}$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Likewise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both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cue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branch: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holds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$\cos\left(2\cot^{-1}u\right)=\frac{u^{2}-1}{u^{2}+1}$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$u=\sqrt{\frac{1-x}{1+x}}$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Likewise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$\cos\left(2\tan^{-1}u\right)=\frac{1-u^{2}}{1+u^{2}}$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$2\tan^{-1}\sqrt{\frac{1-x}{1+x}}=\cos^{-1}x$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both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$\sqrt{\frac{1-x}{1+x}}$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cue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$x=\cos2\theta$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$\sqrt{\frac{a-x}{a+x}}$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$x=a\cos2\theta$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branch: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$\cot^{-1}(\tan\theta)=\frac{\pi}{2}-\theta$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$\theta\in(0,\frac{\pi}{2})$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holds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72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72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$\int_{-1}^{2}\log_{e}\left(x+\sqrt{x^{2}+1}\right)dx$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$\sqrt2-\sqrt5+\log_{e}\left(\frac{7+4\sqrt5}{1+\sqrt2}\right)$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$\sqrt5-\sqrt2+\log_{e}\left(\frac{9+4\sqrt5}{1+\sqrt2}\right)$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$\sqrt2-\sqrt5+\log_{e}\left(\frac{9+4\sqrt5}{1+\sqrt2}\right)$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$\sqrt5-\sqrt2+\log_{e}\left(\frac{7+4\sqrt5}{1+\sqrt2}\right)$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816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derivative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simplifies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$u=\ln\left(x+\sqrt{x^{2}+1}\right)$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$dv=dx$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derivative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simplifies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$\frac{1}{\sqrt{x^{2}+1}}$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rad>
                              </m:e>
                            </m:d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simplifies: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remaining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$I=\left[x\ln\left(x+\sqrt{x^{2}+1}\right)\right]_{-1}^{2}-\int_{-1}^{2}\frac{x}{x+\sqrt{x^{2}+1}}\left(1+\frac{x}{\sqrt{x^{2}+1}}\right)dx$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simplifies: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$\frac{1}{x+\sqrt{x^{2}+1}}\left(1+\frac{x}{\sqrt{x^{2}+1}}\right)=\frac{1}{\sqrt{x^{2}+1}}$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remaining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$\int_{-1}^{2}\frac{x}{\sqrt{x^{2}+1}}dx$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$2\ln(2+\sqrt5)-(-1)\ln\left(-1+\sqrt2\right)=2\ln(2+\sqrt5)+\ln(\sqrt2-1)$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$\int_{-1}^{2}\frac{x}{\sqrt{x^{2}+1}}dx=\left[\sqrt{x^{2}+1}\right]_{-1}^{2}=\sqrt5-\sqrt2$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$I=\ln\left[(2+\sqrt5)^{2}(\sqrt2-1)\right]-\sqrt5+\sqrt2$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$(2+\sqrt5)^{2}=9+4\sqrt5$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$\sqrt2-1=\frac{1}{1+\sqrt2}$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$I=\sqrt2-\sqrt5+\ln\frac{9+4\sqrt5}{1+\sqrt2}$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$\sqrt2-\sqrt5+\log_{e}\left(\frac{9+4\sqrt5}{1+\sqrt2}\right)$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odd function,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contributes nothing.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$\ln\left(x+\sqrt{x^{2}+1}\right)$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odd function,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contributes nothing.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$\left(-x+\sqrt{x^{2}+1}\right)\left(x+\sqrt{x^{2}+1}\right)=1$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$\ln\left(-x+\sqrt{x^{2}+1}\right)=-\ln\left(x+\sqrt{x^{2}+1}\right)$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$I=\int_{1}^{2}\ln\left(x+\sqrt{x^{2}+1}\right)dx$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$x\ln\left(x+\sqrt{x^{2}+1}\right)-\sqrt{x^{2}+1}$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$\ln(\cdot)+\frac{x}{\sqrt{x^{2}+1}}-\frac{x}{\sqrt{x^{2}+1}}$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$I=\left[2\ln(2+\sqrt5)-\sqrt5\right]-\left[\ln(1+\sqrt2)-\sqrt2\right]$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$I=\sqrt2-\sqrt5+\ln\frac{(2+\sqrt5)^{2}}{1+\sqrt2}=\sqrt2-\sqrt5+\ln\frac{9+4\sqrt5}{1+\sqrt2}$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$\sqrt2-\sqrt5+\log_{e}\left(\frac{9+4\sqrt5}{1+\sqrt2}\right)$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with derivative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Inverse functions: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help compare logarithm forms.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$\ln\left(x+\sqrt{x^{2}+1}\right)=\sinh^{-1}x$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with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$\frac{1}{\sqrt{x^{2}+1}}$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$\int_{a}^{b}$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$\int\ln\left(x+\sqrt{x^{2}+a^{2}}\right)dx=x\ln\left(x+\sqrt{x^{2}+a^{2}}\right)-\sqrt{x^{2}+a^{2}}+C$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$\int\sinh^{-1}x\,dx$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$\int\cosh^{-1}x\,dx=x\cosh^{-1}x-\sqrt{x^{2}-1}$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Inverse functions: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f^{-1}(x)\,dx=xf^{-1}(x)-\int 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$y=f^{-1}(x)$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$f=\sinh$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$(2+\sqrt5)^{2}=9+4\sqrt5$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$\sqrt2-1=\frac{1}{\sqrt2+1}$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help compare logarithm forms.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$\frac{x+2}{2}=\frac{y+3}{3}=\frac{z-5}{4}$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$\frac{x-3}{1}=\frac{y-2}{-3}=\frac{z+4}{2}$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$\frac{38}{3\sqrt5}k$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$\int_{0}^{k}\left[x^{2}\right]dx=\alpha-\sqrt{\alpha}$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lines, Integral of the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distance formula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value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distance formula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$k=\frac{3}{2}$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$[x^{2}]$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value only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$x=\sqrt2$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$\left[0,\frac{3}{2}\right]$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join of the points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∣"/>
                                <m:sepChr m:val=""/>
                                <m:endChr m:val="∣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m>
                                  <m:mPr>
                                    <m:baseJc m:val="center"/>
                                    <m:plcHide m:val="on"/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e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e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9</m:t>
                                      </m:r>
                                    </m:e>
                                  </m:mr>
                                  <m:m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e>
                                  </m:mr>
                                  <m:m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</m:mr>
                                </m:m>
                              </m:e>
                            </m:d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$(-2,-3,5)$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join of the points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$(5,5,-9)$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d_{1}\times\vec d_{2}=(3\cdot2-4\cdot(-3),\;4\cdot1-2\cdot2,\;2\cdot(-3)-3\cdot1)=(18,0,-9)$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$\sqrt{18^{2}+0^{2}+(-9)^{2}}=9\sqrt5$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$=\frac{\left|\begin{vmatrix} 5 &amp; 5 &amp; -9 \\ 2 &amp; 3 &amp; 4 \\ 1 &amp; -3 &amp; 2 \end{vmatrix}\right|}{9\sqrt5}=\frac{90+0+81}{9\sqrt5}=\frac{19}{\sqrt5}$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$\frac{38}{3\sqrt5}k=\frac{19}{\sqrt5}$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$\int_{0}^{3/2}[x^{2}]dx$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$[x^{2}]=0$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$\left[\sqrt2,\frac{3}{2}\right]$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$\frac{9}{4}&lt;3$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$=0+(\sqrt2-1)+2\left(\frac{3}{2}-\sqrt2\right)=2-\sqrt2$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$\alpha-\sqrt\alpha$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$\alpha-\sqrt\alpha=2-\sqrt2$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$6\alpha^{3}=6\cdot8=48$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counts the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sum of lengths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case splitting.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increasing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$[g]$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counts the integers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$m\ge1$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$g\ge 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$\int[g]$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sum of lengths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$b-g^{-1}(m)$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case splitting.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part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as in the main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counts the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 of the set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part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as in the main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$[x^{2}]$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counts the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$x\ge\sqrt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$\int_{0}^{3/2}[x^{2}]dx=\sum_{m\ge1}$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 of the set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$\left[0,\frac{3}{2}\right]$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$x\ge\sqrt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set is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empty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$\left[1,\frac{3}{2}\right]$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$\left[\sqrt2,\frac{3}{2}\right]$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$m\ge3$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empty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$\frac{9}{4}&lt;3$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$=\frac{1}{2}+\frac{3}{2}-\sqrt2=2-\sqrt2$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$6\alpha^{3}=48$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the numerator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denominator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a_{1}+\lambda\vec d_{1}$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a_{2}+\mu\vec d_{2}$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$\frac{\left|(\vec a_{2}-\vec a_{1})\cdot(\vec d_{1}\times\vec d_{2})\right|}{|\vec d_{1}\times\vec d_{2}|}$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$\int_{0}^{b}[g(x)]dx=\sum_{m=1}^{[g(b)]}\left(b-g^{-1}(m)\right)$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$\left(\frac{3}{2}-1\right)+\left(\frac{3}{2}-\sqrt2\right)=2-\sqrt2$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List breakpoints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solutions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the last interval against the upper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$\alpha-\sqrt\alpha=2-\sqrt2$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$h(\alpha)=\alpha-\sqrt\alpha$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$\left[0,\frac{1}{4}\right]$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List breakpoints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solutions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the last interval against the upper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$\int_{0}^{\frac{\pi}{4}}\frac{\sin^{2}x}{1+\sin x\cos x}\,dx=\frac{1}{a}\log_{e}\left(\frac{a}{3}\right)+\frac{\pi}{b\sqrt3}$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474212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of trigonometric fractions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partial fractions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474212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of trigonometric fractions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partial fractions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$1=\sin^{2}x+\cos^{2}x$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$\frac{t^{2}}{(1+t^{2})(1+t+t^{2})}=\frac{t}{1+t^{2}}-\frac{t}{1+t+t^{2}}$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$I=\int_{0}^{\pi/4}\frac{\sin^{2}x}{\sin^{2}x+\cos^{2}x+\sin x\cos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$I=\int_{0}^{\pi/4}\frac{\tan^{2}x}{1+\tan x+\tan^{2}x}dx=\int_{0}^{\pi/4}\frac{\tan^{2}x\sec^{2}x}{\left(1+\tan^{2}x\right)\left(1+\tan x+\tan^{2}x\right)}dx$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$I=\int_{0}^{1}\frac{t^{2}}{\left(1+t^{2}\right)\left(1+t+t^{2}\right)}dt$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$\frac{t^{2}}{\left(1+t^{2}\right)\left(1+t+t^{2}\right)}=\frac{t}{1+t^{2}}-\frac{t}{1+t+t^{2}}$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$I=\frac{1}{2}\int_{0}^{1}\frac{2t}{1+t^{2}}dt-\int_{0}^{1}\frac{\frac{1}{2}(2t+1)-\frac{1}{2}}{1+t+t^{2}}dt$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$I=\frac{1}{2}\ln2-\frac{1}{2}\ln3+\frac{1}{2}\int_{0}^{1}\frac{dt}{\left(t+\frac{1}{2}\right)^{2}+\frac{3}{4}}$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$I=\frac{1}{2}\ln\frac{2}{3}+\frac{1}{2}\cdot\frac{2}{\sqrt3}\left[\tan^{-1}\frac{2t+1}{\sqrt3}\right]_{0}^{1}$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$I=\frac{1}{2}\ln\frac{2}{3}+\frac{1}{\sqrt3}\left(\frac{\pi}{3}-\frac{\pi}{6}\right)=\frac{1}{2}\ln\frac{2}{3}+\frac{1}{\sqrt3}\cdot\frac{\pi}{6}$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$\frac{1}{a}\ln\frac{a}{3}+\frac{\pi}{b\sqrt3}$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double angles: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is a pure logarithm.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double angles: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$\frac{\sin^{2}x}{1+\sin x\cos x}=\frac{1-\cos2x}{2+\sin2x}$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is a pure logarithm.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$\sin^{2}x=\frac{1-\cos2x}{2}$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$1+\sin x\cos x=\frac{2+\sin2x}{2}$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$I=\int_{0}^{\pi/4}\frac{1-\cos2x}{2+\sin2x}dx$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$\int_{0}^{\pi/4}\frac{\cos2x}{2+\sin2x}dx=\frac{1}{2}\left[\ln(2+\sin2x)\right]_{0}^{\pi/4}=\frac{1}{2}\ln\frac{3}{2}$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$\int_{0}^{\pi/4}\frac{dx}{2+\sin2x}$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$\sin2x=\frac{2u}{1+u^{2}}$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$dx=\frac{du}{1+u^{2}}$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$\int_{0}^{1}\frac{du}{2\left(1+u^{2}\right)+2u}=\frac{1}{2}\int_{0}^{1}\frac{du}{u^{2}+u+1}$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$\frac{1}{2}\cdot\frac{2}{\sqrt3}\left[\tan^{-1}\frac{2u+1}{\sqrt3}\right]_{0}^{1}=\frac{1}{\sqrt3}\left(\frac{\pi}{3}-\frac{\pi}{6}\right)=\frac{\pi}{6\sqrt3}$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$I=\frac{\pi}{6\sqrt3}-\frac{1}{2}\ln\frac{3}{2}=\frac{1}{2}\ln\frac{2}{3}+\frac{\pi}{6\sqrt3}$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converting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derivative of the denominator (up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leaving a simple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denominators differ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𝐷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𝐷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denominator: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that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$\frac{\sin^{2}x}{1+\sin x\cos x}=\frac{1-\cos2x}{2+\sin2x}$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converting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derivative of the denominator (up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leaving a simple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$\int\frac{dx}{2+\sin2x}$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$\int\frac{du}{u^{2}+u+1}=\frac{2}{\sqrt3}\tan^{-1}\frac{2u+1}{\sqrt3}+C$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$\int_{0}^{1}\frac{du}{u^{2}+u+1}=\frac{\pi}{3\sqrt3}$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denominators differ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$\frac{t}{D_{1}D_{2}}=\frac{1}{D_{1}}-\frac{1}{D_{2}}$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$D_{2}-D_{1}=t$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$D_{1}=1+t^{2}$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$D_{2}=1+t+t^{2}$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$\frac{t^{2}}{D_{1}D_{2}}=t\left(\frac{1}{D_{1}}-\frac{1}{D_{2}}\right)$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$1+\sin 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denominator: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$1=\sin^{2}x+\cos^{2}x$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$f(t)=\int_{0}^{\pi}\frac{2x\,dx}{1-\cos^{2}t\,\sin^{2}x}$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$\int_{0}^{\pi/2}\frac{\pi^{2}\,dt}{f(t)}$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644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(King property),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$f(t)=\frac{\pi^{2}}{\sin 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$\frac{\pi^{2}}{f(t)}=\sin 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$f(t)=\int_{0}^{\pi}\frac{2(\pi-x)\,dx}{1-\cos^{2}t\sin^{2}x}=2\pi\int_{0}^{\pi}\frac{dx}{1-\cos^{2}t\sin^{2}x}-f(t)$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$f(t)=\pi\int_{0}^{\pi}\frac{dx}{1-\cos^{2}t\sin^{2}x}$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$f(t)=2\pi\int_{0}^{\pi/2}\frac{dx}{1-\cos^{2}t\sin^{2}x}$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inner integral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$f(t)=2\pi\int_{0}^{\pi/2}\frac{\sec^{2}x\,dx}{\sec^{2}x-\cos^{2}t\tan^{2}x}=2\pi\int_{0}^{\pi/2}\frac{\sec^{2}x\,dx}{1+\sin^{2}t\tan^{2}x}$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t\tan x=\lambda$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t\sec^{2}x\,dx=d\lambda$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inner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$I_{1}=\int\frac{d\lambda}{\cos t\left(1+\lambda^{2}\tan^{2}t\right)}$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$1+\lambda^{2}\tan^{2}t=\tan^{2}t\left(\lambda^{2}+\cot^{2}t\right)$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$I_{1}=\frac{1}{\cos t\tan^{2}t}\int\frac{d\lambda}{\lambda^{2}+\cot^{2}t}=\frac{1}{\cos t\tan^{2}t}\cdot\tan t\,\tan^{-1}(\lambda\tan 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$I_{1}=\frac{1}{\sin t}\tan^{-1}(\sin t\tan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$\lambda\tan t=\sin t\tan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$f(t)=\frac{2\pi}{\sin t}\left[\tan^{-1}(\sin t\tan x)\right]_{0}^{\pi/2}=\frac{2\pi}{\sin t}\cdot\frac{\pi}{2}=\frac{\pi^{2}}{\sin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$\int_{0}^{\pi/2}\frac{\pi^{2}dt}{f(t)}=\int_{0}^{\pi/2}\sin t\,dt=1$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king step, use the standard result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king step, use the standard result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$\int_{0}^{\pi/2}\frac{dx}{a^{2}\cos^{2}x+b^{2}\sin^{2}x}=\frac{\pi}{2ab}$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as before: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standard result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as before: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$f(t)=2\pi\int_{0}^{\pi/2}\frac{dx}{1-\cos^{2}t\sin^{2}x}$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$1-\cos^{2}t\sin^{2}x=\cos^{2}x+\left(1-\cos^{2}t\right)\sin^{2}x=\cos^{2}x+\sin^{2}t\,\sin^{2}x$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$a^{2}\cos^{2}x+b^{2}\sin^{2}x$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standard result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$\int_{0}^{\infty}\frac{du}{a^{2}+b^{2}u^{2}}=\frac{\pi}{2ab}$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$\int_{0}^{\pi/2}\frac{dx}{\cos^{2}x+\sin^{2}t\sin^{2}x}=\frac{\pi}{2\sin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$f(t)=2\pi\cdot\frac{\pi}{2\sin t}=\frac{\pi^{2}}{\sin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$\frac{\pi^{2}}{f(t)}=\sin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$\int_{0}^{\pi/2}\sin t\,dt=1$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final reciprocal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why the question is designed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numerator: compute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first, then integrate a simple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11.729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$\int_{0}^{\pi}x\,g(\sin x)\,dx=\frac{\pi}{2}\int_{0}^{\pi}g(\sin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$g(\sin x)=\frac{2}{1-\cos^{2}t\sin^{2}x}$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$f(t)=\pi\int_{0}^{\pi}\frac{dx}{1-\cos^{2}t\sin^{2}x}$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$\int_{0}^{\pi/2}\frac{dx}{a^{2}\cos^{2}x+b^{2}\sin^{2}x}=\frac{\pi}{2ab}$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$\int_{0}^{\pi}\frac{dx}{1-c^{2}\sin^{2}x}=\frac{\pi}{\sqrt{1-c^{2}}}$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$|c|&lt;1$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$c=\cos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$\frac{\pi}{\sin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final reciprocal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$\frac{\pi^{2}}{f(t)}=\sin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why the question is designed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numerator: 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first, then integrate a simple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$f(1)=\frac{\pi^{2}}{\sin1}\approx11.729$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7</m:t>
                                        </m:r>
                                      </m:sup>
                                    </m:sSup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7</m:t>
                                        </m:r>
                                      </m:sup>
                                    </m:sSup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b>
                                </m:sSub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$r_{k}=\frac{\int_{0}^{1}\left(1-x^{7}\right)^{k}dx}{\int_{0}^{1}\left(1-x^{7}\right)^{k+1}dx}$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$\sum_{k=1}^{10}\frac{1}{7\left(r_{k}-1\right)}$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736339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Reduction formula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integration by parts, Summation of an arithmetic series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736339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Reduction formula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$\int_{0}^{1}(1-x^{7})^{k}dx$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integration by parts, Summation of an arithmetic series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By parts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each term of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By parts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$I_{k+1}=\frac{7(k+1)}{7(k+1)+1}I_{k}$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$r_{k}-1=\frac{1}{7(k+1)}$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each term of the sum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7</m:t>
                                            </m:r>
                                          </m:sup>
                                        </m:sSup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$I_{k}=\int_{0}^{1}\left(1-x^{7}\right)^{k}dx$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$r_{k}=\frac{I_{k}}{I_{k+1}}$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$I_{k+1}=\int_{0}^{1}\left(1-x^{7}\right)^{k}\left(1-x^{7}\right)dx=I_{k}-\int_{0}^{1}x\cdot x^{6}\left(1-x^{7}\right)^{k}dx$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x^{6}\left(1-x^{7}\right)^{k}dx=-\frac{\left(1-x^{7}\right)^{k+1}}{7(k+1)}$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$\int_{0}^{1}x\cdot x^{6}\left(1-x^{7}\right)^{k}dx=\left[-\frac{x\left(1-x^{7}\right)^{k+1}}{7(k+1)}\right]_{0}^{1}+\frac{1}{7(k+1)}\int_{0}^{1}\left(1-x^{7}\right)^{k+1}dx$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$\frac{I_{k+1}}{7(k+1)}$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$I_{k+1}=I_{k}-\frac{I_{k+1}}{7(k+1)}$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$I_{k+1}\left(1+\frac{1}{7(k+1)}\right)=I_{k}$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$r_{k}=\frac{I_{k}}{I_{k+1}}=\frac{7k+8}{7(k+1)}=1+\frac{1}{7k+7}$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$r_{k}-1=\frac{1}{7k+7}$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$\frac{1}{7\left(r_{k}-1\right)}=\frac{1}{7\cdot\frac{1}{7k+7}}=k+1$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$\sum_{k=1}^{10}(k+1)=\frac{10\cdot11}{2}+10=55+10=65$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beta function (put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); the Gamma ratio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one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$I_{k}$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beta function (put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$x^{7}=t$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); the Gamma ratio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$r_{k}$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one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$x^{7}=t$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$I_{k}=\frac{1}{7}\int_{0}^{1}t^{\frac{1}{7}-1}(1-t)^{k}dt=\frac{1}{7}\beta\left(\frac{1}{7},k+1\right)=\frac{\Gamma\left(\frac{1}{7}\right)k!}{7\,\Gamma\left(k+1+\frac{1}{7}\right)}$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$r_{k}=\frac{I_{k}}{I_{k+1}}=\frac{k!\,\Gamma\left(k+2+\frac{1}{7}\right)}{(k+1)!\,\Gamma\left(k+1+\frac{1}{7}\right)}=\frac{k+1+\frac{1}{7}}{k+1}$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$r_{k}-1=\frac{1}{7(k+1)}$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$\frac{1}{7\left(r_{k}-1\right)}=k+1$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$\sum_{k=1}^{10}(k+1)=65$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Closed form: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∏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$I_{n}=\int_{0}^{1}\left(1-x^{m}\right)^{n}dx=\frac{mn}{mn+1}I_{n-1}$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$\frac{I_{n-1}}{I_{n}}=1+\frac{1}{mn}$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$n=k+1$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$r_{k}=1+\frac{1}{7(k+1)}$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$I_{n}=\frac{1}{n+1}$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$\frac{n+1}{n}=1+\frac{1}{n}$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Closed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$I_{n}=\prod_{j=1}^{n}\frac{mj}{mj+1}$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$\frac{1}{m}\beta\left(\frac{1}{m},n+1\right)$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By-parts pattern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antiderivative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boundary terms vanish, and the remainder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recurrence appears in the companion problem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By-parts pattern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$\int_{0}^{1}x\cdot x^{m-1}(1-x^{m})^{n-1}dx$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antiderivative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$x^{m-1}(1-x^{m})^{n-1}$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$-\frac{(1-x^{m})^{n}}{mn}$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boundary terms vanish, and the remainder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$\frac{I_{n}}{mn}$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recurrence appears in the companion problem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$I_{20},I_{21}$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$\frac{I_{21}}{I_{20}}=\frac{21k}{21k+1}$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largest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largest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$\int_{0}^{3}\left(\left[x^{2}\right]+\left[\frac{x^{2}}{2}\right]\right)dx=a+b\sqrt2-\sqrt3-\sqrt5+c\sqrt6-\sqrt7$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Break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points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Break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$[0,3]$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points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$\frac{x^{2}}{2}$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$\sqrt{m}$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$\sqrt{2m}$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$\frac{x^{2}}{2}$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first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$\int_{0}^{3}\left(\left[x^{2}\right]+\left[\frac{x^{2}}{2}\right]\right)dx=\int_{0}^{3}\left[x^{2}\right]dx+\int_{0}^{3}\left[\frac{x^{2}}{2}\right]dx$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$[x^{2}]=m$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$[\sqrt m,\sqrt{m+1})$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first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$0\cdot1+1\left(\sqrt2-1\right)+2\left(\sqrt3-\sqrt2\right)+3\left(2-\sqrt3\right)+4\left(\sqrt5-2\right)$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$+5\left(\sqrt6-\sqrt5\right)+6\left(\sqrt7-\sqrt6\right)+7\left(\sqrt8-\sqrt7\right)+8\left(3-\sqrt8\right)$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constants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second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Collect: constants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constants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$-1+6-8+24=21$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$\sqrt8=2\sqrt2$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$(7-8)\cdot2=-2$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$\sqrt3:2-3=-1$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$\sqrt5:4-5=-1$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$\sqrt6:5-6=-1$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$\sqrt7:6-7=-1$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$=21-3\sqrt2-\sqrt3-\sqrt5-\sqrt6-\sqrt7$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$\left[\frac{x^{2}}{2}\right]=m$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$\left[\sqrt{2m},\sqrt{2m+2}\right)$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second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$0+1\left(2-\sqrt2\right)+2\left(\sqrt6-2\right)+3\left(\sqrt8-\sqrt6\right)+4\left(3-\sqrt8\right)$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Collect: constants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$2-4+12=10$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$(3-4)\cdot2=-2$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$\sqrt6:2-3=-1$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$=10-3\sqrt2-\sqrt6$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$=31-6\sqrt2-\sqrt3-\sqrt5-2\sqrt6-\sqrt7$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$a+b+c=31-6-2=23$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Layer-cake: for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counts the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Layer-cake: for increasing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$[g]$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counts the integers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$m\ge1$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$g\ge 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$\int_{0}^{3}[g]\,dx=\sum_{m}\left(3-g^{-1}(m)\right)$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$\int_{0}^{3}\left[x^{2}\right]dx=\sum_{m=1}^{8}\left(3-\sqrt m\right)=24-\left(1+\sqrt2+\sqrt3+2+\sqrt5+\sqrt6+\sqrt7+2\sqrt2\right)=21-3\sqrt2-\sqrt3-\sqrt5-\sqrt6-\sqrt7$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$\left[\frac{x^{2}}{2}\right]\ge m\iff x\ge\sqrt{2m}$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$\int_{0}^{3}\left[\frac{x^{2}}{2}\right]dx=\sum_{m=1}^{4}\left(3-\sqrt{2m}\right)=12-\left(\sqrt2+2+\sqrt6+2\sqrt2\right)=10-3\sqrt2-\sqrt6$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$31-6\sqrt2-\sqrt3-\sqrt5-2\sqrt6-\sqrt7$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Breakpoints: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 at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upper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reaches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the last interval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Surd part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ra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every breakpoint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jump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earlier), and the rational part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minus the integer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combine like surds: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identical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from both integrals.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$\int_{0}^{b}[g(x)]dx=\sum_{m=1}^{[g(b)]}\left(b-g^{-1}(m)\right)$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$\frac{1}{2}+\frac{3}{2}-\sqrt2=2-\sqrt2$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Breakpoints: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$[x^{2}]$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$\left[\frac{x^{2}}{2}\right]$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upper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reaches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the last interval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$[\sqrt8,3]$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$[x^{2}/2]=4$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Surd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$\int_{0}^{3}[x^{2}]dx$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$-\sum_{m=1}^{8}\sqrt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every breakpoint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jump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earlier), and the rational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$3\cdot8=24$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minus the integer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combine like surds: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$\sqrt8=2\sqrt2$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identical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from both integrals.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only the principal values of the inverse trigonometric functions.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$\lim_{n\to\infty}\left(\frac{n}{\sqrt{n^{4}+1}}-\frac{2n}{\left(n^{2}+1\right)\sqrt{n^{4}+1}}+\frac{n}{\sqrt{n^{4}+16}}-\frac{8}{\left(n^{2}+4\right)\sqrt{n^{4}+16}}+\dots+\frac{n}{\sqrt{n^{4}+n^{4}}}-\frac{2n\cdot n^{2}}{\left(n^{2}+n^{2}\right)\sqrt{n^{4}+n^{4}}}\right)$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only the principal values of the inverse trigonometric functions.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9557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Limit of a sum as a definite integral, with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4(A level above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9557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Limit of a sum as a definite integral, with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$t=x+\frac{1}{x}$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4(A level above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the sum as a Riemann sum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the sum as a Riemann sum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$\int_{0}^{1}\frac{1-x^{2}}{(1+x^{2})\sqrt{1+x^{4}}}dx$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$t=x+\frac{1}{x}$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general term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term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𝑟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𝑟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𝑟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𝑟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 Riemann sum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p>
                                    </m:sSup>
                                  </m:e>
                                </m:rad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d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p>
                                    </m:sSup>
                                  </m:e>
                                </m:rad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general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$\frac{n}{\sqrt{n^{4}+r^{4}}}-\frac{2nr^{2}}{\left(n^{2}+r^{2}\right)\sqrt{n^{4}+r^{4}}}$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$r=1,2,\dots,n$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$=\frac{1}{n}\left[\frac{1}{\sqrt{1+\left(\frac{r}{n}\right)^{4}}}-\frac{2\left(\frac{r}{n}\right)^{2}}{\left(1+\left(\frac{r}{n}\right)^{2}\right)\sqrt{1+\left(\frac{r}{n}\right)^{4}}}\right]$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 Riemann sum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$x=\frac{r}{n}$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$L=\int_{0}^{1}\left[\frac{1}{\sqrt{1+x^{4}}}-\frac{2x^{2}}{\left(1+x^{2}\right)\sqrt{1+x^{4}}}\right]dx=\int_{0}^{1}\frac{1-x^{2}}{\left(1+x^{2}\right)\sqrt{1+x^{4}}}dx$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$L=\int_{0}^{1}\frac{\frac{1}{x^{2}}-1}{\left(x+\frac{1}{x}\right)\sqrt{\left(x+\frac{1}{x}\right)^{2}-2}}dx$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$x^{2}+\frac{1}{x^{2}}=\left(x+\frac{1}{x}\right)^{2}-2$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$t=x+\frac{1}{x}$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$dt=\left(1-\frac{1}{x^{2}}\right)dx$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$t:\infty\to2$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$L=-\int_{\infty}^{2}\frac{dt}{t\sqrt{t^{2}-2}}=-\int_{\infty}^{2}\frac{t\,dt}{t^{2}\sqrt{t^{2}-2}}$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$t^{2}-2=u^{2}$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$t\,dt=u\,du$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$t=2\to u=\sqrt2$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$L=-\int_{\infty}^{\sqrt2}\frac{u\,du}{\left(u^{2}+2\right)u}=-\int_{\infty}^{\sqrt2}\frac{du}{u^{2}+2}$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$L=-\frac{1}{\sqrt2}\left[\tan^{-1}\frac{u}{\sqrt2}\right]_{\infty}^{\sqrt2}=-\frac{1}{\sqrt2}\left(\frac{\pi}{4}-\frac{\pi}{2}\right)=\frac{1}{\sqrt2}\left(\frac{\pi}{2}-\frac{\pi}{4}\right)$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$L=\frac{\pi}{4\sqrt2}=\frac{\pi}{k}$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$k^{2}=32$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$u=\frac{x}{\sqrt{1+x^{4}}}$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$\frac{(1+x^{2})^{2}}{1+x^{4}}=1+2u^{2}$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$\frac{du}{1+2u^{2}}$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$u=\frac{x}{\sqrt{1+x^{4}}}$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$du=\frac{1-x^{4}}{\left(1+x^{4}\right)^{3/2}}dx=\frac{\left(1-x^{2}\right)\left(1+x^{2}\right)}{\left(1+x^{4}\right)^{3/2}}dx$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$\frac{\left(1-x^{2}\right)dx}{\left(1+x^{2}\right)\sqrt{1+x^{4}}}=du\cdot\frac{1+x^{4}}{\left(1+x^{2}\right)^{2}}$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$u^{2}=\frac{x^{2}}{1+x^{4}}$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$\frac{\left(1+x^{2}\right)^{2}}{1+x^{4}}=1+\frac{2x^{2}}{1+x^{4}}=1+2u^{2}$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$\frac{du}{1+2u^{2}}$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$x=0\to 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$x=1\to u=\frac{1}{\sqrt2}$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$L=\int_{0}^{1/\sqrt2}\frac{du}{1+2u^{2}}=\frac{1}{\sqrt2}\left[\tan^{-1}\left(\sqrt2u\right)\right]_{0}^{1/\sqrt2}=\frac{1}{\sqrt2}\cdot\frac{\pi}{4}$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$L=\frac{\pi}{4\sqrt2}=\frac{\pi}{k}$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$k^{2}=32$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 sums: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expose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integrands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hidden in the numerator (e.g.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 sums: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$\lim_{n\to\infty}\frac{1}{n}\sum_{r=1}^{n}f\left(\frac{r}{n}\right)=\int_{0}^{1}f(x)\,dx$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$n^{4}+r^{4}$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$n^{2}+r^{2}$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expose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integrands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$1\mp\frac{1}{x^{2}}$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hidden in the numerator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$\frac{1-x^{2}}{(1+x^{2})\sqrt{1+x^{4}}}$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$t=x+\frac{1}{x}$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$x^{2}+\frac{1}{x^{2}}=t^{2}-2$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$t=x-\frac{1}{x}$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$x^{2}+\frac{1}{x^{2}}=t^{2}+2$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integral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numerically: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0.55536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$\int\frac{dt}{t\sqrt{t^{2}-a^{2}}}=\frac{1}{a}\sec^{-1}\frac{t}{a}+C$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$\int_{2}^{\infty}\frac{dt}{t\sqrt{t^{2}-2}}=\frac{1}{\sqrt2}\left(\frac{\pi}{2}-\frac{\pi}{4}\right)=\frac{\pi}{4\sqrt2}$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integral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$\frac{1}{\sqrt2}\tan^{-1}\frac{\sqrt2\,x}{\sqrt{1+x^{4}}}\Big|_{0}^{1}$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numerically: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$\int_{0}^{1}\frac{1-x^{2}}{(1+x^{2})\sqrt{1+x^{4}}}dx\approx0.55536=\frac{\pi}{4\sqrt2}$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(14/20)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(15/20)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(16/20)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(17/20)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(18/20)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(19/20)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(20/20)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2.07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24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47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26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3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100 questions, 400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6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Integration Sheet JM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2.07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