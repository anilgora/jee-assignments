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3.0</c:v>
                </c:pt>
                <c:pt idx="2">
                  <c:v>2.0</c:v>
                </c:pt>
                <c:pt idx="3">
                  <c:v>1.0</c:v>
                </c:pt>
                <c:pt idx="4">
                  <c:v>2.0</c:v>
                </c:pt>
                <c:pt idx="5">
                  <c:v>2.0</c:v>
                </c:pt>
                <c:pt idx="6">
                  <c:v>2.0</c:v>
                </c:pt>
                <c:pt idx="7">
                  <c:v>1.0</c:v>
                </c:pt>
                <c:pt idx="8">
                  <c:v>2.0</c:v>
                </c:pt>
                <c:pt idx="9">
                  <c:v>2.0</c:v>
                </c:pt>
                <c:pt idx="10">
                  <c:v>1.0</c:v>
                </c:pt>
                <c:pt idx="11">
                  <c:v>1.0</c:v>
                </c:pt>
                <c:pt idx="12">
                  <c:v>2.0</c:v>
                </c:pt>
                <c:pt idx="13">
                  <c:v>1.0</c:v>
                </c:pt>
                <c:pt idx="14">
                  <c:v>2.0</c:v>
                </c:pt>
                <c:pt idx="15">
                  <c:v>1.0</c:v>
                </c:pt>
                <c:pt idx="16">
                  <c:v>1.0</c:v>
                </c:pt>
                <c:pt idx="17">
                  <c:v>1.0</c:v>
                </c:pt>
                <c:pt idx="18">
                  <c:v>2.0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$|\alpha-1|\le5$ in the first line of the solution, but the question has $|\alpha-1|\le4$ (which is what gives $-3\le\alpha\le5$). Corrected to $\le4$. The answer (A)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concludes `k = 6` (and writes $a_1+1\in\{2,\dots,101\}$, ignoring that $a_{k+1}+1\ge2$) although its own sequence $(95,47),(47,23),(23,11),(11,5),(5,2)$ has only 5 pairs, and the key is (A) = 5. Corrected: $a_1+1=2^k(a_{k+1}+1)\ge2^{k+1}$, so $k\le5$.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list of $R$ has the coordinates of every pair swapped (it lists $(y,x)$, e.g. $(-3,3)$, although $y=-3$ gives $x=\pm3$, i.e. the pairs $(\pm3,-3)$). The count $l=15$, the diagonal check and $m=3$ are unaffected. Corrected the list; answer (D)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transitivity counter-example uses $(6,8)$ as an element of $A\times B$, but $8\notin B$ (second coordinates come from $B=\{1,4,5,10,15\}$), so $(6,8)\notin A\times B$. Replaced by a valid counter-example $(2,1)R(2,4)$, $(2,4)R(3,1)$ but $(2,1)\not R(3,1)$. Reflexivity and symmetry steps are unchanged and correct; answer (C)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transitivity example takes $A,B,C$ made of ordered pairs such as $(1,2),(2,3)$, but the elements of subsets of $S=\{1,\dots,10\}$ are numbers, not pairs, so those sets are not in $M$. Replaced by valid subsets $\{1,2\},\{2,3\},\{3,4\}$ (same idea). Answer (A)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– Differential Calculus 01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Sets and Relations (Q1–Q20)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(JEE Advanced default; no marks printed in the paper)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𝑎𝑛𝑑 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$A=\{(\alpha,\beta)\in\mathbb R\times\mathbb R:|\alpha-1|\le4\text{ and }|\beta-5|\le6\}$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$B=\{(\alpha,\beta)\in\mathbb R\times\mathbb R:16(\alpha-2)^2+9(\beta-6)^2\le144\}$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$B\subset A$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$A\subset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$B\subset A$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$A\subset B$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$A\cup B=\{(x,y):-4\le x\le4,\,-1\le y\le11\}$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Subsets of regions in the plane (ellipse inside rectangle)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rectangle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filled ellipse: compare their extreme coordinates.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rectangle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filled ellipse: compare their extreme coordinates.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is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rectangle.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$|\alpha-1|\le4\Rightarrow-3\le\alpha\le5$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$|\beta-5|\le6\Rightarrow-1\le\beta\le11$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is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rectangle.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filled ellipse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semi-axes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meets the axes of its centre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the set in (D);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$\frac{(\alpha-2)^2}{9}+\frac{(\beta-6)^2}{16}\le1$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filled ellipse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semi-axes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meets the axes of its centre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$-1\le\alpha\le5$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$2\le\beta\le10$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$-3\le\alpha\le5$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$-1\le\beta\le11$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$B\subset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$A\cup B=A=\{-3\le\alpha\le5,\,-1\le\beta\le11\}$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the set in (D);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$A\subset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$(-3,-1)\in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$\notin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$B\subset A$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triangle inequality to show every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the two inequalities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triangle inequality to show every point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the two inequalities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$(\alpha,\beta)\in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$\frac{(\alpha-2)^2}{9}\le1$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$|\alpha-2|\le3$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$\frac{(\beta-6)^2}{16}\le1$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$|\beta-6|\le4$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$|\alpha-1|\le|\alpha-2|+1\le3+1=4$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$|\beta-5|\le|\beta-6|+1\le4+1=5\le6$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every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both conditions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corner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not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(A) only.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every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both conditions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$B\subset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$A\not\subset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corner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$(-3,-1)\in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$16\cdot25+9\cdot49&gt;144$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not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(A) only.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$B\subset A$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filled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the rectangle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test containment by comparing these bounds.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options this way.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interval); two such conditions describe an axis-parallel rectangle.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filled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$\frac{(x-h)^2}{a^2}+\frac{(y-k)^2}{b^2}\le1$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the 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$|x-h|\le a,\ |y-k|\le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test containment by comparing these bounds.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$B\subset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$A\cup B=A$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$A\cup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options this way.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$|x-c|\le r\iff c-r\le x\le c+r$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interval); two such conditions describe an axis-parallel rectangle.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sequence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second entry of an ordered pair is equal to the first entry of the next ordered pair. Then the largest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such a sequence exists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$A=\{1,2,3,\ldots,100\}$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$R=\{(a,b):a=2b+1\}$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$(a_1,a_2),(a_2,a_3),(a_3,a_4),\ldots,(a_k,a_{k+1})$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sequence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second entry of an ordered pair is equal to the first entry of the next ordered pair. Then the largest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such a sequence exists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95952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Relations (composition chain of ordered pairs)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doubles at every step along the chain.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$a=2b+1$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$a+1=2(b+1)$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$a_i+1$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doubles at every step along the chain.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pair satisfies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Continuing,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pair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$a_i=2a_{i+1}+1$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$a_1=2a_2+1$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$a_2=2a_3+1\Rightarrow a_1=2(2a_3+1)+1=4a_3+3$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$a_3=2a_4+1\Rightarrow a_1=4(2a_4+1)+3=8a_4+7$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$a_1=2^k a_{k+1}+(2^k-1)$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$a_1+1=2^k(a_{k+1}+1)$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impossible;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Example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five pairs. Largest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 a_1+1\le101$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$a_{k+1}\ge1$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$a_{k+1}+1\ge2$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$a_1+1\ge2^{k+1}$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$a_1+1\ge2^7=128&gt;101$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impossible;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$a_1+1\ge64$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Example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$(95,47),(47,23),(23,11),(11,5),(5,2)$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five pairs. Largest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Build the chain upwards from the smallest possible last entry; every step back up the chain roughly doubles the number.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going backwards along the chain,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make the chain as long as possible, start with the smallest last entry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entries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previous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$a=2b+1$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$a+1=2(b+1)$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going backwards along the chain,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$b\to a=2b+1$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make the chain as long as possible, start with the smallest last entry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entries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$1\to3\to7\to15\to31\to63$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previous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next entry would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chain stops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chain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pairs; starting from a larger last entry only makes it shorter.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next entry would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$127&gt;100$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chain stops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chain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$1,3,7,15,31,63$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pairs; starting from a larger last entry only makes it shorter.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shifted quantity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doubles, so a chain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forces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longest chain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2101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Recurrences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 geometric after the shift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$a=2b+1$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shifted quantity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$a+1=2(b+1)$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doubles, so a chain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$a_1+1\ge2^{k+1}$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$\{1,\dots,N\}$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longest chain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$k=\lfloor\log_2(N+1)\rfloor-1$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$\lfloor\log_2101\rfloor-1=6-1=5$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Recurrences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$x\mapsto px+q$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 geometric after the shift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$y=x+\frac{q}{p-1}$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minimum number of elements required to be added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make it a reflexive relation.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$A=\{-3,-2,-1,0,1,2,3\}$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$xRy$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x^2+2y\le4$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minimum number of elements required to be added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make it a reflexive relation.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$l+m$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Reflexive relation and counting elements of a relation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condition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confines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an interval,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be listed row by row.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$-2y\le x^2\le4-2y$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confines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an interval,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be listed row by row.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x^2+2y\le4\iff-2y\le x^2\le4-2y$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$6\le x^2\le10\Rightarrow x\in\{-3,3\}$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 x^2\le8\Rightarrow x\in\{-2,2\}$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 x^2\le6\Rightarrow x\in\{-2,2\}$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x^2\le4\Rightarrow x\in\{-2,-1,0,1,2\}$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Writing pairs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 Present: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Missing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$-2\le x^2\le2\Rightarrow x\in\{-1,0,1\}$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$-4\le x^2\le0\Rightarrow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$-6\le x^2\le-2$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Writing pairs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$R=\{(-3,-3),(3,-3),(-2,-2),(2,-2),(-2,-1),(2,-1),(-2,0),(-1,0),(0,0),(1,0),(2,0),(-1,1),(0,1),(1,1),(0,2)\}$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$l=2+2+2+5+3+1=15$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 Present: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$(-3,-3),(-2,-2),(0,0),(1,1)$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Missing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$(-1,-1),(2,2),(3,3)$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$l+m=15+3=18$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row by row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instead, and decide which diagonal pairs lie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one quadratic inequality.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row by row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instead, and decide which diagonal pairs lie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one quadratic inequality.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fixed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condition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each,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each,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each,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fixed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$-\frac{x^2}{2}\le y\le\frac{4-x^2}{2}$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$-0.5\le y\le1.5$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each,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$-2\le y\le0$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each,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$-4.5\le y\le-2.5$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each,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holds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fails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$l=3+4+6+2=15$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$(x,x)\in R\iff0\le x^2+2x\le4\iff1\le(x+1)^2\le5$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holds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$x=-3,-2,0,1$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fails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$l+m=18$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pairs to add to reach reflexivity: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diagonal; test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rule.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list a relation given by an inequality, fix one variable and solve for the other, going through the (small) set.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complete the square to test diagonal membership quickly.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pairs to add to reach reflexivity: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$m=|A|-|R\cap\Delta|$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diagonal; 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$(x,x)\in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rule.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list a relation given by an inequality, fix one variable and solve for the other, going through the (small) set.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$x^2+2x=(x+1)^2-1$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complete the square to test diagonal membership quickly.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minimum number of elements required to be added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make it reflexive and symmetric relations, respectively.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$A=\{-2,-1,0,1,2,3\}$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$xRy$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$y=\max\{x,1\}$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minimum number of elements required to be added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make it reflexive and symmetric relations, respectively.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$l+m+n$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Reflexive and symmetric closure of a relation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explicitly; the diagonal pairs and the reverses of the off-diagonal pairs are then easy to read off.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explicitly; the diagonal pairs and the reverses of the off-diagonal pairs are then easy to read off.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present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missing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$A=\{-2,-1,0,1,2,3\}$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$y=\max\{x,1\}$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$R=\{(-2,1),(-1,1),(0,1),(1,1),(2,2),(3,3)\}$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present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$(1,1),(2,2),(3,3)$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missing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$(-2,-2),(-1,-1),(0,0)$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 needs the reverse of every pair: the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their own reverses.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reverses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other three pairs are missing,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 needs the reverse of every pair: the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$(1,1),(2,2),(3,3)$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their own reverses.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reverses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$(1,-2),(1,-1),(1,0)$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other three pairs are missing,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$l+m+n=6+3+3=12$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formulas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listing missing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formulas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$m=|A|-|R\cap\Delta|$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$n=|R|-|R\cap R^{T}|$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listing missing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graph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function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fixed points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pair is already matched with its reverse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hold; this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graph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$f(x)=\max\{x,1\}$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function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$l=|A|=6$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$R\cap\Delta$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fixed 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$x=\max\{x,1\}\iff 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$m=6-3=3$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pair is already matched with its reverse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$y=\max\{x,1\}$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$x=\max\{y,1\}$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hold; this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$R\cap R^T=\{(1,1),(2,2),(3,3)\}$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other pair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its (distinct) reverse added: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other pair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its (distinct) reverse added: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$n=6-3=3$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$l+m+n=12$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make a relation reflexive add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to make it symmetric add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(reverses of off-diagonal pairs are distinct and not present).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function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diagonal part is the set of fixed points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fixed points are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make a relation reflexive 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$|A|-|R\cap\Delta|$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to make it symmetric 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$|R|-|R\cap R^{T}|$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(reverses of off-diagonal pairs are distinct and not present).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function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$|R|=|A|$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diagonal part is the set of fixed 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$f(x)=\max\{x,1\}$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fixed points are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minimum number of elements required to be added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make it reflexive and symmetric relations, respectively.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$A=\{-3,-2,-1,0,1,2,3\}$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$xRy$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$2x-y\in\{0,1\}$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minimum number of elements required to be added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make it reflexive and symmetric relations, respectively.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$l+m+n$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Reflexive and symmetric closure of a relation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possible,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quickly listed.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$y=2x-1$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possible,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quickly listed.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outside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none.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$2x-y\in\{0,1\}\iff 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$x=-3,-2$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$y=-6,-7$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$-4,-5$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$y=6,5$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none.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$y=-2,-3$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$y=0,-1$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$R=\{(-1,-2),(-1,-3),(0,-1),(0,0),(1,1),(1,2),(2,3)\}$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present among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diagonal pairs,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none of the other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has its reverse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example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$(0,0),(1,1)$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present among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diagonal pairs,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none of the other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has its reverse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example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$(-2,-1)\notin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$2(-2)-(-1)=-3$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$l+m+n=7+5+5=17$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the linear system for pairs that lie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together with their reverses,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the linear system for pairs that lie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together with their reverses,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$m=|A|-|R\cap\Delta|$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$n=|R|-|R\cap R^T|$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integer solutions only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$(x,x)\in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$x\in\{0,1\}$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$|R\cap\Delta|=2$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$m=7-2=5$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$(y,x)$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$2y-x=t$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$s,t\in\{0,1\}$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$x=\frac{2s+t}{3}$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$y=\frac{s+2t}{3}$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integer solutions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$(s,t)=(0,0)$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each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$R\cap R^T=\{(0,0),(1,1)\}$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$n=|R|-2$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$x=-1,0,1$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each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$l+m+n=7+5+5=17$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solve the two relations simultaneously (swap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find the pairs that already have reverses.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handy for any linear-rule relation.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restrict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given set before counting; many candidate pairs fall outside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$n=|R|-|R\cap R^T|$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solve the two relations simultaneously (swap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find the pairs that already have reverses.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$2x-y=s,\ 2y-x=t$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$x=\frac{2s+t}{3},\ y=\frac{s+2t}{3}$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handy for any linear-rule relation.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restrict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given set before counting; many candidate pairs fall 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248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among the statements: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but neither reflexive nor transitive.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are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248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$A=\{0,1,2,3,4,5\}$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$\max\{x,y\}\in\{3,4\}$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among the statements: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but neither reflexive nor transitive.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are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Reflexive, symmetric and transitive relations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symmetric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symmetric;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break the other two properties.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$\max\{x,y\}$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symmetric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symmetric;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pair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$(0,3),(3,0)\Rightarrow(0,0)$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break the other two properties.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$R=\{(0,3),(3,0),(1,3),(3,1),(2,3),(3,2),(3,3),(4,3),(3,4),(0,4),(4,0),(1,4),(4,1),(2,4),(4,2),(4,4)\}$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$n(R)=16\ne18$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 reflexive: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 transitive: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$\max\{x,y\}=\max\{y,x\}$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$(x,y)\in R\Rightarrow(y,x)\in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 reflexive: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$(0,0)\notin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$\max\{0,0\}=0\notin\{3,4\}$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 transitive: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$(0,3)\in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$(0,0)\notin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true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only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$(S_2)$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true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pairs with a given maximum: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pairs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pairs with a given maximum: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$(m+1)^2-m^2=2m+1$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pairs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$A\times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$\max=m$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grid,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pairs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$\max\{x,y\}\le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$(m+1)\times(m+1)$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grid,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$(m+1)^2$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$4^2-3^2=7$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pairs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$5^2-4^2=9$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$n(R)=7+9=16$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symmetric. The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reflexive.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not transitive. Hence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symmetric. The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reflexive.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$(0,3),(3,0)\in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$(0,0)\notin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not transitive. Hence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true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only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$(S_2)$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true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relation defined through a symmetric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(max, min, sum, product) is automatically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symmetric relation is transitive only if every element that is related to anything is related to itself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so a symmetric relation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transitive.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$(x,y)\in\{0,\dots,N\}^2$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$\max\{x,y\}=m$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$2m+1$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relation defined through a symmetric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(max, min, sum, product) is automatically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symmetric relation is transitive only if every element that is related to anything is related to itself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$xRy$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$yRx$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$xRx$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so a symmetric relation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$xRy$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$(x,x)\notin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transitive.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 𝑎𝑛𝑑 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gcd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$A=\{1,2,3,\ldots,10\}$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$B=\left\{\frac mn:m,n\in A,\ m&lt;n\text{ and }\gcd(m,n)=1\right\}$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Sets of fractions with gcd condition (counting elements of a set)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Fractions in lowest terms are all distinct,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the number of coprime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Fractions in lowest terms are all distinct,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$n(B)$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the number of coprime pairs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$(m,n)$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$m&lt;n\le10$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the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(pairs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the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(pairs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$\gcd(m,n)=1$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$m&lt;n\le10$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$n=2,\dots,10$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$n=3,5,7,9$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$n=4,5,7,8,10$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$n=5,7,9$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$n=6,7,8,9$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$n=8,9,10$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$=9+4+5+3+4+1+3+1+1=31$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Group by the denominator: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coprime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Euler's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Group by the denominator: for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number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$m&lt;n$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coprime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Euler's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$\varphi(n)$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Distinct fractions in lowest terms correspond to distinct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Distinct fractions in lowest terms correspond to distinct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$(m,n)$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$n(B)=\sum_{n=2}^{10}\varphi(n)$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$\varphi(2)=1,\ \varphi(3)=2,\ \varphi(4)=2,\ \varphi(5)=4,\ \varphi(6)=2$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$\varphi(7)=6,\ \varphi(8)=4,\ \varphi(9)=6,\ \varphi(10)=4$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$=1+2+2+4+2+6+4+6+4=31$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reduced fractions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size of the Farey sequence minus the endpoints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Counts of distinct values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done in lowest terms: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same number, which the condition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avoids.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reduced fractions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$0&lt;m&lt;n\le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$\sum_{n=2}^{N}\varphi(n)$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size of the Farey sequence minus the endpoints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$\frac01,\frac11$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$\varphi(n)=n\prod_{p\mid n}\left(1-\frac1p\right)$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$\varphi(10)=10\cdot\frac12\cdot\frac45=4$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Counts of distinct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done in lowest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same number, which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avoids.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𝑜𝑟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$A=\{(x,y)\in\mathbb R\times\mathbb R:|x+y|\ge3\}$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$B=\{(x,y)\in\mathbb R\times\mathbb R:|x|+|y|\le3\}$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$C=\{(x,y)\in A\cap B:x=0\text{ or }y=0\}$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$\sum_{(x,y)\in C}|x+y|$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Intersection of regions defined by modulus inequalities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an axis,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an axis,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$|t|\ge3$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$|t|\le3$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$|t|=3$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𝑜𝑟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Possible points: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$A=\{|x+y|\ge3\}$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$B=\{|x|+|y|\le3\}$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$C=\{(x,y)\in A\cap B: x=0\text{ or }y=0\}$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Possible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$(0,3),(0,-3)$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similarly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each point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$(3,0),(-3,0)$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$C=\{(0,3),(0,-3),(3,0),(-3,0)\}$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each point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$|x+y|=3$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$\sum_{(x,y)\in C}|x+y|=3+3+3+3=12$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Triangle inequality: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equality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Triangle inequality: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$|x+y|\le|x|+|y|$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$A\cap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equality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$|x+y|=|x|+|y|=3$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$(x,y)\in A\cap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$3\le|x+y|\le|x|+|y|\le3$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$|x+y|=3$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$|x|+|y|=3$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$3\times|C|$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exactly the four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$|x|+|y|=3$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exactly the four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$(\pm3,0),(0,\pm3)$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$=3\times4=12$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edges of the diamond in quadrants I and III).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(diamond)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region outside the strip between two parallel lines.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$|x+y|\le|x|+|y|$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$|x+y|\ge3$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$|x|+|y|\le3$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$|x+y|=|x|+|y|=3$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edges of the diamond in quadrants I and III).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$|x|+|y|\le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(diamond)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 r,0),(0,\pm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$|x+y|\ge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region outside the strip between two parallel lines.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non-empty equivalence relations on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non-empty equivalence relations on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Equivalence relations (counting)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relation containing the diagonal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determined by which extra pairs it adds; count by size.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relation containing the diagonal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$\{(1,1),(2,2),(3,3)\}$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determined by which extra pairs it adds; count by size.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equivalence relation contains the diagonal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(reflexive).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the diagonal itself,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diagonal together with one pair and its reverse, 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can be done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 (choose which two elements are related).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equivalence relation contains the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$\{(1,1),(2,2),(3,3)\}$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(reflexive).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the diagonal itself,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diagonal together with one pair and its reverse,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$\{(1,2),(2,1)\}$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can be done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 (choose which two elements are related).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Sizes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impossible (symmetry and transitivity force these structures).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$R=\{1,2,3\}\times\{1,2,3\}$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Sizes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$4,6,7,8$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impossible (symmetry and transitivity force these structures).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$=1+3+1=5$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Equivalence relations on a set correspond exactly to partitions of the set into classes, so count the partitions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Equivalence relations on a set correspond exactly to partitions of the set into classes, so count the partitions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$\{1,2,3\}$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equivalence relation is the same as a partition of the set into equivalence classes (and conversely).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block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blocks (sizes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choose the singleton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partitions.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equivalence relation is the same as a partition of the set into equivalence classes (and conversely).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block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blocks (sizes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choose the singleton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partitions.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blocks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Bell number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relation is non-empty automatically since it contains the diagonal.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blocks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$\{1\},\{2\},\{3\}$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$=1+3+1=5$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Bell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relation is non-empty automatically since it contains the diagonal.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equivalence relations on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 of set partitions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Bell number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Bell recurrence: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equivalence relations with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classes is the Stirling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equivalence relations on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 of set partitions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$1,2,5,15,52,\dots$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$n=1,2,3,4,5$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Bell recurrence: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$B_{n+1}=\sum_{k=0}^{n}\binom nkB_k$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$B_3=\binom20B_0+\binom21B_1+\binom22B_2=1+2+2=5$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equivalence relations with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classes is the Stirling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$S(n,r)$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$S(3,1)+S(3,2)+S(3,3)=1+3+1$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defined on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minimum number of elements, needed to be added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an equivalence relation,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$R=\{(1,2),(2,3),(3,3)\}$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defined on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minimum number of elements, needed to be added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an equivalence relation,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Equivalence relations (closure)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elements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end up in one class,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$1R2$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$2R3$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elements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$1,2,3$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end up in one class, while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equivalence relation we need reflexive, symmetric and transitive.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add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already present).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add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reverses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equivalence relation we need reflexive, symmetric and transitive.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$(1,1),(2,2),(4,4)$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already present).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$(2,1),(3,2)$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reverses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$(1,2),(2,3)$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symmetry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(present) and the remaining combinations are all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 it is complete.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Added pairs: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an equivalence relation, so the minimum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$(1,2),(2,3)$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symmetry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$(2,1),(1,3)$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(present) and the remaining combinations are all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$\{1,2,3\}^2$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 it is complete.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Added pairs: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$\{(1,1),(2,2),(1,3),(2,1),(3,2),(3,1),(4,4)\}$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$R\cup$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$=\{1,2,3\}^2\cup\{(4,4)\}$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an equivalence relation, so the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smallest equivalence relation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determined by the classes it forces; count its pairs as the sum of squares of class sizes.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smallest equivalence relation containing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determined by the classes it forces; count its pairs as the sum of squares of class sizes.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any equivalence relation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one class; the smallest one leaves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relation has classes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$1\sim2$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$2\sim3$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any equivalence relation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one class; the smallest one leaves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relation has classes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$3^2+1^2=10$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equivalence relation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contain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is also the minimum size.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already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them, hence we add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equivalence relation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contain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$\{1,2,3\}^2$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is also the minimum size.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already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them, hence we 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$10-3=7$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smallest equivalence relation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obtained by joining elements connected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(ignoring direction) into classes; its size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𝑐𝑙𝑎𝑠𝑠 𝑠𝑖𝑧𝑒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to add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𝑐𝑙𝑎𝑠𝑠 𝑠𝑖𝑧𝑒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provided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generated relation.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Isolated elements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only need their reflexive pair.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smallest equivalence relation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obtained by joining elements connected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(ignoring direction) into classes; its size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$\sum(\text{class size})^2$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to 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$=\sum(\text{class size})^2-|R|$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provided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$R\subseteq$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generated relation.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Isolated elements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only need their reflexive pair.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05561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Define a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II: For some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a line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light of the above statements, choose the correct answer from the options given below: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Statement I is true but Statement II is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Statement I is false but Statement II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Statement I and Statement II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Statement I and Statement II are false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05561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$X=\mathbb R\times\mathbb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Define a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$(a_1,b_1)R(a_2,b_2)\Leftrightarrow b_1=b_2$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II: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$S=\{(x,y)\in X:(x,y)R(a,b)\}$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a line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light of the above statements, choose the correct answer from the options given below: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Statement I is true but Statement II is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Statement I is false but Statement II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Statement I and Statement II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Statement I and Statement II are false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Equivalence relation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equivalence classes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Equivalence relation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R\times\mathbb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equivalence classes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Check the three properties for I; for II,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horizontal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Check the three properties for I; for II,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$(x,y)R(a,b)$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horizontal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I, reflexive: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I, reflexive: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$(a_1,b_1)R(a_1,b_1)$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$b_1=b_1$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$(a_1,b_1)R(a_2,b_2)\Rightarrow b_1=b_2\Rightarrow b_2=b_1\Rightarrow(a_2,b_2)R(a_1,b_1)$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relation: Statement I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II: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horizontal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horizontal line is parallel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not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Statement II is false.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$(a_1,b_1)R(a_2,b_2)$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$(a_2,b_2)R(a_3,b_3)$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$b_1=b_2=b_3$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$(a_1,b_1)R(a_3,b_3)$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relation: Statement I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II: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$(x,y)R(a,b)\iff y=b$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horizontal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horizontal line is parallel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not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Statement II is false.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Statement I is true but Statement II is false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relation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always an equivalence relation, and its classes are the level sets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relation of the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$f(u)=f(v)$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always an equivalence relation, and its classes are the level sets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(projection on the second coordinate).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of values of a function is reflexive, symmetric and transitive because equality is;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 (Statement I true).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$f(u)=f(v)$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$f(a,b)=b$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(projection on the second coordinate).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of values of a function is reflexive, symmetric and transitive because equality is;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 (Statement I true).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class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level set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horizontal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is never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Statement II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class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level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$f^{-1}(b)=\{(x,y):y=b\}$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horizontal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is never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Statement II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Statement I is true but Statement II is false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 whose classes are the level sets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classes that are horizontal lines;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vertical lines;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lines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a relation is 'same value of something', prove it is an equivalence in one line by this principle.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$uRv\iff f(u)=f(v)$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 whose classes are the level sets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$f(a,b)=b$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classes that are horizontal lines;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$f(a,b)=a$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vertical lines;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$f(a,b)=a-b$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lines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a relation is 'same value of something', prove it is an equivalence in one line by this principle.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𝑎𝑛𝑑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𝑖𝑠 𝑒𝑣𝑒𝑛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symmetric and transitive but not reflexive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an equivalence relation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reflexive and symmetric but not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reflexive and transitive but not symmetric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$R=\{(x,y):x,y\in\mathbb Z\text{ and }x+y\text{ is even}\}$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symmetric and transitive but not reflexive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an equivalence relation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reflexive and symmetric but not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reflexive and transitive but not symmetric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Equivalence relation on integers (parity)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the same parity.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the same parity.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for every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Transitive: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even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reflexive, symmetric and transitive: an equivalence relation.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$x+x=2x$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for every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Transitive: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even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$x+z=(x+y)+(y+z)-2y$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reflexive, symmetric and transitive: an equivalence relation.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an equivalence relation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congruence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two classes (evens, odds).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$\iff x\equiv y\pmod2$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congruence modulo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two classes (evens, odds).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even or both odd,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Congruence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 (it is equality of remainders on division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classes are the even integers and the odd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even or both odd,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$x\equiv y\pmod2$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Congruence 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 (it is equality of remainders on division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classes are the even integers and the odd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an equivalence relation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classes (the residues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contrast, 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odd' is symmetric but neither reflexive nor transitive.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$x\equiv y\pmod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classes (the residues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$0,1,\dots,n-1$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x-y$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x\equiv y\pmod2$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contrast,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odd' is symmetric but neither reflexive nor transitive.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Define a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an equivalence relation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reflexive but neither symmetric nor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reflexive and transitive but not symmetric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reflexive and symmetric but not transitive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Define a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$xRy$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$\sec^2x-\tan^2y=1$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an equivalence relation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reflexive but neither symmetric nor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reflexive and transitive but not symmetric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reflexive and symmetric but not transitive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Equivalence relation defined by a trigonometric condition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turn each property into an identity.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$\sec^2\theta-\tan^2\theta=1$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turn each property into an identity.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replacing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identity,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replacing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$\sec^2x-\tan^2x=1$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identity,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$xRx$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says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symmetric,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Transitive: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gives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reflexive, symmetric and transitive: an equivalence relation.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$xRy$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$\sec^2x-\tan^2y=1$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$\sec^2x=1+\tan^2x$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$\tan^2x=\tan^2y$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symmetric,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$\sec^2y-\tan^2x=1$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$yRx$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Transitive: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$xRy$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$yRz$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$\sec^2x-\tan^2y=1\ \ldots(1)$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$\sec^2y-\tan^2z=1\ \ldots(2)$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$\sec^2x-\tan^2y+\sec^2y-\tan^2z=2$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$\sec^2y-\tan^2y=1$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$\sec^2x-\tan^2z=1$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$xRz$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reflexive, symmetric and transitive: an equivalence relation.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an equivalence relation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just equality.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$\sec^2x-\tan^2y=1\iff\tan^2x=\tan^2y\iff x=y$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$[0,\frac\pi2)$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just equality.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non-negative and strictly increasing,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equality relation, which is reflexive, symmetric and transitive.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$\sec^2x-\tan^2y=1\iff1+\tan^2x-\tan^2y=1\iff\tan^2x=\tan^2y$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non-negative and strictly increasing,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$\tan^2x=\tan^2y\iff 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$xRy\iff 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equality relation, which is reflexive, symmetric and transitive.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an equivalence relation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converts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always reduce a trigonometric relation to a simple condition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a bigger interval 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would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still an equivalence.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an equivalence relation, here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$\sec^2\theta=1+\tan^2\theta$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$\sec^2x-\tan^2y=1$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$\tan^2x=\tan^2y$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always reduce a trigonometric relation to a simple condition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$\tan^2x=\tan^2y\iff 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a bigger interval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$(-\frac\pi2,\frac\pi2)$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would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still an equivalence.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an equivalence relation, here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$f=\tan^2$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Define a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sum of all elements in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$S=\mathbb N\cup\{0\}$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Define a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$R=\left\{(x,y):\log_ey=x\log_e\left(\frac25\right),\ x\in S,\ y\in\mathbb R\right\}$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sum of all elements in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5328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Range of a relation and infinite geometric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range consists of the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infinite geometric progression.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range consists of the 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$y=\left(\frac25\right)^x$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$x=0,1,2,\dots$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infinite geometric progression.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automatically).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all values are distinct since the graph is strictly decreasing.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$S=\{0,1,2,3,\dots\}$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$\log_ey=x\log_e\frac25\Rightarrow y=\left(\frac25\right)^x$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automatically).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$\left\{1,\frac25,\left(\frac25\right)^2,\left(\frac25\right)^3,\dots\right\}$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all values are distinct since the graph is strictly decreasing.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$=1+\frac25+\left(\frac25\right)^2+\cdots=\frac{1}{1-\frac25}=\frac53$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$\frac53$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an infinite GP: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'range' is the set of distinct second coordinates, not the multiset.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1.6598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already close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1.667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an infinite GP: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$a+ar+ar^2+\cdots=\frac{a}{1-r}$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$\log_ey=x\log_ec\iff y=c^x$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'range' is the set of distinct second coordinates, not the multiset.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$\frac{1-(2/5)^n}{3/5}\to\frac53$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$1.6598\ldots$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already close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$1.667$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119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two statements: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 but not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transitive.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which of the following is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(I) is correct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(II) is correct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Neither (I) nor (II) is correct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(I) and (II) are correct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119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N\times\mathbb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$(x_1,y_1)R(x_2,y_2)$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$x_1\le 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$y_1\le y_2$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two statements: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 but not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transitive.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which of the following is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(I) is correct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(II) is correct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Neither (I) nor (II) is correct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(I) and (II) are correct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Reflexive, symmetric and transitive relations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Reflexive, symmetric and transitive relations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N\times\mathbb N$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Reflexivity is immediate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the other two properties find explicit counter-examples.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Reflexivity is immediate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$x\le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the other two properties find explicit counter-examples.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same holds for every pair,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Symmetric?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$(5,4)R(5,4)$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same holds for every pair,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Symmetric?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$(1,2)R(3,4)$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false,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symmetric. Statement (I)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Transitive? 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false, so not transitive. Statement (II)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(I)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$(3,4)R(1,2)$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false,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$(3,4)\not R(1,2)$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symmetric. Statement (I)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Transitive?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$(3,7)R(4,3)$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$(4,3)R(1,3)$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$(3,7)R(1,3)$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false, so not transitive. Statement (II)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(I)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Only (I) is correct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¬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that the first point strictly dominates the second in both coordinates, which makes the checks quick.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$\neg(xRy)$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that the first point strictly dominates the second in both coordinates, which makes the checks quick.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(strict domination in both coordinates).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no point strictly dominates itself,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 symmetric: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dominates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dominate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$(x_1,y_1)\not R(x_2,y_2)\iff x_1&gt;x_2$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$y_1&gt;y_2$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(strict domination in both coordinates).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no point strictly dominates itself,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 symmetric: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dominates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$p\not Rq$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dominate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 transitive: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 (no strict domination),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dominates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(I) true, (II) false: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 transitive: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$p=(3,7)$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$q=(4,3)$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 (no strict domination),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dominates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$p\not Rr$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(I) true, (II) false: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Only (I) is correct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defined with 'or' is the complement of one defined with 'and' of negations: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¬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𝑜𝑟 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𝑎𝑛𝑑 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disprove symmetry/transitivity give one concrete counter-example with small numbers; to prove a property you need the general argument.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'Strict domination'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both coordinates is never symmetric (it is asymmetric).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defined with 'or' is the complement of one defined with 'and' of negations: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$\neg(x_1\le x_2\text{ or }y_1\le y_2)\iff x_1&gt;x_2\text{ and }y_1&gt;y_2$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disprove symmetry/transitivity give one concrete counter-example with small numbers; to prove a property you need the general argument.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'Strict domination'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both coordinates is never symmetric (it is asymmetric).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relations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given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minimum number of elements required to be added 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respectively, in order to make the relations symmetric,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relations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$X=\{1,2,3,\ldots,20\}$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$R_1=\{(x,y):2x-3y=2\}$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$R_2=\{(x,y):-5x+4y=0\}$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minimum number of elements required to be added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respectively, in order to make the relations symmetric,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Symmetric closure of a relation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each relation: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determined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no pair is its own reverse, so every pair needs its reverse added.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each relation: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determined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no pair is its own reverse, so every pair needs its reverse added.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$y=\frac{2x-2}{3}$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$x,y\in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$R_1=\{(4,2),(7,4),(10,6),(13,8),(16,10),(19,12)\}$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$y=\frac{5x}{4}$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$x,y\in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$R_2=\{(4,5),(8,10),(12,15),(16,20)\}$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symmetric we must add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reverses (none is present),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symmetric we must add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reverses,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symmetric we must add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reverses (none is present),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symmetric we must 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reverses,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show the two equations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cannot hold together, then only count solutions.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$M=|R_1|-|R_1\cap R_1^T|$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show the two equations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$(y,x)$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cannot hold together, then only count solutions.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Adding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 for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$(y,x)$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$2y-3x=2$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Adding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$-x-y=4$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 for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$R_1\cap R_1^T=\emptyset$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$-5x+4y=0$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$-5y+4x=0$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$R_2\cap R_2^T=\emptyset$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$M=|R_1|$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$N=|R_2|$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even,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even,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$x=3t+1$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$x\le20\Rightarrow t\le6$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$|R_1|=6$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$-5x+4y=0$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$y=5s$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$y\le20\Rightarrow s\le4$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$|R_2|=4$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 completion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new pairs; if the pair of equations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common solution then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reverses are new.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integers: find one solution, then step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gcd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gcd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Remember to apply the bounds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counting.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 completion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$|R|-|R\cap R^T|$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new pairs; if the pair of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$(y,x)$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common solution then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reverses are new.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integers: find one solution, then step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$\frac{b}{\gcd}$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$\frac{a}{\gcd}$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$2x-3y=2\Rightarrow(x,y)=(3t+1,2t)$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Remember to apply the bounds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x,y\le20$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counting.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𝑖𝑠 𝑛𝑒𝑖𝑡ℎ𝑒𝑟 𝑎 𝑚𝑢𝑙𝑡𝑖𝑝𝑙𝑒 𝑜𝑓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𝑛𝑜𝑟 𝑎 𝑚𝑢𝑙𝑡𝑖𝑝𝑙𝑒 𝑜𝑓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$A=\{n\in[100,700]:n\text{ is neither a multiple of }3\text{ nor a multiple of }4\}$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$290$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Inclusion-exclusion (counting elements of a set)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Inclusion-exclusion: remove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601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integers, counting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Inclusion-exclusion: remove multiples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$601$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integers, counting multiples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(of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$[100,700]$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$102,105,\dots,699$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$T_n=699=102+(n-1)\cdot3\Rightarrow n=200$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$n(3)=200$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$100,104,\dots,700$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$700=100+(n-1)\cdot4\Rightarrow n=151$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$n(4)=151$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(of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$108,120,\dots,696$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$696=108+(n-1)\cdot12\Rightarrow n=50$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$n(3\cap4)=50$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integers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number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$n(3\cup4)=n(3)+n(4)-n(3\cap4)=200+151-50=301$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integers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$[100,700]$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$=601-301=300$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300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$300$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Residues repeat with period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lcm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every block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consecutive integers contains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numbers that are neither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Residues repeat with period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$\operatorname{lcm}(3,4)=12$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every block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consecutive integers contains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numbers that are neither multiples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nor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consecutive integers: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qualify.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complete blocks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consecutive integers: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$12-4-3+1=6$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qualify.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$100,101,\dots,699$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complete blocks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$50\times6=300$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last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does not qualify.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last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does not qualify.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300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$300$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Numbers in a block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lcm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consecutive integers that are neither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interval is inclusive: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integers.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Numbers in a block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$\operatorname{lcm}(a,b)$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consecutive integers that are neither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$L\left(1-\frac1a\right)\left(1-\frac1b\right)$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$\gcd(a,b)=1$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$12\cdot\frac23\cdot\frac34=6$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$\left\lfloor\frac bd\right\rfloor-\left\lfloor\frac{a-1}d\right\rfloor$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$233-33=200$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interval is inclusive: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$[100,700]$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integers.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minimum number of elements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are required to be added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make it a symmetric relation.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$xRy$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$4x\le5y$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minimum number of elements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$A\times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are required to be added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make it a symmetric relation.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Symmetric closure of a relation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then add the reverse of every pair whose reverse is missing.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$4x\le5y$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then add the reverse of every pair whose reverse is missing.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$xRy\iff4x\le5y$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$A=\{1,\dots,5\}$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$R=\{(1,1),(1,2),(1,3),(1,4),(1,5),(2,2),(2,3),(2,4),(2,5),(3,3),(3,4),(3,5),(4,4),(4,5),(5,4),(5,5)\}$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make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add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already present, and the diagonal pairs are their own reverses.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make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$(2,1),(3,1),(4,1),(5,1),(3,2),(4,2),(5,2),(4,3),(5,3)$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$(4,5),(5,4)$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already present, and the diagonal pairs are their own reverses.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by the inequality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0.8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find the pairs that are already symmetric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0.8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1.25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by the inequality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$y\ge0.8x$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find the pairs that are already symmetric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$0.8x\le y\le1.25x$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$4x\le5y\iff y\ge0.8x$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$y\ge1.6$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$y\ge2.4$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$y\ge3.2$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$m=5+4+3+2+2=16$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$(x,y),(y,x)\in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$0.8x\le y\le1.25x$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are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diagonal pairs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are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diagonal pairs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$(4,5),(5,4)$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$3.2\le y\le5$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 y\le6.25$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$|R\cap R^T|=7$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$n=16-7=9$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positive numbers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count the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gives the symmetric core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symmetric core.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$ax\le by$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positive numbers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$y\ge\frac abx$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count the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$(y,x)$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abx\le y\le\frac bax$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$ax\le by$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gives the symmetric core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$R\cap R^T$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$n=|R|-|R\cap R^T|$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$R\cap R^T$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symmetric core.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even integer. Then the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an equivalence relation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reflexive but not symmetric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reflexive and symmetric but not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transitive but not symmetric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$A=\{2,3,6,8,9,11\}$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$B=\{1,4,5,10,15\}$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$A\times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$(a,b)R(c,d)$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$3ad-7bc$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even integer. Then the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an equivalence relation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reflexive but not symmetric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reflexive and symmetric but not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transitive but not symmetric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Reflexive, symmetric and transitive relations on a product set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test the three properties, and for transitivity use pairs that really lie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Mod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$3ad-7bc\equiv ad+bc$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test the three properties, and for transitivity use pairs that really lie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$A\times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even, true.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$(a,b)R(c,d)\iff3ad-7bc$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$(a,b)R(a,b)$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$3ab-7ba=-4ab$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even, true.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even, which says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Transitive? We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$3ad-7bc=(7ad-3bc)+(-4ad-4bc)$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$-4ad-4bc$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$3ad-7bc$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$\Rightarrow7ad-3bc$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$\Rightarrow3bc-7ad$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even, which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$(c,d)R(a,b)$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Transitive?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$(a,b)R(c,d)$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$(c,d)R(e,f)\Rightarrow(a,b)R(e,f)$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Counter-example: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even, which is false. Not transitive.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 and symmetric but not transitive.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Counter-example: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$(2,1)R(2,4)$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$3\cdot2\cdot4-7\cdot1\cdot2=10$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$(2,4)R(3,1)$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$3\cdot2\cdot1-7\cdot4\cdot3=-78$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$(2,1)R(3,1)$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$3\cdot2\cdot1-7\cdot1\cdot3=-15$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even, which is false. Not transitive.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 and symmetric but not transitive.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reflexive and symmetric but not transitive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the parities of the entries matter.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mod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$3ad-7bc\equiv ad+bc\pmod2$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the parities of the entries matter.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unchanged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$3\equiv7\equiv1$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$-1\equiv1\pmod2$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$3ad-7bc\equiv ad+bc\pmod2$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$ab+ba=2ab$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$ad+bc$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unchanged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$(a,b)\leftrightarrow(c,d)$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$cb+da$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Transitive fails: 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(even, odd),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(even, even),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(odd, odd).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even;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reflexive and symmetric but not transitive.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Transitive fails: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(even, odd),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$(c,d)=(2,4)$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(even, even),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$(e,f)=(3,1)$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(odd, odd).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$(a,b)R(c,d)$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$ad+bc=8+2$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$(c,d)R(e,f)$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$cf+de=2+12$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even;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$(a,b)R(e,f)$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$af+be=2+3=5$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reflexive and symmetric but not transitive.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reflexive and symmetric but not transitive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Parity reduction: for even/odd questions replace every coefficient and variable by its remainder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unchanged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such a relation is automatically symmetric; reflexivity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even, which it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disprove transitivity use elements actually in the set: the pair must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every ordered pair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Parity reduction: for even/odd questions replace every coefficient and variable by its remainder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$3ad-7bc\equiv ad+bc$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$ad+bc$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unchanged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$(a,b)\leftrightarrow(c,d)$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such a relation is automatically symmetric; reflexivity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$ab+ba=2ab$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even, which it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disprove transitivity use elements actually in the set: the pair must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every ordered pair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$A\times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Suppose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all the subsets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symmetric only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symmetric and transitive only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symmetric and reflexive only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reflexive only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$S=\{1,2,3,\ldots,10\}$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all the subsets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$R=\{(A,B):A\cap B\ne\phi;\ A,B\in M\}$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symmetric only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symmetric and transitive only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symmetric and reflexive only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reflexive only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Relations on the power set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empty set breaks reflexivity, and two overlapping sets need not overlap with a third.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non-empty except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is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reflexive.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A=A$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non-empty except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is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$\phi\cap\phi=\phi$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$(\phi,\phi)\notin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reflexive.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B\ne\phi\Rightarrow B\cap A\ne\phi$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Transitive?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transitive.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only.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Transitive?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$C=\{3,4\}$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B=\{2\}\ne\phi$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$B\cap C=\{3\}\ne\phi$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C=\phi$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$A\not 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transitive.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only.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symmetric only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'Overlaps with'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symmetric, not reflexive (fails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not transitive (chain of overlapping sets need not overlap at the ends).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contrast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 and transitive but not symmetric,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(disjoint) is symmetric only (not reflexive for non-empty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one-line counter-example for transitivity: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'Overlaps with'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B\ne\phi$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symmetric, not reflexive (fails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not transitive (chain of overlapping sets need not overlap at the ends).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contrast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$A\subseteq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 and transitive but not symmetric,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(disjoint) is symmetric only (not reflexive for non-empty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one-line counter-example for transitivity: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$\{1\},\{1,2\},\{2\}$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1.65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11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– Differential Calculus 01 Sets and Relations (Q1–Q20)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1.65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