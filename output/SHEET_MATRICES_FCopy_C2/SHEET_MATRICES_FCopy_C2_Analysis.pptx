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Sheet1!$A$2:$A$32</c:f>
              <c:strCache>
                <c:ptCount val="31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2.0</c:v>
                </c:pt>
                <c:pt idx="1">
                  <c:v>3.0</c:v>
                </c:pt>
                <c:pt idx="2">
                  <c:v>2.0</c:v>
                </c:pt>
                <c:pt idx="3">
                  <c:v>2.0</c:v>
                </c:pt>
                <c:pt idx="4">
                  <c:v>1.0</c:v>
                </c:pt>
                <c:pt idx="5">
                  <c:v>2.0</c:v>
                </c:pt>
                <c:pt idx="6">
                  <c:v>1.0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1.0</c:v>
                </c:pt>
                <c:pt idx="11">
                  <c:v>3.0</c:v>
                </c:pt>
                <c:pt idx="12">
                  <c:v>1.0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1.0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2.0</c:v>
                </c:pt>
                <c:pt idx="26">
                  <c:v>2.0</c:v>
                </c:pt>
                <c:pt idx="27">
                  <c:v>2.0</c:v>
                </c:pt>
                <c:pt idx="28">
                  <c:v>3.0</c:v>
                </c:pt>
                <c:pt idx="29">
                  <c:v>3.0</c:v>
                </c:pt>
                <c:pt idx="30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solution stops after writing the characteristic equation and 'Put lambda = A'. It does not show the identity holds for A (it is quoted from Cayley-Hamilton) and never finds A^-1. Steps for multiplying by A^-1 and the final inverse were added; nothing in the PDF was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XA = [[-2c,-2d],[c,d]][[1,2],[2,4]] != 0 and answers 'NO'; it is nonzero only in general (XA = (c+2d)[[-2,-4],[1,2]] vanishes when c+2d = 0). The PDF also gives no working for the second matrix A = [[1,2],[2,3]]; its determinant is -1, so only X = O exists. Both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(iii) simply states a = -3, b = 1/3 after (ii). For a singular system a zero value of one determinant Delta_1 is only necessary for consistency; a rank/row-relation check was added (R2 = 3R1 - 2R3 and RHS 3 = 3b + 2 at b = 1/3). The PDF's results for (i)-(iii) are all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(c): 'Inverse is not possible as |C| = 0' - this only shows the method X = C^-1 A fails, not that no X exists (e.g. CX = O has solutions). The argument |C||X| = |A| (0 = -2, impossible) was added. (a) and (b) are correct as printed.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derives g = h and c = d from the conditions on A and then says columns C2 and C3 of B are identical. That is not forced: ab = 1, c != d, g != h is possible (a=b=1,c=2,d=1,f=1,g=2,h=3: AX=U has infinitely many solutions yet g != h), so the argument is incomplete. The PDF also writes |B3| = +a^2 d f; the correct value is -a^2 d f (still non-zero). Replaced by the general identity |B| = -Delta_2, which holds under the stated hypothesis.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divides (1) by (2) to get b/(1-d) = (1-a)/c, which is not allowed unless p, q, c and 1-d are non-zero; none of this is given. The step was replaced by multiplying through, giving p[bc-(1-a)(1-d)] = 0 and q[...] = 0, with (p,q) != (0,0). Final answer 5049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says the range 0..2p-2 of (a+b) 'includes only one multiple of p, i.e. p'. It also contains 0 (a=b=0). That case is already inside a = b, so the final count 2p-1 is right, but the statement is wrong; the pair (0,0) is now explicitly accounted for. Verified by brute force for p = 3, 5, 7,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part (C) quotes |adj(adj(A))| = |A|^((2-1)^2) = +-2, a formula for two adjoints; the question has three. For n = 2 the exponent (n-1)^k = 1 for every k, so the value (+-2) is the same; the working was rewritten for three adjoints. Matrices are taken to have all four elements different (as in the Hindi text; N = 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SHEET Matrices (C2)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C-II (Matrices)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matrix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$A_{3\times3}$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$(ab^2+a^2b+1)S$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$\frac12S=\frac ab+\frac{a^2}{b^3}+\frac{a^3}{b^5}+\cdots$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 of adjoint and properties of determinants, Sum of an infinite G.P.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matrix, then the series is an infinite G.P.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$|\operatorname{adj}A|=|A|^{n-1}=|A|^2$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matrix, then the series is an infinite G.P.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infinite G.P. with first term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modulus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$b=|B|=|\operatorname{adj}A|=|A|^2=9$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$|\operatorname{adj}A|=|A|^{3-1}$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$\frac12S=\frac ab+\frac{a^2}{b^3}+\frac{a^3}{b^5}+\cdots$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infinite G.P.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a{b^2}=\frac3{81}=\frac1{27}$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modulus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$\frac12S=\frac{a/b}{1-a/b^2}=\frac{1/3}{26/27}=\frac9{26}$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$S=\frac9{13}$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$ab^2+a^2b+1=3(81)+9(9)+1=243+81+1=325$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$(ab^2+a^2b+1)S=325\times\frac9{13}=25\times9=225$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Keep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symbolic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factorises and cancels the denominator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Keep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symbolic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$ab^2+a^2b+1=a^5+a^4+1$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factorises and cancels the denominator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common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Factorise: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(expand to check).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common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a{b^2}=\frac1{a^3}$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$\frac12S=\frac{a/b}{1-a/b^2}=\frac{1/a}{1-1/a^3}=\frac{a^2}{a^3-1}$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$S=\frac{2a^2}{a^3-1}$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$ab^2+a^2b+1=a^5+a^4+1$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$a^5+a^4+1=(a^2+a+1)(a^3-a+1)$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(expand to check).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$a^3-1=(a-1)(a^2+a+1)$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$(ab^2+a^2b+1)S=\frac{(a^2+a+1)(a^3-a+1)\cdot2a^2}{(a-1)(a^2+a+1)}=\frac{2a^2(a^3-a+1)}{a-1}$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$\frac{2\cdot9\cdot(27-3+1)}{2}=9\times25=225$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 G.P.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valid only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$|kA|=k^n|A|$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$|\operatorname{adj}(\operatorname{adj}A)|=|A|^{(n-1)^2}$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 G.P.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$S=\frac{t}{1-r}$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valid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$x^5+x^4+1=(x^2+x+1)(x^3-x+1)$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$x^5+x+1=(x^2+x+1)(x^3-x^2+1)$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$32+16+1=49=7\times7$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set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Evaluate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continued product extends over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$A=\begin{pmatrix}-1&amp;3&amp;5\\1&amp;-3&amp;-5\\-1&amp;3&amp;5\end{pmatrix}$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set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N-\{1\}$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$\prod\left(\frac{x^3+1}{x^3-1}\right)$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continued product extends over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Idempotent matrices and powers of a matrix, Telescoping infinite product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solution,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into two telescoping products.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solution,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$\frac{x^3+1}{x^3-1}$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into two telescoping products.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natural number except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$A^2=\begin{pmatrix}-1&amp;3&amp;5\\1&amp;-3&amp;-5\\-1&amp;3&amp;5\end{pmatrix}\begin{pmatrix}-1&amp;3&amp;5\\1&amp;-3&amp;-5\\-1&amp;3&amp;5\end{pmatrix}=\begin{pmatrix}-1&amp;3&amp;5\\1&amp;-3&amp;-5\\-1&amp;3&amp;5\end{pmatrix}=A$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$A^2=A^3=A^4=\cdots=A$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$x=2,3,4,5,\ldots$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natural number 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$\frac{x^3+1}{x^3-1}=\frac{x+1}{x-1}\cdot\frac{x^2-x+1}{x^2+x+1}$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$\lim_{n\to\infty}\prod_{x=2}^{n}\frac{x+1}{x-1}\cdot\prod_{x=2}^{n}\frac{x^2-x+1}{x^2+x+1}$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next numerator.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$\prod_{x=2}^{n}\frac{x+1}{x-1}=\frac{3\cdot4\cdot5\cdots(n+1)}{1\cdot2\cdot3\cdots(n-1)}=\frac{n(n+1)}{2}$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$\prod_{x=2}^{n}\frac{x^2-x+1}{x^2+x+1}=\frac{3\cdot7\cdots(n^2-n+1)}{7\cdot13\cdots(n^2+n+1)}=\frac{3}{n^2+n+1}$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$x^2+x+1=(x+1)^2-(x+1)+1$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next numerator.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$\lim_{n\to\infty}\frac{n(n+1)}2\cdot\frac3{n^2+n+1}=\frac32$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rank one,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guess the partial product and prove it by induction.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rank one,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$\operatorname{tr}A=1$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guess the partial product and prove it by induction.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Conjecture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$\pm(-1,3,5)$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$A=wr^{T}$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$w=(1,-1,1)^T$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$r=(-1,3,5)^T$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$A^2=w(r^Tw)r^T=(r^Tw)A$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$r^Tw=-1-3+5=1$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$P_n=\prod_{x=2}^n\frac{x^3+1}{x^3-1}$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$P_2=\frac97$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$P_3=\frac{18}{13}$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Conjecture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$P_n=\frac{3n(n+1)}{2(n^2+n+1)}$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Induction step: the conjecture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exactly the next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Induction step: the conjecture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$\frac{P_n}{P_{n-1}}=\frac{3n(n+1)}{2(n^2+n+1)}\cdot\frac{2(n^2-n+1)}{3(n-1)n}=\frac{(n+1)(n^2-n+1)}{(n-1)(n^2+n+1)}=\frac{n^3+1}{n^3-1}$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exactly the next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$\prod_{x=2}^\infty\frac{x^3+1}{x^3-1}=\lim_{n\to\infty}\frac{3n(n+1)}{2(n^2+n+1)}=\frac32$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rank-one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idempotent exactly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 pattern: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its reciprocal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same splitting works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any 'cube'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factor first: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rank-one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$A=wr^T$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$A^n=(r^Tw)^{n-1}A$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idempotent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$r^Tw=\operatorname{tr}A=1$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 pattern: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$f(x+1)=x^2+x+1$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$\prod_{x=2}^n\frac{f(x)}{f(x+1)}=\frac{f(2)}{f(n+1)}$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$\prod_{n=2}^\infty\frac{n^3-1}{n^3+1}=\frac23$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its reciprocal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same splitting works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$\frac{n^3-1}{n^3+1}$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any 'cube'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factor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$x^3-1=(x-1)(x^2+x+1)$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$x^3+1=(x+1)(x^2-x+1)$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Q03 – Q12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Prove / find / solve;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skew-symmetric matrix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non-singular, then prove that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orthogonal matrix. Use this to find a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skew-symmetric matrix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non-singular, then prove that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$B=(I-A)(I+A)^{-1}$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orthogonal matrix. Use this to find a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$A=\begin{pmatrix}0&amp;5\\-5&amp;0\end{pmatrix}$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Orthogonal and skew-symmetric matrices; inverse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factors cancel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$(I+A)^T=I-A$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$B^T=(I-A)^{-1}(I+A)$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factors cancel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$B^TB$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non-singular.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orthogonal matrix.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$B=(I-A)(I+A)^{-1}$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$(I+A)^T=I+A^T=I-A$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non-singular.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$B^T=\left((I+A)^{-1}\right)^T(I-A)^T=(I+A^T)^{-1}(I-A^T)$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$B^T=(I-A)^{-1}(I+A)$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$B^TB=(I-A)^{-1}(I+A)(I-A)(I+A)^{-1}$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$B^TB=(I-A)^{-1}(I-A)(I+A)(I+A)^{-1}=I\cdot I=I$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orthogonal matrix.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baseJc m:val="center"/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baseJc m:val="center"/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$A=\begin{pmatrix}0&amp;5\\-5&amp;0\end{pmatrix}$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(\begin{pmatrix}1&amp;0\\0&amp;1\end{pmatrix}-\begin{pmatrix}0&amp;5\\-5&amp;0\end{pmatrix}\right)\left(\begin{pmatrix}1&amp;0\\0&amp;1\end{pmatrix}+\begin{pmatrix}0&amp;5\\-5&amp;0\end{pmatrix}\right)^{-1}=\begin{pmatrix}1&amp;-5\\5&amp;1\end{pmatrix}\begin{pmatrix}1&amp;5\\-5&amp;1\end{pmatrix}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$\begin{pmatrix}1&amp;5\\-5&amp;1\end{pmatrix}^{-1}=\frac1{26}\begin{pmatrix}1&amp;-5\\5&amp;1\end{pmatrix}$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$B=\frac1{26}\begin{pmatrix}1&amp;-5\\5&amp;1\end{pmatrix}\begin{pmatrix}1&amp;-5\\5&amp;1\end{pmatrix}=\frac1{26}\begin{pmatrix}-24&amp;-10\\10&amp;-24\end{pmatrix}=\frac1{13}\begin{pmatrix}-12&amp;-5\\5&amp;-12\end{pmatrix}$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$B=\frac1{13}\begin{pmatrix}-12&amp;-5\\5&amp;-12\end{pmatrix}$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preserves lengths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skew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case 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like the complex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preserves lengths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$y^TAy=0$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skew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case 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$A=5J$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like the complex number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$\frac{1-5i}{1+5i}$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any vector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skew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preserves lengths, which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any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$y=(I+A)^{-1}x$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$x=(I+A)y$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$Bx=(I-A)y$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skew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$y^TAy=0$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$\|(I\pm A)y\|^2=\|y\|^2\pm2y^TAy+\|Ay\|^2=\|y\|^2+\|Ay\|^2$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$\|Bx\|=\|(I-A)y\|=\|(I+A)y\|=\|x\|$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preserves lengths, which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$B^TB=I$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behaves like the complex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Translate back: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$J=\begin{pmatrix}0&amp;1\\-1&amp;0\end{pmatrix}$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$J^2=-I$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behaves like the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$a+bJ\leftrightarrow a+bi$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$\frac{1-5i}{1+5i}=\frac{(1-5i)^2}{26}=\frac{-24-10i}{26}=\frac{-12-5i}{13}$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Translate back: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$B=-\frac{12}{13}I-\frac5{13}J=\frac1{13}\begin{pmatrix}-12&amp;-5\\5&amp;-12\end{pmatrix}$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$B=\frac1{13}\begin{pmatrix}-12&amp;-5\\5&amp;-12\end{pmatrix}$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 transform: for real skew-symmetric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with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skew-symmetric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invertible,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rotations: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products and inverses are then complex arithmetic,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preserves lengths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 transform: for real skew-symmetric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$(I-A)(I+A)^{-1}$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with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$\frac{144+25}{169}=1$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skew-symmetric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invertible,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$x^TAx=0$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$x^T(I+A)x=\|x\|^2&gt;0$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$\begin{pmatrix}p&amp;q\\-q&amp;p\end{pmatrix}\leftrightarrow p+qi$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products and inverses are then complex arithmetic,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$\frac{1-ti}{1+ti}=e^{-2i\tan^{-1}t}$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B^TB=I\iff$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preserves lengths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$\|Bx\|=\|x\|$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Solve the matrix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$A=\begin{pmatrix}1&amp;2&amp;2\\2&amp;2&amp;3\\1&amp;-1&amp;3\end{pmatrix}$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$C=\begin{pmatrix}2&amp;1&amp;1\\2&amp;2&amp;1\\1&amp;1&amp;1\end{pmatrix}$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$D=\begin{pmatrix}10\\13\\9\end{pmatrix}$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Solve the matrix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Inverse of a matrix and solving a matrix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never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$CAx=CB=D$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$x=(CA)^{-1}D$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never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17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$CAx=CB=D$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$x=(CA)^{-1}D$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$CA=\begin{pmatrix}2&amp;1&amp;1\\2&amp;2&amp;1\\1&amp;1&amp;1\end{pmatrix}\begin{pmatrix}1&amp;2&amp;2\\2&amp;2&amp;3\\1&amp;-1&amp;3\end{pmatrix}=\begin{pmatrix}5&amp;5&amp;10\\7&amp;7&amp;13\\4&amp;3&amp;8\end{pmatrix}$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$(CA)^{-1}=\begin{pmatrix}-\frac{17}5&amp;2&amp;1\\\frac45&amp;0&amp;-1\\\frac75&amp;-1&amp;0\end{pmatrix}$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17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26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$x=(CA)^{-1}D=\begin{pmatrix}-\frac{17}5&amp;2&amp;1\\\frac45&amp;0&amp;-1\\\frac75&amp;-1&amp;0\end{pmatrix}\begin{pmatrix}10\\13\\9\end{pmatrix}=\begin{pmatrix}-34+26+9\\8-9\\14-13\end{pmatrix}=\begin{pmatrix}1\\-1\\1\end{pmatrix}$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$x_1=1,\ x_2=-1,\ x_3=1$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 by subtracting the three equations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elimination;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inverse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 by subtracting the three equations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$CB=D$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elimination; no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inverse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minus first: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First minus third: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reads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$2b_1+b_2+b_3=10$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$2b_1+2b_2+b_3=13$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$b_1+b_2+b_3=9$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minus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First minus third: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$b_3=9-1-3=5$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$B=(1,3,5)^T$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$x_1+2x_2+2x_3=1$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$2x_1+2x_2+3x_3=3$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$x_1-x_2+3x_3=5$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minus first: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it in the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it in the third: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last,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minus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$x_1=2-x_3$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it in the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$2x_2+x_3=-1$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it in the third: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$-x_2+2x_3=3$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last,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$x_2=2x_3-3$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$4x_3-6+x_3=-1$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$1-2+2=1$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$2-2+3=3$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$1+1+3=5$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$x_1=1,\ x_2=-1,\ x_3=1$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premultiply, do not solve for the intermediate matrix unless it is easy.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inverse is costly; Gauss elimination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usually faster and less error-prone.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by substituting back into the original system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(reverse order) when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invertible.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$(CA)x=D$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premultiply, do not solve for the intermediate matrix unless it is easy.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inverse is costly; Gauss elimination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$[M\,|\,D]$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usually faster and less error-prone.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by substituting back into the original system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$A(1,-1,1)^T=(1,3,5)^T=B$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$(CA)^{-1}=A^{-1}C^{-1}$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(reverse order) when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invertible.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show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find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$A=\begin{pmatrix}k&amp;m\\\ell&amp;n\end{pmatrix}$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$kn\neq\ell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show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$A^2-(k+n)A+(kn-\ell m)I=O$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Cayley–Hamilton theorem and inverse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Cayley–Hamilton theorem and inverse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matrix satisfies its own characteristic equation; multiplying that equation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isolates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matrix satisfies its own characteristic equation; multiplying that equation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isolates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characteristic equation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Cayley–Hamilton theorem,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its characteristic equation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characteristic equation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$|A-\lambda I|=0$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$\begin{vmatrix}k-\lambda&amp;m\\\ell&amp;n-\lambda\end{vmatrix}=0$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$(k-\lambda)(n-\lambda)-\ell 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$\lambda^2-(k+n)\lambda+(kn-\ell m)=0$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Cayley–Hamilton theorem,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its characteristic equation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$A^2-(k+n)A+(kn-\ell m)I=O$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 Multiply the relation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$|A|=kn-\ell m\neq0$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 Multiply the relation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$A-(k+n)I+(kn-\ell m)A^{-1}=O$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$A^{-1}=\frac{(k+n)I-A}{kn-\ell m}=\frac1{kn-\ell m}\begin{pmatrix}n&amp;-m\\-\ell&amp;k\end{pmatrix}$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$A^{-1}=\frac1{kn-\ell m}\begin{pmatrix}n&amp;-m\\-\ell&amp;k\end{pmatrix}$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quote the theorem: multiply out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then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adjoint formula and check it against the identity.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quote the theorem: multiply 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then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adjoint formula and check it against the identity.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$A^2=\begin{pmatrix}k^2+m\ell&amp;km+mn\\\ell k+n\ell&amp;\ell m+n^2\end{pmatrix}$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$(k+n)A=\begin{pmatrix}k^2+kn&amp;km+mn\\\ell k+n\ell&amp;kn+n^2\end{pmatrix}$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$A^2-(k+n)A=\begin{pmatrix}m\ell-kn&amp;0\\0&amp;\ell m-kn\end{pmatrix}=-(kn-\ell m)I$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$A^2-(k+n)A+(kn-\ell m)I=O$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Adjoint method: the cofactors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agrees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Adjoint method: the cofactors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$\operatorname{adj}A=\begin{pmatrix}n&amp;-m\\-\ell&amp;k\end{pmatrix}$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$|A|=kn-\ell m\neq0$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$A^{-1}=\frac{\operatorname{adj}A}{|A|}=\frac1{kn-\ell m}\begin{pmatrix}n&amp;-m\\-\ell&amp;k\end{pmatrix}$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agrees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$\frac{(k+n)I-A}{kn-\ell 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$(k+n)I-A=\begin{pmatrix}n&amp;-m\\-\ell&amp;k\end{pmatrix}$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$A^{-1}=\frac1{kn-\ell m}\begin{pmatrix}n&amp;-m\\-\ell&amp;k\end{pmatrix}$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Cayley–Hamilton lets you reduce high powers: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principal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$A^2-(\operatorname{tr}A)A+(\det A)I=O$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$A^{-1}=\frac{(\operatorname{tr}A)I-A}{\det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Cayley–Hamilton lets you reduce high powers: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$A^2=(\operatorname{tr}A)A-(\det A)I$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$pA+qI$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$A^3-(\operatorname{tr}A)A^2+cA-(\det A)I=O$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principal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$A=\begin{pmatrix}1&amp;2\\3&amp;4\end{pmatrix}$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$A^2=\begin{pmatrix}7&amp;10\\15&amp;22\end{pmatrix}=5A+2I$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$A^2-5A-2I=O$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unit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all possible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following cases: 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(iii)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$A=\begin{pmatrix}2&amp;1\\2&amp;1\end{pmatrix}$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$B=\begin{pmatrix}9&amp;3\\3&amp;1\end{pmatrix}$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unit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all possible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following cases: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$XB=O$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$BX\neq 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Matrix equations with singular matrices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Matrix equations with singular matrices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$XB=O$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singular, so nothing can be cancelled: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entries.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singular, so nothing can be cancelled: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$X=\begin{pmatrix}a&amp;b\\c&amp;d\end{pmatrix}$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entries.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possible (the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then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$X=\begin{pmatrix}a&amp;b\\c&amp;d\end{pmatrix}$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$\begin{pmatrix}2a+c&amp;2b+d\\2a+c&amp;2b+d\end{pmatrix}=\begin{pmatrix}2&amp;1\\2&amp;1\end{pmatrix}$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$c=2(1-a)$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$2b+d=1$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$d=1-2b$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$X=\begin{pmatrix}a&amp;b\\2-2a&amp;1-2b\end{pmatrix}$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$\begin{pmatrix}2(a+b)&amp;a+b\\2(c+d)&amp;c+d\end{pmatrix}=\begin{pmatrix}1&amp;0\\0&amp;1\end{pmatrix}$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possible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then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conditions say the same: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$XB=O$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$\begin{pmatrix}3(3a+b)&amp;3a+b\\3(3c+d)&amp;3c+d\end{pmatrix}=\begin{pmatrix}0&amp;0\\0&amp;0\end{pmatrix}$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$3c+d=0$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$d=-3c$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$BX\neq 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$BX=\begin{pmatrix}3(3a+c)&amp;3(3b+d)\\3a+c&amp;3b+d\end{pmatrix}\neq 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$3a+c\neq0$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$3b+d\neq0$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$d=-3c$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$3b+d=-3(3a+c)$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conditions say the same: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$3a+c\neq0$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$X=\begin{pmatrix}a&amp;-3a\\c&amp;-3c\end{pmatrix}$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$3a+c\neq0$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does not exist; (iii)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$X=\begin{pmatrix}a&amp;b\\2-2a&amp;1-2b\end{pmatrix}$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$a,b\in\mathbb R$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does not exist; (iii)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$X=\begin{pmatrix}a&amp;-3a\\c&amp;-3c\end{pmatrix}$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$a,c\in\mathbb R$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$3a+c\neq0$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the rank-one matrices: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each equation says something about one row or column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the rank-one matrices: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$A=uv^T$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$B=ww^T$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each equation says something about one row or column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the same family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rank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$A=\begin{pmatrix}1\\1\end{pmatrix}(2\ \ 1)=uv^T$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$u=(1,1)^T$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$v=(2,1)^T$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$B=ww^T$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$w=(3,1)^T$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$AX=u(v^TX)$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$u(v^TX)=uv^T$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$v^TX=v^T$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 \ 1)X=(2\ \ 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$2b+d=1$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the same family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$XA=(Xu)v^T$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rank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$XB=(Xw)w^T=O\iff Xw=0$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$3c+d=0$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$BX=w(w^TX)\neq O\iff w^TX\neq0\iff(3a+c,\ 3b+d)\neq(0,0)$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$3a+c\neq0$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$3b+d=-3(3a+c)$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does not exist; (iii)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$X=\begin{pmatrix}a&amp;b\\2-2a&amp;1-2b\end{pmatrix}$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$a,b\in\mathbb R$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does not exist; (iii)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$X=\begin{pmatrix}a&amp;-3a\\c&amp;-3c\end{pmatrix}$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$a,c\in\mathbb R$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$3a+c\neq0$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rank-one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turns matrix equations into equations on one row or one column.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imply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matrices have zero divisors, so cancellation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impossible whenever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 matrix multiplication is not commutative.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rank-one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$uv^TX=u(v^TX)$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$Xuv^T=(Xu)v^T$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turns matrix equations into equations on one row or one column.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$AX=AY$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imply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matrices have zero divisors, so cancellation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impossible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$\operatorname{rank}A&lt;n$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$\operatorname{rank}(XA)\le\operatorname{rank}A$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$XB=O$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$BX\neq 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 matrix multiplication is not commutative.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product of two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use it to solve the following system of linear equations: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product of two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$A=\begin{pmatrix}-5&amp;1&amp;3\\7&amp;1&amp;-5\\1&amp;-1&amp;1\end{pmatrix}$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$B=\begin{pmatrix}1&amp;1&amp;2\\3&amp;2&amp;1\\2&amp;1&amp;3\end{pmatrix}$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use it to solve the following system of linear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$x+y+2z=1;\ 3x+2y+z=7;\ 2x+y+3z=2$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Product of matrices and solving a system of equations using the inverse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any inversion, and the coefficient matrix of the system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$AB=4I$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$B^{-1}=\frac14A$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any inversion, and the coefficient matrix of the system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$AB=\begin{pmatrix}-5&amp;1&amp;3\\7&amp;1&amp;-5\\1&amp;-1&amp;1\end{pmatrix}\begin{pmatrix}1&amp;1&amp;2\\3&amp;2&amp;1\\2&amp;1&amp;3\end{pmatrix}=\begin{pmatrix}4&amp;0&amp;0\\0&amp;4&amp;0\\0&amp;0&amp;4\end{pmatrix}=4I$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$B\left(\frac14A\right)=I$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$B^{-1}=\frac14A$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$\begin{pmatrix}1&amp;1&amp;2\\3&amp;2&amp;1\\2&amp;1&amp;3\end{pmatrix}\begin{pmatrix}x\\y\\z\end{pmatrix}=\begin{pmatrix}1\\7\\2\end{pmatrix}$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$X=B^{-1}C$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$X=\frac14\begin{pmatrix}-5&amp;1&amp;3\\7&amp;1&amp;-5\\1&amp;-1&amp;1\end{pmatrix}\begin{pmatrix}1\\7\\2\end{pmatrix}=\frac14\begin{pmatrix}-5+7+6\\7+7-10\\1-7+2\end{pmatrix}=\begin{pmatrix}2\\1\\-1\end{pmatrix}$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$x=2,\ y=1,\ z=-1$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system by plain elimination (no matrices): two differences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system by plain elimination (no matrices): two differences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$x-3z$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Equations: (1)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(2)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(3)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in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(3):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Equations: 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$3x+2y+z=7$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(3)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$2x+y+3z=2$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$-\,2\times$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$4z=-4$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$x=1-z=2$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$y=1-x-2z=1-2+2=1$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in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$3(2)+2(1)+(-1)=7$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$2(2)+1+3(-1)=2$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$(x,y,z)=(2,1,-1)$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$x=2,\ y=1,\ z=-1$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products like this are designed so that no inversion is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 elimination is an equally good check.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such a product can also be read from the cofactors.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a solution in at least two of the original equations.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$AB=kI$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$A^{-1}=\frac1kB$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$B^{-1}=\frac1kA$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products like this are designed so that no inversion is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$X=B^{-1}C$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 elimination is an equally good check.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$A=4B^{-1}=-\operatorname{adj}B$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$\operatorname{adj}B=|B|B^{-1}$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such a product can also be read from the cofactors.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a solution in at least two of the original equations.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a non-zero square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it possible to find a square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 Give reasons for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$A=\begin{pmatrix}1&amp;2\\2&amp;4\end{pmatrix}$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a non-zero square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$XA=O$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$A=\begin{pmatrix}1&amp;2\\2&amp;3\end{pmatrix}$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it possible to find a square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 Give reasons for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Zero divisors in matrices: non-zero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non-commutativity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Zero divisors in matrices: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non-commutativity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rows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proportional,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non-zero solutions; the second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can be cancelled.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rows of the first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proportional,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$AX=O$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non-zero solutions; the second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can be cancelled.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row is twice the first, so only two equations remain: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both zero (so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$X=\begin{pmatrix}a&amp;b\\c&amp;d\end{pmatrix}$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$\begin{pmatrix}a+2c&amp;b+2d\\2a+4c&amp;2b+4d\end{pmatrix}=\begin{pmatrix}0&amp;0\\0&amp;0\end{pmatrix}$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row is twice the first, so only two equations remain: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$b+2d=0$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$X=\begin{pmatrix}-2c&amp;-2d\\c&amp;d\end{pmatrix}$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$c,d\in\mathbb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both zero (so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 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example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follow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general, no.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no non-zero square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(only the zero matrix does).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$XA=\begin{pmatrix}-2c&amp;-2d\\c&amp;d\end{pmatrix}\begin{pmatrix}1&amp;2\\2&amp;4\end{pmatrix}=\begin{pmatrix}-2c-4d&amp;-4c-8d\\c+2d&amp;2c+4d\end{pmatrix}=(c+2d)\begin{pmatrix}-2&amp;-4\\1&amp;2\end{pmatrix}$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$c+2d=0$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$c=1,d=0$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$XA\neq 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$XA=O$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follow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general, no.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$A=\begin{pmatrix}1&amp;2\\2&amp;3\end{pmatrix}$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$|A|=3-4=-1\neq0$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$AX=O\Rightarrow X=A^{-1}O=O$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no non-zero square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(only the zero matrix does).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not both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only if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in general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for the second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works (no non-zero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$X=\begin{pmatrix}-2c&amp;-2d\\c&amp;d\end{pmatrix}$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$c,d$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not both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);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$XA=O$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only if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$c+2d=0$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in general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$XA\neq 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for the second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only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works (no non-zero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Kernel viewpoint: every column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lie in the null space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easy.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Kernel viewpoint: every column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lie in the null space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$X=nw^T$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$n=(-2,1)^T$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$XA=n(w^TA)$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easy.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each column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null space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spanned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each column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$y_1+2y_2=0$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$y=t(-2,1)^T$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null space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spanned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$n=(-2,1)^T$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$X=n\,w^T$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$w=(c,d)^T\neq0$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$X=\begin{pmatrix}-2c&amp;-2d\\c&amp;d\end{pmatrix}$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in general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null space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the rows are not proportional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every column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$XA=n(w^TA)=n\,(c+2d,\ 2c+4d)=(c+2d)\,n\,(1,2)$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$c+2d=0$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$XA\neq 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$A=\begin{pmatrix}1&amp;2\\2&amp;3\end{pmatrix}$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null space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the rows are not proportional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every column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not both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only if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in general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for the second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works (no non-zero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$X=\begin{pmatrix}-2c&amp;-2d\\c&amp;d\end{pmatrix}$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$c,d$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not both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);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$XA=O$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only if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$c+2d=0$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in general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$XA\neq 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for the second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only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works (no non-zero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(matrices have zero divisors).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imply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but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singular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spanning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ker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arbitrary.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proportional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(matrices have zero divisors).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imply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$XA=O$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but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$XA=O$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singular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$X=nw^T$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spanning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$\ker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arbitrary.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proportional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Determine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(i) has a unique solution; (ii) has no solution; (iii) has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Determine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$\begin{pmatrix}3&amp;-2&amp;1\\5&amp;-8&amp;9\\2&amp;1&amp;a\end{pmatrix}\begin{pmatrix}x\\y\\z\end{pmatrix}=\begin{pmatrix}b\\3\\-1\end{pmatrix}$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(i) has a unique solution; (ii) has no solution; (iii) has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System of linear equations: unique, no and infinitely many solutions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Unique solution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compare a Cramer determinant (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check the rank for the infinite case.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Unique solution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compare a Cramer determinant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check the rank for the infinite case.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Unique solution: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For no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at least one of the other determinants must be non-zero.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$\Delta=\begin{vmatrix}3&amp;-2&amp;1\\5&amp;-8&amp;9\\2&amp;1&amp;a\end{vmatrix}=3(-8a-9)+2(5a-18)+5+16=-14a-42$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Unique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$-14a-42\neq0$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For no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at least one of the other determinants must be non-zero.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$\Delta_1=\begin{vmatrix}b&amp;-2&amp;1\\3&amp;-8&amp;9\\-1&amp;1&amp;-3\end{vmatrix}=b(24-9)+2(-9+9)+(3-8)=15b-5$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$\Delta_1\neq0\iff b\neq\frac13$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is no solution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For infinitely many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the system is then consistent: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third row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rank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there are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is no solution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$b\neq\frac13$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For infinitely many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the system is then consistent: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third row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$3R_1-2R_3=(5,-8,9)=R_2$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$3b-2(-1)=3\Rightarrow b=\frac13$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rank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there are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$a\neq-3$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$b\in\mathbb R$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$b\neq\frac13$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$b=\frac13$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find the dependency among the rows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right-hand sides must obey the same relation.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find the dependency among the rows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$R_2=3R_1-2R_3$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right-hand sides must obey the same relation.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a unique solution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third entry checks: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solution exists only if the right-hand sides satisfy the same relation: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$\Delta=-14(a+3)$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a unique solution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$R_1=(3,-2,1)$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$R_2=(5,-8,9)$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$R_3=(2,1,-3)$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$R_2=pR_1+qR_3$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$3p+2q=5$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$-2p+q=-8$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third entry checks: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$3-2(-3)=9$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$R_2=3R_1-2R_3$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solution exists only if the right-hand sides satisfy the same relation: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$3=3(b)-2(-1)=3b+2$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relation fails: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equations contradict each other: no solution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third equation is a combination of the other two (rank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one free variable, infinitely many solutions (iii). Same answers.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$b\neq\frac13$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relation fails: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$0=3-(3b+2)\neq0$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equations contradict each other: no solution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third equation is a combination of the other two (rank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one free variable, infinitely many solutions (iii). Same answers.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$a\neq-3$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$b\in\mathbb R$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$b\neq\frac13$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$b=\frac13$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the rows satisfy a relation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is consistent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 test: unique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infinite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none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some Cramer determinant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 is no solution;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necessary for infinitely many solutions but is not by itself sufficient.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along the row/column with the parameter keeps the algebra short.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$A\mathbf x=\mathbf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the rows satisfy 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p_iR_i=0$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is consistent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p_ib_i=0$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 test: unique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$\rho(A)=\rho(A|b)=n$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infinite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$\rho(A)=\rho(A|b)&lt;n$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none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$\rho(A)&lt;\rho(A|b)$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some Cramer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$\Delta_i\neq0$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 is no solution;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necessary for infinitely many solutions but is not by itself sufficient.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along the row/column with the parameter keeps the algebra short.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solve the following matrix equations: 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$A=\begin{pmatrix}1&amp;2\\3&amp;4\end{pmatrix}$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$B=\begin{pmatrix}3&amp;1\\1&amp;0\end{pmatrix}$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$C=\begin{pmatrix}1&amp;2\\2&amp;4\end{pmatrix}$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$X=\begin{pmatrix}x_1&amp;x_2\\x_3&amp;x_4\end{pmatrix}$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solve the following matrix equations: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$(B-I)X=IC$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Matrix equations and inverse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Matrix equations and inverse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Premultiply by the inverse when the matrix is invertible; for the singular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determinant rule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there is no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Premultiply by the inverse when the matrix is invertible; for the singular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determinant rule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$|C||X|=|A|$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there is no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$|A|=-2\neq0$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$X=A^{-1}(B-I)$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$B-I=\begin{pmatrix}2&amp;1\\1&amp;-1\end{pmatrix}$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$A^{-1}=-\frac12\begin{pmatrix}4&amp;-2\\-3&amp;1\end{pmatrix}$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$X=-\frac12\begin{pmatrix}4&amp;-2\\-3&amp;1\end{pmatrix}\begin{pmatrix}2&amp;1\\1&amp;-1\end{pmatrix}=-\frac12\begin{pmatrix}6&amp;6\\-5&amp;-4\end{pmatrix}=\begin{pmatrix}-3&amp;-3\\\frac52&amp;2\end{pmatrix}$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$|B-I|=-2-1=-3\neq0$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$IC=C$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$X=(B-I)^{-1}C$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$(B-I)^{-1}=-\frac13\begin{pmatrix}-1&amp;-1\\-1&amp;2\end{pmatrix}$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formed.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solution existed,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contradiction.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$X=-\frac13\begin{pmatrix}-1&amp;-1\\-1&amp;2\end{pmatrix}\begin{pmatrix}1&amp;2\\2&amp;4\end{pmatrix}=-\frac13\begin{pmatrix}-3&amp;-6\\3&amp;6\end{pmatrix}=\begin{pmatrix}1&amp;2\\-1&amp;-2\end{pmatrix}$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$|C|=4-4=0$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$X=C^{-1}A$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formed.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solution existed,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$|C||X|=|A|$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contradiction.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800" i="1">
                                      <a:solidFill>
                                        <a:srgbClr val="15803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solidFill>
                                        <a:srgbClr val="15803D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rgbClr val="15803D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(c) no solution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$X=\begin{pmatrix}-3&amp;-3\\\frac52&amp;2\end{pmatrix}$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$X=\begin{pmatrix}1&amp;2\\-1&amp;-2\end{pmatrix}$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(c) no solution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Gauss–Jordan on the augmented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solves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computing an inverse, and shows the inconsistency in (c)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Gauss–Jordan on the augmented matrix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$[M\,|\,R]$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solves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$MX=R$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computing an inverse, and shows the inconsistency in (c)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$[A\,|\,B-I]=\begin{pmatrix}1&amp;2&amp;2&amp;1\\3&amp;4&amp;1&amp;-1\end{pmatrix}$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$R_2-3R_1$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$\begin{pmatrix}0&amp;-2&amp;-5&amp;-4\end{pmatrix}$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$R_2\to-\frac12R_2$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$(0\ 1\ \frac52\ 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$R_1-2R_2$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$(1\ 0\ \ 2-5\ \ 1-4)=(1\ 0\ -3\ 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$X=\begin{pmatrix}-3&amp;-3\\\frac52&amp;2\end{pmatrix}$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Swap rows,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column: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(c) has no solution. Same answers.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$[B-I\,|\,C]=\begin{pmatrix}2&amp;1&amp;1&amp;2\\1&amp;-1&amp;2&amp;4\end{pmatrix}$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Swap rows,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$R_2-2R_1$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$(0\ 3\ -3\ -6)\to(0\ 1\ -1\ 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$(1\ 0\ 1\ 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$X=\begin{pmatrix}1&amp;2\\-1&amp;-2\end{pmatrix}$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$[C\,|\,A]=\begin{pmatrix}1&amp;2&amp;1&amp;2\\2&amp;4&amp;3&amp;4\end{pmatrix}$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$R_2-2R_1$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$(0\ 0\ 1\ 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$0\cdot x_1+0\cdot x_3=1$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column: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(c) has no solution. Same answers.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800" i="1">
                                      <a:solidFill>
                                        <a:srgbClr val="15803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solidFill>
                                        <a:srgbClr val="15803D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rgbClr val="15803D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(c) no solution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$X=\begin{pmatrix}-3&amp;-3\\\frac52&amp;2\end{pmatrix}$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$X=\begin{pmatrix}1&amp;2\\-1&amp;-2\end{pmatrix}$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(c) no solution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row-reduce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solves all columns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singular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solvable only if the rows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obey the same dependencies as the rows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test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rules 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transpose: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(order matters).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inverse: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row-reduce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$[M\,|\,R]$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$[I\,|\,M^{-1}R]$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solves all columns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singular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solvable only if the rows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obey the same dependencies as the rows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$|M||X|=|R|$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rules 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$XM=R$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transpose: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$M^TX^T=R^T$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$X=RM^{-1}$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(order matters).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$\begin{pmatrix}p&amp;q\\r&amp;s\end{pmatrix}^{-1}=\frac1{ps-qr}\begin{pmatrix}s&amp;-q\\-r&amp;p\end{pmatrix}$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orthogonal matrix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non-singular matrix, then show that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orthogonal.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orthogonal matrix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non-singular matrix, then show that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orthogonal.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Orthogonal matrices and their properties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$(PB^{-1})(PB^{-1})^T=I$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$(XY)^{-1}=Y^{-1}X^{-1}$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$A^TA=I$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$AA^T=I$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$(PB^{-1})(PB^{-1})^T=P(AP)^{-1}(B^{-1})^TP^T$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$=PP^{-1}A^{-1}\left(P^{-1}A^{-1}\right)^TP^T=A^{-1}(A^{-1})^T(P^{-1})^TP^T$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$=(A^TA)^{-1}(P^T)^{-1}P^T$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$A^{-1}(A^{-1})^T=A^{-1}(A^T)^{-1}=(A^TA)^{-1}$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$=I^{-1}\cdot I=I\cdot I=I$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$(PB^{-1})(PB^{-1})^T=I$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$(PB^{-1})(PB^{-1})^T=I$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first: it is just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inverse of an orthogonal matrix is orthogonal.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$PB^{-1}$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first: it is just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$A^{-1}=A^T$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inverse of an orthogonal matrix is orthogonal.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orthogonal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orthogonal. Same conclusion in one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$PB^{-1}=P(AP)^{-1}=PP^{-1}A^{-1}=A^{-1}$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orthogonal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$A^T(A^T)^T=A^TA=I$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$PB^{-1}=A^T$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orthogonal. Same conclusion in one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$(PB^{-1})(PB^{-1})^T=I$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 matrices form a group: products, inverses and transposes of orthogonal matrices are orthogonal;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invertible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simplify products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computing transposes.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orthogonal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rows (and columns) are orthonormal.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 matrices form a group: products, inverses and transposes of orthogonal matrices are orthogonal;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invertible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$P(AP)^{-1}=A^{-1}$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simplify products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computing transposes.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$(XY)^T=Y^TX^T$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$(XY)^{-1}=Y^{-1}X^{-1}$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$(X^{-1})^T=(X^T)^{-1}$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orthogonal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A^TA=AA^T=I\iff$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rows (and columns) are orthonormal.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solutions, then prove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have a unique solution. If further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prove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$A=\begin{pmatrix}a&amp;1&amp;0\\1&amp;b&amp;d\\1&amp;b&amp;c\end{pmatrix}$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$B=\begin{pmatrix}a&amp;1&amp;1\\0&amp;d&amp;c\\f&amp;g&amp;h\end{pmatrix}$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$U=\begin{pmatrix}f\\g\\h\end{pmatrix}$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$V=\begin{pmatrix}a^2\\0\\0\end{pmatrix}$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$X=\begin{pmatrix}x\\y\\z\end{pmatrix}$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solutions, then 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$BX=V$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have a unique solution. If further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$BX=V$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324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a linear system using determinants (Cramer's rule)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two columns interchanged.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$\Delta_2=0$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$AX=U$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$|B|=0$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two columns interchanged.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every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column replaced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column replaced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$|A|=\begin{vmatrix}a&amp;1&amp;0\\1&amp;b&amp;d\\1&amp;b&amp;c\end{vmatrix}=a(bc-bd)-(c-d)=(c-d)(ab-1)=0$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$\Delta_2=\begin{vmatrix}a&amp;f&amp;0\\1&amp;g&amp;d\\1&amp;h&amp;c\end{vmatrix}=a(cg-dh)-f(c-d)=0$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$|B|=\begin{vmatrix}a&amp;1&amp;1\\0&amp;d&amp;c\\f&amp;g&amp;h\end{vmatrix}=a(dh-cg)+cf-df=-\left[a(cg-dh)-f(c-d)\right]=-\Delta_2=0$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have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determinant with the 2nd column replaced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with the 3rd column replaced it is </a:t>
                </a:r>
                <a14:m>
                  <m:oMath xmlns:m="http://schemas.openxmlformats.org/officeDocument/2006/math"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$BX=V$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have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$BX=V$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determinant with the 2nd column replaced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$\Delta_2'=\begin{vmatrix}a&amp;a^2&amp;1\\0&amp;0&amp;c\\f&amp;0&amp;h\end{vmatrix}=a^2cf$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with the 3rd column replaced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$\Delta_3'=\begin{vmatrix}a&amp;1&amp;a^2\\0&amp;d&amp;0\\f&amp;g&amp;0\end{vmatrix}=-a^2df$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$\Delta_3'=-a^2df\neq0$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$BX=V$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and for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$|B|=0$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and for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$afd\neq0$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$\Delta_3'=-a^2df\neq0$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system has proportional left sides but a non-zero right side,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$BX=V$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remaining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system has proportional left sides but a non-zero right side,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$|B|=-\Delta_2=0$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infinitely many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had a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(first)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(third)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infinitely many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$\Delta_2=a(cg-dh)-f(c-d)=0$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$|B|=-\Delta_2=0$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$BX=V$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$BX=V$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had a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$ax+y+z=a^2$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$dy+cz=0$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$fx+gy+hz=0$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(first)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$-\,a\times$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(third)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$(f-ag)y+(f-ah)z=a^2f$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left side of the eliminated equation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its right side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Contradiction,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solution. Same conclusion.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$\begin{pmatrix}f-ag&amp;f-ah\\d&amp;c\end{pmatrix}$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$(f-ag)c-(f-ah)d=f(c-d)-a(cg-dh)=-\Delta_2=0$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$(f-ag,\ f-ah)=k(d,c)$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$k=\frac{f-ag}{d}$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left side of the eliminated equation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$k(dy+cz)=k\cdot0=0$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its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$a^2f\neq0$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Contradiction,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$BX=V$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solution. Same conclusion.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and for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$|B|=0$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and for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$afd\neq0$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$\Delta_3'=-a^2df\neq0$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(Cramer); conversely,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some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Interchanging two columns changes the sign of a determinant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look for a rearrangement that turns one determinant into another.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rows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only in the last entry.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need more than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do not assume stronger conditions (like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than the determinants give.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(Cramer); conversely,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$\Delta_i\neq0$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Interchanging two columns changes the sign of a determinant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$|M^T|=|M|$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look for a rearrangement that turns one determinant into another.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$\begin{pmatrix}a&amp;1&amp;0\\1&amp;b&amp;d\\1&amp;b&amp;c\end{pmatrix}$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$(c-d)(ab-1)$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only in the last entry.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need more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do not assume stronger conditions (like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than the determinants give.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Q13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satisfying: (i)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(iii)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satisfying: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$a_{11}^2+a_{12}^2=a_{21}^2+a_{22}^2=2$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$a_{11}a_{21}+a_{12}a_{22}=0$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Orthogonal rows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Counting of matrices with 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Orthogonal rows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Counting of matrices with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condition (ii) is automatic, and (iii) says the two products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opposite.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entries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condition (ii) is automatic, and (iii) says the two products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$a_{11}a_{21}$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$a_{12}a_{22}$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opposite.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every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each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(ii) holds automatically: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each product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must be equal and opposite: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$A=\begin{pmatrix}a_{11}&amp;a_{12}\\a_{21}&amp;a_{22}\end{pmatrix}$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(ii) holds automatically: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$a_{11}a_{21}+a_{12}a_{22}=0$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each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must be equal and opposite: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$a_{12}a_{22}=-a_{11}a_{21}$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freely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forced and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matrices (equivalently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choices for the first row, then two orthogonal second rows).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$a_{11},a_{21},a_{12}$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freely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$2\cdot2\cdot2=8$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$a_{22}=-\frac{a_{11}a_{21}}{a_{12}}$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forced 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matrices (equivalently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$4\times2=8$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choices for the first row, then two orthogonal second rows).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Condition (ii)–(iii) says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orthogonal matrix; the orthogonal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matrices with all 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rotations and reflections by odd multiples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Condition (ii)–(iii) says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$\frac1{\sqrt2}A$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orthogonal matrix; the orthogonal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matrices with all entries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$\pm\frac1{\sqrt2}$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rotations and reflections by odd multiples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and (iii) say the rows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orthogonal vectors of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orthogonal matrix with all 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orthogonal matrix is a rotation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a reflection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and (iii) say the rows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orthogonal vectors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orthogonal matrix with all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orthogonal matrix is a rotation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$\begin{pmatrix}\cos\theta&amp;-\sin\theta\\\sin\theta&amp;\cos\theta\end{pmatrix}$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a reflection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$\begin{pmatrix}\cos\theta&amp;\sin\theta\\\sin\theta&amp;-\cos\theta\end{pmatrix}$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entries have modulus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rotations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reflections, in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entries have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$|\cos\theta|=|\sin\theta|$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$\theta=45^\circ,135^\circ,225^\circ,315^\circ$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rotations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reflections, in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orthogonal rows is a (scaled) orthogonal matrix: a Hadamard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there are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entries, 'dot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means the products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cancel: an even number of terms is needed (Hadamard matrices exist only for orders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recipe: choose as many free entries as possible, then check the constraint fixes the rest uniquely.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rotations (det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reflections (det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— two one-parameter families.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orthogonal rows is a (scaled) orthogonal matrix: a Hadamard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there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entries, 'dot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means the products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$x_iy_i$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cancel: an even number of terms is needed (Hadamard matrices exist only for orders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$1,2,4k$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recipe: choose as many free entries as possible, then check the constraint fixes the rest uniquely.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rotations (det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reflections (det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— two one-parameter families.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$A=\begin{pmatrix}a&amp;b\\c&amp;d\end{pmatrix}$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$B=\begin{pmatrix}p\\q\end{pmatrix}\neq\begin{pmatrix}0\\0\end{pmatrix}$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$a+d=5050$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$(ad-bc)$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Matrix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determinant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Matrix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determinant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non-zero solution,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$(A-I)B=0$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non-zero solution,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$\det(A-I)=0$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$AB=B\Rightarrow\begin{pmatrix}a&amp;b\\c&amp;d\end{pmatrix}\begin{pmatrix}p\\q\end{pmatrix}=\begin{pmatrix}p\\q\end{pmatrix}$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$ap+bq=p\Rightarrow bq=p(1-a)$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$cp+dq=q\Rightarrow(1-d)q=cp$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(1)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(1)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(1)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$b\,(1-d)q=bcp$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$bcp=p(1-a)(1-d)$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$p\left[bc-(1-a)(1-d)\right]=0$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(1)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$bcq=cp(1-a)=(1-d)q(1-a)$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$q\left[bc-(1-a)(1-d)\right]=0$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$(p,q)\neq(0,0)$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$bc=(1-a)(1-d)=1-a-d+ad$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$ad-bc=a+d-1=5050-1=5049$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5049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Eigenvalue view: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eigenvalue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trace gives the other eigenvalue and the determinant is their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Eigenvalue view: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eigenvalue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trace gives the other eigenvalue and the determinant is their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eigenvalues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up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other eigenvalue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$(A-I)B=O$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eigenvalues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$\operatorname{tr}A=a+d=5050$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other eigenvalue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$5050-1=5049$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product of eigenvalues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 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A=ad-bc=$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product of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$=1\times5049=5049$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$\det(A-I)=(a-1)(d-1)-bc=0\Rightarrow ad-bc=a+d-1=5049$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5049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eigenvalue'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an equation only after you know the divisor is non-zero; multiply cross-wise instead.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$\det(A-I)=0$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$A\mathbf v=\lambda\mathbf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v\neq0\Rightarrow\det(A-\lambda 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$\det(A-I)=\det A-\operatorname{tr}A+1$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eigenvalue'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A=\operatorname{tr}A-1$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$\lambda_1+\lambda_2=\operatorname{tr}A$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$\lambda_1\lambda_2=\det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an equation only after you know the divisor is non-zero; multiply cross-wise instead.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Find a value and show a result;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all simultaneously zero) commute, find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show that the matrix which commutes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$A=\begin{pmatrix}1&amp;2\\3&amp;4\end{pmatrix}$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$B=\begin{pmatrix}a&amp;b\\c&amp;d\end{pmatrix}$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all simultaneously zero) commute,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$\frac{d-b}{a+c-b}$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show that the matrix which commutes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$\begin{pmatrix}\alpha-\beta&amp;2\beta/3\\\beta&amp;\alpha\end{pmatrix}$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703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Commutativity of matrices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only two independent relations,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make numerator and denominator equal.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$AB=BA$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only two independent relations,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$2c=3b$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$c=d-a$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make numerator and denominator equal.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entries: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......(1),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......(2),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(3)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$\begin{pmatrix}1&amp;2\\3&amp;4\end{pmatrix}\begin{pmatrix}a&amp;b\\c&amp;d\end{pmatrix}=\begin{pmatrix}a&amp;b\\c&amp;d\end{pmatrix}\begin{pmatrix}1&amp;2\\3&amp;4\end{pmatrix}$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$\begin{pmatrix}a+2c&amp;b+2d\\3a+4c&amp;3b+4d\end{pmatrix}=\begin{pmatrix}a+3b&amp;2a+4b\\c+3d&amp;2c+4d\end{pmatrix}$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entries: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$2c=3b$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$2d=2a+3b$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......(2),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$c=d-a$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$b=\frac{2c}3$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(3)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$c=d-a$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$b=\frac{2(d-a)}3$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expression is defined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$d-b=d-\frac{2(d-a)}3=\frac{d+2a}3$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$a+c-b=a+(d-a)-\frac{2(d-a)}3=\frac{d+2a}3$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$\frac{d-b}{a+c-b}=\frac{d-b}{d-b}=1$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expression is defined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$d+2a\neq0$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$a=d-c=\alpha-\beta$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$b=\frac{2c}3=\frac{2\beta}3$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$B=\begin{pmatrix}\alpha-\beta&amp;2\beta/3\\\beta&amp;\alpha\end{pmatrix}$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non-scalar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every matrix commuting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non-scalar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every matrix commuting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polynomial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$B=xA+yI$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Matrices commuting with the non-scalar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real). Reason: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distinct eigenvalues,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share its eigenvectors.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Matrices commuting with the non-scalar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$B=xA+yI$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real). Reason: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distinct eigenvalues,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share its eigenvectors.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$B=x\begin{pmatrix}1&amp;2\\3&amp;4\end{pmatrix}+y\begin{pmatrix}1&amp;0\\0&amp;1\end{pmatrix}=\begin{pmatrix}x+y&amp;2x\\3x&amp;4x+y\end{pmatrix}$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$d=4x+y$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$d-b=2x+y$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$a+c-b=(x+y)+3x-2x=2x+y$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$\beta=c=3x$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$\alpha=d=4x+y$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$x=\frac\beta3$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$y=\alpha-\frac{4\beta}3$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$a=\alpha-\beta$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$b=\frac{2\beta}3$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non-scalar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two-dimensional space; the commutation equations have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distinct eigenvalues,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eigenvectors.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Matrices commuting with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Relations from commutation often make several expressions proportional: look for common factors before computing.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non-scalar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$\{B:AB=BA\}=\{xA+yI\}$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two-dimensional space; the commutation equations have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distinct eigenvalues,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eigenvectors.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Matrices commuting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$\begin{pmatrix}p&amp;q\\r&amp;s\end{pmatrix}$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$B=\begin{pmatrix}a&amp;b\\c&amp;d\end{pmatrix}$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$rb=qc$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$q(d-a)=b(s-p)$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Relations from commutation often make several expressions proportional: look for common factors before computing.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Integer Type(0 to 9)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2010; answer is a single digit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positive real number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[Note: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adjoint of a square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largest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]. [JEE-2010]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positive real number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$A=\begin{pmatrix}2k-1&amp;2\sqrt k&amp;2\sqrt k\\2\sqrt k&amp;1&amp;-2k\\-2\sqrt k&amp;2k&amp;-1\end{pmatrix}$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$B=\begin{pmatrix}0&amp;2k-1&amp;\sqrt k\\1-2k&amp;0&amp;2\sqrt k\\-\sqrt k&amp;-2\sqrt k&amp;0\end{pmatrix}$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$\det(\operatorname{adj}A)+\det(\operatorname{adj}B)=10^6$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$[k]$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[Note: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adjoint of a square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$[k]$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largest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]. [JEE-2010]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Determinant, adjoint and skew-symmetric matrix of odd order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skew-symmetric of odd order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$\det(\operatorname{adj}M)=(\det M)^2$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skew-symmetric of odd order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 B=0$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Expand along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A=\begin{vmatrix}2k-1&amp;2\sqrt k&amp;2\sqrt k\\2\sqrt k&amp;1&amp;-2k\\-2\sqrt k&amp;2k&amp;-1\end{vmatrix}$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C_2-C_3$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$=\begin{vmatrix}2k-1&amp;0&amp;2\sqrt k\\2\sqrt k&amp;1+2k&amp;-2k\\-2\sqrt k&amp;2k+1&amp;-1\end{vmatrix}$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$=\begin{vmatrix}2k-1&amp;0&amp;2\sqrt k\\4\sqrt k&amp;0&amp;1-2k\\-2\sqrt k&amp;2k+1&amp;-1\end{vmatrix}$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Expand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A=(2k+1)\cdot(2k+1)^2=(2k+1)^3$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 (its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 are negatives and the diagonal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odd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 (its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$(i,j)$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$(j,i)$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 are negatives and the diagonal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odd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$\det(\operatorname{adj}M)=(\det M)^2$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$\det(\operatorname{adj}A)+\det(\operatorname{adj}B)=\left\{(2k+1)^3\right\}^2+0=10^6$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$(2k+1)^6=10^6\Rightarrow2k+1=10$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$[k]=4$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same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rows are mutually perpendicular,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orthogonal.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row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same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$2k+1$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rows are mutually perpendicular,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$\frac{A}{2k+1}$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orthogonal.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norms: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products: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similarly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norms: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$(2k-1)^2+4k+4k=4k^2+4k+1=(2k+1)^2$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$4k+1+4k^2=(2k+1)^2$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$4k+4k^2+1=(2k+1)^2$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products: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$R_1\cdot R_2=(2k-1)2\sqrt k+2\sqrt k-4k\sqrt 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$R_1\cdot R_3=0$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$R_2\cdot R_3=0$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A{2k+1}$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$\det\frac A{2k+1}=\pm1$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A=\pm(2k+1)^3$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is constant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determinant never vanishes)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is constant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determinant never vanishes)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$A=\operatorname{diag}(-1,1,-1)$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A=(2k+1)^3$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$(2k+1)^6=10^6$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$[k]=4$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skew-symmetric matrix of odd order has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rows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pairwise perpendicular with the same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row/column operations that create zeros before expanding;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$\det(\operatorname{adj}M)=(\det M)^{n-1}$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$(\det M)^2$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skew-symmetric matrix of odd order has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$|B|=|B^T|=|-B|=(-1)^n|B|$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rows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pairwise perpendicular with the same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$|\det A|=r^n$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row/column operations that create zeros before expanding;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$C_2-C_3$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Q17 – Q28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3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Four paragraphs: Q17-19, Q20-22, Q23-25 and Q26-28; single correct option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50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prime numbers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Two circles are defined 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50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$N=\begin{vmatrix}77&amp;44\\7&amp;30\end{vmatrix}=\prod_{i=1}^{4}(a_i)^{b_i}$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$b_i\in\mathbb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prime numbers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$a_i&lt;a_{i+1}$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Two circles are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$C_1:\ \begin{bmatrix}x^2&amp;y^2\end{bmatrix}\begin{bmatrix}a_1\\b_1+b_2\end{bmatrix}=[8b_1]$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$C_2:\ \begin{bmatrix}(x+y)^2&amp;(x-y)^2\end{bmatrix}\begin{bmatrix}b_3\\b_4\end{bmatrix}=[2b_2]$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$\sum_{i=1}^{4}(a_i+b_i)$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Evaluation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determinant, Prime factorisation of an integer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Evaluation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determinant, Prime factorisation of an integer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four distinct primes, so every exponent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$N=2002=2\cdot7\cdot11\cdot13$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four distinct primes, so every exponent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distinct primes,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product of four prime powers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$N=\begin{vmatrix}77&amp;44\\7&amp;30\end{vmatrix}=77\times30-44\times7=2310-308=2002$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$2002=2\times7\times11\times13$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distinct primes,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product of four prime powers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$a_1&lt;a_2&lt;a_3&lt;a_4$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$b_1=b_2=b_3=b_4=1$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$\sum_{i=1}^4(a_i+b_i)=(2+7+11+13)+(1+1+1+1)=33+4=37$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37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common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first column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factorise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common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first column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$N=7\times286$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factorise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distinct primes, hence all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$7\begin{pmatrix}11\\1\end{pmatrix}$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$N=7\begin{vmatrix}11&amp;44\\1&amp;30\end{vmatrix}=7(330-44)=7\times286$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$286=2\times143=2\times11\times13$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$N=2\times7\times11\times13$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distinct primes, hence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$\sum(a_i+b_i)=33+4=37$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37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common factor of a row or column can be taken outside a determinant: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prime factorisation: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a product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prime powers and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prime factors, each exponent is the exact power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...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paragraph question: record the values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once; all later parts reuse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common factor of a row or column can be taken outside a determinant: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$\begin{vmatrix}kp&amp;q\\kr&amp;s\end{vmatrix}=k\begin{vmatrix}p&amp;q\\r&amp;s\end{vmatrix}$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prime factorisation: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a product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prime powers and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prime factors, each exponent is the exact power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$1001=7\times11\times13$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$2002=2\times1001$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$3003=3\times1001$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...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paragraph question: record 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$a_i,b_i$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once; all later parts reuse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322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prime numbers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Two circles are defined 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of the circle which passes through the centre of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touches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322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$N=\begin{vmatrix}77&amp;44\\7&amp;30\end{vmatrix}=\prod_{i=1}^{4}(a_i)^{b_i}$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$b_i\in\mathbb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prime numbers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$a_i&lt;a_{i+1}$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Two circles are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$C_1:\ \begin{bmatrix}x^2&amp;y^2\end{bmatrix}\begin{bmatrix}a_1\\b_1+b_2\end{bmatrix}=[8b_1]$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$C_2:\ \begin{bmatrix}(x+y)^2&amp;(x-y)^2\end{bmatrix}\begin{bmatrix}b_3\\b_4\end{bmatrix}=[2b_2]$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of the circle which passes through the centre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touches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Matrix multiplication as an equation of a circle, Circle touching another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all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circles are centred at the origin, and a circle through the origin touching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internally has the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$b_i=1$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circles are centred at the origin, and a circle through the origin touching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internally has the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R2$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Q17: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Q17: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$b_1=b_2=b_3=b_4=1$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circle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also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touches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touches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lie on it and on a line through its centre,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$C_1:\ \begin{bmatrix}x^2&amp;y^2\end{bmatrix}\begin{bmatrix}2\\2\end{bmatrix}=[8]\Rightarrow2x^2+2y^2=8\Rightarrow C_1:x^2+y^2=4$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$C_2:\ \begin{bmatrix}(x+y)^2&amp;(x-y)^2\end{bmatrix}\begin{bmatrix}1\\1\end{bmatrix}=[2]\Rightarrow(x+y)^2+(x-y)^2=2\Rightarrow C_2:x^2+y^2=1$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circle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also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lie on it and on a line through its centre,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Coordinate method: a circle through the origin has its centre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internal tangency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Coordinate method: a circle through the origin has its centre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internal tangency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$d=R-r$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required circle have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the required circle's boundary (on it), so the circles touch internally: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circle through 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touch it externally).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required circle have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the required circle's boundary (on it), so the circles touch internally: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$OQ=R-r$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circle through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touch it externally).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circle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through the centre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it has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circles touch internally at the far end of a diameter).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Tangency of circles: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(external)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(internal).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a quick identity for such expressions.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$\begin{bmatrix}x^2&amp;y^2\end{bmatrix}\begin{bmatrix}p\\q\end{bmatrix}=[c]$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$px^2+qy^2=c$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circle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$\sqrt{c/p}$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through the centre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it has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circles touch internally at the far end of a diameter).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Tangency of circles: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(external)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$d=|r_1-r_2|$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(internal).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$(x+y)^2+(x-y)^2=2(x^2+y^2)$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a quick identity for such expressions.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94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prime numbers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Two circles are defined 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passes through a fixed point on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the tangent from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94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$N=\begin{vmatrix}77&amp;44\\7&amp;30\end{vmatrix}=\prod_{i=1}^{4}(a_i)^{b_i}$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$b_i\in\mathbb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prime numbers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$a_i&lt;a_{i+1}$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Two circles are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$C_1:\ \begin{bmatrix}x^2&amp;y^2\end{bmatrix}\begin{bmatrix}a_1\\b_1+b_2\end{bmatrix}=[8b_1]$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$C_2:\ \begin{bmatrix}(x+y)^2&amp;(x-y)^2\end{bmatrix}\begin{bmatrix}b_3\\b_4\end{bmatrix}=[2b_2]$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$x+\lambda y=1+k\lambda$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passes through a fixed point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the tangent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$\left(1,\sqrt3k\right)$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$2k^2$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Family of lines through a fixed point, Length of tangent from a point to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that point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$x-1+\lambda(y-k)=0$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that point lies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$k^2=3$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$x+\lambda y=1+k\lambda\Rightarrow(x-1)+\lambda(y-k)=0$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$L_1+\lambda L_2=0$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$L_2:y-k=0$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passes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fixed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tangent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answer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$L_1=0,L_2=0$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$C_1:x^2+y^2=4$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$1+k^2=4$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$\left(1,\sqrt3k\right)=(1,\pm3)$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$C_2:x^2+y^2-1=0$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$=\sqrt{S_1}=\sqrt{1+9-1}=3=k^2$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answer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Keep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symbolic: the squared tangent length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Keep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symbolic: the squared tangent length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$(1,\sqrt3k)$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$3k^2$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$k^2=3$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$\sqrt{3k^2}=\sqrt3|k|$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fixed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length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length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the others: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fixed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$1+k^2=4$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$(1,\sqrt3k)$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$S_1=1+3k^2-1=3k^2$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length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$\sqrt{3k^2}=\sqrt3|k|$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$\sqrt3|k|=\sqrt3\cdot\sqrt3=3$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length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the others: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$k=\pm\sqrt3\neq3$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$2k=\pm2\sqrt3\neq3$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$2k^2=6\neq3$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family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fixed point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tangent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 on the circle, imaginary inside).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option check, evaluate each option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earlier parts of a paragraph for the data: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$L_1+\lambda L_2=0$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$L_1=0\cap L_2=0$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tangent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$\sqrt{x_1^2+y_1^2-r^2}$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 on the circle, imaginary inside).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option check, evaluate each option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earlier parts of a paragraph for the data: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$C_1:x^2+y^2=4$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matrices all of whose entries are 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Five of these entries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four of them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matrices in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[JEE-2009]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$\mathcal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matrices all of whose entries are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Five of these entries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four of them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matrices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$\mathcal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[JEE-2009]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5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matrices, Counting by combinations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 symmetric matrix an off-diagonal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in a pair, so 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 on the diagonal is odd (1 or 3).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 symmetric matrix an off-diagonal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in a pair, so the number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 on the diagonal is odd (1 or 3).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matrix is fixed by its three diagonal entries and three off-diagonal entries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off-diagonal entry occupies two places.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(odd), so 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 on the diagonal is odd: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all three diagonal entries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other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 form one off-diagonal pair: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matrix is fixed by its three diagonal entries and three off-diagonal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$a_{12},a_{13},a_{23}$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off-diagonal entry occupies two places.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(odd), so 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 on the diagonal is odd: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all three diagonal entries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other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 form one off-diagonal pair: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${}^3C_1=3$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one diagonal entry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two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two off-diagonal pairs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(choose 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off-diagonal pair 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one diagonal entry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two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two off-diagonal pairs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$1+4=5$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$={}^3C_1\cdot{}^3C_1=9$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(choose 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off-diagonal pair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$=3+9=12$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are determined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entries; off-diagonal entries count twice in totals like 'number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Parity trick: sum of 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(diagonal sum)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(off-diagonal sum), so the diagonal sum has the same parity as the total.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correspond to graphs with loops allowed; a loop adds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total, an edge adds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Verify counts by brute force on small cases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in all).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are determined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entries; off-diagonal entries count twice in totals like 'number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Parity trick: sum of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(diagonal sum)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(off-diagonal sum), so the diagonal sum has the same parity as the total.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correspond to graphs with loops allowed; a loop adds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total, an edge adds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Verify counts by brute force on small cases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$2^6=64$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in all).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55675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matrices all of whose entries are 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Five of these entries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four of them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linear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 is: [JEE-2009]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55675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$\mathcal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matrices all of whose entries are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Five of these entries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four of them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$\mathcal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$A\begin{pmatrix}x\\y\\z\end{pmatrix}=\begin{pmatrix}1\\0\\0\end{pmatrix}$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 is: [JEE-2009]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 and unique solution of a linear system, Counting of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 and unique solution of a linear system, Counting of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unique solution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the two types (three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s, or one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symmetric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unique solution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 A\neq0$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the two types (three diagonal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s, or one diagonal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with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symmetric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unique solution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unique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$A\mathbf x=(1,0,0)^T$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 (all diagonal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permutation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all three arrangements, so no matrix works in Case I.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 (i):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permutation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non-zero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 (ii):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non-zero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 (iii):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non-zero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 (all diagonal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A=\begin{vmatrix}1&amp;a&amp;b\\a&amp;1&amp;c\\b&amp;c&amp;1\end{vmatrix}=1-a^2-b^2-c^2+2abc$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permutation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A=1-1=0$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all three arrangements, so no matrix works in Case I.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$\det\begin{vmatrix}1&amp;a&amp;b\\a&amp;0&amp;c\\b&amp;c&amp;0\end{vmatrix}=2abc-c^2$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permutation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non-zero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$\det\begin{vmatrix}0&amp;a&amp;b\\a&amp;1&amp;c\\b&amp;c&amp;0\end{vmatrix}=2abc-b^2$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non-zero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 (iii):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$\det\begin{vmatrix}0&amp;a&amp;b\\a&amp;0&amp;c\\b&amp;c&amp;1\end{vmatrix}=2abc-a^2$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non-zero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give a unique solution: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give a unique solution: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at least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but less than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at least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but less than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matrix as a graph (a loop at one vertex and two edges); equal rows make the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one configuration survives.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matrix as a graph (a loop at one vertex and two edges); equal rows make the determinant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one configuration survives.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single symmetric pair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rows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equal —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None of these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the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-pairs form a path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one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rows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are equal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matrices).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$A=I+E$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single symmetric pair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$(i,j)$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$e_i+e_j$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equal —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None of these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the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-pairs form a path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$u-m-v$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one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rows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are equal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matrices).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an end, say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e.g.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(expand along the last row).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centres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an end, say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$\begin{pmatrix}1&amp;1&amp;0\\1&amp;0&amp;1\\0&amp;1&amp;0\end{pmatrix}$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$\det=-1\neq0$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(expand along the last row).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$\times\,2$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at least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but less than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at least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but less than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equal rows (or columns)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matrices check this before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every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pattern: classify by the diagonal first, then the off-diagonal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$\det\begin{pmatrix}p&amp;a&amp;b\\a&amp;q&amp;c\\b&amp;c&amp;r\end{pmatrix}=pqr+2abc-pc^2-qb^2-ra^2$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equal rows (or columns)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$\Rightarrow\det=0$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matrices check this before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$A\mathbf x=\mathbf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$\iff\det 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pattern: classify by the diagonal first, then the off-diagonal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50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matrices all of whose entries are 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Five of these entries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four of them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linear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inconsistent is: [JEE-2009]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more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50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$\mathcal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matrices all of whose entries are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Five of these entries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four of them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$\mathcal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$A\begin{pmatrix}x\\y\\z\end{pmatrix}=\begin{pmatrix}1\\0\\0\end{pmatrix}$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inconsistent is: [JEE-2009]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more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Consistency of a system (inconsistent systems), Counting of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Consistency of a system (inconsistent systems), Counting of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three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etc.; find three or more matrices whose equations contradict each other.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three equations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$x+ay+bz=1$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etc.; find three or more matrices whose equations contradict each other.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 (diagonal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permutation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$A=\begin{pmatrix}p&amp;a&amp;b\\a&amp;q&amp;c\\b&amp;c&amp;r\end{pmatrix}$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$px+ay+bz=1$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$ax+qy+cz=0$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$bx+cy+rz=0$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 (diagonal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$x+ay+bz=1$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$ax+y+cz=0$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$bx+cy+z=0$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permutation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$a=1,\ b=c=0$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$b=1,\ a=c=0$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$c=1,\ a=b=0$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permutation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first place all three arrangements are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middle place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contradict: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at least three matrices (two in Case I, one in Case II) give an inconsistent system: more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 (Checking the remaining case,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gives a fourth one: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permutation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first place all three arrangements are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middle place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$y+0\cdot 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contradict: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at least three matrices (two in Case I, one in Case II) give an inconsistent system: more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 (Checking the remaining case,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$a_{33}=1$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$a_{13}=a_{23}=1$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gives a fourth one: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more than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more than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Use the structure from Q21: a singular matrix with two equal rows gives an inconsistent system exactly when the right-hand sides of those two rows differ.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(Q21) give a unique solution, so only the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a pair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rows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equal. The right-hand 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different entries in rows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the pair includes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inconsistent systems;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consistent. Count: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(Q21) give a unique solution, so only the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a pair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$(i,j)$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$i,j$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equal. The right-hand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different entries in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$i,j$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the pair includes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inconsistent systems;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consistent. Count: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 (diagonal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rows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system is inconsistent iff the right-hand side differs on rows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system is inconsistent;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it is consistent. Count: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inconsistent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 (diagonal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$u-m-v$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rows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system is inconsistent iff the right-hand side differs on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$1\in\{u,v\}$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$u,v=1,3$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$u,v=1,2$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system is inconsistent;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$u,v=2,3$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it is consistent. Count: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inconsistent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$=2+2=4&gt;2$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more than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more than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with two identical rows is inconsistent iff the right-hand-side entries in those rows differ.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 iff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 space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iff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ker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test consistency with rank: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/ none / infinite classification of all twelve matrices here: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infinite.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with two identical rows is inconsistent iff the right-hand-side entries in those rows differ.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$A\mathbf x=\mathbf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b\in$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 space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b\perp\ker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test consistency with rank: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$\operatorname{rank}[A|\mathbf b]&gt;\operatorname{rank}A$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/ none / infinite classification of all twelve matrices 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infinite.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odd prime number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following 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either symmetric or skew-symmetric or both,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[JEE-2010]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odd prime number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following 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$T_p=\left\{A=\begin{pmatrix}a&amp;b\\c&amp;a\end{pmatrix}:a,b,c\in\{0,1,2,\ldots,p-1\}\right\}$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either symmetric or skew-symmetric or both,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[JEE-2010]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$2(p-1)$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$(p-1)^2+1$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875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Symmetric and skew-symmetric matrices, Divisibility by a prime (counting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875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Symmetric and skew-symmetric matrices, Divisibility by a prime (counting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Symmetric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pairs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Symmetric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 A=a^2-b^2=(a-b)(a+b)$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pairs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$a\equiv\pm b\pmod 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skew-symmetric: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the zero matrix, which is also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we need symmetric matrices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$A^T=A\Rightarrow\begin{pmatrix}a&amp;b\\c&amp;a\end{pmatrix}=\begin{pmatrix}a&amp;c\\b&amp;a\end{pmatrix}\Rightarrow 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skew-symmetric: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$A^T=-A\Rightarrow a=-a$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the zero matrix, which is also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we need symmetric matrices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A=a^2-bc=a^2-b^2=(a-b)(a+b)$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prime,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only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(already counted);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(none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prime,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$p\mid(a-b)$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$p\mid(a+b)$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a,b\le 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$[-(p-1),p-1]$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only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$[0,2p-2]$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(already counted);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$a=1,\ldots,p-1$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$b=p-a$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(none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$=p+(p-1)=2p-1$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$2p-1$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in the field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pair of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the origin of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-plane, each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in the field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$\mathbb F_p$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pair of lines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$a=-b$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the origin of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-plane, each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lines through the origin of the plane </a:t>
                </a:r>
                <a14:m>
                  <m:oMath xmlns:m="http://schemas.openxmlformats.org/officeDocument/2006/math">
                    <m:sSub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line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points, and the lines meet only at the origin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each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F_p$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$a^2-b^2=(a-b)(a+b)=0\iff 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lines through the origin of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F_p^2$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line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points, and the lines meet only at 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$(a,b)=p+p-1=2p-1$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each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$2p-1$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prime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that is both symmetric and skew-symmetric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real skew-symmetric matrices have zero diagonal.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entries are restricted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list the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count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carefully, including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prime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$p\mid xy\iff p\mid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$p\mid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F_p$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$x^2=y^2\iff y=\pm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that is both symmetric and skew-symmetric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real skew-symmetric matrices have zero diagonal.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entries are restricted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$0\ldots 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list the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$a\pm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count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carefully, including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22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odd prime number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following 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trace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[Note: the trace of a matrix is the sum of its diagonal entries.] [JEE-2010]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22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odd prime number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following 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$T_p=\left\{A=\begin{pmatrix}a&amp;b\\c&amp;a\end{pmatrix}:a,b,c\in\{0,1,2,\ldots,p-1\}\right\}$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trace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[Note: the trace of a matrix is the sum of its diagonal entries.] [JEE-2010]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$(p-1)(p^2-p+1)$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$p^3-(p-1)^2$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$(p-1)(p^2-2)$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Trace and determinant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Counting solutions of congruences modulo a prime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Trace and determinant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Counting solutions of congruences modulo a prime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chosen.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$\operatorname{tr}A=2a\not\equiv0$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$bc\equiv a^2\not\equiv0$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chosen.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prime,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chosen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prime,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$p\nmid2a\iff 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chosen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A=a^2-bc$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$bc\equiv a^2\pmod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exactly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inverse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$a\not\equiv0$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$a^2\not\equiv0$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$bc\not\equiv0$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$b\in\{1,\ldots,p-1\}$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exactly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$c\in\{0,\ldots,p-1\}$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$bc\equiv a^2\pmod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inverse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$(b,c)=(1,1),(2,3),(3,2),(4,4)$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$=(p-1)\times(p-1)\times1=(p-1)^2$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$(p-1)^2$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Modulo a prime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non-zero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inverse,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halving is safe modulo an odd prime.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small cases: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(brute force confirms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Modulo a prime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inverse,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$bc\equiv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$t\not\equiv0$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$b,c\in\{1,\ldots,p-1\}$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$2a\equiv0\iff a\equiv0$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halving is safe modulo an odd prime.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small cases: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(brute force confirms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$(p-1)^2=4$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odd prime number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following 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[JEE-2010]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odd prime number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following 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$T_p=\left\{A=\begin{pmatrix}a&amp;b\\c&amp;a\end{pmatrix}:a,b,c\in\{0,1,2,\ldots,p-1\}\right\}$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[JEE-2010]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$p^3-5p$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$p^3-3p$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$p^3-p^2$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875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Counting solutions of congruences modulo a prime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875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Counting solutions of congruences modulo a prime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complement: the matrices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 total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complement: the matrices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$p\mid\det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$(p-1)^2$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$2p-1$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 total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matrices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number of matrices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(Q24, without the trace condition: it is automatic).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matrices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number of matrices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(Q24, without the trace condition: it is automatic).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A=-bc$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$p+p-1=2p-1$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matrices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matrices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$=(p-1)^2+2p-1=p^2$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$p^3-p^2$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$p^3-p^2$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solvable using the Legendre symbol: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solutions, and the symbol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$(b,c)$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solvable using the Legendre symbol: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$1+\left(\frac{bc}p\right)$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solutions, and the symbol sums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Legendre symbol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residues/non-residues).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matrices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χ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χ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χ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χ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 F_p$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$1+\chi(bc)$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Legendre symbol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$\chi(0)=0$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$\chi=\pm1$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residues/non-residues).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matrices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$p\mid\det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$=\sum_{b,c}\left(1+\chi(b)\chi(c)\right)=p^2+\left(\sum_b\chi(b)\right)\left(\sum_c\chi(c)\right)$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χ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(equally many residues and non-residues), so the number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number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$\sum_b\chi(b)=0$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(equally many residues and non-residues), so the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number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$p^3-p^2$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$p^3-p^2$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Legendre symbol;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χ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 counting: count the singular ones, subtract from the total.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singular matrices of this form number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surface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cone)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(brute force).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$a^2\equiv t\pmod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$1+\chi(t)$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Legendre symbol;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$\sum_{t=0}^{p-1}\chi(t)=0$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 counting: count the singular ones, subtract from the total.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F_p$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singular matrices of this form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surface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cone)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$27-9=18$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$125-25=100$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(brute force).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real numbers satisfying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.......(E)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reference to (E), lies on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[JEE-2011]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real numbers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$\begin{bmatrix}a&amp;b&amp;c\end{bmatrix}\begin{bmatrix}1&amp;9&amp;7\\8&amp;2&amp;7\\7&amp;3&amp;7\end{bmatrix}=\begin{bmatrix}0&amp;0&amp;0\end{bmatrix}$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.......(E)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reference to (E), lies on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$7a+b+c$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[JEE-2011]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87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linear system with a non-trivial solution, Equation of a plane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system has a zero determinant,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plane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system has a zero determinant,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$(a,b,c)=\lambda\left(-\frac17,-\frac67,1\right)$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plane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out (E):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are non-trivial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out (E):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$a+8b+7c=0$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$9a+2b+3c=0$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$7a+7b+7c=0\Rightarrow a+b+c=0$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$\Delta=\begin{vmatrix}1&amp;8&amp;7\\9&amp;2&amp;3\\1&amp;1&amp;1\end{vmatrix}=1(-1)-8(6)+7(7)=0$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are non-trivial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$7b=-6\lambda$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$b=-\frac{6\lambda}7$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$a=-b-c=-\frac\lambda7$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 (ii):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$(a,b,c)=\left(-\frac\lambda7,-\frac{6\lambda}7,\lambda\right)$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$-\frac{9\lambda}7-\frac{12\lambda}7+3\lambda=0$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$-\frac{2\lambda}7-\frac{6\lambda}7+\lambda=1\Rightarrow-\frac\lambda7=1\Rightarrow\lambda=-7$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$7a+b+c=-\lambda-\frac{6\lambda}7+\lambda=-\frac{6\lambda}7=6$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solution direction is perpendicular to two independent coefficient vectors, so it is their cross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solution direction is perpendicular to two independent coefficient vectors, so it is their cross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$(1,6,-7)$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say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equation (ii)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dependent).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say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$(1,8,7)$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equation (ii)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dependent).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$(1,8,7)\times(1,1,1)=(8-7,\ 7-1,\ 1-8)=(1,6,-7)$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$(a,b,c)=t(1,6,-7)$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$9+12-21=0$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$2t+6t-7t=t=1$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$(a,b,c)=(1,6,-7)$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$7a+b+c=7+6-7=6$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non-zero solution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solutions form a line (rank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through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rank-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homogeneous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the solution direction is the cross product of two independent rows (or columns).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whole solution set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of the coordinates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(iii).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a one-parameter family into a plane equation to find the parameter.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x^TM=0$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non-zero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solutions form a line (rank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through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rank-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homogeneous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the solution direction is the cross product of two independent rows (or columns).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whole solution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$(a,b,c)=t(1,6,-7)$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of the coordinates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(iii).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a one-parameter family into a plane equation to find the parameter.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79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real numbers satisfying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.......(E)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solution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(E),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 [JEE-2011]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79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real numbers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$\begin{bmatrix}a&amp;b&amp;c\end{bmatrix}\begin{bmatrix}1&amp;9&amp;7\\8&amp;2&amp;7\\7&amp;3&amp;7\end{bmatrix}=\begin{bmatrix}0&amp;0&amp;0\end{bmatrix}$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.......(E)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$\operatorname{Im}(\omega)&gt;0$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(E),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$\frac3{\omega^a}+\frac1{\omega^b}+\frac3{\omega^c}$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 [JEE-2011]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linear system with a non-trivial solution, Cube roots of unity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reduce the exponents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$(a,b,c)=\lambda\left(-\frac17,-\frac67,1\right)$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$(2,12,-14)$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reduce the exponents modulo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$\omega^3=1$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(E):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$(a,b,c)=\left(-\frac\lambda7,-\frac{6\lambda}7,\lambda\right)$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$a=2\Rightarrow\lambda=-14$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$\frac3{\omega^a}+\frac1{\omega^b}+\frac3{\omega^c}=\frac3{\omega^2}+\frac1{\omega^{12}}+3\omega^{14}$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$\frac1{\omega^2}=\omega$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$\omega^{12}=1$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$\omega^{14}=\omega^2$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$3\omega+1+3\omega^2$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$=3(\omega+\omega^2)+1=3(-1)+1=-2$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$1+\omega+\omega^2=0$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reduce exponents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ones too: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of (E)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$1+\omega+\omega^2=0$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reduce exponents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ones too: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$\omega^{-14}=\omega^{-14+15}=\omega$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$\frac1{\omega^k}=\omega^{-k}=\omega^{3-k}$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$\bar\omega=\omega^2=\frac1\omega$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of (E)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$(a,b,c)=t(1,6,-7)$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$(2,12,-14)$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$\omega^a+\omega^{a+1}+\omega^{a+2}=0$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79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real numbers satisfying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.......(E)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(E).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quadratic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β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[JEE-2011]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79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real numbers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$\begin{bmatrix}a&amp;b&amp;c\end{bmatrix}\begin{bmatrix}1&amp;9&amp;7\\8&amp;2&amp;7\\7&amp;3&amp;7\end{bmatrix}=\begin{bmatrix}0&amp;0&amp;0\end{bmatrix}$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.......(E)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(E).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quadratic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$\sum_{n=0}^{\infty}\left(\frac1\alpha+\frac1\beta\right)^n$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[JEE-2011]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linear system with a non-trivial solution, Roots of a quadratic equation and infinite G.P.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series is an infinite G.P. with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$\frac1\alpha+\frac1\beta=-\frac bc=\frac67$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series is an infinite G.P. with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$\frac67$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$b=6\Rightarrow-\frac{6\lambda}7=6\Rightarrow\lambda=-7$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$a=-\frac\lambda7=1$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$c=\lambda=-7$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$x^2+6x-7=0$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$(x+7)(x-1)=0$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$x=-7,\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$\frac1\alpha+\frac1\beta=-\frac17+1=\frac67$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$\sum_{n=0}^\infty\left(\frac67\right)^n=1+\frac67+\left(\frac67\right)^2+\cdots=\frac1{1-\frac67}=7$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$\frac67&lt;1$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Vieta's formulas, without solving the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$(a,b,c)=t(1,6,-7)$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Vieta's formulas, without solving the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(E) (cross-product form):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Vieta: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G.P.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(E) (cross-product form):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$(a,b,c)=t(1,6,-7)$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Vieta: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$\alpha+\beta=-\frac ba=-6$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$\alpha\beta=\frac ca=-7$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$\frac1\alpha+\frac1\beta=\frac{\alpha+\beta}{\alpha\beta}=\frac{-6}{-7}=\frac67$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G.P.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$\frac1{1-6/7}=7$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need to find the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whose coefficients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using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family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answers Q26–Q28 with one idea.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$\frac1\alpha+\frac1\beta=-\frac 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$\alpha^2+\beta^2=\frac{b^2-2ac}{a^2}$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need to find the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whose coefficients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$1+6-7=0$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$\sum_{n\ge0}r^n=\frac1{1-r}$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using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$(a,b,c)=t(1,6,-7)$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answers Q26–Q28 with one idea.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Matching List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Q29 – Q31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3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Match Column I with Column II; one or more matches per row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111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orthogonal matrix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.\nColumn I\n(A) If we vary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first row first column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will form\n(B) If we vary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2nd row 2nd column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will form\n(C) If we vary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first row first column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will form\n(D) If we vary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first row 2nd column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will represent the sum of\nColumn II\n(P) G.P. with common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\n(Q) A.P.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\n(R) G.P. with common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\n(S) A.P. with common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111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$A=\begin{pmatrix}3&amp;-4\\1&amp;-1\end{pmatrix}$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$B=\begin{pmatrix}a&amp;b\\0&amp;1\end{pmatrix}$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orthogonal matrix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$Q=PAP^T$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$R=P^TQ^KP$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$S=PBP^T$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$T=P^TS^KP$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.\nColumn I\n(A) If we vary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first row first column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will form\n(B) If we vary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2nd row 2nd column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will form\n(C) If we vary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first row first column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will form\n(D) If we vary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first row 2nd column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will represent the sum of\nColumn II\n(P) G.P. with common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\n(Q) A.P.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\n(R) G.P. with common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\n(S) A.P.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Powers of a matrix and orthogonal similarity, A.P. and G.P.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Orthogonality cancels the conjugation: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Orthogonality cancels the conjugation: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$R=P^T(PAP^T)^KP=A^K$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$T=B^K$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general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Similarly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$PP^T=P^TP=I$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$Q=PAP^T\Rightarrow Q^2=(PAP^T)(PAP^T)=PA^2P^T$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$Q^K=PA^KP^T$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$R=P^TQ^KP=P^T(PA^KP^T)P=A^K$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$S^K=PB^KP^T$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$T=B^K$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row first column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 A.P.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second row second column 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A.P. with common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$A^2=\begin{pmatrix}3&amp;-4\\1&amp;-1\end{pmatrix}\begin{pmatrix}3&amp;-4\\1&amp;-1\end{pmatrix}=\begin{pmatrix}5&amp;-8\\2&amp;-3\end{pmatrix}$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$A^3=\begin{pmatrix}5&amp;-8\\2&amp;-3\end{pmatrix}\begin{pmatrix}3&amp;-4\\1&amp;-1\end{pmatrix}=\begin{pmatrix}7&amp;-12\\3&amp;-5\end{pmatrix}$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$R=A^K$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row first column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$3,5,7,\ldots$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 A.P.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second row second column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$-1,-3,-5,\ldots$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A.P.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row first column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G.P. with common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first row second column entry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of a G.P. with common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$B^2=\begin{pmatrix}a^2&amp;ab+b\\0&amp;1\end{pmatrix}$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$B^3=\begin{pmatrix}a^3&amp;a^2b+ab+b\\0&amp;1\end{pmatrix}$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$T=B^K$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row first column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$a,a^2,a^3,\ldots$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G.P. with common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first row second column entry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$b(1+a+a^2+\cdots+a^{K-1})$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of a G.P. with common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Q; (B) S; (C) P; (D) P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exactly;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 the recurrence of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entry.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$A=I+N$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$N^2=O$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$A^K=I+KN$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exactly;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 the recurrence of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entry.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(binomial theorem with all terms beyond the second 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(A.P.,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(A.P.,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(A) Q, (B)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$A=I+N$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$N=\begin{pmatrix}2&amp;-4\\1&amp;-2\end{pmatrix}$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$N^2=\begin{pmatrix}4-4&amp;-8+8\\2-2&amp;-4+4\end{pmatrix}=O$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$A^K=I+KN=\begin{pmatrix}2K+1&amp;-4K\\K&amp;1-2K\end{pmatrix}$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(binomial theorem with all terms beyond the second 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$R=A^K$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$P^TQ^KP=A^K$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(A) Q, (B)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</m:sSup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G.P.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 P,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G.P. sum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 P. Same answers.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$B^{K+1}=B^KB$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$B^K=\begin{pmatrix}a^K&amp;t_K\\0&amp;1\end{pmatrix}$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$B^{K+1}=\begin{pmatrix}a^{K+1}&amp;a^Kb+t_K\\0&amp;1\end{pmatrix}$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$t_{K+1}=t_K+a^Kb$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$t_K=b(1+a+\cdots+a^{K-1})$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$T_{11}=a^K$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G.P.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 P,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$T_{12}=b(1+a+\cdots+a^{K-1})$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G.P. sum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 P. Same answers.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Q; (B) S; (C) P; (D) P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similarity by an orthogonal (or any invertible) matrix commutes with powers.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eigenvalue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repeated) this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Matrices with repeated eigenvalue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powers that are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A.P.) in every entry.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$(PAP^T)^K=PA^KP^T$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$P^T(PAP^T)^KP=A^K$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similarity by an orthogonal (or any invertible) matrix commutes with powers.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$(I+N)^K=I+KN$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$A=\begin{pmatrix}3&amp;-4\\1&amp;-1\end{pmatrix}$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eigenvalue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repeated)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$A^K=\begin{pmatrix}2K+1&amp;-4K\\K&amp;1-2K\end{pmatrix}$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$\begin{pmatrix}a&amp;b\\0&amp;1\end{pmatrix}^K=\begin{pmatrix}a^K&amp;b\frac{a^K-1}{a-1}\\0&amp;1\end{pmatrix}$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Matrices with repeated eigenvalue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$(A-I)^2=O$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powers that are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A.P.) in every entry.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955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square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has its elements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four elements different).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such matrices.\nColumn A\n(A) Possible non-negative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is\n(B) Sum of values of determinants corresponding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is\n(C) If the absolute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least, then possible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is\n(D)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algebraically least, then possible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is\nColumn B\n(P)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955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square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has its elements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four elements different).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such matrices.\nColumn A\n(A) Possible non-negative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is\n(B) Sum of values of determinants corresponding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is\n(C) If the absolute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least, then possible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$|\operatorname{adj}(\operatorname{adj}(\operatorname{adj}A))|$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is\n(D)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algebraically least, then possible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$\det(4A^{-1})$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is\nColumn B\n(P)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List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 and adjoint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Counting of matrices (permutations)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List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 and adjoint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Counting of matrices (permutations)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four elements are a permutation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takes the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(each sign equally often).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four elements are a permutation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$0,1,2,4$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$N=24$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$\det=ad-bc$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takes the 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$\pm2,\pm4,\pm8$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(each sign equally often).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entries are different, so the matrices correspond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entries are different, so the matrices correspond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Examples: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non-negative 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P, Q, 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occurs,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when one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is not).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possible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interchanging two rows changes the sign, so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pair off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/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and the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least absolute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general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P,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Examples: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$\begin{vmatrix}2&amp;4\\0&amp;1\end{vmatrix}=2$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$\begin{vmatrix}4&amp;2\\0&amp;1\end{vmatrix}=4$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$\begin{vmatrix}4&amp;1\\0&amp;2\end{vmatrix}=8$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non-negative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$2,4,8$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P, Q, 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occurs,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when one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is not).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$\pm2,\pm4,\pm8$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interchanging two rows changes the sign, so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pair off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/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and 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least absolute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$\operatorname{adj}(\operatorname{adj}M)=M$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$\operatorname{adj}(\operatorname{adj}(\operatorname{adj}A))=\operatorname{adj}A$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$|\operatorname{adj}A|=|A|^{2-1}=\pm2$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$|\operatorname{adj}^kA|=|A|^{(n-1)^k}=|A|$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P,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algebraically least determinant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algebraically least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$\begin{pmatrix}0&amp;4\\2&amp;1\end{pmatrix}$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$\det(4A^{-1})=4^2\cdot\frac1{\det A}=\frac{16}{-8}=-2$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P, Q, T; (B) S; (C) P, R; (D) R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up the four numbers: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difference of the products of two complementary pairs, and there are only three ways to split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two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up the four numbers: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$\det=ad-bc$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difference of the products of two complementary pairs, and there are only three ways to 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$\{0,1,2,4\}$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two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uses the diagonal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off-diagonal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these two pairs split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products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products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products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uses the diagonal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$\{a,d\}$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off-diagonal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$\{b,c\}$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these two pairs 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$\{0,1,2,4\}$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$\{0,1\}|\{2,4\}$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products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$\det=\pm8$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$\{0,2\}|\{1,4\}$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products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$\det=\pm4$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$\{0,4\}|\{1,2\}$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products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split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of which pair is on the diagonal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all,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equally often.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Non-negative 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(P, Q, T). (B)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symmetry (S).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(P, R). (D) Least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 Same answers.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split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of which pair is on 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all,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equally often.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Non-negative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$2,4,8$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(P, Q, T). (B)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symmetry (S).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$|\det|_{\min}=2$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$|\operatorname{adj}^3A|=|A|^{1}=\pm2$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(P, R). (D)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$\det(4A^{-1})=\frac{16}{-8}=-2$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 Same answers.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P, Q, T; (B) S; (C) P, R; (D) R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Swapping the two rows of a matrix negates its determinant, so sets of matrices closed under row swapping have determinant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matrices built from distinct numbers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𝑝𝑟𝑜𝑑𝑢𝑐𝑡 𝑜𝑓 𝑝𝑎𝑖𝑟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𝑝𝑟𝑜𝑑𝑢𝑐𝑡 𝑜𝑓 𝑐𝑜𝑚𝑝𝑙𝑒𝑚𝑒𝑛𝑡𝑎𝑟𝑦 𝑝𝑎𝑖𝑟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pairings.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$\operatorname{adj}(\operatorname{adj}A)=A$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$\operatorname{adj}A=\begin{pmatrix}d&amp;-b\\-c&amp;a\end{pmatrix}$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$\det(\operatorname{adj}A)=\det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$|\operatorname{adj}^kA|=|A|^{(n-1)^k}$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$\det(cA)=c^n\det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$\det(A^{-1})=\frac1{\det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Swapping the two rows of a matrix negates its determinant, so sets of matrices closed under row swapping have determinant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matrices built from distinct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$\{w,x,y,z\}$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$\det=\pm(\text{product of pair}-\text{product of complementary pair})$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pairings.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5684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statements/expressions in Column-I with the statements/expressions in Column-II. [JEE-2008]\nColumn-I\n(A) The minimum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)\n(B)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of real numbers,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transpose of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are\n(C)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less than\n(D)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possible values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are\nColumn-II\n(P)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5684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statements/expressions in Column-I with the statements/expressions in Column-II. [JEE-2008]\nColumn-I\n(A)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$\frac{x^2+2x+4}{x+2}$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)\n(B)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of real numbers,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$(A+B)(A-B)=(A-B)(A+B)$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$(AB)^t=(-1)^kAB$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transpose of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are\n(C)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$a=\log_3\log_32$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$1&lt;2^{(-k+3^{-a})}&lt;2$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less than\n(D)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$\sin\theta=\cos\phi$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$\frac1\pi\left(\theta\pm\phi-\frac\pi2\right)$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are\nColumn-II\n(P)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and skew-symmetric matrices, Minimum of a function, logarithms and trigonometric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Four independent mini-problems: calculus (or AM–GM) for (A), commuting symmetric/skew matrices for (B),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(C),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solutions for (D).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Four independent mini-problems: calculus (or AM–GM) for (A), commuting symmetric/skew matrices for (B),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$a^{\log_ab}=b$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(C),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x=\cos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solutions for (D).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$f(x)=\frac{x^2+2x+4}{x+2}$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$f'(x)=\frac{(x+2)(2x+2)-(x^2+2x+4)}{(x+2)^2}=\frac{x^2+4x}{(x+2)^2}=0\Rightarrow x=0,-4$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and its least value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critical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outside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R,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and its least value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critical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$f(-4)=-6$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$B^T=-B$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$(A+B)(A-B)=(A-B)(A+B)\Rightarrow-AB+BA=AB-BA\Rightarrow AB=BA$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$(AB)^T=B^TA^T=(-B)(A)=-BA=-AB$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$(AB)^T=-AB=(-1)^kAB$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$3^{-a}=3^{-\log_3\log_32}=\frac1{\log_32}=\log_23$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$2^{(-k+3^{-a})}=2^{-k}\cdot2^{\log_23}=3\cdot2^{-k}$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$1&lt;3\cdot2^{-k}&lt;2\Rightarrow\frac13&lt;2^{-k}&lt;\frac23$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$2^{-1}=\frac12$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R,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even integer: it can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$\sin\theta=\cos\phi\Rightarrow\cos\left(\frac\pi2-\theta\right)=\cos\phi\Rightarrow\frac\pi2-\theta=2n\pi\pm\phi$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$\theta\pm\phi=\frac\pi2-2n\pi$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$\frac1\pi\left(\theta\pm\phi-\frac\pi2\right)=-2n$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even integer: it can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R; (B) Q, S; (C) R, S; (D) P, R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(A) by AM–GM, (C) by plain numerics, (D) by a sum-to-product formula; (B) uses the same commutation fact.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AM–GM, with 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approached but not reached: the least (infimum)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(Q, 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0.6309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0.6309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1.585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(too big);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0.585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0.415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R,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$\frac{x^2+2x+4}{x+2}=(x+2)+\frac4{x+2}-2\ge2\sqrt{4}-2=2$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AM–GM, with 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approached but not reached: the least (infimum)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$(A+B)(A-B)=(A-B)(A+B)\iff AB=BA$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$(AB)^T=B^TA^T=-BA=-AB$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(Q, 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$\log_32\approx0.6309$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$3^{-a}=\frac1{0.6309}\approx1.585$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$2^{1.585}=3$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(too big);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$2^{0.585}=1.5\in(1,2)$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$2^{-0.415}=0.75&lt;1$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$k=1&lt;2,3$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R,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both cases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even, so P, R. Same answers.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$\sin\theta-\cos\phi=\sin\theta-\sin\left(\frac\pi2-\phi\right)=2\cos\frac{\theta-\phi+\pi/2}2\sin\frac{\theta+\phi-\pi/2}2=0$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$\sin\frac{\theta+\phi-\pi/2}2=0\Rightarrow\theta+\phi-\frac\pi2=2m\pi$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$\cos\frac{\theta-\phi+\pi/2}2=0\Rightarrow\theta-\phi+\frac\pi2=(2m+1)\pi\Rightarrow\theta-\phi-\frac\pi2=2m\pi$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both cases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$\frac1\pi(\ldots)=2m$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even, so P, R. Same answers.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R; (B) Q, S; (C) R, S; (D) P, R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cross terms must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commuting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skew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(some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AM–GM form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𝑙𝑖𝑛𝑒𝑎𝑟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$(A+B)(A-B)=(A-B)(A+B)\iff AB=BA$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cross terms must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commuting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skew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$(AB)^T=-AB$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$a^{\log_ab}=b$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$\frac1{\log_ab}=\log_ba$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$3^{-\log_3\log_32}=\log_23$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x=\cos y\iff x=2n\pi\pm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x=\sin y\iff x=n\pi+(-1)^ny$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$\sin\theta=\cos\phi\iff\theta\pm\phi=\frac\pi2+2n\pi$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(some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$\frac{x^2+2x+4}{x+2}=(x+2)+\frac4{x+2}-2$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AM–GM form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$\frac{x^2+\text{linear}}{x+c}$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2.09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31 questions, 109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Matrices Sheet C2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2.09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