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1.0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3.0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1.0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3.0</c:v>
                </c:pt>
                <c:pt idx="15">
                  <c:v>1.0</c:v>
                </c:pt>
                <c:pt idx="16">
                  <c:v>3.0</c:v>
                </c:pt>
                <c:pt idx="17">
                  <c:v>2.0</c:v>
                </c:pt>
                <c:pt idx="18">
                  <c:v>2.0</c:v>
                </c:pt>
                <c:pt idx="19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imaginary part of $z_2$ as $(2\sqrt6-\sqrt3)$; the correct product $(\sqrt3+2\sqrt2 i)(\sqrt3+i)$ has imaginary part $\sqrt3+2\sqrt6$. The next line $z_1-z_2$ in the PDF is already correct (it needs $+\sqrt3+2\sqrt6$ in $z_2$). Also the PDF does not show $|z_1-z_2|^2$ or the area check;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expansion line starts with $|z_2|^2$ where $|z_1|^2$ is meant (first term of $|z_1-2z_2|^2$), and the squaring line has no '=' sign. Fixed; the factorisation and the answer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states 'the roots of $z^{1985}+z^{100}+1=0$ be $\omega$ and $\omega^2$', which is not correct as written (that equation has degree $1985$, so $\omega,\omega^2$ are only some of its roots). The correct argument is to find the roots of the cubic and test each in the first equation, including $z=-1$ (which fails). The final answer $2$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second elimination line is written $(a^2-b^2)(z+\bar z)=2(a^2-b^2)$; it should be $(a^2-b^2)(z^2+\bar z^{\,2})=2(a^2-b^2)$. The line '$1+1^2=-1$' is replaced by the correct $-2|z|^2=2$. The PDF's own $a=-b$ case shows the set is infinite there, so the key $0$ is true only for $a\ne\pm b$ (the question should say $a\ne\pm b$).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– Algebra 17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Complex Numbers (Q321–Q340)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35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origin,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obtuse angled isosceles triangle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scalene triangle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area of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area of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35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origin,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$z_1=\sqrt3+2\sqrt2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$B(z_2)$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$\sqrt3|z_2|=|z_1|$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$\arg(z_2)=\arg(z_1)+\frac{\pi}{6}$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obtuse angled isosceles triangle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scalene triangle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area of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$\frac{11}{4}$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area of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$\frac{11}{\sqrt3}$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Rotation and scaling of a complex number, Triangle in the Argand plane (angles and area)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rotated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scaled; then test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against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$z_2=\frac{1}{\sqrt3}z_1e^{i\pi/6}$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rotated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scaled; then test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$|z_1-z_2|$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against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$|z_2|$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$z_1=\sqrt3+2\sqrt2i$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$\frac{|z_2|}{|z_1|}=\frac{1}{\sqrt3}$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$\arg\left(\frac{z_2}{z_1}\right)=\frac{\pi}{6}$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with angles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(obtuse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$z_2=\frac{|z_2|}{|z_1|}\,z_1e^{i\pi/6}=\frac{1}{\sqrt3}\cdot\frac{\left(\sqrt3+2\sqrt2i\right)\left(\sqrt3+i\right)}{2}$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$\left(\sqrt3+2\sqrt2i\right)\left(\sqrt3+i\right)=\left(3-2\sqrt2\right)+i\left(\sqrt3+2\sqrt6\right)$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$z_2=\frac{\left(3-2\sqrt2\right)+i\left(\sqrt3+2\sqrt6\right)}{2\sqrt3}$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$z_1-z_2=\frac{\left(3+2\sqrt2\right)+i\left(2\sqrt6-\sqrt3\right)}{2\sqrt3}$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$|z_1-z_2|^2=\frac{\left(17+12\sqrt2\right)+\left(27-12\sqrt2\right)}{12}=\frac{11}{3}=|z_2|^2$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$|z_1-z_2|=|z_2|$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with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$\frac{\pi}{6},\frac{\pi}{6},\frac{2\pi}{3}$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(obtuse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(C), (D):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neither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(C), (D):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 OA\cdot OB\sin\frac{\pi}{6}=\frac{11}{4\sqrt3}$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an obtuse angled isosceles triangle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$ABO$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an obtuse angled isosceles triangle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plane geometry: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apply the cosine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plane geometry: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$OA=\sqrt{11}$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$OB=\frac{\sqrt{11}}{\sqrt3}$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AOB=30^\circ$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apply the cosine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Cosine rule: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$|z_1|=\sqrt{3+8}=\sqrt{11}$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$OA=\sqrt{11}$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$OB=|z_2|=\frac{\sqrt{11}}{\sqrt3}$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AOB=\arg z_2-\arg z_1=30^\circ$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Cosine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$AB^2=11+\frac{11}{3}-2\sqrt{11}\cdot\frac{\sqrt{11}}{\sqrt3}\cos30^\circ=11+\frac{11}{3}-11=\frac{11}{3}$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base angles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angle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(obtuse):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obtuse isosceles triangle,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(C), (D) fail.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$AB^2=OB^2$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base angles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$180^\circ-60^\circ=120^\circ$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(obtuse):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obtuse isosceles triangle,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 OA\cdot OB\sin30^\circ=\frac{11}{4\sqrt3}$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(C), (D) fail.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an obtuse angled isosceles triangle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$ABO$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an obtuse angled isosceles triangle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rotates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arg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arg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with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comes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triangle is isosceles with equal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rotates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$\frac{z_2}{z_1}=\frac{|z_2|}{|z_1|}e^{i\left(\arg z_2-\arg z_1\right)}$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$|z_1|,|z_2|,|z_1-z_2|$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$\arg\frac{z_2}{z_1}$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$=\frac12|z_1||z_2|\sin\left(\arg\frac{z_2}{z_1}\right)$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$|z_1|=\sqrt{11}$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comes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$\frac{|z_2|}{|z_1|}=\frac{1}{2\cos\theta}$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triangle is isosceles with equal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$|z_1-8-2i|\le1$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$|z_2-2+6i|\le2$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$z_1,z_2\in\mathbb{C}$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Distance between two discs (minimum distance between points)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condition is a disc, and the least distance between two disjoint discs is (distance of centres)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condition is a disc, and the least distance between two disjoint discs is (distance of centres)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$-r_1-r_2$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 with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 with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discs are separate.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$|z_1-(8+2i)|\le1$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$C_1:(8,2)$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$|z_2-(2-6i)|\le2$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$C_2:(2,-6)$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$C_1C_2=\sqrt{6^2+8^2}=10&gt;r_1+r_2$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discs are separate.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$|z_1-z_2|_{\min}=C_1C_2-r_1-r_2=10-2-1=7$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Chain of the triangle inequality,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a check that equality can be attained.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Chain of the triangle inequality,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$|z_1-z_2|\ge|c_1-c_2|-|z_1-c_1|-|z_2-c_2|$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a check that equality can be attained.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triangle inequality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$c_1=8+2i$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$c_2=2-6i$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$c_1-c_2=6+8i$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$|c_1-c_2|=10$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$z_1-z_2=(c_1-c_2)+(z_1-c_1)-(z_2-c_2)$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triangle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$|z_1-z_2|\ge|c_1-c_2|-|z_1-c_1|-|z_2-c_2|\ge10-1-2=7$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opposite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full moduli: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admissible and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$-(z_2-c_2)$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opposite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$c_1-c_2$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full moduli: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$z_1=c_1-\frac{6+8i}{10}$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$z_2=c_2+\frac{2(6+8i)}{10}$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admissible and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$|z_1-z_2|=10-1-2=7$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discs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extremes occur on the line of centres;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discs overlap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disc: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farthest point: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discs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$|z-c_1|\le 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$|z-c_2|\le 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$\min|z_1-z_2|=\max\left(0,\;|c_1-c_2|-r_1-r_2\right)$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$\max|z_1-z_2|=|c_1-c_2|+r_1+r_2$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extremes occur on the line of centres;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discs overlap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$|c_1-c_2|\le 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disc: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$\max(0,|P-c|-r)$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farthest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$|P-c|+r$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and the product of all the non-zero solutions of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and the product of all the non-zero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$(\bar z)^2+|z|=0$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$4\left(\alpha^2+\beta^2\right)$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involving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and product of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involving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and product of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into real and imaginary parts: the imaginary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into real and imaginary parts: the imaginary part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$-2xy=0$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Real part: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the zero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z=x-iy$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z^{\,2}=x^2-y^2-2ixy$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$x^2-y^2-2ixy+\sqrt{x^2+y^2}=0$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Real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$x^2-y^2+\sqrt{x^2+y^2}=0$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$x^2+|x|=0$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the zero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Non-zero solutions: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$-y^2+|y|=0$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$|y|=|y|^2$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$y=0,\pm1$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Non-zero 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$\alpha=i+(-i)=0$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$\beta=i(-i)=1$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$4\left(\alpha^2+\beta^2\right)=4(0+1)=4$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Polar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Polar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$z=re^{i\theta}$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$r\,e^{-2i\theta}=-1$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moduli,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$z=re^{i\theta}$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z^{\,2}=r^2e^{-2i\theta}$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$r^2e^{-2i\theta}+r=0\Rightarrow re^{-2i\theta}=-1$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moduli,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$e^{-2i\theta}=-1$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$-2\theta=\pi+2k\pi$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$\theta=\pm\frac{\pi}{2}$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non-zero solutions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non-zero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$4\left(\alpha^2+\beta^2\right)=4$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equations mixing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either 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real and imaginary parts or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moduli of both sides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free: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list the trivial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when the question says 'non-zero solutions'.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equations mixing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either 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real and imaginary parts or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$z=re^{i\theta}$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z=re^{-i\theta}$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moduli of both sides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$|\bar z|=|z|$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free: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z^{\,2}=-|z|$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list the trivial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when the question says 'non-zero solutions'.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$S=\left\{z\in\mathbb{C}:|z-1|\le2;\;\left(z+\bar z\right)+i\left(z-\bar z\right)\le2,\;\mathrm{Im}(z)\ge0\right\}$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Region in the Argand plane, Area of a sector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disc, so the region is a sector.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disc, so the region is a sector.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$(x-1)^2+y^2\le4$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$\left(z+\bar z\right)+i\left(z-\bar z\right)=2x+i(2iy)=2x-2y\le2$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centre; it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 region lies above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on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line, so it is the sector between the directions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centre,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centre; it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 region lies above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on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line, so it is the sector between the directions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centre,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$=\frac12(2)^2\left(\frac{3\pi}{4}\right)=\frac{3\pi}{2}$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$\frac{3\pi}{2}$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Subtract: the upper half disc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part cut off by the line is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Subtract: the upper half disc has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part cut off by the line is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half of the disc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off, inside the upper half disc, the points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these lie between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(direction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line (direction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as seen from the centre.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half of the disc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$\frac12\pi(2)^2=2\pi$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off, inside the upper half disc, the points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these lie between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line (direction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as seen from the centre.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a sector of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a sector of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$\frac12\cdot4\cdot\frac{\pi}{4}=\frac{\pi}{2}$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$=2\pi-\frac{\pi}{2}=\frac{3\pi}{2}$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$\frac{3\pi}{2}$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half-plane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centre of a disc divides it into sectors, so 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of the sector in radians.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Angles of a region at the centre are read from the directions of its bounding rays measured from the centre (here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from the origin).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$z+\bar z=2x$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$z-\bar z=2iy$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$a\left(z+\bar z\right)+bi\left(z-\bar z\right)=2ax-2by$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half-plane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centre of a disc divides it into sectors, so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$\frac12r^2\phi$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of the sector in radians.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Angles of a region at the centre are read from the directions of its bounding rays measured from the centre (here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from the origin).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096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Consider the following two statements.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Statement I: For any two non-zero complex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Statement II: If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are three distinct complex numbers and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are three positive real numbers such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.\nBetween the above two statements: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Statement I is correct but Statement II is incorrect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Statement I is incorrect but Statement II is correct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Both Statement I and Statement II are incorrect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Both Statement I and Statement II are correct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096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Consider the following two statements.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Statement I: For any two non-zero complex numbers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$\left(|z_1|+|z_2|\right)\left|\frac{z_1}{|z_1|}+\frac{z_2}{|z_2|}\right|\le2\left(|z_1|+|z_2|\right)$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Statement II: If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are three distinct complex numbers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are three positive real numbers such that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$\frac{a}{|y-z|}=\frac{b}{|z-x|}=\frac{c}{|x-y|}$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$\frac{a^2}{y-z}+\frac{b^2}{z-x}+\frac{c^2}{x-y}=1$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.\nBetween the above two statements: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Statement I is correct but Statement II is incorrect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Statement I is incorrect but Statement II is correct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Both Statement I and Statement II are incorrect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Both Statement I and Statement II are correct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Modulus of a complex number (triangle inequality), Conjugates and the sum of terms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Modulus of a complex number (triangle inequality), Conjugates and the sum of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$\frac{a^2}{y-z}$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etc.;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three terms cancel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$a=k|y-z|$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etc.;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$\frac{a^2}{y-z}=k^2\left(\bar y-\bar z\right)$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three terms cancel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$\left|\frac{z_1}{|z_1|}+\frac{z_2}{|z_2|}\right|\le\left|\frac{z_1}{|z_1|}\right|+\left|\frac{z_2}{|z_2|}\right|=1+1=2$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the positive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 I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for the other two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 II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the positive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$|z_1|+|z_2|$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$\left(|z_1|+|z_2|\right)\left|\frac{z_1}{|z_1|}+\frac{z_2}{|z_2|}\right|\le2\left(|z_1|+|z_2|\right)$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 I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$\frac{a}{|y-z|}=\frac{b}{|z-x|}=\frac{c}{|x-y|}=k$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$a=k|y-z|$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$b=k|z-x|$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$c=k|x-y|$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$|w|^2=w\bar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$\frac{a^2}{y-z}=\frac{k^2|y-z|^2}{y-z}=k^2\left(\bar y-\bar z\right)$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for the other two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$k^2\left(\bar y-\bar z+\bar z-\bar x+\bar x-\bar y\right)=0$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 II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Statement I is correct and Statement II is incorrect: option (A).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Statement I is correct but Statement II is incorrect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Statement II can be refuted by one concrete example, and Statement I read as 'the sum of two unit vectors has length at most 2'.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(distinct)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Statement II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(distinct)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$|y-z|=\sqrt2$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$|x-y|=1$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$\frac{a^2}{y-z}=\frac{2}{1-i}=1+i$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$\frac{b^2}{z-x}=\frac1i=-i$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$\frac{c^2}{x-y}=\frac{1}{-1}=-1$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$(1+i)-i-1=0\ne1$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Statement II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unit vectors; the diagonal of the parallelogram they span has length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 𝑜𝑓 𝑢𝑛𝑖𝑡 𝑣𝑒𝑐𝑡𝑜𝑟𝑠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Statement I holds: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$\frac{z_1}{|z_1|}$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$\frac{z_2}{|z_2|}$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unit vectors; the diagonal of the parallelogram they span has length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$|\text{sum of unit vectors}|\le2$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Statement I holds: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Statement I is correct but Statement II is incorrect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unit complex number with the same argument;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complex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turns expressions like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conjugates.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inequality: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argument (or one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$\frac{z}{|z|}$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unit complex number with the same argument;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$\left|\frac{z_1}{|z_1|}+\frac{z_2}{|z_2|}\right|=2\left|\cos\frac{\theta_1-\theta_2}{2}\right|$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z_1=\arg 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complex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$w\bar w=|w|^2$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$\frac{|w|^2}{w}=\bar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turns expressions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$\frac{a^2}{y-z}$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$a\propto|y-z|$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conjugates.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inequality: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$|u+v|\le|u|+|v|$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argument (or one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region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$S_1=\{z\in\mathbb{C}:|z|\le5\}$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$S_2=\left\{z\in\mathbb{C}:\mathrm{Im}\left(\frac{z+1-\sqrt3i}{1-\sqrt3i}\right)\ge0\right\}$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$S_3=\{z\in\mathbb{C}:\mathrm{Re}(z)\ge0\}$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$S_1\cap S_2\cap 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$\frac{125\pi}{6}$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and regions in the Argand plane (half-plane, disc), Area of a sector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Multiplying numerator and denominator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the half-plane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Multiplying numerator and denominator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$1+\sqrt3i$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the half-plane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$\sqrt3x+y\ge0$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e>
                            </m:d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$S_1:x^2+y^2\le5^2$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$S_3:x\ge0$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$\frac{z+1-\sqrt3i}{1-\sqrt3i}=\frac{\left((x+1)+i\left(y-\sqrt3\right)\right)\left(1+i\sqrt3\right)}{1+3}$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$\mathrm{Im}=\frac{\sqrt3(x+1)+\left(y-\sqrt3\right)}{4}=\frac{\sqrt3x+y}{4}$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$S_2:\sqrt3x+y\ge0$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origin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in the disc is a quarter disc (above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plus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sector below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origin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in the disc is a quarter disc (above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plus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sector below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$=\frac14\pi5^2+\frac12\cdot5^2\cdot\frac{\pi}{3}=\frac{25\pi}{4}+\frac{25\pi}{6}=\frac{125\pi}{12}$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$\frac{125\pi}{12}$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condition as an angle condition: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single sector at the origin, between directions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condition as an angle condition: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$S_2\cap S_3$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single sector at the origin, between directions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half-plane bounded by the line at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that contains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directions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$\sqrt3x+y\ge0$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$y\ge-\sqrt3x$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half-plane bounded by the line at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that contains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directions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directions are those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Inside the disc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a sector: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directions are those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$150^\circ=\frac{5\pi}{6}$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Inside the disc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a sector: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$=\frac12\cdot25\cdot\frac{5\pi}{6}=\frac{125\pi}{12}$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$\frac{125\pi}{12}$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half-plane bounded by the line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direction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happens to lie on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direction).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 by the conjugate of the denominator and read off the sign to get the half-plane.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region bounded by lines through the centre of a disc is a union of sectors; its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total 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$\mathrm{Im}\left(\frac{z-z_0}{w}\right)\ge0$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half-plane bounded by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$z_0=-1+\sqrt3i$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happens to lie on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direction).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$\mathrm{Im}\left((x+iy)(p-iq)\right)=py-qx$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 by the conjugate of the denominator and read off the sign to get the half-plane.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region bounded by lines through the centre of a disc is a union of sectors; its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$\frac12r^2\theta$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total 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700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distinct complex numbers 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same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either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either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700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distinct complex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$\left|\frac{z_1-2z_2}{\frac12-z_1\bar z_2}\right|=2$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same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Modulus identities and factorisation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Modulus identities and factorisation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$|z_1|^2,|z_2|^2$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the modulus condition and expand: it factorises as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the modulus condition and expand: it factorises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$\left(|z_1|^2-1\right)\left(1-4|z_2|^2\right)=0$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$\left|\frac{z_1-2z_2}{\frac12-z_1\bar z_2}\right|=2\Rightarrow|z_1-2z_2|=2\left|\frac12-z_1\bar z_2\right|=\left|1-2z_1\bar z_2\right|$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$|z_1-2z_2|^2=\left|1-2z_1\bar z_2\right|^2$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both 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cross terms cancel: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either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$|z_1|^2-2z_1\bar z_2-2\bar z_1z_2+4|z_2|^2=1-2\bar z_1z_2-2z_1\bar z_2+4|z_1|^2|z_2|^2$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cross terms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$|z_1|^2-1+4|z_2|^2-4|z_1|^2|z_2|^2=0$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$\left(|z_1|^2-1\right)\left(1-4|z_2|^2\right)=0$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$|z_2|^2=\frac14$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either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either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$|a-b|^2-|1-\bar ab|^2=\left(|a|^2-1\right)\left(1-|b|^2\right)$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$a=z_1$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$b=2z_2$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number and its conjugate have the same modulus).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says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$|z_1-2z_2|=|1-2z_1\bar z_2|=\left|1-2\bar z_1z_2\right|$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number and its conjugate have the same modulus).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ab=2\bar z_1z_2$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$|a-b|=|1-\bar ab|$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$|a-b|^2-|1-\bar ab|^2=|a|^2+|b|^2-1-|a|^2|b|^2=\left(|a|^2-1\right)\left(1-|b|^2\right)$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condition is equivalent 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condition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$\left(|z_1|^2-1\right)\left(1-4|z_2|^2\right)=0$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either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either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on a circle of radius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Key 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both are inside the unit disc).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quotient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modulus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modulus equation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answer is an 'either/or' about two circles, not 'both'.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Key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$|a-b|^2-|1-\bar ab|^2=\left(|a|^2-1\right)\left(1-|b|^2\right)$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$\left|\frac{a-b}{1-\bar ab}\right|=1$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both are inside the unit disc).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$|a-b|=|\bar a||a-b|=|1-\bar ab|$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$\frac{a-b}{1-\bar 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modulus equation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$(\ldots)(\ldots)=0$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answer is an 'either/or' about two circles, not 'both'.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$|z+2|=1$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$\mathrm{Im}\left(\frac{z+1}{z+2}\right)=\frac15$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$\left|\mathrm{Re}(z+2)\right|$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$\frac{1+\sqrt6}{5}$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$\frac{\sqrt6}{5}$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Imaginary part of a quotient and unit-modulus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Imaginary part of a quotient and unit-modulus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imaginary part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$z+2=e^{i\theta}$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$\frac{z+1}{z+2}=1-e^{-i\theta}$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imaginary part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$|z+2|=1$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$z+2=e^{i\theta}$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$\frac{z+1}{z+2}=\frac{-2+e^{i\theta}+1}{e^{i\theta}}=1-\frac{1}{e^{i\theta}}$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$\frac{z+1}{z+2}=1-\cos\theta+i\sin\theta$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$\mathrm{Im}=\sin\theta=\frac15$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$\cos\theta=\pm\frac{\sqrt{24}}{5}$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$1,\sqrt{24},5$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$\mathrm{Re}(z+2)=\cos\theta$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$\left|\mathrm{Re}(z+2)\right|=\frac{2\sqrt6}{5}$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$\frac{2\sqrt6}{5}$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$\frac{z+1}{z+2}=1-\frac{1}{u}$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$u=z+2$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$\frac1u=\bar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$|u|=1$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$u=z+2=a+ib$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$\frac{z+1}{z+2}=\frac{u-1}{u}=1-\frac1u=1-\bar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$u\bar 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$\mathrm{Im}\left(\frac{z+1}{z+2}\right)=\mathrm{Im}(-\bar u)=b$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$a^2=1-b^2=\frac{24}{25}$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$|a|=\frac{2\sqrt6}{5}$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$\left|\mathrm{Re}(z+2)\right|=\frac{2\sqrt6}{5}$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$\frac{2\sqrt6}{5}$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modulus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expression then becomes trigonometric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fixed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question asks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$\frac1u=\bar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$\frac{u-1}{u}=1-\bar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$\mathrm{Im}\left(\frac{u-1}{u}\right)=\mathrm{Im}\,u$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modulus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$z=c+re^{i\theta}$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expression then becomes trigonometric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fixed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question asks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$|\mathrm{Re}|$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$R=\{(a,b):a+5b=42,\ a,b\in\mathbb{N}\}$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$\sum_{n=1}^{m}\left(1-i^{\,n!}\right)=x+iy$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Counting solutions of a linear equation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(periodicity) and sum of a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Counting solutions of a linear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(periodicity) and sum of a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every term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$n\ge4$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$i^{n!}=1$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every term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$a+5b=42$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$a=42-5b$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$b=1,a=37$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$b=2,a=32$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$b=3,a=27$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$b=8,a=2$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$\sum_{n=1}^{8}\left(1-i^{\,n!}\right)=x+iy$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these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terms: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$i^{\,n!}=1$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these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$\left(1-i\right)+\left(1-i^{2}\right)+\left(1-i^{6}\right)=(1-i)+2+2$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$=5-i=x+iy$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$m+x+y=8+5-1=12$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residues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split the sum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residues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$a\equiv2\pmod5$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split the sum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$m-\sum i^{\,n!}$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(five terms).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$a=42-5b\equiv2\pmod5$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a\le37$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$a\in\{2,7,12,17,22,27,32,37\}$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$\sum_{n=1}^{8}\left(1-i^{\,n!}\right)=8-\sum_{n=1}^{8}i^{\,n!}$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$i^{1!}=i$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$i^{2!}=i^2=-1$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$i^{3!}=i^6=-1$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$i^{n!}=1$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$n=4,\ldots,8$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(five terms).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i^{n!}=i-1-1+5=3+i$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$8-(3+i)=5-i$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$m+x+y=8+5-1=12$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series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stops mattering after three terms. (More generally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positive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$i^{n!}=1$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i^{n!}$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stops mattering after three terms. (More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$n!\equiv0\pmod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positive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$a+5b=N$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$\left\lfloor\frac{N-1}{5}\right\rfloor$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$\left\lfloor\frac{41}{5}\right\rfloor=8$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$k\bmod4$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such that the real part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zero. Then, the maximum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such that the real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$\frac{z-2i}{z+2i}$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zero. Then,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$|z-(6+8i)|$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distance of a point from a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$\mathrm{Re}\left(\frac{z-2i}{z+2i}\right)=0$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distance of a point from a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circle; the farthest point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$\mathrm{Re}\left(\frac{z-2i}{z+2i}\right)=0$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circle; the farthest point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$6+8i$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$|6+8i|+2$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out: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$\mathrm{Re}(w)=0$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$w=\frac{z-2i}{z+2i}$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$w+\bar 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$\frac{z-2i}{z+2i}+\frac{\bar z+2i}{\bar z-2i}=0$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out: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z-2i\bar z-2iz+4i^2+z\bar z+2iz+2i\bar z+4i^2=0$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cancel: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$2|z|^2-8=0$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$|6+8i|=10$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$|z-(6+8i)|_{\max}=10+2=12$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Thales: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purely imaginary means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right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Thales: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$\frac{z-2i}{z+2i}$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purely imaginary means the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right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segment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quotient is purely imaginary, so this angle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quotient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$\arg\frac{z-2i}{z+2i}$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$\angle(-2i)\,z\,(2i)$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segment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quotient is purely imaginary, so this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Thales,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joining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themselves included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farthest point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Thales,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joining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themselves included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$P(6,8)$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farthest point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$10+2=12$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$\frac{6+8i}{10}\cdot(-2)=-\frac{6+8i}{5}$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(Thales); real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modulus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perpendicular bisector.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an arc of a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and smallest distances from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line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centre.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$\frac{z-a}{z-b}$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(Thales);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perpendicular bisector.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$\arg\frac{z-a}{z-b}=\alpha$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an arc of a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and smallest distances from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$|P-c|\pm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line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centre.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$S=\{z\in\mathbb{C}:|z-i|=|z+i|=|z-1|\}$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Perpendicular bisector (locus) of two points in the Argand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point equidistant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circumcentre of those three points, and these lie on the unit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point equidistant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circumcentre of those three points, and these lie on the unit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real axis,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the single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shows these lines in a figure meeting at one point).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$|z-i|=|z+i|$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real axis,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$|z+i|=|z-1|$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$x^2+(y+1)^2=(x-1)^2+y^2$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$2y+1=-2x+1$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the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shows these lines in a figure meeting at one point).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three distances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$|-i|=|i|=|-1|=1$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three distances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point equidistant from three non-collinear points is their circumcentre, and that is unique.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collinear, so they form a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conditions say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its three vertices,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circumcentre of that triangle, which exists and is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three vertices satisfy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lie on the unit circle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circumcentre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$i,-i,1$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collinear, so they form a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conditions say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its three vertices,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circumcentre of that triangle, which exists and is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three vertices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lie on the unit circle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circumcentre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non-collinear points have exactly one point equidistant from all of them (the circumcentre); if collinear, there is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such non-parallel lines meet in exactly one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points on a circle: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any algebra.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non-collinear points have exactly one point equidistant from all of them (the circumcentre); if collinear, there is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$|z-a|=|z-b|$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such non-parallel lines meet in exactly one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points on a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$i,-i,1$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any algebra.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satisfies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satisfies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$z^2+i\bar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$|z^2|$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involving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(modulus)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Equations involving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(modulus)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moduli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moduli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$z^2=-i\bar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$|z|^2=|z|$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moduli: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$z^2+i\bar z=0\Rightarrow z^2=-i\bar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moduli: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$\left|z^2\right|=\left|-i\bar z\right|=|-i||\bar 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$|z|^2=|z|\Rightarrow|z|\left(|z|-1\right)=0$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$\left|z^2\right|=1$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moduli.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$z^2=-i\bar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$z^3=-i|z|^2$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moduli.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 both sides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moduli: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(Existence: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$z^2=-i\bar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 both sides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$z^3=-i\,z\bar z=-i|z|^2$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moduli: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$|z|^3=|z|^2$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$|z^2|=|z|^2=1$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(Existence: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$e^{3i\theta}=-i$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$\theta=-30^\circ,90^\circ,210^\circ$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$\theta=-30^\circ,210^\circ$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equations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taking moduli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any angle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equation a pure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cube roots with arguments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equations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$z^m=c\,\bar z^{\,n}$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taking moduli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$|z|^{m-n}=|c|$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any angle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z=|z|^2$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equation a pure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cube roots with arguments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$-30^\circ,90^\circ,210^\circ$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complex number, then the number of common roots of the equations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complex number, then the number of common roots of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$z^{1985}+z^{100}+1=0$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$z^3+2z^2+2z+1=0$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roots of two equations (cube roots of unity)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cubic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first equation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cubic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$(z+1)\left(z^2+z+1\right)$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test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$\omega,\omega^2$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first equation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cube root of unity).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661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expression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3970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$z^3+2z^2+2z+1=(z+1)\left(z^2+z+1\right)$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$-1,\omega,\omega^2$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cube root of unity).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$\omega^{1985}=\omega^{3\cdot661+2}=\omega^2$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$\omega^{100}=\omega^{3\cdot33+1}=\omega$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$\omega^2+\omega+1=0$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$\left(\omega^2\right)^{1985}=\omega^{3970}=\omega$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$\left(\omega^2\right)^{100}=\omega^{200}=\omega^2$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$\omega+\omega^2+1=0$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common solutions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roots,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$(-1)^{1985}+(-1)^{100}+1=-1+1+1=1\ne0$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common solutions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roots,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Divisibility: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multiples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Divisibility: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$z^2+z+1$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$z^{1985}+z^{100}+1$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$z^{1985}-z^2$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$z^{100}-z$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multiples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$z^3-1$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1983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divisible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common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$z^{1985}+z^{100}+1-\left(z^2+z+1\right)=z^2\left(z^{1983}-1\right)+z\left(z^{99}-1\right)$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$3\mid1983$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$z^{1983}-1$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$z^{99}-1$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$z^{1985}+z^{100}+1$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$\omega,\omega^2$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common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has one more root,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common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has one more root,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$(-1)^{1985}+(-1)^{100}+1=1\ne0$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common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exponents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according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non-negative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reduces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Factorisations to remember: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exponents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$z^{n}\in\{1,z,z^2\}$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according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$n\bmod3$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$z^{3a+2}+z^{3b+1}+1$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non-negative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Factorisations to remember: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$z^3+2z^2+2z+1=(z+1)\left(z^2+z+1\right)$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$z^3+1=(z+1)\left(z^2-z+1\right)$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complex numbers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complex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$z_1+z_2=5$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$z_1^3+z_2^3=20+15i$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$\left|z_1^4+z_2^4\right|$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$15\sqrt{15}$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functions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(sum, product, power sums)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(sum, product, power sums)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everything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cube sum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everything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$s=z_1+z_2$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$p=z_1z_2$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cube sum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$p=7-i$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$z_1^3+z_2^3=\left(z_1+z_2\right)^3-3z_1z_2\left(z_1+z_2\right)=125-15z_1z_2$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$20+15i=125-15z_1z_2\Rightarrow15z_1z_2=105-15i$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$z_1z_2=7-i$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$z_1^2+z_2^2=\left(z_1+z_2\right)^2-2z_1z_2=25-2(7-i)=11+2i$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$\left(z_1^2+z_2^2\right)^2=121-4+44i=117+44i$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$z_1^4+z_2^4+2\left(z_1z_2\right)^2=117+44i$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$(7-i)^2=48-14i$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$z_1^4+z_2^4=117+44i-2(48-14i)=21+72i$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$\left|z_1^4+z_2^4\right|=\sqrt{21^2+72^2}=\sqrt{5625}=75$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Newton's recurrence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power sums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fixed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Newton's recurrence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$s_n=5s_{n-1}-p\,s_{n-2}$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power sums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$s_n=z_1^n+z_2^n$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fixed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5184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$t^2-5t+p=0$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$s_n=5s_{n-1}-ps_{n-2}$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$s_2=25-2p$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$s_3=5s_2-5p=125-15p=20+15i$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$p=7-i$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$s_2=25-14+2i=11+2i$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$s_4=5s_3-p\,s_2=100+75i-(7-i)(11+2i)=100+75i-(79+3i)=21+72i$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$|s_4|=\sqrt{441+5184}=75$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of two numbers: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this question: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as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Complex numbers behave like real ones in these identities; only the final modulus needs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Notice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Pythagorean triple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of two numbers: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$s_n=s\,s_{n-1}-p\,s_{n-2}$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$s=z_1+z_2$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$p=z_1z_2$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$s_2=s^2-2p$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$s_3=s^3-3sp$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$s_4=s^4-4s^2p+2p^2$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this question: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$s_4=625-100(7-i)+2(48-14i)=625-700+100i+96-28i=21+72i$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as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Complex numbers behave like real ones in these identities; only the final modulus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Notice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$5625=75^2$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Pythagorean triple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$21,72,75$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$7,24,25$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$S=\{z\in\mathbb{C}:|z-1|=1\ \text{and}\ \left(\sqrt2-1\right)\left(z+\bar z\right)-i\left(z-\bar z\right)=2\sqrt2\}$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$|z_1|=\max_{z\in S}|z|$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$|z_2|=\min_{z\in S}|z|$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$\left|\sqrt2z_1-z_2\right|^2$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Intersection of a line and a circle in complex form, Maximum and minimum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Intersection of a line and a circle in complex form, Maximum and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pair of points where a line meets the circle; the line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circle, so one root is 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pair of points where a line meets the circle; the line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circle, so one root is 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line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$\left(\sqrt2-1\right)\left(z+\bar z\right)-i\left(z-\bar z\right)=\left(\sqrt2-1\right)(2x)-i(2iy)=2\left(\sqrt2-1\right)x+2y=2\sqrt2$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$\left(\sqrt2-1\right)x+y=\sqrt2$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$y=\sqrt2-\left(\sqrt2-1\right)x=\sqrt2(1-x)+x$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$(x-1)^2+2(1-x)^2+x^2+2\sqrt2\,x(1-x)=1$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$3(x-1)^2+x^2+2\sqrt2\,x(1-x)=1$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$\left(4-2\sqrt2\right)x^2+\left(-6+2\sqrt2\right)x+2=0$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$x=\frac{1}{2-\sqrt2}$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$x=\frac{1}{2-\sqrt2}$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$y=\sqrt2-\frac{1}{\sqrt2}$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$Q=\frac{1}{2-\sqrt2}+i\left(\sqrt2-\frac{1}{\sqrt2}\right)$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$|Q|^2=2+\sqrt2&gt;2$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$z_2=P=1+i$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$\sqrt2z_1=\frac{1}{\sqrt2-1}+i$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$\sqrt2z_1-z_2=\frac{1}{\sqrt2-1}+i-1-i=\left(\sqrt2+1\right)-1=\sqrt2$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$\left|\sqrt2z_1-z_2\right|^2=2$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Chord geometry: the line makes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horizontal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the chord from the top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Chord geometry: the line makes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$\frac{\pi}{8}$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horizontal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$\tan\frac{\pi}{8}=\sqrt2-1$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the chord from the top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$2\sin\frac{\pi}{8}$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topmost point of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direction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$\left(\sqrt2-1\right)x+y=\sqrt2$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topmost point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$-\left(\sqrt2-1\right)=-\tan\alpha$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$\left(\cos\alpha,-\sin\alpha\right)$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$P+t(\cos\alpha,-\sin\alpha)-(1,0)=(t\cos\alpha,\,1-t\sin\alpha)$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$t^2-2t\sin\alpha=0$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$Q=\left(1+2\sin\alpha\cos\alpha,\;1-2\sin^2\alpha\right)=\left(1+\sin\frac{\pi}{4},\;\cos\frac{\pi}{4}\right)=\left(1+\frac{1}{\sqrt2},\frac{1}{\sqrt2}\right)$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$|Q|^2=2+\sqrt2$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$\sqrt2z_1=\left(\sqrt2+1\right)+i$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$\sqrt2z_1-z_2=\sqrt2$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$\left|\sqrt2z_1-z_2\right|^2=2$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meeting a circle at a known point (here on the circle) gives a quadratic with that root already known: divide it out or 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'surd' slopes usually hide a standard 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from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tangent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makes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meeting a circle at a known point (here on the circle) gives a quadratic with that root already known: divide it out or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$x_1x_2=\frac{c}{a}$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$\tan\frac{\pi}{8}=\sqrt2-1$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$\sin\frac{\pi}{4}=\cos\frac{\pi}{4}=\frac{1}{\sqrt2}$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'surd' slopes usually hide a standard 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from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tangent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makes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complex number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minimum value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complex number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$\left|z+\frac12(3+4i)\right|$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427984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Minimum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427984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$|z|\ge1$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modulus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itself allowed and the distance can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$-\frac12(3+4i)$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modulus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$\frac52&gt;1$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itself allowed and the distance can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outside (or on)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outside (or on)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$-\frac12(3+4i)=\left(-\frac32,-2\right)$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$|Q|=\frac52\ge1$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$\left|z+\frac12(3+4i)\right|=PQ$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(allowed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option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question is a 'Bonus'. (If the condition were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answer would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$PQ_{\min}=0$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(allowed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option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question is a 'Bonus'. (If the condition were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answer would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$\frac52-1=\frac32$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Bonus (none of the options: the minimum is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Bonus (none of the options: the minimum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region: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region; otherwise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nearest boundary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the disc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over the exterior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maximum (unbounded).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whether the centre point lies inside the allowed region before using '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region: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region; otherwise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nearest boundary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the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$|z|\le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$\min|z-c|=\max(0,|c|-r)$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$\max|z-c|=|c|+r$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over the exterior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$|z|\ge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$\min=\max(0,r-|c|)$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maximum (unbounded).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whether the centre point lies inside the allowed region before using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non-zero real numbers. Then the number of elements in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non-zero real numbers. Then 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$X=\left\{z\in\mathbb{C}:\mathrm{Re}\left(az^2+bz\right)=a\ \text{and}\ \mathrm{Re}\left(bz^2+az\right)=b\right\}$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Real parts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 system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Number of elements of a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Real parts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$az^2+bz$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 system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$\mathrm{Re}\,z^2,\mathrm{Re}\,z$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Number of elements of a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unknowns of a linear system with determinant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$\mathrm{Re}\,z^2$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$\mathrm{Re}\,z$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unknowns of a linear system with determinant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$a^2-b^2\ne0$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$\mathrm{Re}\left(az^2+bz\right)=a\Rightarrow az^2+bz+a\bar z^{\,2}+b\bar z=2a$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$a\left(z^2+\bar z^{\,2}\right)+b\left(z+\bar z\right)=2a\ \ldots(1)$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$\mathrm{Re}\left(bz^2+az\right)=b\Rightarrow b\left(z^2+\bar z^{\,2}\right)+a\left(z+\bar z\right)=2b\ \ldots(2)$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$(1)\times b-(2)\times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$\left(b^2-a^2\right)\left(z+\bar z\right)=0$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$z+\bar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$a^2\ne 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$(1)\times a-(2)\times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$\left(a^2-b^2\right)\left(z^2+\bar z^{\,2}\right)=2\left(a^2-b^2\right)$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$z^2+\bar z^{\,2}=2$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is no solution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(allowed since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given): both equations become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hyperbola: infinitely many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the key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$z+\bar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$z^2+\bar z^{\,2}=(z+\bar z)^2-2z\bar z=-2|z|^2=2$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is no solution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$a^2\ne 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(allowed since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given): both equations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$x^2-y^2-x=1$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hyperbola: infinitely many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the key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the set is infinite)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$a\ne\pm b$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$a=-b$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the set is infinite)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and subtract the two equations: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and subtract the two equations: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$(a+b)\left(U+V-1\right)=0$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$U-V=1$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$U=\mathrm{Re}\,z^2$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$V=\mathrm{Re}\,z$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$U=\mathrm{Re}\left(z^2\right)=x^2-y^2$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$V=\mathrm{Re}\,z=x$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$aU+bV=a$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$bU+aV=b$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$(a-b)(U-V)=a-b$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$U-V=1$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$(a+b)(U+V)=a+b$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$X=\varnothing$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$U-V=1$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$x^2-y^2-x=1$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the set is infinite)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$a\ne\pm b$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$a=-b$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the set is infinite)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conditions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the linear system first, then check the solution is realisable.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Realisability: a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from a complex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unique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degenerate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treated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$\mathrm{Re}(\cdot)$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conditions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$U=\mathrm{Re}\,z^2=x^2-y^2$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$V=\mathrm{Re}\,z=x$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the linear system first, then check the solution is realisable.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Realisability: a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$(U,V)$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from a complex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$y^2=V^2-U\ge0$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$U\le V^2$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$(U,V)=(1,0)$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$aU+bV=a$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$bU+aV=b$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unique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$a^2\ne 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$a\cdot1+0=a$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$b\cdot1+0=b$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degenerate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treated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$\frac{2z-3i}{2z+i}$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$y^4+y^2-y$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Purely imaginary condition on a quotient of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Purely imaginary means real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rationalise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Purely imaginary means real part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rationalise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$4x^2+(2y-3)(2y+1)=0$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$\frac{2z-3i}{2z+i}$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$\mathrm{Re}\left(\frac{2z-3i}{2z+i}\right)=0$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$\frac{2z-3i}{2z+i}=\frac{2x+i(2y-3)}{2x+i(2y+1)}\times\frac{2x-i(2y+1)}{2x-i(2y+1)}$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$\mathrm{Re}=\frac{4x^2+(2y-3)(2y+1)}{4x^2+(2y+1)^2}=0\Rightarrow4x^2+(2y-3)(2y+1)=0$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$4x^2+\left(4y^2+2y-6y-3\right)=0$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$4x^2+4y^2-4y-3=0$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$4\left(-y^2\right)^2+4y^2-4y-3=0$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$4y^4+4y^2-4y=3$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$y^4+y^2-y=\frac34$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quotient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locus as a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quotient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$1-\frac{4i}{2z+i}$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$\mathrm{Re}\,w=0\iff|w-1|=|w+1|$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locus as a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$w=\frac{2z-3i}{2z+i}=1-\frac{4i}{2z+i}$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$|w-1|=|w+1|$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$|w-1|=\frac{4}{|2z+i|}$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$|w+1|=\left|2-\frac{4i}{2z+i}\right|=\frac{|4z-2i|}{|2z+i|}$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$|4z-2i|=4$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$\left|z-\frac i2\right|=1$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$x^2+\left(y-\frac12\right)^2=1$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$x^2+y^2-y-\frac34=0$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$y^4+y^2-y=\frac34$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Mobius quotient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 on a circle (or line) - 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and real on a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both to a single modulus.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with the conjugate of the denominator: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is the dot product).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Mobius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$w=\frac{az+b}{cz+d}$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 on a circle (or line) -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$\left|z-\frac i2\right|=1$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and real on a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$\mathrm{Re}\,w=0\iff|w-1|=|w+1|$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$\mathrm{Im}\,w=0\iff w=\bar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$w=1-\frac{k}{cz+d}$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both to a single modulus.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with the conjugate of the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$\mathrm{Re}\frac{p+iq}{r+is}=\frac{pr+qs}{r^2+s^2}$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is the dot product).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𝑖𝑠 𝑎 𝑟𝑒𝑎𝑙 𝑛𝑢𝑚𝑏𝑒𝑟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is NOT correct: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$S=\left\{z=x+iy:\frac{2z-3i}{4z+2i}\ \text{is a real number}\right\}$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is NOT correct: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$y+x^2+y^2\ne-\frac14$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$(x,y)=\left(0,-\frac12\right)$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$y\in\left(-\infty,-\frac12\right)\cup\left(-\frac12,\infty\right)$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Quotient of complex numbers being real (locus), Domain restriction (denominator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Quotient of complex numbers being real (locus), Domain restriction (denominator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quotient is real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but the denominator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that point is excluded.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quotient is real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but the denominator vanishes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$z=-\frac 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that point is excluded.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$\frac{2z-3i}{4z+2i}=\frac{2x+(2y-3)i}{4x+(4y+2)i}$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the conjugate: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 of the numerator must vanish: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then 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holds, (D) holds, and (A) holds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the conjugate: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$\frac{\left(2x+(2y-3)i\right)\left(4x-(4y+2)i\right)}{(4x)^2+(4y+2)^2}$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 of the numerator must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$-2x(4y+2)+(2y-3)4x=0$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$-16x=0$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then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$4z+2i$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$S=\{iy:y\ne-\frac12\}$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holds, (D) holds, and (A) holds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$y+x^2+y^2+\frac14=\left(y+\frac12\right)^2\ne0$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says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excluded point: option (C) is NOT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$\left(0,-\frac12\right)\in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excluded point: option (C) is NOT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$(x,y)=\left(0,-\frac12\right)$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quotient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is real iff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real, i.e.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purely imaginary.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quotient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$\frac12-\frac{2i}{2z+i}$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is real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$\frac{2z+i}{2i}=\frac12-iz$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real, i.e.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purely imaginary.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real iff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(and defined), i.e. iff its reciprocal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and non-zero.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imaginary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$\frac{2z-3i}{4z+2i}=\frac12\cdot\frac{2z+i-4i}{2z+i}=\frac12-\frac{2i}{2z+i}$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real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$\frac{2i}{2z+i}$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(and defined), i.e. iff its reciprocal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$\frac{2z+i}{2i}=\frac12-iz$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and non-zero.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$-iz=y-ix$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imaginary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Non-zero: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excludes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imaginary axis without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(C) is the incorrect statement.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$\frac12-iz\ne0$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$z\ne-\frac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excludes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$(0,-\frac12)$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imaginary axis without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(C) is the incorrect statement.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$(x,y)=\left(0,-\frac12\right)$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quotient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Mobius quotient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line or circle - here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answer is a locus, always remove the points where the denominator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out the constant part makes the real/imaginary condition a condition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$\frac{z-a}{z-b}$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Mobius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$\frac{pz+q}{rz+s}$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line or circle - here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answer is a locus, always remove the points where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$\frac{pz+q}{rz+s}=\frac pr+\frac{q-ps/r}{rz+s}$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out the constant part makes the real/imaginary condition a condition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$\frac{1}{rz+s}$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obtained by the rotation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 through a right angle in the anticlockwise direction,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obtained by the rotation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 through a right angle in the clockwise direction. Then the principal argument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obtained by the rotation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$z_1=5+4i$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 through a right angle in the anticlockwise direction,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obtained by the rotation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$z_2=3+5i$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 through a right angle in the clockwise direction. Then the principal argument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$w_1-w_2$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$-\pi+\tan^{-1}\frac89$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$\pi-\tan^{-1}\frac{33}{5}$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$-\pi+\tan^{-1}\frac{33}{5}$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$\pi-\tan^{-1}\frac89$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Rotation of a complex number by a right angle (multiplication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Principal argument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Rotation of a complex number by a right angle (multiplication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Principal argument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Anticlockwise right-angle rotation is multiplication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clockwise is multiplication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Anticlockwise right-angle rotation is multiplication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clockwise is multiplication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$w_1=iz_1=(5+4i)i=-4+5i\ \ldots(1)$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$w_2=(-i)z_2=(3+5i)(-i)=5-3i\ \ldots(2)$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lies in the second quadrant, so the principal argument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$w_1-w_2=-9+8i$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lies in the second quadrant, so the principal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$\pi-\tan^{-1}\frac89$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$\pi-\tan^{-1}\frac89$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sum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$w_1-w_2=iz_1+iz_2=i\left(z_1+z_2\right)$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$z_1+z_2$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$w_1=iz_1$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$w_2=-iz_2$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$w_1-w_2=i\left(z_1+z_2\right)$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$z_1+z_2=8+9i$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$i(8+9i)=-9+8i$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argument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$\arg(i\zeta)=\arg\zeta+\frac{\pi}{2}$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$\arg(8+9i)=\tan^{-1}\frac98$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$\frac{\pi}{2}+\tan^{-1}\frac98$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$\frac{\pi}{2}+\tan^{-1}\frac98=\pi-\tan^{-1}\frac89$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$\tan^{-1}\frac98+\tan^{-1}\frac89=\frac{\pi}{2}$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$\pi-\tan^{-1}\frac89$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 is multiplication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converts between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Principal argument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 is multiplication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$+90^\circ\to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$-90^\circ\to-i$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$180^\circ\to-1$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$60^\circ\to\frac{1+\sqrt3i}{2}$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$\tan^{-1}t+\tan^{-1}\frac1t=\frac{\pi}{2}$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converts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$\frac{\pi}{2}+\tan^{-1}\frac98$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$\pi-\tan^{-1}\frac89$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Principal argument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$-p+qi$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$\pi-\tan^{-1}\frac 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$-p-qi$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$-\pi+\tan^{-1}\frac 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– Algebra 17 Complex Numbers (Q321–Q340)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