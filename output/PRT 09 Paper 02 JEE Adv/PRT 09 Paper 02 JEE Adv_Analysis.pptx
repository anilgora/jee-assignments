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Sheet1!$A$2:$A$18</c:f>
              <c:strCache>
                <c:ptCount val="17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3.0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  <c:pt idx="6">
                  <c:v>2.0</c:v>
                </c:pt>
                <c:pt idx="7">
                  <c:v>3.0</c:v>
                </c:pt>
                <c:pt idx="8">
                  <c:v>2.0</c:v>
                </c:pt>
                <c:pt idx="9">
                  <c:v>3.0</c:v>
                </c:pt>
                <c:pt idx="10">
                  <c:v>3.0</c:v>
                </c:pt>
                <c:pt idx="11">
                  <c:v>2.0</c:v>
                </c:pt>
                <c:pt idx="12">
                  <c:v>1.0</c:v>
                </c:pt>
                <c:pt idx="13">
                  <c:v>4.0</c:v>
                </c:pt>
                <c:pt idx="14">
                  <c:v>3.0</c:v>
                </c:pt>
                <c:pt idx="15">
                  <c:v>2.0</c:v>
                </c:pt>
                <c:pt idx="16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own working gives the area in (D) as 5/3 - 2/pi (exactly as printed in option D), yet its answer key lists only (A, C). Option D is therefore correct and the key should be (A, C, D). Added explicit verdicts for (B) (4/pi + 2/3 is not 4/pi + 1/3) and (D). Numerically checked: area(B) = 1.9399 = 4/pi + 2/3, integral = 2/3, area(D) = 1.0300 = 5/3 - 2/pi.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PRT 09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Paper 02 · JEE Adv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0768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family of curves given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arbitrary constant.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orthogonal trajectory of the family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passes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the polar coordinates of any point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distance of the point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lying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0768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family of curves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$x^2+y^2=C\exp\left(\frac{y}{x}\right)$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arbitrary constant.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orthogonal trajectory of the family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the polar coordinates of any point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$\theta\in\left(-\frac{\pi}{2},\frac{\pi}{2}\right)$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distance of the point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lying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$y=x\ (x&gt;0)$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$e^{-\frac{\pi+2}{4}}$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$e^{-\frac{\pi+1}{4}}$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$e^{-\frac{\pi+4}{4}}$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$e^{-\frac{\pi+2}{2}}$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Orthogonal trajectories in polar coordinates, Linear and separable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polar form the family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orthogonality replaces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polar form the family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$r^2=Ce^{\tan\theta}$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orthogonality replaces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$\frac{dr}{d\theta}$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$-r^2\frac{d\theta}{dr}$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polar coordinates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the differential equation of the family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polar coordinates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$x=r\cos\theta,\ y=r\sin\theta$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the differential equation of the family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the family: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natural logarithms: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orthogonal family replace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Separating the variables: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$\frac{y}{x}=\tan\theta$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the family: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$r^2=Ce^{\tan\theta}$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natural logarithms: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 r=\ln C+\tan\theta$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eliminate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$\frac{2}{r}\frac{dr}{d\theta}=\sec^2\theta\Rightarrow\frac{dr}{d\theta}=\frac{r}{2}\sec^2\theta$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orthogonal family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$\frac{dr}{d\theta}$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$-r^2\frac{d\theta}{dr}$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$-r^2\frac{d\theta}{dr}=\frac{r}{2}\sec^2\theta$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Separating the variables: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$\frac{dr}{r}=-\frac{2\,d\theta}{\sec^2\theta}=-2\cos^2\theta\,d\theta=-(1+\cos2\theta)\,d\theta$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both sides: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trajectory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$\int\frac{dr}{r}=-\int(1+\cos2\theta)\,d\theta\Rightarrow\ln r=-\theta-\frac12\sin2\theta+K$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trajectory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$(r,\theta)=(1,0)$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$\ln1=0-0+K\Rightarrow 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r=-\theta-\frac12\sin2\theta$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$r(\theta)=\exp\left(-\theta-\frac12\sin2\theta\right)$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from the origin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$\tan\theta=1\Rightarrow\theta=\frac{\pi}{4}$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$r\left(\frac{\pi}{4}\right)=\exp\left(-\frac{\pi}{4}-\frac12\sin\frac{\pi}{2}\right)=\exp\left(-\frac{\pi}{4}-\frac12\right)=e^{-\frac{\pi+2}{4}}$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$e^{-\frac{\pi+2}{4}}$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Orthogonal trajectories are the curves that follow the gradient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level curves are the family.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Orthogonal trajectories are the curves that follow the gradient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$\Phi(r,\theta)=2\ln r-\tan\theta$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level curves are the family.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family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members are the level curves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Orthogonal trajectories are the curves tangent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polar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family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$\Phi(r,\theta)=2\ln r-\tan\theta=\ln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members are the level curves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Orthogonal trajectories are the curves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$\nabla\Phi$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polar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$\nabla\Phi=\left(\Phi_r,\frac{1}{r}\Phi_\theta\right)$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$\Phi_r=\frac{2}{r}$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$\frac{1}{r}\Phi_\theta=-\frac{\sec^2\theta}{r}$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curve tangent to the gradient satisfies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curve tangent to the gradient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$\frac{dr}{r\,d\theta}=\frac{\Phi_r}{\Phi_\theta/r}=\frac{2/r}{-\sec^2\theta/r}=-2\cos^2\theta$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$\frac{dr}{r}=-2\cos^2\theta\,d\theta=-(1+\cos2\theta)\,d\theta$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r=-\theta-\frac12\sin2\theta+K$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$r=e^{-\frac{\pi}{4}-\frac12}=e^{-\frac{\pi+2}{4}}$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$e^{-\frac{\pi+2}{4}}$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polar coordinates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tangent of the angle between the radius vector and the tangent; two curves are orthogonal at a point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Rule for polar orthogonal trajectories: replace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 the differential equation of the family.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polar coordinates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$\tan\psi=r\frac{d\theta}{dr}$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tangent of the angle between the radius vector and the tangent; two curves are orthogonal at a point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$\tan\psi_1\tan\psi_2=-1$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Rule for polar orthogonal trajectories: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$\frac{dr}{d\theta}$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$-r^2\frac{d\theta}{dr}$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$r\frac{d\theta}{dr}$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$-\frac{1}{r}\frac{dr}{d\theta}$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 the differential equation of the family.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expression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best converted at once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turns the family into one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for this question: along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expression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best converted at once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turns the family into one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for this question: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$\tan\psi_F\cdot\tan\psi_\Gamma=2\cos^2\theta\cdot\left(-\frac{1}{2\cos^2\theta}\right)=-1$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$r\left(\frac{\pi}{4}\right)=e^{-(\pi+2)/4}$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its directrix having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tangents drawn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parabola touch it at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5   (B) 10   (C) 12   (D) 15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$f:(0,\infty)\to\mathbb{R}$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$f(x)=\int\frac{2x^{12}+5x^9}{(x^5+x^3+1)^3}\,dx$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$f(1)=\frac{1}{18}$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$a=\lim_{x\to\infty}f(x)$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its directrix having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tangents drawn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parabola touch it at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5   (B) 10   (C) 12   (D) 15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Indefinite integration by substitution, Tangents and chord of contact of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integrand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$x^{15}$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integrand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$-\frac{du}{u^3}$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$u=1+x^{-2}+x^{-5}$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the numerator and denominator of the integrand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the numerator and denominator of the integrand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$f(x)=\int\frac{2x^{-3}+5x^{-6}}{(1+x^{-2}+x^{-5})^3}\,dx$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$u=1+x^{-2}+x^{-5}$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$du=-(2x^{-3}+5x^{-6})\,dx$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Its directrix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of contact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$f(x)=\int\frac{-du}{u^3}=\frac{1}{2u^2}+C=\frac{x^{10}}{2(x^5+x^3+1)^2}+C$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$f(1)=\frac{1}{18}$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$\frac{1}{18}=\frac{1}{18}+C\Rightarrow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$f(x)=\frac{x^{10}}{2(x^5+x^3+1)^2}$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$a=\lim_{x\to\infty}\frac{x^{10}}{2x^{10}\left(1+x^{-2}+x^{-5}\right)^2}=\frac12$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Its directrix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$A=\left(-\frac12,2\right)$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of contact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$y(2)=1\cdot\left(x-\frac12\right)\Rightarrow2x-4y-1=0\Rightarrow x=2y+\frac12$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length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$x=2y+\frac12$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$y^2=2\left(2y+\frac12\right)\Rightarrow y^2-4y-1=0$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$y_1,y_2$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$y_1+y_2=4$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$y_1y_2=-1$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$|y_1-y_2|=\sqrt{(y_1+y_2)^2-4y_1y_2}=\sqrt{16+4}=\sqrt{20}$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$x_1-x_2=2(y_1-y_2)$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length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$PQ=\sqrt{(x_1-x_2)^2+(y_1-y_2)^2}=\sqrt{5(y_1-y_2)^2}=\sqrt{5\times20}=10$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the antiderivative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fix it by differentiating; then use the focal-chord form of the chord of contact.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the antiderivative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$\frac{x^{n}}{(x^5+x^3+1)^2}$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fix it by differentiating; then use the focal-chord form of the chord of contact.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the integrand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parabola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focus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$D=x^5+x^3+1$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$F=\frac{x^{10}}{2D^2}$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$F'=\frac{10x^9D-2x^{10}D'}{2D^3}=\frac{5x^9D-x^{10}D'}{D^3}$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$5x^9D-x^{10}D'=5x^{14}+5x^{12}+5x^9-5x^{14}-3x^{12}=2x^{12}+5x^9$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the integrand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$f=F+C$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$f(1)=\frac1{18}$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$a=\lim_{x\to\infty}\frac{x^{10}}{2D^2}=\frac12$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parabola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directrix, so the chord of contact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focus: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focal chord with parameters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pole lies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chord length: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$A=\left(-\frac12,2\right)$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directrix, so the chord of contact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focus: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$2x-4y-1=0$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focal chord with parameters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$t_1,t_2$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pole lies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$(-a,a(t_1+t_2))$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$a(t_1+t_2)=2\Rightarrow t_1+t_2=4$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chord length: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$PQ=a(t_1-t_2)^2=a\left[(t_1+t_2)^2-4t_1t_2\right]=\frac12(16+4)=10$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dividing top and bottom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makes the numerator the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 to a constant),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Guess-and-verify: for an integrand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fix the constant by differentiating;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reproduces the integrand.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$\int\frac{N(x)}{D(x)^k}dx$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$D=x^m+\dots$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dividing top and bottom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$x^{km}$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makes the numerator the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$u=\frac{D}{x^m}$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 to a constant),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u^{-k}du$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$D=x^5+x^3+1$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Guess-and-verify: for an integrand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$\frac{N}{D^3}$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$\frac{x^n}{D^2}$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fix the constant by differentiating;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$\frac{d}{dx}\frac{x^{10}}{2D^2}$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reproduces the integrand.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chord of contact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external point is on the directrix, the tangents are perpendicular and the chord of contact passes through the focus; with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chord length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chord of contact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$\frac{1}{a}\sqrt{(y_1^2-4ax_1)(y_1^2+4a^2)}$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$(x_1,y_1)=\left(-\frac12,2\right)$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$2\sqrt{5\cdot5}=10$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external point is on the directrix, the tangents are perpendicular and the chord of contact passes through the focus; with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$(-a,k)$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chord length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$a\left(\frac{k^2}{a^2}+4\right)$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320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be a non-constant differentiable function such that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For any point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on the curve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the perpendicular distance from the origin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to the normal to the curve at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denotes the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-intercept of the tangent to the curve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then the value of the definite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2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320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$f:(0,1]\to\mathbb{R}$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be a non-constant differentiable function such that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$f\left(\frac12\right)=1+\frac{\sqrt3}{2}$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For any point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$P(x,f(x))$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on the curve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the perpendicular distance from the origin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to the normal to the curve at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denotes the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-intercept of the tangent to the curve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$P(x,f(x))$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then the value of the definite integral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$\int_{1/2}^{1}g(x)\,dx$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$2\ln(\sqrt3+1)-\frac{\sqrt3}{2}$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$\ln(\sqrt3+1)-\frac{\sqrt3}{4}$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$2\ln(\sqrt3-1)+\frac{\sqrt3}{2}$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$\ln(2+\sqrt3)-\sqrt3$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differential equation, Normal and tangent to a curve, Definite integration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distance condition gives a homogeneous DE whose solution is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distance condition gives a homogeneous DE whose solution is the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$x^2+(y-1)^2=1$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normal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$Y-y=-\frac{1}{y'}(X-x)$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$X+y'Y-(x+yy')=0$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perpendicular distance from the origin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non-constant,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homogeneous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perpendicular distance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$\frac{|x+yy'|}{\sqrt{1+(y')^2}}=x\Rightarrow(x+yy')^2=x^2\left(1+(y')^2\right)$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$x^2+2xyy'+y^2(y')^2=x^2+x^2(y')^2\Rightarrow y'\left[(x^2-y^2)y'-2xy\right]=0$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non-constant,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$\frac{dy}{dx}=\frac{2xy}{x^2-y^2}$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homogeneous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$v+x\frac{dv}{dx}=\frac{2v}{1-v^2}\Rightarrow x\frac{dv}{dx}=\frac{v(1+v^2)}{1-v^2}$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$\int\left(\frac1v-\frac{2v}{1+v^2}\right)dv=\int\frac{dx}{x}\Rightarrow\ln\left|\frac{v}{1+v^2}\right|=\ln|x|+C$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(writing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take the upper branch: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tangent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e>
                        </m: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$v=\frac{y}{x}$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$\frac{y}{x^2+y^2}=c\Rightarrow x^2+y^2-2ky=0$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(writing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$c=\frac{1}{2k}$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$1+1-2k=0\Rightarrow 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$x^2+(y-1)^2=1$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$f\left(\frac12\right)=1+\frac{\sqrt3}{2}$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take the upper branch: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$y=f(x)=1+\sqrt{1-x^2}$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$y'=-\frac{x}{\sqrt{1-x^2}}$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tangent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$Y-y=y'(X-x)$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$g(x)=x-\frac{y}{y'}=x+\frac{\left(1+\sqrt{1-x^2}\right)\sqrt{1-x^2}}{x}=\frac{x^2+\sqrt{1-x^2}+1-x^2}{x}=\frac{1+\sqrt{1-x^2}}{x}$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Note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$I=\int_{1/2}^{1}\frac{1+\sqrt{1-x^2}}{x}\,dx$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$\frac{d}{dx}\left[\ln\left(1-\sqrt{1-x^2}\right)+\sqrt{1-x^2}\right]=\frac{1+\sqrt{1-x^2}}{x}$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$I=\left[\ln\left(1-\sqrt{1-x^2}\right)+\sqrt{1-x^2}\right]_{1/2}^{1}=(0+0)-\left(\ln\left(1-\frac{\sqrt3}{2}\right)+\frac{\sqrt3}{2}\right)$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$I=\ln\frac{2}{2-\sqrt3}-\frac{\sqrt3}{2}=\ln(4+2\sqrt3)-\frac{\sqrt3}{2}=\ln(\sqrt3+1)^2-\frac{\sqrt3}{2}=2\ln(\sqrt3+1)-\frac{\sqrt3}{2}$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$2\ln(\sqrt3+1)-\frac{\sqrt3}{2}$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All normals of a circle pass through its centre, so test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then integrate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All normals of a circle pass through its centre, so test the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$x^2+(y-1)^2=1$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then integrate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Every normal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of the origin from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such circle satisfies the distance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circles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one-parameter family, the same as the general solution of the first-order equation.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$C(0,k)$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Every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$|CP|=k$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of the origin from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$\frac{|\vec{OC}\times\vec{CP}|}{|CP|}=\frac{|0\cdot(y-k)-k\cdot x|}{k}=x$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such circle satisfies the distance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$x^2+y^2-2ky=0$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one-parameter family, the same as the general solution of the first-order equation.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$1+1-2k=0\Rightarrow 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upper branch, as required,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$x^2+(y-1)^2=1$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$f\left(\frac12\right)=1+\frac{\sqrt3}{2}$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upper branch, as required,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$f(x)=1+\sqrt{1-x^2}$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$y'=-\frac{x}{\sqrt{1-x^2}}$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$g(x)=x-\frac{y}{y'}=\frac{1+\sqrt{1-x^2}}{x}$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$\int\frac{1+\cos\theta}{\sin\theta}\cos\theta\,d\theta=\int(\cot\theta+\csc\theta-\sin\theta)\,d\theta$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value is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$\left[\ln\sin\theta+\ln\tan\frac\theta2+\cos\theta\right]_{\pi/6}^{\pi/2}=0-\left(\ln\frac12+\ln\tan15^\circ+\frac{\sqrt3}{2}\right)$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$\tan15^\circ=2-\sqrt3$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$\ln\frac{2}{2-\sqrt3}-\frac{\sqrt3}{2}=\ln(4+2\sqrt3)-\frac{\sqrt3}{2}=2\ln(\sqrt3+1)-\frac{\sqrt3}{2}$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$2\ln(\sqrt3+1)-\frac{\sqrt3}{2}$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every normal of a curve passes through a fixed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curve is a circle centred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conversely). The distance of the origin from the normal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homogeneous DE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family of circles touching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normal: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normal: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it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every normal of a curve passes through a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curve is a circle 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conversely). The distance of the origin from 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homogeneous 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$\frac{dy}{dx}=\frac{2xy}{x^2-y^2}$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$x^2+y^2=2ky$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family of circles touching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$x-\frac{y}{y'}$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normal: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$y+\frac{x}{y'}$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normal: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$\int\frac{1+\sqrt{1-x^2}}{x}\,dx=\ln\left(1-\sqrt{1-x^2}\right)+\sqrt{1-x^2}+C$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it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$\int(\cot\theta+\csc\theta-\sin\theta)d\theta$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defined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defined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$(x+x^2e^x)\frac{dy}{dx}+(1+2xe^x+x^2e^x)y=x^2e^x$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$y(1)=\frac{e}{1+e}$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$\frac{e^2}{1+2e^2}$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$\frac{e^2}{2+e^2}$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$\frac{2e^2}{1+e^2}$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$\frac{e^2}{1+e^2}$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 and integrating factor, Exact differentials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derivative of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left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derivative of the 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left side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$\frac{d}{dx}[(x+x^2e^x)y]$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in standard form: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linear,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𝐼.𝐹.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in standard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$\frac{dy}{dx}+\left(\frac{1+2xe^x+x^2e^x}{x(1+xe^x)}\right)y=\frac{x^2e^x}{x(1+xe^x)}$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linear,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$\frac{dy}{dx}+P(x)y=Q(x)$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$P(x)=\frac{(1+xe^x)+xe^x(1+x)}{x(1+xe^x)}=\frac1x+\frac{e^x(1+x)}{1+xe^x}$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$\text{I.F.}=e^{\int P\,dx}=e^{\ln x+\ln(1+xe^x)}=x(1+xe^x)$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the I.F. the equation becomes an exact differential: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(Alternatively, grouping terms: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both sides: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the I.F. the equation becomes an exact differential: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$\frac{d}{dx}\left[y\cdot x(1+xe^x)\right]=x(1+xe^x)\cdot\frac{xe^x}{1+xe^x}=x^2e^x$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(Alternatively, grouping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$d(xy)+d(x^2ye^x)=x^2e^x\,dx\Rightarrow d\left[xy(1+xe^x)\right]=x^2e^x\,dx$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$xy(1+xe^x)=\int x^2e^x\,dx=(x^2-2x+2)e^x+C$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$y(1)=\frac{e}{1+e}$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$1\cdot\frac{e}{1+e}\cdot(1+e)=(1-2+2)e+C\Rightarrow e=e+C\Rightarrow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$y(x)=\frac{(x^2-2x+2)e^x}{x(1+xe^x)}$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$y(2)=\frac{(4-4+2)e^2}{2(1+2e^2)}=\frac{e^2}{1+2e^2}$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$\frac{e^2}{1+2e^2}$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integrating factor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$P\,y'+P'\,y=(Py)'$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$P=x+x^2e^x$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integrating factor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exactly 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left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equation says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$P(x)=x+x^2e^x$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$P'(x)=1+2xe^x+x^2e^x$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exactly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$Py'+P'y=\frac{d}{dx}\left[(x+x^2e^x)y\right]$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equation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$\frac{d}{dx}\left[(x+x^2e^x)y\right]=x^2e^x$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$(x+x^2e^x)y=(x^2-2x+2)e^x+C$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$\frac{d}{dx}(x^2-2x+2)e^x=x^2e^x$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$(1+e)\cdot\frac{e}{1+e}=e+C\Rightarrow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$(2+4e^2)\,y(2)=2e^2\Rightarrow y(2)=\frac{2e^2}{2+4e^2}=\frac{e^2}{1+2e^2}$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$\frac{e^2}{1+2e^2}$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check first whether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so, the equation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 integrating factor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linear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integrating factor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 the logarithms together, 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Grouping rule: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recognising such pieces turns many first-order equations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$a(x)y'+b(x)y=c(x)$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check first whether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so,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$\frac{d}{dx}(ay)=c$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 integrating factor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x^2e^x\,dx=(x^2-2x+2)e^x+C$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p(x)e^x\,dx=e^x\left(p-p'+p''-\dots\right)+C$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linear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$y'+Py=Q$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integrating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 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$P=\frac{a'}{a}+\dots$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 the logarithms together,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$\int\left(\frac1x+\frac{(xe^x)'}{1+xe^x}\right)dx=\ln\left[x(1+xe^x)\right]$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Grouping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$d(xy)=x\,dy+y\,dx$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$d(x^2ye^x)=x^2e^x\,dy+(2x+x^2)e^xy\,dx$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recognising such pieces turns many first-order equations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$d(\cdot)=g(x)dx$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Q05 – Q08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20598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Consider the parabola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be a point from which three real and distinct normals are drawn to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intersecting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be the circle passing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the origin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Which of the following statement(s) is/are CORRECT?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For any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every point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from which three distinct normals can be drawn to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lies strictly inside the parabola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The centroid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lies strictly inside the parabola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for all permissible positions of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The center of the circle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lies strictly outside the parabola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The orthocenter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lies strictly outside the parabola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20598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Consider the parabola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$P:y^2=4x$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be a point from which three real and distinct normals are drawn to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intersecting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$T_1,T_2$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$T_3$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be the circle passing through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$T_1,T_2,T_3$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the origin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$O(0,0)$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Which of the following statement(s) is/are CORRECT?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For any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$\alpha\in(2,8)$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every point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from which three distinct normals can be drawn to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lies strictly inside the parabola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The centroid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T_1T_2T_3$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lies strictly inside the parabola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for all permissible positions of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The center of the circle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lies strictly outside the parabola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$\alpha\in(2,8)$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The orthocenter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T_1T_2T_3$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lies strictly outside the parabola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$\alpha\in(2,6)$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Normals to a parabola, Position of a point relative to a conic, Application of derivatives (monotonicity)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slopes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three normals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slopes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$m_i$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three normals satisfy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$m^3+(2-\alpha)m+\beta=0$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Passing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$y=mx-2m-m^3$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$m^3+(2-\alpha)m+\beta=0$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real distinct normals need a positive discriminant: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implies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 point is strictly inside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$m_1,m_2,m_3$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$m_1+m_2+m_3=0,\ m_1m_2+m_2m_3+m_3m_1=2-\alpha,\ m_1m_2m_3=-\beta$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real distinct normals need a positive discriminant: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$27\beta^2&lt;4(\alpha-2)^3$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implies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 point is strictly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$\beta^2-4\alpha&lt;0$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$27\beta^2&lt;4(\alpha-2)^3$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$\beta^2&lt;\frac{4}{27}(\alpha-2)^3$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$\varphi(\alpha)=4\alpha-\frac{4}{27}(\alpha-2)^3$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$\varphi'(\alpha)=4-\frac49(\alpha-2)^2=\frac49\left(9-(\alpha-2)^2\right)$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$\alpha\in(2,8)$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$\varphi(2)=8&gt;0$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$\varphi(8)=0$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$\varphi(\alpha)&gt;0$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inside.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feet of the normals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centroid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$\beta^2&lt;\frac4{27}(\alpha-2)^3&lt;4\alpha$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$\beta^2-4\alpha&lt;0$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inside.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feet of the normals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$T_i(m_i^2,-2m_i)$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centroid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$G=\left(\frac{\sum m_i^2}{3},\frac{-2\sum m_i}{3}\right)=\left(\frac{-2(2-\alpha)}{3},0\right)=\left(\frac{2(\alpha-2)}{3},0\right)$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$0^2-4\cdot\frac{2(\alpha-2)}{3}&lt;0$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$-\frac{8(\alpha-2)}{3}&lt;0$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$T_1,T_2,T_3$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$x=t^2,\ y=-2t$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$t^4+(4+2g)t^2-4ft=0$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$t^3+(4+2g)t-4f=0$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iff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follows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inside, and (C)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$t^3+(2-\alpha)t+\beta=0$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$4+2g=2-\alpha\Rightarrow g=-\frac{\alpha+2}{2}$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$-4f=\beta\Rightarrow f=-\frac\beta4$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$C=(-g,-f)=\left(\frac{\alpha+2}{2},\frac\beta4\right)$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$\left(\frac\beta4\right)^2-4\left(\frac{\alpha+2}{2}\right)&lt;0$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$\frac{\beta^2}{16}-2(\alpha+2)&lt;0$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$\beta^2&lt;\frac4{27}(\alpha-2)^3$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follows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$\frac{(\alpha-2)^3}{108}-2\alpha-4&lt;0$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$g(\alpha)=\frac{(\alpha-2)^3}{108}-2\alpha-4$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$g'(\alpha)=\frac{(\alpha-2)^2}{36}-2&lt;0$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$g(\alpha)&lt;-8&lt;0$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inside, and (C)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orthocentre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 iff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enough to show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orthocentre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$H=\left(\alpha-6,-\frac\beta2\right)$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$\left(-\frac\beta2\right)^2-4(\alpha-6)&gt;0$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$\frac{\beta^2}{4}+4(6-\alpha)&gt;0$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$\beta^2&lt;\frac4{27}(\alpha-2)^3$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enough to show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$\frac{(\alpha-2)^3}{27}+4(6-\alpha)&gt;0$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$h(\alpha)=\frac{(\alpha-2)^3}{27}+24-4\alpha$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$h'(\alpha)=\frac{(\alpha-2)^2}{9}-4$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outside; (D)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correct statements are (A), (B)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$\alpha\in(2,6)$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$h(2)=16&gt;0$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$h(6)=0+24-24=0$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$h(6)=0$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$h(\alpha)&gt;0$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outside; (D)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correct statements are (A), (B)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the calculus by position tests: a factorisation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(A), crude bounds for (C), and the sign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(D).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the calculus by position tests: a factorisation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$(s-6)(s+3)^2$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(A), crude bounds for (C), and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(D).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cubic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three real normals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We know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suffices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(A)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$m^3+(2-\alpha)m+\beta=0$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m_i=0$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m_im_j=2-\alpha$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three real normals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$27\beta^2&lt;4(\alpha-2)^3$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$s=\alpha-2\in(0,6)$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$\beta^2&lt;4\alpha=4(s+2)$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We know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$\beta^2&lt;\frac{4s^3}{27}$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suffices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$\frac{s^3}{27}&lt;s+2$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$s^3-27s-54&lt;0$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$(s-6)(s+3)^2&lt;0$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$0&lt;s&lt;6$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(A)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axis of the parabola with positive abscissa; every such point is strictly inside.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and (C)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$G=\left(\frac{2s}{3},0\right)$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axis of the parabola with positive abscissa; every such point is strictly inside.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$C=\left(\frac{s+4}{2},\frac\beta4\right)$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$\beta^2&lt;32(s+4)$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$\beta^2&lt;\frac{4s^3}{27}&lt;\frac{4\cdot216}{27}=32&lt;32(s+4)$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and (C)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its abscissa is negative. A point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outside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parabola lies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(A),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$H=(\alpha-6,-\frac\beta2)=(s-4,-\frac\beta2)$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$\alpha&lt;6$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its abscissa is negative. A point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parabola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(A),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three real distinct normals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Feet of the normals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(always on the axis), circle through the three feet and the vertex has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orthocentre of the feet-triangle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$m^3+\left(2-\frac\alpha a\right)m+\frac\beta 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m_im_j=2-\alpha$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$m_1m_2m_3=-\beta$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three real distinct normals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$27\beta^2&lt;4(\alpha-2)^3$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Feet of the normals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$(am_i^2,-2am_i)$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$G=\left(\frac{2(\alpha-2)}{3},0\right)$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(always on the axis), circle through the three feet and the vertex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$\left(\frac{\alpha+2}{2},\frac\beta4\right)$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orthocentre of the feet-triangle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$(\alpha-6,-\frac\beta2)$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Orthocentre of a triangle inscribed in a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boundary of the three-normal region is the evolute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it stays inside the parabola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meets it only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Orthocentre of a triangle inscribed in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$H=T_1+T_2+T_3-2C$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$H=3G-2C$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boundary of the three-normal region is the evolute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$27\beta^2=4(\alpha-2)^3$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$s^3-27s-54=(s-6)(s+3)^2$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$s=\alpha-2$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it stays inside the parabola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$\alpha&lt;8$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meets it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$(8,\pm4\sqrt2)$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8949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statement(s)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total area bounded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vertical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area of the region bounded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8949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$f:[-2,2]\to\mathbb{R}$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$f(x)=\lim_{n\to\infty}\frac{x^{2n}\sin\left(\frac{\pi x}{2}\right)+x^2}{x^{2n}+1}$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statement(s)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$[-2,2]\setminus\{-1\}$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total area bounded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vertical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$\frac4\pi+\frac13$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$\int_{-2}^{2}f(x)\,dx=\frac23$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area of the region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$\frac53-\frac2\pi$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of piecewise functions and continuity, Area under curves and definite integral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limit in the three cases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separate signed integrals from areas.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limit in the three cases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separate signed integrals from areas.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$x^{2n}\to\infty$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$f(x)=\sin\left(\frac{\pi x}{2}\right)$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$f(1)=\frac{1\cdot\sin(\pi/2)+1}{1+1}=1$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whereas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$f(-1)=\frac{1\cdot\sin(-\pi/2)+1}{1+1}=0$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$f(x)=\sin\frac{\pi 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$x\in[-2,-1)\cup(1,2]$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$\lim_{x\to1^-}f=1$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$\lim_{x\to1^+}f=\sin\frac\pi2=1$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$\lim_{x\to-1^-}f=\sin\left(-\frac\pi2\right)=-1$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$\lim_{x\to-1^+}f=1$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$\int_{-2}^{2}f\,dx=\int_{-2}^{-1}\sin\frac{\pi x}{2}dx+\int_{-1}^{1}x^2dx+\int_{1}^{2}\sin\frac{\pi x}{2}dx$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$\int_{-2}^{-1}\sin\frac{\pi x}2dx=\left[-\frac2\pi\cos\frac{\pi x}2\right]_{-2}^{-1}=-\frac2\pi$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$\int_{-1}^1x^2dx=\frac23$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$\int_1^2\sin\frac{\pi x}2dx=\left[-\frac2\pi\cos\frac{\pi x}2\right]_1^2=\frac2\pi$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bounded area: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(B)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curve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(D)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correct statements are (A), (C)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$\int_{-2}^{2}f\,dx=-\frac2\pi+\frac23+\frac2\pi=\frac23$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bounded area: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$[-2,-1]$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$A=\int_{-2}^{2}|f|\,dx=\frac2\pi+\frac23+\frac2\pi=\frac4\pi+\frac23\neq\frac4\pi+\frac13$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(B)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curve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$\int_0^2(1-f)\,dx=2-\int_0^1x^2dx-\int_1^2\sin\frac{\pi x}2dx=2-\frac13-\frac2\pi=\frac53-\frac2\pi$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(D)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correct statements are (A), (C)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odd, so those two pieces cancel in the signed integral and double in the area.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$[-2,-1)\cup(1,2]$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function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$\sin\frac{\pi x}2$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odd, so those two pieces cancel in the signed integral and double in the area.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an odd function, and the two intervals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signed integral over them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$f=\sin\frac{\pi 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an odd function, and the two intervals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signed integral over them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$\int_{-2}^{2}f\,dx=\int_{-1}^1x^2\,dx=\frac23$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area,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two outer intervals is even: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middle part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in (D):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area,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two outer intervals is even: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$2\int_1^2\sin\frac{\pi x}2dx=2\cdot\frac2\pi=\frac4\pi$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middle part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$=\frac4\pi+\frac23$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in 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$\int_0^2f\,dx=\int_0^1x^2dx+\int_1^2\sin\frac{\pi x}2dx=\frac13+\frac2\pi$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$2-\frac13-\frac2\pi=\frac53-\frac2\pi$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the pieces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have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have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only break 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(A) is true. Answer (A, C,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the pieces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$\sin\frac{\pi x}2$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have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have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only break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(A) is true. Answer (A, C,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∓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 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 separately - the limit function can differ from both neighbours.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odd function integrates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an interval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its area (integral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twice the one-sided area.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Signed integral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split at sign changes. 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two blocks of this function.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$\lim_{n\to\infty}\frac{x^{2n}A(x)+B(x)}{x^{2n}+1}$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$\frac{\sin(\mp\pi/2)+1}{2}$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 separately - the limit function can differ from both neighbours.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odd function integrates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an interval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its area (integral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twice the one-sided area.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Signed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$\neq$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$=\int|f|$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split at sign changes. 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$\int(1-f)$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$\int_{1}^{2}\sin\frac{\pi x}{2}dx=\frac2\pi$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$\int_{-1}^{1}x^2dx=\frac23$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two blocks of this function.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35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definite integral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statement(s)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35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definite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$I=\int_{-\pi}^{\pi}\left(x^7e^{x^2}+\frac{\sin^2x}{1+3^x}\right)dx$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statement(s)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$\int_{-\pi}^{\pi}x^7e^{x^2}dx=0$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$\int_{-\pi}^{\pi}\frac{\sin^2x}{1+3^x}dx=\int_0^\pi\sin^2x\,dx$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$\int_0^\pi\sin^2x\,dx=2\int_0^{\pi/2}\sin^2x\,dx$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$I=\frac\pi2$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definite integrals (even-odd, a+b-x and 2a-x)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first part is odd,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halves the second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first part is odd,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$\frac{1}{1+3^x}+\frac{1}{1+3^{-x}}=1$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halves the second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$I=I_1+I_2$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$I_1=\int_{-\pi}^{\pi}x^7e^{x^2}dx$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$I_2=\int_{-\pi}^{\pi}\frac{\sin^2x}{1+3^x}dx$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two expressions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$h(x)=x^7e^{x^2}$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$h(-x)=(-x)^7e^{(-x)^2}=-x^7e^{x^2}=-h(x)$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$\int_a^bg(x)dx=\int_a^bg(a+b-x)dx$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$a=-\pi,b=\pi$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$I_2=\int_{-\pi}^{\pi}\frac{\sin^2(-x)}{1+3^{-x}}dx=\int_{-\pi}^{\pi}\frac{3^x\sin^2x}{1+3^x}dx$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two expressions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$2I_2=\int_{-\pi}^{\pi}\frac{(1+3^x)\sin^2x}{1+3^x}dx=\int_{-\pi}^{\pi}\sin^2x\,dx$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$\int_{-\pi}^{\pi}\sin^2x\,dx=2\int_0^\pi\sin^2x\,dx$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$2I_2=2\int_0^\pi\sin^2x\,dx\Rightarrow I_2=\int_0^\pi\sin^2x\,dx$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$\int_0^{\pi}\sin^2x\,dx$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$\int_0^{2a}g(x)dx=2\int_0^ag(x)dx$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$g(2a-x)=g(x)$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$\sin^2(\pi-x)=\sin^2x$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$\int_0^\pi\sin^2x\,dx=2\int_0^{\pi/2}\sin^2x\,dx$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statements (A), (B), (C), (D) are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$I=I_1+I_2=0+2\int_0^{\pi/2}\sin^2x\,dx=2\cdot\frac\pi4=\frac\pi2$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statements (A), (B), (C), (D) are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evaluate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power-reduction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$\frac1{1+3^x}+\frac1{1+3^{-x}}=1$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evaluate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$\int_0^\pi\sin^2x\,dx$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power-reduction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its integral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bracket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$x^7e^{x^2}$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its integral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$\int_{-\pi}^{0}$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$I_2=\int_0^\pi\sin^2x\left[\frac{1}{1+3^{-x}}+\frac{1}{1+3^{x}}\right]dx$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$\frac{1}{1+3^{-x}}=\frac{3^x}{1+3^x}$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bracket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$I_2=\int_0^\pi\sin^2x\,dx$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same antiderivative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(D). All four statements are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$\sin^2x=\frac{1-\cos2x}{2}$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$\int_0^\pi\sin^2x\,dx=\left[\frac x2-\frac{\sin2x}{4}\right]_0^\pi=\frac\pi2$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same antiderivative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$\int_0^\pi\sin^2x\,dx=\frac\pi2=2\cdot\frac\pi4$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$I=0+\frac\pi2=\frac\pi2$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(D). All four statements are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𝑜𝑑𝑑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etc. integrate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this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statement-type question lists equalities obtained from one property, check that each statement is the same property applied correctly - here all four are.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$\int_{-a}^{a}\frac{g(x)}{1+k^x}dx=\int_0^ag(x)\,dx$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$\frac{1}{1+k^x}+\frac1{1+k^{-x}}=1$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$g=\sin^2$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$x^{2m+1}e^{x^2}$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$x^{\text{odd}}\cos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etc. integrate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$[-a,a]$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$g(2a-x)=g(x)$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$\int_0^{2a}g=2\int_0^ag$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this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$\int_0^{\pi}\sin^2x\,dx=\frac\pi2$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statement-type question lists equalities obtained from one property, check that each statement is the same property applied correctly - here all four are.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9818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functions defined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order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statement(s)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9818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functions defined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$u(x)=\int_0^xe^{-t^2}dt$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$v(x)=\int_0^{x^2}e^{-t}dt$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$\frac{d^nu}{dv^n}$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order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statement(s)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$\left.\frac{du}{dv}\right|_{x=1}=\frac13$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$\left.\frac{d^2u}{dv^2}\right|_{x=1}=-\frac e4$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$\left.\frac{d^3u}{dv^3}\right|_{x=1}=\frac{e^2}{8}$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$4x^3\frac{d^2u}{dv^2}+\frac{1}{1-v(x)}=0$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Leibniz rule for derivatives of integrals, Higher-order derivatives with a parameter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parameter: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applied repeatedly.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parameter: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$\frac{d}{dv}=\frac{1}{dv/dx}\frac{d}{dx}$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applied repeatedly.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Leibniz's rule: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Leibniz's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$\frac{du}{dx}=e^{-x^2}$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$\frac{dv}{dx}=e^{-x^2}\cdot\frac{d}{dx}(x^2)=2xe^{-x^2}$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derivative: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derivative: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derivative: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sup>
                            </m:sSup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the numerator: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derivative: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$\frac{du}{dv}=\frac{du/dx}{dv/dx}=\frac{e^{-x^2}}{2xe^{-x^2}}=\frac1{2x}$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$\left.\frac{du}{dv}\right|_{x=1}=\frac12\neq\frac13$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derivative: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$\frac{d^2u}{dv^2}=\frac{\frac{d}{dx}\left(\frac1{2x}\right)}{dv/dx}=\frac{-\frac1{2x^2}}{2xe^{-x^2}}=-\frac{e^{x^2}}{4x^3}$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$\left.\frac{d^2u}{dv^2}\right|_{x=1}=-\frac 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derivative: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$\frac{d^3u}{dv^3}=\frac{\frac{d}{dx}\left(-\frac14x^{-3}e^{x^2}\right)}{dv/dx}$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the 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$\frac{d}{dx}\left(-\frac14x^{-3}e^{x^2}\right)=-\frac14\left(-3x^{-4}e^{x^2}+2x^{-2}e^{x^2}\right)=\frac{(3-2x^2)e^{x^2}}{4x^4}$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(B), (C), (D) are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$\frac{dv}{dx}=2xe^{-x^2}$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$\frac{d^3u}{dv^3}=\frac{(3-2x^2)e^{2x^2}}{8x^5}$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$\left.\frac{d^3u}{dv^3}\right|_{x=1}=\frac{(3-2)e^2}{8}=\frac{e^2}{8}$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$v(x)=\left[-e^{-t}\right]_0^{x^2}=1-e^{-x^2}$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$1-v(x)=e^{-x^2}$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$\frac{1}{1-v(x)}=e^{x^2}$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$4x^3\frac{d^2u}{dv^2}+\frac1{1-v}=4x^3\left(-\frac{e^{x^2}}{4x^3}\right)+e^{x^2}=-e^{x^2}+e^{x^2}=0$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(B), (C), (D) are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make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independent variable: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everything becomes an explicit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$v=1-e^{-x^2}$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make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independent variable: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$t=-\ln(1-v)=x^2$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everything becomes an explicit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false)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 true).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$v=\int_0^{x^2}e^{-t}dt=1-e^{-x^2}$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$x^2=-\ln(1-v)=:t$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$\frac{dt}{dv}=\frac{1}{1-v}$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$\frac{du}{dx}=e^{-x^2}=1-v$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$\frac{dv}{dx}=2x(1-v)$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$\frac{du}{dv}=\frac{1}{2x}=\frac12t^{-1/2}$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$\frac{d^2u}{dv^2}=\frac12\left(-\frac12\right)t^{-3/2}\frac{dt}{dv}=-\frac14\,t^{-3/2}(1-v)^{-1}$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$1-v=e^{-1}$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$\frac{du}{dv}=\frac12$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false)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$\frac{d^2u}{dv^2}=-\frac 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 true).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 true).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 true). Answer (B, C,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$\frac{d^3u}{dv^3}=-\frac14\left[-\frac32t^{-5/2}(1-v)^{-2}+t^{-3/2}(1-v)^{-2}\right]$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$\frac{d}{dv}(1-v)^{-1}=(1-v)^{-2}$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$\frac{dt}{dv}=(1-v)^{-1}$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$(1-v)^{-2}=e^2$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$\frac{d^3u}{dv^3}=-\frac14\left(-\frac32+1\right)e^2=\frac{e^2}{8}$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 true).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$4x^3\frac{d^2u}{dv^2}=4t^{3/2}\cdot\left(-\frac14t^{-3/2}\frac{1}{1-v}\right)=-\frac{1}{1-v}$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$\frac{1}{1-v}$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 true). Answer (B, C,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functions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 rule: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it needs no evaluation of the integral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no closed form).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the inner integral is elementary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links statements like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this pair: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symbolically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functions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$\frac{du}{dv}=\frac{u'}{v'}$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$\frac{d^2u}{dv^2}=\frac{u''v'-u'v''}{(v')^3}$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$\frac{d^{n+1}u}{dv^{n+1}}=\frac{1}{v'}\frac{d}{dx}\left(\frac{d^nu}{dv^n}\right)$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$\frac{d}{dx}\int_{a}^{h(x)}F(t)dt=F(h(x))h'(x)$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it needs no evaluation of the integral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no closed form).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the inner integral is elementary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$v=\int_0^{x^2}e^{-t}dt=1-e^{-x^2}$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eliminate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$e^{-x^2}=1-v$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links statements like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this pair: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$\frac{du}{dv}=\frac{1}{2x}$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$\frac{d^2u}{dv^2}=-\frac{e^{x^2}}{4x^3}$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$\frac{d^3u}{dv^3}=\frac{(3-2x^2)e^{2x^2}}{8x^5}$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symbolically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Paragraph Based 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Q09 – Q10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3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focal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length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units, and its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positive. The tangents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16   (B) 24   (C) 32   (D) 48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$P:y^2=4x$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focal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length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units, and its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positive. The tangents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TPQ$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16   (B) 24   (C) 32   (D) 48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875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Focal chord of a parabola, Tangents at the ends of a focal chord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focal 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everything.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focal chord of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$4a\csc^2\theta$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$\theta=30^\circ$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$t_1t_2=-1$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$t_1+t_2=2\sqrt3$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everything.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length of a focal chord inclined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focal chord,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length of a focal chord inclined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$L=4a\csc^2\theta$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$4\csc^2\theta=16\Rightarrow\csc^2\theta=4\Rightarrow\sin\theta=\frac12$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$m=\tan\frac\pi6=\frac1{\sqrt3}$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$P=(t_1^2,2t_1)$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$Q=(t_2^2,2t_2)$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focal chord,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$m=\frac{2}{t_1+t_2}=\frac{1}{\sqrt3}\Rightarrow t_1+t_2=2\sqrt3$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at the ends of a focal chord meet on the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$(t_1-t_2)^2=(t_1+t_2)^2-4t_1t_2=(2\sqrt3)^2-4(-1)=12+4=16\Rightarrow|t_1-t_2|=4$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at the ends of a focal chord meet on the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$T=(-a,a(t_1+t_2))=(-1,2\sqrt3)$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TPQ=\frac12|t_1-t_2|\left(t_1^2+t_2^2+2\right)$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$t_1^2+t_2^2=(t_1+t_2)^2-2t_1t_2=12+2=14$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$=\frac12\times4\times(14+2)=2\times16=32$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focal chord,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$=\frac12\,PQ\cdot ST$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$ST\perp 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focal chord,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$ST=\frac{2a}{\sin\theta}$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tangents at the ends of a focal chord,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directrix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(focal-chord property).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axis,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horizontal run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directrix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tangents at the ends of a focal chord,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directrix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$ST\perp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(focal-chord property).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axis,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$(-\sin\theta,\cos\theta)$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horizontal run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directrix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$ST\sin\theta=2a$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$ST=\frac{2a}{\sin\theta}$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$L=PQ=\frac{4a}{\sin^2\theta}=16$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$ST=\frac{2}{1/2}=4$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chord,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height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the formula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chord,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height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 PQ\cdot ST=\frac12\cdot16\cdot4=32$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the formula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$=\frac12\cdot\frac{4a}{\sin^2\theta}\cdot\frac{2a}{\sin\theta}=\frac{4a^2}{\sin^3\theta}=\frac{4}{1/8}=32$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at the ends of a focal chord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directrix, are perpendicular,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$\frac{4a}{\sin^2\theta}=a\left(t+\frac1t\right)^2=a(t_1-t_2)^2$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$\frac{2}{t_1+t_2}$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at the ends of a focal chord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$(-a,a(t_1+t_2))$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directrix, are perpendicular,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$ST\perp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focal chord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for the latus rectum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In general (any chord) the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focal-chord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given,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 fixes the slope.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focal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$=\frac12PQ\cdot ST=\frac{4a^2}{\sin^3\theta}$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for the latus rectum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In general (any chord)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$\frac{a^2}{2}|t_1-t_2|^3$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$\frac12\cdot64=32$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focal-chord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$\sin^2\theta=\frac{4a}{\ell}$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 fixes the slope.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50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focal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length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units, and its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positive. The tangents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intercept made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by the circumcircle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50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$P:y^2=4x$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focal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length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units, and its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positive. The tangents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intercept made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by the circumcircle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TPQ$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Focal chord of a parabola, Circle with a given diameter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Tangents at the ends of a focal chord are perpendicular,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diameter of the circumcircle.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Tangents at the ends of a focal chord are perpendicular,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diameter of the circumcircle.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tangents at the ends of a focal chord intersect at right angles on the directrix,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circumcircle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its diameter.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tangents at the ends of a focal chord intersect at right angles on the directrix,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PTQ=90^\circ$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circumcircle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TPQ$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its diameter.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centre: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of the circumcircle: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-intercepts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intercept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centre: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$M=\left(\frac{t_1^2+t_2^2}{2},\frac{2(t_1+t_2)}{2}\right)=\left(\frac{14}2,2\sqrt3\right)=(7,2\sqrt3)$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$R=\frac{PQ}{2}=\frac{16}{2}=8$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of the circumcircle: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$(x-7)^2+\left(y-2\sqrt3\right)^2=8^2=64$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-intercepts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$(x-7)^2+\left(-2\sqrt3\right)^2=64\Rightarrow(x-7)^2+12=64\Rightarrow(x-7)^2=52$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$x=7\pm2\sqrt{13}$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intercept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$(7+2\sqrt{13})-(7-2\sqrt{13})=4\sqrt{13}$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$4\sqrt{13}$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circle in diameter form,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 needs only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circle in diameter form,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$(x-x_1)(x-x_2)+(y-y_1)(y-y_2)=0$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 needs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$x_1+x_2$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$x_1x_2+y_1y_2$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 the circle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intercept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the difference of its roots,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focal 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 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$(x-x_1)(x-x_2)+(y-y_1)(y-y_2)=0$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$x^2-(x_1+x_2)x+(x_1x_2+y_1y_2)=0$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intercept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the difference of its roots,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$\sqrt{(x_1+x_2)^2-4(x_1x_2+y_1y_2)}$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focal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$x_1x_2=t_1^2t_2^2=1$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$y_1y_2=4t_1t_2=-4$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$x_1x_2+y_1y_2=-3$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Intercept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$x_1+x_2=t_1^2+t_2^2=(t_1+t_2)^2-2t_1t_2=12+2=14$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$t_1+t_2=2\sqrt3$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$=\sqrt{14^2-4(-3)}=\sqrt{196+12}=\sqrt{208}=4\sqrt{13}$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$4\sqrt{13}$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on a focal chord as diameter always touches the directrix (centre's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radius). Here: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intercept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focal 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so such circle questions reduce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circumcentre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the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on a focal chord as diameter always touches the directrix (centre's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radius). Here: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$(7,2\sqrt3)$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$7+1=8=R$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$(x-x_A)(x-x_B)+(y-y_A)(y-y_B)=0$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intercept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$\sqrt{(x_A+x_B)^2-4(x_Ax_B+y_Ay_B)}$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$\sqrt{(y_A+y_B)^2-4(x_Ax_B+y_Ay_B)}$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focal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$y_1y_2=-4a^2$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$x_1+x_2=a(t_1^2+t_2^2)$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so such circle questions reduce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$t_1+t_2$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circumcentre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TPQ$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the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T=90^\circ$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Integer Type(0 to 9)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Q11 – Q14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09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defined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09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defined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$(x+1)^2\left(1+\frac{dy}{dx}\right)=\left(e^{\frac{x+y}{2}}+e^{-\frac{x+y}{2}}\right)^2$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$e^{y(1/2)+1/2}=k$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1792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Differential equations (variable-separable by substitution)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separates the variables.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$\left(e^{u/2}+e^{-u/2}\right)^2=\frac{(e^u+1)^2}{e^u}$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$u=x+y$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separates the variables.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$(x+1)^2\left(1+\frac{dy}{dx}\right)=\left(e^{\frac{x+y}2}+e^{-\frac{x+y}2}\right)^2$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$\left(e^{\frac{x+y}2}+e^{-\frac{x+y}2}\right)^2=e^{x+y}+2+e^{-(x+y)}=\frac{\left(e^{x+y}+1\right)^2}{e^{x+y}}$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$\frac{du}{dx}=1+\frac{dy}{dx}$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$(x+1)^2\frac{du}{dx}=\frac{(e^u+1)^2}{e^u}$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Separating the variables: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Separating the variables: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$\frac{e^u}{(e^u+1)^2}du=\frac{dx}{(x+1)^2}$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$-\frac{1}{e^u+1}=-\frac1{x+1}+C\Rightarrow\frac1{e^{x+y}+1}=\frac1{x+1}+K$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$\frac1{e^0+1}=\frac1{0+1}+K\Rightarrow\frac12=1+K\Rightarrow K=-\frac12$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implicit solution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implicit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$\frac1{e^{x+y}+1}=\frac1{x+1}-\frac12=\frac{1-x}{2(x+1)}$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$\frac{1}{e^{y(1/2)+1/2}+1}=\frac{1-\frac12}{2\left(1+\frac12\right)}=\frac{1/2}{3}=\frac16$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$e^{y(1/2)+1/2}+1=6\Rightarrow e^{y(1/2)+1/2}=5$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right side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cosh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cosh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answer comes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tanh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tanh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right side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$4\cosh^2\frac{x+y}{2}$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$\int\frac{du}{\cosh^2(u/2)}=2\tanh\frac u2$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answer comes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$e^u=\frac{1+\tanh(u/2)}{1-\tanh(u/2)}$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cosh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cosh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cosh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Integrate: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$\left(e^{u/2}+e^{-u/2}\right)^2=4\cosh^2\frac u2$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$(x+1)^2\frac{du}{dx}=4\cosh^2\frac u2$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$\frac{du}{4\cosh^2(u/2)}=\frac{dx}{(x+1)^2}$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$\frac12\tanh\frac u2=-\frac1{x+1}+K$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$0=-1+K\Rightarrow 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$\frac12\tanh\frac u2=\frac{x}{x+1}$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$\tanh\frac u2=\frac{2x}{x+1}$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tanh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tanh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$\tanh\frac u2=\frac{1}{3/2}=\frac23$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$u=\frac12+y\left(\frac12\right)$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$e^u=\frac{1+\tanh(u/2)}{1-\tanh(u/2)}=\frac{5/3}{1/3}=5$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$k=e^{y(1/2)+1/2}=5$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separable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cosh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tanh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tanh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tanh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 between the two forms of the answer.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 of this IVP: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numerically: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$\frac{dy}{dx}=F(ax+by+c)$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separable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$u=ax+by+c$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$\frac{du}{dx}=1+y'$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$\left(e^{u/2}+e^{-u/2}\right)^2=4\cosh^2\frac u2=\frac{(e^u+1)^2}{e^u}$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$\int\frac{e^u}{(e^u+1)^2}du=-\frac1{e^u+1}+C$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$e^u=\frac{1+\tanh(u/2)}{1-\tanh(u/2)}$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$\frac{1}{e^u+1}=\frac{1-\tanh(u/2)}{2}$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 between the two forms of the answer.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 of this IVP: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$\tanh\frac{x+y}{2}=\frac{2x}{x+1}$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numerically: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$e^{y(1/2)+1/2}=5$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family of parallel chords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constant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line containing any such chord,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length of the chord of the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intercepted by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$E:\frac{x^2}{2}+y^2=1$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family of parallel chords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constant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line containing any such chord,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$c\in[-\sqrt3,\sqrt3]$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length of the chord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intercepted by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$I=\int_0^{\sqrt3}c\,[L(c)]^2\,dc$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703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Chord of an ellipse, Definite integration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length for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length for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$L(c)=\frac43\sqrt{3-c^2}$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polynomial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$x^2+2y^2=2$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$3x^2+4cx+(2c^2-2)=0$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$x_1+x_2=-\frac{4c}{3}$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$x_1x_2=\frac{2c^2-2}{3}$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$(x_1-x_2)^2=(x_1+x_2)^2-4x_1x_2=\frac{16c^2}{9}-4\cdot\frac{2c^2-2}{3}=\frac{24-8c^2}{9}=\frac{8(3-c^2)}{9}$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$L(c)=\sqrt{(1+m^2)(x_1-x_2)^2}=\sqrt{2\cdot\frac{8(3-c^2)}{9}}=\frac43\sqrt{3-c^2}$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$[L(c)]^2=\frac{16}{9}(3-c^2)$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$I=\int_0^{\sqrt3}c\cdot\frac{16}{9}(3-c^2)\,dc=\frac{16}{9}\int_0^{\sqrt3}(3c-c^3)\,dc$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$\int_0^{\sqrt3}(3c-c^3)dc=\left[\frac{3c^2}{2}-\frac{c^4}{4}\right]_0^{\sqrt3}=\frac92-\frac94=\frac94$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$I=\frac{16}{9}\times\frac94=4$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Stretch the ellipse into a circle: the affine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chords into chords of the unit circle and scales every length in a fixed direction by a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Stretch the ellipse into a circle: the affine map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$x\to\sqrt2X$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chords into chords of the unit circle and scales every length in a fixed direction by a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ellipse becomes the unit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distance from the 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circle's chord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circle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real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ellipse becomes the unit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$y=\sqrt2X+c$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$\sqrt2X-y+c=0$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distance from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$d=\frac{|c|}{\sqrt{2+1}}=\frac{|c|}{\sqrt3}$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circle's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$\ell=2\sqrt{1-\frac{c^2}{3}}$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 y=\Delta x=\sqrt2\Delta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circle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$\ell=|\Delta X|\sqrt{1+2}=\sqrt3|\Delta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real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$L=|\Delta x|\sqrt2=2|\Delta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$L=\frac{2\ell}{\sqrt3}$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$L(c)=\frac{2}{\sqrt3}\cdot2\sqrt{\frac{3-c^2}3}=\frac43\sqrt{3-c^2}$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$L^2=\frac{16}9(3-c^2)$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$I=\frac{16}{9}\int_0^{\sqrt3}c(3-c^2)dc$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$w=3-c^2$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$c\,dc=-\frac{dw}{2}$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$\int_0^{\sqrt3}c(3-c^2)dc=\frac12\int_0^3w\,dw=\frac94$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$I=\frac{16}{9}\cdot\frac94=4$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cut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tangency value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limits of the problem).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4.4622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affine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ellipse into the unit circle and keeps ratios of lengths along any fixed direction - useful for chord, area and parallel-chord problems.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cut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$L=\frac{2ab\sqrt{(1+m^2)(a^2m^2+b^2-c^2)}}{a^2m^2+b^2}$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tangency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$c^2=a^2m^2+b^2$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limits of the problem).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$a^2=2,b=1,m=1$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$L^2=\frac{16}{9}(3-c^2)$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$c=0.7$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$4.4622$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affine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$x=aX,\ y=bY$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ellipse into the unit circle and keeps ratios of lengths along any fixed direction - useful for chord, area and parallel-chord problems.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$\int_0^{k}c\,(k^2-c^2)\,dc=\frac{k^4}{4}$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$w=k^2-c^2$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$\frac12\int_0^{k^2}w\,dw$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region bounded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region bounded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$y=3x^2-3$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$y=3-3|x|$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bounded by a parabola and a modulus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curves are even, so find the intersection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double the area.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curves are even, so find the intersection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double the area.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intersection: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the points of intersection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$y_1(x)=3-3|x|$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$y_2(x)=3x^2-3$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$3-3x=3x^2-3\Rightarrow3x^2+3x-6=0\Rightarrow x^2+x-2=0$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the points of intersection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the symmetry: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$y_1(x)\ge y_2(x)$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the symmetry: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$A=2\int_0^1\left((3-3x)-(3x^2-3)\right)dx=2\int_0^1(6-3x-3x^2)\,dx$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$A=6\int_0^1(2-x-x^2)\,dx=6\left[2x-\frac{x^2}{2}-\frac{x^3}{3}\right]_0^1$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$A=6\left(2-\frac12-\frac13\right)=6\cdot\frac76=7$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parabola dips below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and the tent rises above it, so the area is (triangle)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(parabolic segment), found by Archimedes'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parabola dips below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and the tent rises above it, so the area is (triangle)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(parabolic segment), found by Archimedes'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curves meet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 each other there, so the region is bounded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Above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the tent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triangle with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curves meet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 each other there, so the region is bounded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Above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the tent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$y=3-3|x|$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triangle with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$\frac12\cdot2\cdot3=3$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Below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a segment of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depth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Archimedes: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between the curves is the union of these two pieces,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Below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$y=3x^2-3$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a segment of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depth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Archimedes: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$=\frac23\cdot2\cdot3=4$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between the curves is the union of these two pieces,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$A=3+4=7$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a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(Archimedes: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height).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two curves lie on opposite sides of an axis, the enclosed area is the sum of the two areas to that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boundaries and even functions, 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and double.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a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$y=a(x-p)(x-q)$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$\frac{|a|(q-p)^3}{6}$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(Archimedes: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height).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$3\cdot\frac{2^3}{6}=4$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two curves lie on opposite sides of an axis, the enclosed area is the sum of the two areas to that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boundaries and even functions, solve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and double.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$3-3|x|$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$x^2+|x|-2=0\Rightarrow|x|=1$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real parameter.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inequality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$f:[0,\infty)\to\mathbb{R}$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$f(x)=(x+1)\ln(1+x)-x-\frac{x^2}{k+x}$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real parameter.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inequality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$m=\min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Application of derivatives (inequalities), Monotonicity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decides: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everywhere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$f(0)=f'(0)=0$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decides: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everywhere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$k\ge2$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Note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Notice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again: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$f(x)=(x+1)\ln(1+x)-x-\frac{x^2}{k+x}$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$f'(x)=\ln(1+x)+(x+1)\cdot\frac1{1+x}-1-\frac{2x(k+x)-x^2}{(k+x)^2}=\ln(1+x)-\frac{2kx+x^2}{(k+x)^2}$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Notice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$f'(x)=\ln(1+x)-\left(1-\frac{k^2}{(k+x)^2}\right)$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$f''(x)=\frac1{1+x}-\frac{2k^2}{(k+x)^3}=\frac{(k+x)^3-2k^2(1+x)}{(1+x)(k+x)^3}$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Consequently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$P(x)=(k+x)^3-2k^2(1+x)=x^3+3kx^2+k^2x+k^2(k-2)$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$k-2\ge0$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Consequently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continuity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there;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violates the inequality.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$0&lt;k&lt;2$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$P(0)=k^2(k-2)&lt;0$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continuity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$[0,\delta)$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$(0,\delta)$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there;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$(0,\delta)$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$f(x)&lt;f(0)=0$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$x\in(0,\delta)$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violates the inequality.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$S=[2,\infty)$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$m=\min S=2$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inequality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classical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 second-order expansion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inequality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$\ln(1+x)\ge\frac{x(k+2x)}{(k+x)(1+x)}$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classical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$\ln(1+x)\ge\frac{2x}{2+x}$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 second-order expansion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$k\ge2$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inequality holds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$f(x)\ge0\iff(x+1)\ln(1+x)\ge x+\frac{x^2}{k+x}=\frac{x(k+2x)}{k+x}\iff\ln(1+x)\ge\frac{x(k+2x)}{(k+x)(1+x)}=:R_k(x)$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$R_2(x)=\frac{2x(1+x)}{(2+x)(1+x)}=\frac{2x}{2+x}$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$\frac{d}{dx}\left[\ln(1+x)-\frac{2x}{2+x}\right]=\frac1{1+x}-\frac4{(2+x)^2}=\frac{x^2}{(1+x)(2+x)^2}\ge0$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inequality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expand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negative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the inequality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$\frac{x^2}{k+x}$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$f_k(x)\ge f_2(x)\ge0$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expand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$\ln(1+x)=x-\frac{x^2}2+\dots$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$R_k(x)=x\cdot\frac{1+2x/k}{1+\frac{k+1}{k}x+\dots}=x+\frac{1-k}{k}x^2+\dots$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$\ln(1+x)-R_k(x)=\left(\frac12-\frac1k\right)x^2+O(x^3)$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negative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the inequality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$S=[2,\infty)$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(sharper than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Proof: the derivative of the difference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nonzero).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threshold.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$\ln(1+x)\ge\frac{2x}{2+x}$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(sharper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$\ln(1+x)\ge x-\frac{x^2}{2}$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$\ln(1+x)\le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Proof: the derivative of the difference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$\frac{x^2}{(1+x)(2+x)^2}\ge0$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nonzero).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$f''(0)=\frac{k-2}{k}$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threshold.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Parameter-in-an-inequality problems: if the parameter enters monotonically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admissible set is a ray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found at the critical point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numerator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symbolically).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Parameter-in-an-inequality problems: if the parameter enters monotonically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$-\frac{x^2}{k+x}$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admissible set is a ray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$[k_0,\infty)$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found at the critical point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$f''(x)=\frac{1}{1+x}-\frac{2k^2}{(k+x)^3}$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$P(x)=(k+x)^3-2k^2(1+x)$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$P(0)=k^2(k-2)$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symbolically).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Q15 – Q17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868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integral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maximum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region bounded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horizontal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region bounded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vertical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868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$f:[0,1]\to[0,\infty)$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integral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$f(x)\int_0^x\frac{f(t)}{\sqrt{1-t^2}}\,dt=\frac{x^3\sqrt{1-x^2}}{2}$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region bounded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horizontal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$x\in[0,x_0]$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region bounded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vertical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$x\in[0,x_0]$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$3A_1+12A_2$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Integral equations and differential equations, Area under curves, Maxima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$g=\int_0^x\frac{f}{\sqrt{1-t^2}}dt$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reads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$g\,g'=\frac{x^3}{2}$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$(g^2)'=x^3$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$g(x)=\int_0^x\frac{f(t)}{\sqrt{1-t^2}}\,dt$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$g'(x)=\frac{f(x)}{\sqrt{1-x^2}}\Rightarrow f(x)=g'(x)\sqrt{1-x^2}$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given equation: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Integrating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given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$g'(x)\sqrt{1-x^2}\,g(x)=\frac{x^3\sqrt{1-x^2}}{2}\Rightarrow g'(x)g(x)=\frac{x^3}{2}$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$\frac12\frac{d}{dx}\left[(g(x))^2\right]=\frac{x^3}{2}$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Integrating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$(g(x))^2=\frac{x^4}{4}$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$f(x)=g'(x)\sqrt{1-x^2}=x\sqrt{1-x^2}$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$f'(x)=\sqrt{1-x^2}-\frac{x^2}{\sqrt{1-x^2}}=\frac{1-2x^2}{\sqrt{1-x^2}}$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maximum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corresponding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rectangle of width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rectangle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maximum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$M=f\left(\frac{1}{\sqrt2}\right)=\frac12$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$A_2=\int_0^{1/\sqrt2}x\sqrt{1-x^2}\,dx=\left[-\frac13(1-x^2)^{3/2}\right]_0^{1/\sqrt2}=\frac13\left(1-\frac{1}{2\sqrt2}\right)=\frac{4-\sqrt2}{12}$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corresponding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rectangle of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$=A_1+A_2=\frac1{\sqrt2}\cdot\frac12=\frac{\sqrt2}{4}$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$A_1=\frac{\sqrt2}{4}-A_2=\frac{\sqrt2}{4}-\frac{4-\sqrt2}{12}=\frac{4\sqrt2-4}{12}=\frac{\sqrt2-1}{3}$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$3A_1+12A_2=3\left(\frac{\sqrt2-1}{3}\right)+12\left(\frac{4-\sqrt2}{12}\right)=(\sqrt2-1)+(4-\sqrt2)=3$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finding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finding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$f=x\sqrt{1-x^2}$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$f=\frac12\sin2\theta$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$3A_1+12A_2=3(A_1+A_2)+9A_2$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as before (integrate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maximum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$g\,g'=\frac{x^3}2$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as before (integrate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$(g^2)'=x^3$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$f=\sin\theta\cos\theta=\frac12\sin2\theta$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maximum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$A_2=\int_0^{\pi/4}\sin\theta\cos\theta\cdot\cos\theta\,d\theta=\int_0^{\pi/4}\sin\theta\cos^2\theta\,d\theta=\left[-\frac{\cos^3\theta}{3}\right]_0^{\pi/4}=\frac13\left(1-\frac{1}{2\sqrt2}\right)$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(rectangle),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$A_1+A_2=x_0M=\frac{\sqrt2}{4}$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(rectangle),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$3A_1+12A_2=3(A_1+A_2)+9A_2=\frac{3\sqrt2}{4}+3\left(1-\frac{\sqrt2}{4}\right)$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$=\frac{3\sqrt2}{4}+3-\frac{3\sqrt2}{4}=3$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of the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increasing function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rectangle),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above the curve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below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(AM-GM)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designed so the irrational terms cancel.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of the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$f(x)\int_0^x\frac{f(t)}{w(t)}dt=h(x)$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$g=\int_0^x\frac f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$f=w\,g'$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$g\,g'=\frac{h}{w}$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$\frac12(g^2)'=\frac hw$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increasing function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$[0,x_0]$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$A_1+A_2=x_0M$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rectangle),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above the curve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below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$x\sqrt{1-x^2}\le\frac{x^2+(1-x^2)}{2}=\frac12$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(AM-GM)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$\sin\theta\cos\theta=\frac12\sin2\theta$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x\sqrt{1-x^2}\,dx=-\frac13(1-x^2)^{3/2}+C$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combination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$3A_1+12A_2=3(A_1+A_2)+9A_2$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designed so the irrational terms cancel.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the value of the following limit: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the value of the following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$L=\lim_{n\to\infty}\frac1n\sum_{r=1}^{8n}\left(\sin^4\left(\frac{\pi r}{n}\right)+\cos^4\left(\frac{\pi r}{n}\right)\right)$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 of a sum as a definite integral, Periodic functions and Walli's formula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is a Riemann sum for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function of period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that over one period.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is a Riemann sum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function of period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integral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that over one period.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 the limit as a definite integral: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periodic with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 the limit as a definite integral: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$L=\int_0^8\left(\sin^4(\pi x)+\cos^4(\pi x)\right)dx$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$f(x)=\sin^4(\pi x)+\cos^4(\pi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periodic with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$L=\int_0^{16\times\frac12}f(x)\,dx=16\int_0^{1/2}\left(\sin^4(\pi x)+\cos^4(\pi x)\right)dx$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x=t\Rightarrow dx=\frac{dt}{\pi}$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$\int_0^{1/2}\left(\sin^4(\pi x)+\cos^4(\pi x)\right)dx=\frac1\pi\int_0^{\pi/2}\left(\sin^4t+\cos^4t\right)dt$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Walli's formula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Walli's formula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$\int_0^{\pi/2}\sin^4t\,dt=\int_0^{\pi/2}\cos^4t\,dt=\frac34\cdot\frac12\cdot\frac\pi2=\frac{3\pi}{16}$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$\int_0^{1/2}f(x)\,dx=\frac1\pi\left(\frac{3\pi}{16}+\frac{3\pi}{16}\right)=\frac38$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$L=16\times\frac38=6$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cosine terms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complete periods, so the sum is exact.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$\sin^4\theta+\cos^4\theta=\frac{3+\cos4\theta}{4}$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cosine terms sum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complete periods, so the sum is exact.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complete periods, and a complete period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equally spaced angles sums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$\sin^4\theta+\cos^4\theta=1-2\sin^2\theta\cos^2\theta=1-\frac12\sin^22\theta=\frac{3+\cos4\theta}{4}$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$\sum_{r=1}^{8n}\left[\frac34+\frac14\cos\frac{4\pi r}{n}\right]$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$\cos\frac{4\pi r}{n}$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complete periods, and a complete period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equally spaced angles sums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(Checked: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divided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$\sum_{r=1}^{8n}\left[\dots\right]=8n\cdot\frac34=6n$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$L=\frac1n\cdot6n=6$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(Checked: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$n=4,6,10$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upper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sum runs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mean value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period; so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mean value is simply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Walli: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$\lim_{n\to\infty}\frac1n\sum_{r=1}^{kn}F\left(\frac rn\right)=\int_0^kF(x)\,dx$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upper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sum runs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$\int_0^{mT}F=m\int_0^TF$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$\int_0^8=16\int_0^{1/2}$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$\sin^4\theta+\cos^4\theta=1-\frac12\sin^22\theta=\frac{3+\cos4\theta}{4}$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mean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period; so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$[0,8]$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mean value is simply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$\frac34\times8=6$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Walli: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$\int_0^{\pi/2}\sin^4t\,dt=\frac{3\pi}{16}$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$\int_0^{\pi/2}\sin^6t\,dt=\frac{5\pi}{32}$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$\sum_{r=1}^{N}\cos\frac{2\pi pr}{N}=0$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$N\nmid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functions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constants of integration.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functions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e^x\left(\frac{1-\sin x}{1-\cos x}\right)dx=-e^xf(x)+C_1$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$\int\left(\frac{x+\sin x}{1+\cos x}\right)dx=g(x)+C_2$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$C_1,C_2$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constants of integration.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$f\left(\frac\pi2\right)+\frac2\pi g\left(\frac\pi2\right)=k$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738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Indefinite integration (special forms), Half-angle trigonometric identities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Half-angle forms turn the integrands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Half-angle forms turn the integrands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$e^x(h+h')$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$h=-\cot\frac x2$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$u+xu'$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$u=\tan\frac x2$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integral: write in half angles,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integral: write in half angles,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e^x\left(\frac{1-\sin x}{1-\cos x}\right)dx=\int e^x\left(\frac{1-2\sin\frac x2\cos\frac x2}{2\sin^2\frac x2}\right)dx$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 e^x\left(-\cot\frac x2+\frac12\csc^2\frac x2\right)dx$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e^x\left(h(x)+h'(x)\right)dx=e^xh(x)+C$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$h(x)=-\cot\frac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$h'(x)=\frac12\csc^2\frac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e^x\left(\frac{1-\sin x}{1-\cos x}\right)dx=-e^x\cot\frac x2+C_1$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integral: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$-e^xf(x)+C_1$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$f(x)=\cot\frac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$f\left(\frac\pi2\right)=\cot\frac\pi4=1$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integral: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$\int\frac{x+\sin x}{1+\cos x}dx=\int\frac{x+2\sin\frac x2\cos\frac x2}{2\cos^2\frac x2}dx=\int\left(\tan\frac x2+x\cdot\frac12\sec^2\frac x2\right)dx$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$\int\left(u(x)+xu'(x)\right)dx=xu(x)+C$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$u(x)=\tan\frac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$u'(x)=\frac12\sec^2\frac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$\int\frac{x+\sin x}{1+\cos x}dx=x\tan\frac x2+C_2$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$g(x)=x\tan\frac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$g\left(\frac\pi2\right)=\frac\pi2\tan\frac\pi4=\frac\pi2$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$k=f\left(\frac\pi2\right)+\frac2\pi g\left(\frac\pi2\right)=1+\frac2\pi\cdot\frac\pi2=1+1=2$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Split each integrand into two pieces and integrate one piece by parts; the by-parts term cancels the other piece.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the second piece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$\frac{1-\sin x}{1-\cos x}=\frac{1}{1-\cos x}-\frac{\sin x}{1-\cos x}=\frac12\csc^2\frac x2-\cot\frac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e^x\cdot\frac12\csc^2\frac x2\,dx=-e^x\cot\frac x2+\int e^x\cot\frac x2\,dx$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$\frac{d}{dx}\left(-\cot\frac x2\right)=\frac12\csc^2\frac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e^x\cot\frac x2\,dx$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the second piece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$-\int e^x\cot\frac x2\,dx$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$-e^x\cot\frac x2+C_1$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$f(x)=\cot\frac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$f\left(\frac\pi2\right)=1$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last integral cancels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piece, so the result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$\frac{x+\sin x}{1+\cos x}=x\cdot\frac{1}{1+\cos x}+\frac{\sin x}{1+\cos x}=\frac x2\sec^2\frac x2+\tan\frac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x\cdot\frac12\sec^2\frac x2\,dx=x\tan\frac x2-\int\tan\frac x2\,dx$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last integral cancels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$+\int\tan\frac x2\,dx$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piece, so the result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$x\tan\frac x2+C_2$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$g\left(\frac\pi2\right)=\frac\pi2$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$k=1+\frac2\pi\cdot\frac\pi2=2$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 rule backwards). Look for these after a half-angle rewrite.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Half-angle toolkit: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Companion results: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0.2313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(numerical integration agrees).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e^x\left(h+h'\right)dx=e^xh+C$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$\int\left(u+xu'\right)dx=xu+C$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 rule backwards). Look for these after a half-angle rewrite.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Half-angle toolkit: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x=2\sin^2\frac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$1+\cos x=2\cos^2\frac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x=2\sin\frac x2\cos\frac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x}{1-\cos x}=\cot\frac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x}{1+\cos x}=\tan\frac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$\frac1{1-\cos x}=\frac12\csc^2\frac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$\frac1{1+\cos x}=\frac12\sec^2\frac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Companion results: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e^x\frac{1+\sin x}{1+\cos x}dx=e^x\tan\frac x2+C$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e^x\frac{1-\sin x}{1-\cos x}dx=-e^x\cot\frac x2+C$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$\int_1^2e^x\frac{1-\sin x}{1-\cos x}dx=e\cot\frac12-e^2\cot1\approx0.2313$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(numerical integration agrees).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2.71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17 questions, 66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PRT 09 Paper 02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2.71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