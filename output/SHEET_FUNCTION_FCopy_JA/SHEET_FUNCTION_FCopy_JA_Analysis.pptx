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CC4125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Sheet1!$A$2:$A$17</c:f>
              <c:strCache>
                <c:ptCount val="1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3.0</c:v>
                </c:pt>
                <c:pt idx="5">
                  <c:v>2.0</c:v>
                </c:pt>
                <c:pt idx="6">
                  <c:v>3.0</c:v>
                </c:pt>
                <c:pt idx="7">
                  <c:v>4.0</c:v>
                </c:pt>
                <c:pt idx="8">
                  <c:v>2.0</c:v>
                </c:pt>
                <c:pt idx="9">
                  <c:v>4.0</c:v>
                </c:pt>
                <c:pt idx="10">
                  <c:v>4.0</c:v>
                </c:pt>
                <c:pt idx="11">
                  <c:v>2.0</c:v>
                </c:pt>
                <c:pt idx="12">
                  <c:v>4.0</c:v>
                </c:pt>
                <c:pt idx="13">
                  <c:v>4.0</c:v>
                </c:pt>
                <c:pt idx="14">
                  <c:v>5.0</c:v>
                </c:pt>
                <c:pt idx="15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checks only option (D) and its last lines are cut (it ends at n&gt;=2, 2&lt;=n&lt;=4). Options (A), (B), (C) were added and the count in (D) was completed: pi^2 &lt; n &lt; pi^4 gives n = 10..97, i.e. 88 solutions. The answer (D)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Not a wrong answer. The PDF assumes f(x)=ax and g(x)=k^x, which the question does not justify (no continuity is given; non-linear additive functions exist). Wording kept, but the step is now justified as in the alternate: only rational multiples of the given points are needed, so f(qx)=q f(x) and g(qx)=g(x)^q. The answer 51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tables (f, f(g), g(f)) and the final answer (A, D) are right, but it states that g is 'not one-one and into'. g is one-one (g(0)=3, g(1)=5, ... odd values; g(-1)=2, g(-2)=4, ... even values, no value repeats); it is only not onto (1 is missed). Corrected the statement; (C) is still false, the answer is unchanged. Also the paper prints the definition of g with the letter f; read as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answer 96 is correct. The PDF writes '6 a^(6D) = 2^6 =&gt; a=2; D=1' and then uses a=2, D=1; that is not forced (a^(6D)=64 only gives the ratio a^D=2). Replaced by the ratio r=a^D=2, which is all the later steps use; the final computation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Function (JA)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J-A (JEE Advanced previous years)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$f:[0,3]\to[1,29]$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$f(x)=2x^3-15x^2+36x+1$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 via monotonicity of a cubic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continuous function that rises and then falls on the interval cannot be one-one, and the endpoint and turning-point values give its range.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$f(x)=2x^3-15x^2+36x+1$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$f'(x)=6x^2-30x+36=6(x^2-5x+6)$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non-monotonic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= codomain,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$f'(x)=6(x-2)(x-3)$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non-monotonic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$f(0)=1,\ f(2)=29,\ f(3)=28$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greatest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= codomain,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onto but not one-one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an explicit repeated value and exact bounds,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$29-f(x)$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an explicit repeated value and exact bounds,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$f(x)-28=2x^3-15x^2+36x-27=(x-3)(2x^2-9x+9)=(x-3)^2(2x-3)$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$f\left(\frac32\right)=28=f(3)$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$\frac32\neq3$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$29-f(x)=-(2x^3-15x^2+36x-28)=-(x-2)^2(2x-7)=(x-2)^2(7-2x)\ge0$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positive;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by the intermediate value theorem every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$f(x)-1=x(2x^2-15x+36)$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$2x^2-15x+36$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$225-288&lt;0$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positive;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$f([0,3])\subseteq[1,29]$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attained;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by the intermediate value theorem every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but not one-one: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onto but not one-one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on an interval is one-one iff it is strictly monotonic; a sign change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interval kills one-one-ness.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 and max are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values at critical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endpoint at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other factor is a quadratic, whose roots give repeated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concrete pair showing the failure of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on an interval is one-one iff it is strictly monotonic; a sign change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the interval kills one-one-ness.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$[\min,\max]$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 and max are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$f(a),f(b)$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values at critical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cubic,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endpoint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$f'(c)\ne0$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other factor is a quadratic, whose roots give repeated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$f(3/2)=f(3)=28$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concrete pair showing the failure of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are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value(s)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$f:(-1,1)\to\mathbb{R}$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$f(\cos4\theta)=\frac{2}{2-\sec^2\theta}$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$\theta\in\left(0,\frac{\pi}{4}\right)\cup\left(\frac{\pi}{4},\frac{\pi}{2}\right)$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value(s)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(are):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$1+\sqrt{\frac23}$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Finding a function from a functional relation with a substitution, Double-angle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$\frac{2}{2-\sec^2\theta}$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find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$\cos4\theta=\frac13$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$\theta\in\left(0,\frac\pi4\right)\cup\left(\frac\pi4,\frac\pi2\right)\Rightarrow 2\theta\in\left(0,\frac\pi2\right)\cup\left(\frac\pi2,\pi\right)$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$f(\cos4\theta)=\frac{2}{2-\sec^2\theta}=\frac{2\cos^2\theta}{2\cos^2\theta-1}$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$2\cos^2\theta=1+\cos2\theta$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$f(\cos4\theta)=\frac{1+\cos2\theta}{\cos2\theta}=1+\frac{1}{\cos2\theta}$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$2\cos^22\theta-1=\frac13$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are allowed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options (A) and (B)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$\cos^22\theta=\frac23$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$\cos2\theta=\pm\sqrt{\frac23}$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signs are allowed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$f\left(\frac13\right)=1\pm\sqrt{\frac32}$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options (A) and (B) are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half-angle form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half-angle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$\tan^22\theta=\frac{1-\cos4\theta}{1+\cos4\theta}$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$f(\cos4\theta)=1+\sec2\theta$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$\tan^22\theta=\frac{1-\cos4\theta}{1+\cos4\theta}$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$\cos4\theta=\frac13$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$\frac{2/3}{4/3}=\frac12$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$\sec^22\theta=1+\tan^22\theta=\frac32$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$\sec2\theta=\pm\sqrt{\frac32}$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$f\left(\frac13\right)=1\pm\sqrt{\frac32}$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and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turn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function is defined through a parameter, the value at a point can have several branches; list every allowed branch of the parameter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either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different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does not define a single-valued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official key (A, B) takes both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$\frac{2}{2-\sec^2\theta}=\frac{2\cos^2\theta}{2\cos^2\theta-1}=\frac{1+\cos2\theta}{\cos2\theta}$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turn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$2\cos^2\theta=1+\cos2\theta$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$\tan^2A=\frac{1-\cos2A}{1+\cos2A}$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$\cos2A=2\cos^2A-1$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function is defined through a parameter, the value at a point can have several branches; list every allowed branch of the parameter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either sign).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Remark: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$\cos2\theta=\pm\sqrt{2/3}$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different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relation does not define a single-valued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official key (A, B) takes both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$f:\left(-\frac{\pi}{2},\frac{\pi}{2}\right)\to\mathbb{R}$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$f(x)=\left(\log(\sec x+\tan x)\right)^3$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one-one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onto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Odd and even functions, One-one and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increasing and unbounded both ways, so its cube inherits all three properties.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$\log(\sec x+\tan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increasing and unbounded both ways, so its cube inherits all three properties.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x+\tan x=\frac{1+\sin x}{\cos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$\sec(-x)+\tan(-x)=\sec x-\tan x=\frac{1}{\sec x+\tan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(A) is true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$f(-x)=\left(-\log(\sec x+\tan x)\right)^3=-f(x)$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(A) is true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$f'(x)=3\left(\log(\sec x+\tan x)\right)^2\cdot\frac{1}{\sec x+\tan x}\left(\sec x\tan x+\sec^2x\right)$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x\tan x+\sec^2x=\sec x(\tan x+\sec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$f'(x)=3\left(\log(\sec x+\tan x)\right)^2\sec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one-one,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its range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one-one, (B)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$x\to-\frac\pi2^+$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x+\tan 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(C)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composition of three odd increasing bijections.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$\log(\sec x+\tan x)=\sinh^{-1}(\tan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composition of three odd increasing bijections.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sinh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cube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each odd, strictly increasing bijections.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x+\tan x=\tan x+\sqrt{1+\tan^2x}$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$\log(\sec x+\tan x)=\sinh^{-1}(\tan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$f(x)=\left(\sinh^{-1}(\tan x)\right)^3$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$x\mapsto\tan x\mapsto\sinh^{-1}(\cdot)\mapsto(\cdot)^3$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$\tan:\left(-\frac\pi2,\frac\pi2\right)\to\mathbb{R}$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each odd, strictly increasing bijections.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odd functions is odd, and a composition of increasing bijections is an increasing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one-one and onto: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odd functions is odd, and a composition of increasing bijections is an increasing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one-one and onto: (A), (B),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odd, increasing bijection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Gudermannian).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odd functions is odd; a composition of strictly increasing bijections is a strictly increasing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reason the log is odd; the same trick gives oddness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can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isolated points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check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declaring it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$\log(\sec x+\tan x)=\sinh^{-1}(\tan x)=\int_0^x\sec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odd, increasing bijection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inverse Gudermannian).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composition of odd functions is odd; a composition of strictly increasing bijections is a strictly increasing bijection.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$\sec(-x)+\tan(-x)=\frac{1}{\sec x+\tan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reason the log is odd; the same trick gives oddness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$\log\left(x+\sqrt{x^2+1}\right)$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increasing function can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isolated points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check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declaring it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with exactly 5 elements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with exactly 7 elements.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one-one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onto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with exactly 5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set with exactly 7 elements.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one-one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onto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$\frac{1}{5!}(\beta-\alpha)$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and onto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onto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splitting the 7 elements into 5 non-empty groups (sizes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sending the groups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onto maps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splitting the 7 elements into 5 non-empty groups (sizes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$3,1,1,1,1$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$2,2,1,1,1$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sending the groups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7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5 non-empty groups (one group per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sizes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to form the groups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$n(X)=5,\ n(Y)=7$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$\alpha={}^7C_5\times5!=21\times120=2520$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the 7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5 non-empty groups (one group per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sizes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$3,1,1,1,1$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$3,1,1,1,1$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to form the groups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$=\frac{7!}{3!\,4!}=35={}^7C_3$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to form the groups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 the 5 groups to the 5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ways to form the groups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$=\frac{7!}{2!\,2!\,2!\,3!}=105=3\cdot{}^7C_3$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 the 5 groups to the 5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$\beta=(35+105)\times5!=4\cdot{}^7C_3\cdot5!=16800$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$\frac{1}{5!}(\beta-\alpha)=\frac{16800-2520}{120}=\frac{14280}{120}$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$4\cdot{}^7C_3-{}^7C_5=4\times35-21=140-21=119$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onto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 on the missed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case analysis of group sizes.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onto maps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 on the missed elements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case analysis of group sizes.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 a chosen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inclusion-exclusion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81920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missing a chosen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$(5-k)^7$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inclusion-exclusion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$\beta=\sum_{k=0}^{5}(-1)^k\,{}^5C_k(5-k)^7$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$\beta=5^7-5\cdot4^7+10\cdot3^7-10\cdot2^7+5\cdot1^7=78125-81920+21870-1280+5=16800$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$\alpha=7\cdot6\cdot5\cdot4\cdot3=2520$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$\frac{\beta-\alpha}{5!}=\frac{14280}{120}=119$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maps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Stirling number of the second kind.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block sizes of an onto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parts;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objects into groups of given sizes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𝑟𝑒𝑝𝑒𝑎𝑡 𝑐𝑜𝑢𝑛𝑡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groups of equal size are unlabelled.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maps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$\sum_{k=0}^{n}(-1)^k\,{}^nC_k(n-k)^m=n!\,S(m,n)$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Stirling number of the second kind.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block sizes of an onto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$m\to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parts;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$7\to5$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$3,1,1,1,1$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$2,2,1,1,1$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objects into groups of given sizes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$\frac{N!}{\prod(\text{size}!)\prod(\text{repeat count})!}$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groups of equal size are unlabelled.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$S(7,5)=140$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$\beta=140\times5!$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$140=35+105$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$f(x)=|x|(x-\sin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onto,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 via monotonicity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and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derivative is non-negative, so it is increasing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 and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$x-\sin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derivative is non-negative, so it is increasing on all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least value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continuity,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$f(x)=-x(x-\sin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$f'(x)=2x-(\sin x+x\cos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$f'(x)=(x-\sin x)+x(1-\cos 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its least value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 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with continuity,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$f([0,\infty))=[0,\infty)$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 on both sides,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them),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$f(-x)=|-x|(-x+\sin 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$f\left((-\infty,0)\right)=(-\infty,0)$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 on both sides,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them),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both one-one and onto: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of two positive increasing functions, avoiding any derivative of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$f(x)=x\cdot(x-\sin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of two positive increasing functions, avoiding any derivative of the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suffices to study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$f(-x)=|x|(-x+\sin 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suffices to study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$u'(x)=1-\cos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$0&lt;u(x_1)\le u(x_2)$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$x_1u(x_1)&lt;x_2u(x_2)$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$f(0)=0&lt;f(x)$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oddness,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onto.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oddness,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onto.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odd, strictly increasing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two positive strictly increasing functions is strictly increasing;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increasing function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bijection; one-one plus these limits gives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bijections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and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odd, strictly increasing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of two positive strictly increasing functions is strictly increasing;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$|x|\cdot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strictly increasing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bijection; one-one plus these limits gives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$|x|(x+\sin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bijections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$f:[0,1]\to\mathbb{R}$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$f(x)=\frac{4^x}{4^x+2}$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$f\left(\frac{1}{40}\right)+f\left(\frac{2}{40}\right)+f\left(\frac{3}{40}\right)+\cdots+f\left(\frac{39}{40}\right)-f\left(\frac12\right)$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Symmetry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and summation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Symmetry property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and summation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 to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$f\left(\frac{k}{40}\right)$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$f\left(\frac{40-k}{40}\right)$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 up to 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$f(x)=\frac{4^x}{4^x+2}$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$f(1-x)=\frac{4^{1-x}}{4^{1-x}+2}=\frac{4/4^x}{4/4^x+2}=\frac{2}{4^x+2}$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$f(x)+f(1-x)=\frac{4^x}{4^x+2}+\frac{2}{4^x+2}=1$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$f\left(\frac1{40}\right)+f\left(\frac{39}{40}\right)=f\left(\frac{2}{40}\right)+f\left(\frac{38}{40}\right)=\cdots=f\left(\frac{19}{40}\right)+f\left(\frac{21}{40}\right)=1$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39 terms are 19 such pairs plus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39 terms are 19 such pairs plus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$f\left(\frac{20}{40}\right)=f\left(\frac12\right)$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$19+f\left(\frac{20}{40}\right)-f\left(\frac12\right)=19+f\left(\frac12\right)-f\left(\frac12\right)$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deviations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symmetric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deviations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symmetric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changes sign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$f(x)-\frac12=\frac{2\cdot4^x-4^x-2}{2(4^x+2)}=\frac{4^x-2}{2(4^x+2)}$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$u=4^x/2=2^{2x-1}$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$f(x)-\frac12=\frac{u-1}{2(u+1)}$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changes sign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$h(x)=f(x)-\frac12$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$h(1-x)=-h(x)$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graph is symmetric about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and 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$\sum_{k=1}^{39}h\left(\frac{k}{40}\right)=0$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and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$\sum_{k=1}^{39}f\left(\frac{k}{40}\right)=\frac{39}{2}$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this property.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term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asks you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$f(x)=\frac{a^x}{a^x+c}$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$c=2=\sqrt4$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$\frac{a^x}{a^x+\sqrt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this property.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$\sum_{k=1}^{n-1}f\left(\frac kn\right)=\frac{n-1}{2}$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$f(1/2)$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middle term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Recognition cue: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$f(k/n)$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$k=1..n-1$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asks you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$f(x)+f(c-x)$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$f\left(\frac12\right)=\frac12=\frac{2-1}{2}$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are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03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 the determinant of a square matrix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f>
                                <m:fPr>
                                  <m:type m:val="bar"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f>
                                <m:fPr>
                                  <m:type m:val="bar"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quadratic polynomial whose roots are the maximum and minimum values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which of the following is/are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ad>
                              <m:radPr>
                                <m:degHide m:val="on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903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denote the determinant of a square matrix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$g:\left[0,\frac\pi2\right]\to\mathbb{R}$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$g(\theta)=\sqrt{f(\theta)-1}+\sqrt{f\left(\frac\pi2-\theta\right)-1}$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12\left|\begin{matrix}1&amp;\sin\theta&amp;1\\-\sin\theta&amp;1&amp;\sin\theta\\-1&amp;-\sin\theta&amp;1\end{matrix}\right|+\left|\begin{matrix}\sin\pi&amp;\cos\left(\theta+\frac\pi4\right)&amp;\tan\left(\theta-\frac\pi4\right)\\\sin\left(\theta-\frac\pi4\right)&amp;-\cos\frac\pi2&amp;\log_e\frac4\pi\\\cot\left(\theta+\frac\pi4\right)&amp;\log_e\frac\pi4&amp;\tan\pi\end{matrix}\right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quadratic polynomial whose roots are the maximum and minimum values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$g(\theta)$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$p(2)=2-\sqrt2$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Then which of the following is/are TRUE?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$p\left(\frac{3+\sqrt2}{4}\right)&lt;0$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$p\left(\frac{1+3\sqrt2}{4}\right)&gt;0$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$p\left(\frac{5\sqrt2-1}{4}\right)&gt;0$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$p\left(\frac{5-\sqrt2}{4}\right)&lt;0$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trigonometric function, Determinants of a skew-symmetric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determinant is skew-symmetric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 first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second determinant is skew-symmetric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 first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$f=1+\sin^2\theta$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$g=\sin\theta+\cos\theta\in[1,\sqrt2]$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determinant: simplify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entries below/above the diagonal are negatives of each other,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determinant: 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entries below/above the diagonal are negatives of each other,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$\sin\left(\theta-\frac\pi4\right)=-\cos\left(\theta+\frac\pi4\right)$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$\cot\left(\theta+\frac\pi4\right)=-\tan\left(\theta-\frac\pi4\right)$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determinant,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determinant: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maximum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determinant,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$1\left(1+\sin^2\theta\right)-\sin\theta(-\sin\theta+\sin\theta)+1\left(\sin^2\theta+1\right)=2\left(1+\sin^2\theta\right)$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$f(\theta)=\frac12\cdot2\left(1+\sin^2\theta\right)+0=1+\sin^2\theta$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$g(\theta)=\sqrt{\sin^2\theta}+\sqrt{\sin^2\left(\frac\pi2-\theta\right)}=|\sin\theta|+|\cos\theta|=\sin\theta+\cos\theta$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$g(\theta)\in\left[1,\sqrt2\right]$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$p(x)=k(x-1)\left(x-\sqrt2\right)$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$p(2)=k\left(2-\sqrt2\right)=2-\sqrt2$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$p(x)=(x-1)\left(x-\sqrt2\right)$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$\frac{3+\sqrt2}{4}\approx1.10\in(1,\sqrt2)$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$\frac{1+3\sqrt2}{4}\approx1.31\in(1,\sqrt2)$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$\frac{5\sqrt2-1}{4}\approx1.52&gt;\sqrt2$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correct.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$\frac{5-\sqrt2}{4}\approx0.90&lt;1$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skew-symmetric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the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M=\det M^T=\det(-M)=-\det 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skew-symmetric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$g=\sqrt2\sin\left(\theta+\frac\pi4\right)$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the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order,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first determinant along row 1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order,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$B^T=-B$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B=\det B^T=\det(-B)=(-1)^3\det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the first determinant along row 1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$2(1+\sin^2\theta)$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$g=\sin\theta+\cos\theta=\sqrt2\sin\left(\theta+\frac\pi4\right)$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$\theta+\frac\pi4\in\left[\frac\pi4,\frac{3\pi}4\right]$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$\sin(\cdot)\in\left[\frac{1}{\sqrt2},1\right]$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$g\in[1,\sqrt2]$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argument lies strictly between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1.4142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Decimal values of the four arguments: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1.1036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1.5178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0.8964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lie between the roots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true, (B) false. Last two lie outside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true, (D) false. Answer (A,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argument lies strictly between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$1.4142$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Decimal values of the four 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$1.1036,\ 1.3107,\ 1.5178,\ 0.8964$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lie between the roots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(A) true, (B) false. Last two lie outside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(C) true, (D) false. Answer (A,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matrix of odd order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look for this before expanding any determinant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mirrored entries and zero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each argument with the roots instead of evaluating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remove the root with the absolute value and then use the interval to decide the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skew-symmetric matrix of odd order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A=\det A^T=\det(-A)=(-1)^n\det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look for this before expanding any determinant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mirrored entries and zero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$a\sin\theta+b\cos\theta$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$\left[-\sqrt{a^2+b^2},\sqrt{a^2+b^2}\right]$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monic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each argument with the roots instead of evaluating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$\sqrt{u^2}=|u|$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remove the root with the absolute value and then use the interval to decide the sign.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516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solutions in 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set of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25 solutions in the interval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5162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$f(x)=\begin{cases}x^2\sin\left(\frac{\pi}{x^2}\right),&amp;\text{if }x\neq0\\0,&amp;\text{if }x=0\end{cases}$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$\left[\frac{1}{10^{10}},\infty\right)$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$\left[\frac1\pi,\infty\right)$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set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$\left(0,\frac{1}{10^{10}}\right)$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25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$\left(\frac{1}{\pi^2},\frac1\pi\right)$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solutions in intervals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$x^2\sin(\pi/x^2)$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counting solutions in intervals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positive integer, so counting solutions in an interval is counting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$f(x)=0\iff x=\frac{1}{\sqrt 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positive integer, so counting solutions in an interval is counting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$f(x)=0\Rightarrow x^2\sin\left(\frac\pi{x^2}\right)=0\Rightarrow\sin\left(\frac\pi{x^2}\right)=0$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positive integer,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 all the intervals).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finitely many solutions,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$\frac\pi{x^2}=n\pi$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positive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$x=\frac{1}{\sqrt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 all the intervals).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$x\ge\frac{1}{10^{10}}\iff\frac1{\sqrt n}\ge10^{-10}\iff n\le10^{20}$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finitely many solutions, so (A)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$x\ge\frac1\pi\iff\frac1{\sqrt n}\ge\frac1\pi\iff n\le\pi^2\approx9.87$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$0&lt;x&lt;\frac1{10^{10}}\iff n&gt;10^{20}$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infinitely many solutions,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25 solutions there: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$x\in\left(\frac1{\pi^2},\frac1\pi\right)\Rightarrow\frac1{\pi^2}&lt;\frac1{\sqrt n}&lt;\frac1\pi\Rightarrow\pi&lt;\sqrt n&lt;\pi^2$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$\pi^2&lt;n&lt;\pi^4$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$9.87&lt;n&lt;97.41$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$n=10,11,\dots,97$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$88&gt;25$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more than 25 solutions there: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counting function: the number of zeros that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zeros in an interval are a difference of two floors.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counting function: the number of zeros that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$\left\lfloor\frac{1}{c^2}\right\rfloor$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zeros in an interval are a difference of two floors.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zeros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zeros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finite,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Zeros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unbounded, infinitely many, so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zeros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$x_n=\frac1{\sqrt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zeros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$N(c)=\left\lfloor c^{-2}\right\rfloor$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$N(10^{-10})=10^{20}$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$N(1/\pi)=\lfloor\pi^2\rfloor=9\ne0$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$\left(0,10^{-10}\right)$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those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$n&gt;10^{20}$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unbounded, infinitely many, so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Zeros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endpoint is a zero)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Zeros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$\left(\frac1{\pi^2},\frac1\pi\right)$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$N\left(\frac1{\pi^2}\right)-N\left(\frac1\pi\right)$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endpoint is a zero)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$=\lfloor\pi^4\rfloor-\lfloor\pi^2\rfloor=97-9=88&gt;25$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(D)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infinitely often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accumulate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finitely many zeros and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functions, zeros satisfy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'zeros in an interval' to 'integers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interval' and count with floors.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9.87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97.41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decimals: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9.8696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31.006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97.409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$x^2\sin\left(\frac\pi{x^2}\right)$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oscillates infinitely often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zeros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$x_n=\frac1{\sqrt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accumulate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any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$[c,\infty)$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finitely many zeros and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$\sin\left(\frac{k}{x^m}\right)$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functions, zeros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$\frac{k}{x^m}=n\pi$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'zeros in an interval' to 'integers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 interval' and count with floors.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integers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b\rceil-\lfloor a\rfloor-1$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$\pi^2\approx9.87$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$\pi^4\approx97.41$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decimals: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$\pi^2\approx9.8696$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$\pi^3\approx31.006$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$\pi^4\approx97.409$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$f\left(-\frac35\right)=12$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$g\left(-\frac13\right)=2$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$\left(f\left(\frac14\right)+g(-2)-8\right)g(0)$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Additive and multiplicative functional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multiplicative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rational multiples, enough to reach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Additive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$f(qx)=qf(x)$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multiplicative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$g(nx)=g(x)^n$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rational multiples, enough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$f\left(-\frac35\right)=12$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$f\left(\frac14\right)=-5$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$g(x)=k^x$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$g\left(-\frac13\right)=2$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$2=k^{-1/3}$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$k=\left(2^{-1}\right)^3=\frac18$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$g(x)=\left(\frac18\right)^x$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$g(-2)=\left(\frac18\right)^{-2}=64$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$\left(f\left(\frac14\right)+g(-2)-8\right)g(0)=(-5+64-8)\cdot1=51$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rational homogeneity,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continuity or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assumed.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only rational homogeneity,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$f(qx)=qf(x)$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$g(nx)=g(x)^n$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continuity or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$f,g$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assumed.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$f(nx)=nf(x)$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$f(qx)=qf(x)$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$\frac14=\left(-\frac{5}{12}\right)\left(-\frac35\right)$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$f\left(\frac14\right)=-\frac5{12}\cdot12=-5$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$g(nx)=g(x)^n$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$g(0)=g(0)^2$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$-2=6\cdot\left(-\frac13\right)$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$g(-2)=g\left(-\frac13\right)^6=2^6=64$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$\left(-5+64-8\right)\cdot1=51$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 additive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extra regularity (continuity, monotonicity, boundedness).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Exponential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asked points are rational multiples of the given points, rational homogeneity suffices and the answer does not depend on regularity.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data;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Cauchy additive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$f(qx)=qf(x)$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extra regularity (continuity, monotonicity, boundedness).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Exponential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$g(x+y)=g(x)g(y)$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$g(-x)=\frac1{g(x)}$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$g(qx)=g(x)^q$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asked points are rational multiples of the given points, rational homogeneity suffices and the answer does not depend on regularity.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$g(x)=8^{-x}$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data;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$f(-3/5)=12$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$g(-1/3)=8^{1/3}=2$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Two numerical questions on one paragraph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relations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both the following properties: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elements. (ii)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𝑡ℎ𝑒 𝑟𝑎𝑛𝑔𝑒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ℎ𝑎𝑠 𝑒𝑥𝑎𝑐𝑡𝑙𝑦 𝑜𝑛𝑒 𝑒𝑙𝑒𝑚𝑒𝑛𝑡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 𝑓𝑢𝑛𝑐𝑡𝑖𝑜𝑛 𝑓𝑟𝑜𝑚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𝑡𝑜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elements in a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both the following properties: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elements. (ii)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$Y=\{R\in X:\text{the range of }R\text{ has exactly one element}\}$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$Z=\{R\in X:R\text{ is a function from }S\text{ to }S\}$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elements in 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$n(X)={}^mC_6$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relations on a finite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is a subset of the allowed ordered pairs,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is a subset of the allowed ordered pairs,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$n(X)=\binom{N}{6}$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number of pairs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property (ii) is a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property (i) says it has exactly 6 elements;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ordered pairs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row by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property (ii) is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$T=\{(a,b)\in S\times S:|a-b|\ge2\}$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property (i) says it has exactly 6 elements;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$n(X)={}^{n(T)}C_6$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ordered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$(1,3),(1,4),(1,5),(1,6)$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$(2,4),(2,5),(2,6)$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$(3,1),(3,5),(3,6)$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$(4,1),(4,2),(4,6)$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$(5,1),(5,2),(5,3)$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$(6,1),(6,2),(6,3),(6,4)$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row by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$4+3+3+3+3+4=20$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complement: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𝑝𝑎𝑖𝑟𝑠 𝑤𝑖𝑡ℎ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𝑝𝑎𝑖𝑟𝑠 𝑤𝑖𝑡ℎ 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complement: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$36-\left(6\text{ pairs with }a=b\right)-\left(10\text{ pairs with }|a-b|=1\right)=20$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$n(X)={}^{20}C_6$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Classify the allowed pairs by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Classify the allowed pairs by the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$d=|a-b|$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$2(6-d)$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giving 2 ordered pairs,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unordered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$\{a,a+d\}$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a\le6-d$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giving 2 ordered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$2(6-d)$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$d=2,3,4,5$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$8,6,4,2$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$=8+6+4+2=20$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$n(X)={}^{20}C_6$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relations satisfying a condition on each pair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allowed pairs), and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it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of relations satisfying a condition on each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allowed pairs), and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pairs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$\{1..n\}^2$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$2(n-d)$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d\le 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$(n-1)(n-2)$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$(6-1)(6-2)=20$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relations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both the following properties: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elements. (ii)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𝑡ℎ𝑒 𝑟𝑎𝑛𝑔𝑒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ℎ𝑎𝑠 𝑒𝑥𝑎𝑐𝑡𝑙𝑦 𝑜𝑛𝑒 𝑒𝑙𝑒𝑚𝑒𝑛𝑡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 𝑓𝑢𝑛𝑐𝑡𝑖𝑜𝑛 𝑓𝑟𝑜𝑚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𝑡𝑜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elements in a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satisfy both the following properties: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elements. (ii)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$Y=\{R\in X:\text{the range of }R\text{ has exactly one element}\}$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$Z=\{R\in X:R\text{ is a function from }S\text{ to }S\}$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elements in a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$n(Y)+n(Z)$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relations and functions on a finite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with 6 pairs: pick one allowed image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need 6 pairs with one common second element, which is impossible.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relation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with 6 pairs: pick one allowed image 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need 6 pairs with one common second element, which is impossible.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images of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6 pairs must have the same second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allowed with 6 different first elements; but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with at most 4 first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Allowed images of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$a=1:\{3,4,5,6\}$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$a=2:\{4,5,6\}$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$a=3:\{1,5,6\}$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$a=4:\{1,2,6\}$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$a=5:\{1,2,3\}$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$a=6:\{1,2,3,4\}$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6 pairs must have the same second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allowed with 6 different first elements; but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with at most 4 first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property (i) is automatic; property (ii)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allowed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6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property (i) is automatic; property (ii)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allowed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$n(Z)=4\times3\times3\times3\times3\times4=1296$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$n(Y)+n(Z)=0+1296=1296=36^2$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$k^2=1296$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$|k|=36$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allowed set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input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by the rule of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restriction allows each output value for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inputs, no function with a single repeated value on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exists (pigeonhole), which is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with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a function only if every input appears once;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relations whose first components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	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allowed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input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counted by the rule of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$\prod|A_a|$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$|A_a|=4,3,3,3,3,4$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restriction allows each output value for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inputs, no function with a single repeated value on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inputs exists (pigeonhole), which is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$n(Y)=0$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with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a function only if every input appears once;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relations whose first components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   (B) 2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$a_i,b_i\in\mathbb{R}$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$f,g,h:\mathbb{R}\to\mathbb{R}$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$f(x)=a_1+10x+a_2x^2+a_3x^3+x^4$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$g(x)=b_1+3x+b_2x^2+b_3x^3+x^4$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$h(x)=f(x+1)-g(x+2)$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$f(x)\neq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   (B) 2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functions with no real solution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Polynomial functions with no real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degree at most 3 and no real root, so its cubic coefficient must vanish: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degree at most 3 and no real root, so its cubic coefficient must vanish: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$a_3=b_3$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odd degree always has a real root, so the cubic term must be absent: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quadratic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root, which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 condition on the other constants, not needed for the coefficient).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$f(x)\neq 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$f(x)-g(x)=(a_3-b_3)x^3+(a_2-b_2)x^2+7x+(a_1-b_1)$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of odd degree always has a real root, so the cubic term must be absent: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$(a_2-b_2)x^2+7x+(a_1-b_1)$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root, which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$49-4(a_2-b_2)(a_1-b_1)&lt;0$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 condition on the other constants, not needed for the coefficient).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cancel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squares and linear terms have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right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$h(x)=a_1+10(x+1)+a_2(x+1)^2+a_3(x+1)^3+(x+1)^4-b_1-3(x+2)-b_2(x+2)^2-b_3(x+2)^3-(x+2)^4$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$a_3(x+1)^3$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$b_3(x+2)^3$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cancel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squares and linear terms have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the right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$(x+1)^4-(x+2)^4$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${}^4C_1\cdot1-{}^4C_1\cdot2=4-8=-4$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of odd degree takes all real values,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a real root; 'no real root' forces the leading term of the difference to be of even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shift changes only the next-to-leading coefficient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of odd degree takes all real values,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a real root; 'no real root' forces the leading term of the difference to be of even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$4\cdot1-4\cdot2=-4$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$f(x)=x^n+\cdots$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$a_{n-1}+ns$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shift changes only the next-to-leading coefficient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$g=x^4+1$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$f\neq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$h=(x+1)^4-(x+2)^4-1$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are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natural numbers, and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integers. Consider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𝑜𝑑𝑑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𝑒𝑣𝑒𝑛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natural numbers,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integers. Consider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$f:\mathbb{N}\to\mathbb{Z}$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$g:\mathbb{Z}\to\mathbb{N}$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$f(n)=\begin{cases}\frac{n+1}{2},&amp;n\text{ odd}\\\frac{4-n}{2},&amp;n\text{ even}\end{cases}$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$g(n)=\begin{cases}3+2n,&amp;n\ge0\\-2n,&amp;n&lt;0\end{cases}$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f)(n)=g(f(n))$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g)(n)=f(g(n))$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statements is (are)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functions, One-one and onto functions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or more than one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functions, One-one and onto functions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Tabulate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compositions: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repeats the value 1,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1,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Tabulate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compositions: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repeats the value 1,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1,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g(n)=n+2$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$f(n)=\frac{n+1}2$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$\frac{4-n}2$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$f(1)=1,f(2)=1,f(3)=2,f(4)=0,f(5)=3,f(6)=-1,f(7)=4,f(8)=-2,\dots$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integer is a value: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odd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but it never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 (C) is false (the PDF's statement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is incorrect).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$1,0,-1,-2,\dots$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integer is a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$g(n)=3+2n$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$g(0)=3,g(1)=5,g(2)=7,g(3)=9,\dots$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$g(-1)=2,g(-2)=4,g(-3)=6,g(-4)=8,\dots$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odd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even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$2,4,6,\dots$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once: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but it never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 (C) is false (the PDF's statement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is incorrect).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$g(n)=3+2n$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$f(g(n))=\frac{4+2n}{2}=n+2$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$g(n)=-2n$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$f(g(n))=\frac{4+2n}{2}=n+2$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one-one and onto: (B) says 'not one-one',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misses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options are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g)(n)=n+2$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one-one and onto: (B) says 'not one-one', so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$5,5,7,3,9,2,11,4$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f(1)=g\circ f(2)=5$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misses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correct options are (A)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General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surjective.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settles everything quickly.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General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$\Rightarrow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surjective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$\Rightarrow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surjective.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g(n)=n+2$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settles everything quickly.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and even branches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onto: (C) false; and (B) is false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g(n)=n+2$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and even branches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 bijection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true.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onto: (C) false; and (B) is false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its range is within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onto: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(A,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its range is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$g(\mathbb{Z})\not\ni1$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onto: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(A,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surjective. Conversely,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injective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injective;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quick test for a piecewise function with an odd/even or sign split: list its first 8-10 values, spot repeated values (not one-one) and missing values (not onto), then prove the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Interlacing pattern: positive integers from one branch and non-positive integers from another make a bijection with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value 1, otherwise a bijection).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one-sided inverse of a shift: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translation.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injective;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surjective. Conversely,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injective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injective;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quick test for a piecewise function with an odd/even or sign split: list its first 8-10 values, spot repeated values (not one-one) and missing values (not onto), then prove the pattern.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Interlacing pattern: positive integers from one branch and non-positive integers from another make a bijection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value 1, otherwise a bijection).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$f(g(n))=n+2$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one-sided inverse of a shift: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translation.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real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 progression.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real numbers.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$a_1,a_2,\dots,a_{50}$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 progression.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$f(a_{31})=64f(a_{25})$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$\sum_{i=1}^{50}f(a_i)=3\left(2^{25}+1\right)$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$\sum_{i=6}^{30}f(a_i)$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Multiplicative functional equation and arithmetic-geometric sequences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ratio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g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$f(a_i)$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geometric progression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$f(a_{31})=64f(a_{25})$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$\sqrt[6]{64}=2$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geometric progression.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AP have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takes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only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$f(a_i)=a^{A+(i-1)D}$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geometric progression.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AP have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$a_{31}=A+30D$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$a_{25}=A+24D$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$f(a_{31})=64f(a_{25})\Rightarrow a^{A}a^{30D}=64\,a^{A}a^{24D}\Rightarrow\left(a^{D}\right)^6=64$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takes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only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$r=a^D=2$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$\sum_{i=1}^{50}f(a_i)=a^A\left(1+r+\cdots+r^{49}\right)=a^A\frac{2^{50}-1}{2-1}=3\left(2^{25}+1\right)$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$2^{50}-1=\left(2^{25}-1\right)\left(2^{25}+1\right)$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$a^A\left(2^{25}-1\right)=3$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$\sum_{i=6}^{30}f(a_i)=a^{A+5D}\left(1+r+\cdots+r^{24}\right)=a^A\cdot2^5\cdot\left(2^{25}-1\right)$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$=32\times3=96$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50 terms into two blocks of 25: the second block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first, so each block sum is found without solving for the first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50 terms into two blocks of 25: the second block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the first, so each block sum is found without solving for the first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$b_i=f(a_i)$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GP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$b_{31}=64b_{25}$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$S=b_1+\cdots+b_{25}$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$b_{26}+\cdots+b_{50}=r^{25}S=2^{25}S$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$\sum_{i=1}^{50}b_i=S\left(1+2^{25}\right)=3\left(2^{25}+1\right)$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$\sum_{i=6}^{30}b_i=r^5\left(b_1+\cdots+b_{25}\right)=2^5S=32\times3=96$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AP is a GP with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turns sums over an AP into geometric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window of a GP sum multiplies it by a power of the ratio: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a GP sum when the whole sum has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full sum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AP is a GP with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turns sums over an AP into geometric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window of a GP sum multiplies it by a power of the ratio: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$\sum_{i=m+1}^{m+n}b_i=r^m\sum_{i=1}^{n}b_i$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$\sum_{i=1}^{2n}b_i=\left(1+r^n\right)\sum_{i=1}^{n}b_i$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a GP sum when the whole sum has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numerically: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$b_1=\frac{3}{2^{25}-1}$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full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$b_1(2^{50}-1)=3(2^{25}+1)$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𝑎𝑛 𝑒𝑞𝑢𝑖𝑣𝑎𝑙𝑒𝑛𝑐𝑒 𝑟𝑒𝑙𝑎𝑡𝑖𝑜𝑛 𝑜𝑛 𝑡ℎ𝑒 𝑠𝑒𝑡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𝑠𝑢𝑐ℎ 𝑡ℎ𝑎𝑡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ℎ𝑎𝑠 𝑒𝑥𝑎𝑐𝑡𝑙𝑦 42 𝑒𝑙𝑒𝑚𝑒𝑛𝑡𝑠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$S=\{1,2,3,\dots,10\}$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$X=\{R:R\text{ is an equivalence relation on the set }S\text{ such that }R\text{ has exactly 42 elements}\}$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Equivalence relations and partitions of a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5(Very difficult than JEE Advanced)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equivalence relation is a partition into classes, and a class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pairs;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equivalence relation is a partition into classes, and a class of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ordered pairs;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x_i^2=42$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42 ordered pairs. Reflexivity forces all 10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makes the other pairs come in twin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with symmetry means elements related to each other form closed groups (equivalence classes) in which every element is related to every element of the same group.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42 ordered pairs. Reflexivity forces all 10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$42-10=32$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makes the other pairs come in twin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$(a,b),(b,a)$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with symmetry means elements related to each other form closed groups (equivalence classes) in which every element is related to every element of the same group.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class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contributes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 If the classes have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are: Case I: 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Case II: 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classes of 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repeat counts of equal sizes.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class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contributes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 If the classes have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$x_1,\dots,x_k$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$x_1+\cdots+x_k=10$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$x_1^2+\cdots+x_k^2=42$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are: Case I: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$6,2,1,1$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$36+4+1+1=42$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Case II: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$5,4,1$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$25+16+1=42$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objects into classes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$\frac{n!}{(p!\,q!\,r!\cdots)\,a!\,b!\cdots}$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repeat counts of equal sizes.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$\frac{10!}{6!\,2!\,1!\,1!\cdot2!}=\frac{10\cdot9\cdot8\cdot7}{4}=1260$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$\frac{10!}{5!\,4!\,1!}=\frac{30240}{24}=1260$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$=1260+1260=2520$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unordered related pairs instead: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also gives a quick way to see why only two partitions work, then count by choosing classes with binomials.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unordered related pairs instead: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$\sum\binom{x_i}{2}=16$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also gives a quick way to see why only two partitions work, then count by choosing classes with binomials.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unordered related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class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more gives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class has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these values with total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(classes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two singletons)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(classes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one singleton); any other split,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unordered related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$\{a,b\}$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$\sum\binom{x_i}{2}=\frac{42-10}{2}=16$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$0,1,3,6,10,15,21$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class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more gives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$21&gt;16$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class has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these values with total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(classes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two singletons)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(classes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one singleton); any other split,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$10+3+3$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$6+6+3+1$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6-class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2-class from the remaining 4: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are singletons: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5-class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4-class from the remaining 5: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$\{6,2,1,1\}$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6-class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$\binom{10}{6}=210$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2-class from the remaining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last two are singletons: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$210\times6=1260$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$\{5,4,1\}$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5-class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$\binom{10}5=252$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4-class from the remaining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$252\times5=1260$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CC41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Level 5  ·  4 Marks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of the set; a relation with classes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number of unordered related pairs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fixed number of elements, larger classes give more pairs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partition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objects into classes with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classes of the same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numbers count all 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115975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only the partitions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of the set; a relation with classes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form: number of unordered related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$\sum\binom{x_i}{2}$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fixed number of elements, larger classes give more pairs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ways to partition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objects into classes with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$\frac{n!}{\prod p_i!\prod m_j!}$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classes of the same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Bell numbers count all 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$B_{10}=115975$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only the partitions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x^2=42$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counted.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positive integers. Consider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𝑡ℎ𝑒𝑟𝑒 𝑒𝑥𝑖𝑠𝑡𝑠 𝑎 𝑓𝑢𝑛𝑐𝑡𝑖𝑜𝑛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𝑠𝑢𝑐ℎ 𝑡ℎ𝑎𝑡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𝑓𝑜𝑟 𝑎𝑙𝑙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of all positive integers. Consider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$B=\{1,2,3,4,5,6,7\}$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$f(4)\neq4$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$T=\{f\in S:\text{there exists a function }g:B\to\mathbb{N}\text{ such that }g(f(x))=2x\text{ for all }x\in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functions with restrictions, Composition of functions: left inverse exists iff one-one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one-one, so count one-one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one-one, so count one-one maps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$f(2)\ne2$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$f(4)\ne4$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arbitrarily elsewhere;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one-one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$f(x_1)=f(x_2)$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$2x_1=2x_2$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arbitrarily elsewhere;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set of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$7\cdot6\cdot5\cdot4\cdot3=2520$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other 4 elements map one-one into the remaining 6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other 3 elements map one-one into the remaining 5 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other 4 elements map one-one into the remaining 6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${}^6C_4\cdot4!=360$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other 3 elements map one-one into the remaining 5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${}^5C_3\cdot3!=60$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$=2520-(360+360)+60=1860$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directly: first choose the images of the restricted positions 2 and 4, then fill the other three positions, with no complement.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case)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(any value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cases)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one-one;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$f(2)\neq2$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$f(4)\neq 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case)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(any value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$f(2)\notin\{2,4\}$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 cases)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$f(4)\in B\setminus\{4,f(2)\}$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ordered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$(f(2),f(4))$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$1\cdot6+5\cdot5=31$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distinct values from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distinct values from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$5\cdot4\cdot3=60$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$=31\times60=1860$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'left inverse'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injections with forbidden 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inclusion-exclusion,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𝑎𝑙𝑙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maps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'left inverse'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$f(x_1)=f(x_2)\Rightarrow h(x_1)=h(x_2)$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injections with forbidden 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$f(i)\neq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inclusion-exclusion,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$|\text{all}|-\sum|f(i)=i|+\sum|f(i)=i\text{ and }f(j)=j|-\cdots$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maps from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$n(n-1)\cdots(n-k+1)$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$(n-j)(n-j-1)\cdots$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$2520-720+60=1860$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$31\times60=1860$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FFFFFF"/>
                          </a:solidFill>
                          <a:latin typeface="Arial"/>
                        </a:rPr>
                        <a:t>Very difficult than JEE Advanced</a:t>
                      </a:r>
                    </a:p>
                  </a:txBody>
                  <a:tcPr anchor="ctr" marL="91440" marR="91440">
                    <a:solidFill>
                      <a:srgbClr val="CC412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3.16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1 question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16 questions, 62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Function Sheet JA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3.16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