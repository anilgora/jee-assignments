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2.0</c:v>
                </c:pt>
                <c:pt idx="8">
                  <c:v>2.0</c:v>
                </c:pt>
                <c:pt idx="9">
                  <c:v>3.0</c:v>
                </c:pt>
                <c:pt idx="10">
                  <c:v>2.0</c:v>
                </c:pt>
                <c:pt idx="11">
                  <c:v>3.0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3.0</c:v>
                </c:pt>
                <c:pt idx="16">
                  <c:v>2.0</c:v>
                </c:pt>
                <c:pt idx="17">
                  <c:v>3.0</c:v>
                </c:pt>
                <c:pt idx="18">
                  <c:v>1.0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stops at the factorisation and states k=63 without showing why no larger k works (the option 65 is excluded only by the order argument added in the last two bullets).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'k=2 =&gt; r=+/-5' (and 'k=-2 =&gt; r=5'); r=6k^2-19 gives r=5 for k=+/-2, and r=-5 is impossible. Count of 4 pairs unchanged; verified by brute 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labels the coefficient -96 as 'Coefficient of x^2 (alpha)'; -96 is the coefficient of x^4 (alpha) and 36 that of x^2 (beta). Values and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the sums from r=0, but the given sum starts at r=1 (a_{-1} is undefined). The r=0 term of r(11-r)^2 is 0, so the value 1210 is unchanged; written here from r=1.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concludes '[x] is even' from 'x - x' is an even integer' without proving 0 &lt; x' &lt; 1 (needed for [x] = x - x'); same for y. The two bounding bullets were added.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Algebra 14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Binomial Theorem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single-correct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zero, in the expansion of the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zero, in the expansion of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$(1+ax+bx^2)(1-3x)^{15}$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$(-54,315)$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$(28,861)$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$(-21,714)$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$(28,315)$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expansion: coefficients of a product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Collect each coefficient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solve the two linear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Collect each coefficient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$(1-3x)^{15}$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$1,\,ax,\,bx^2$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solve the two linear equations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$(1+ax+bx^2)(1-3x)^{15}$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$1\cdot{}^{15}C_2(-3)^2+a\cdot{}^{15}C_1(-3)+b\cdot{}^{15}C_0=0$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$\frac{15\cdot14}{2}\times9-15\times3a+b=0$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$945-45a+b=0\quad\ldots(i)$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${}^{15}C_3(-3)^3+a\cdot{}^{15}C_2(-3)^2+b\cdot{}^{15}C_1(-3)=0$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$\frac{15\cdot14\cdot13}{3\cdot2}(-3\cdot3\cdot3)+a\,\frac{15\cdot14}{2}\cdot9-b\times3\times15=0$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$15\times3\left[-3\times7\times13+a\times7\times3-b\right]=0$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$21a-b=273\quad\ldots(ii)$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$945-24a=273$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$b=45\cdot28-945=315$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$(a,b)=(28,315)$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315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$(28,315)$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Use one equation to eliminate options, then confirm the survivor with the second equation.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condition is needed to filter: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Test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Test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condition is needed to filter: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$945-45a+b=0$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$945+2430+315\neq0$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$945-1260+861\neq0$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$945+945+714\neq0$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$945-45\cdot28+315=945-1260+315=0$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condition: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12285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12285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26460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14175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$-12285+28\cdot945+315\cdot(-45)=-12285+26460-14175=0$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$(a,b)=(28,315)$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315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$(28,315)$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short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are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coefficients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12285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options, a single easy equation (here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one) usually kills three options; verify the survivor with the second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$P(x)\,(1+u)^n$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short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$\sum_j p_j\,[x^{k-j}](1+u)^n$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$\deg P+1$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are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$[x^k](1+cx)^n={}^nC_k\,c^k$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$(1-3x)^{15}$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coefficients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$1,\,-45,\,945,\,-12285$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options, a single easy equation (here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one) usually kills three options; verify the survivor with the second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natural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natural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$\left(x^2+\frac1{x^3}\right)^n$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expansion: general term and coefficient condition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case, 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${}^nC_r={}^nC_{23}$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$n-r=23$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case, together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$2n-5r=1$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the coefficient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$T_{r+1}={}^nC_r(x^2)^{n-r}\left(\frac1{x^3}\right)^r$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$T_{r+1}={}^nC_r\,x^{2n-5r}$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$2n-5r=1$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the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${}^nC_r={}^nC_{23}$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$n-r=23$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$2n=1+115=116$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$n-r=23$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$r=n-23$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$2n-5(n-23)=1$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$3n=114$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congruence filter: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leaves very few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test.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congruence filter: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$5r=2n-1$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$n\equiv3\pmod5$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leaves very few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test.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Candidates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$2n-5r=1$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$2n\equiv1\pmod5$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$n\equiv3\pmod5$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$r=\frac{2n-1}5$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${}^nC_{23}\neq0$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${}^nC_r={}^nC_{23}$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$r=n-23$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Candidates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$n\equiv3\pmod 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$23\le n\le37$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$n=23,28,33$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smallest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${}^{23}C_9\neq{}^{23}C_{23}$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$11\neq23$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$28-11=17\neq23$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$33-13=20\neq23$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$38-15=23$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${}^{38}C_{15}={}^{38}C_{23}$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smallest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general term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exponent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congruence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source of the two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smaller candidate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accepting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$\left(ax^p+\frac b{x^q}\right)^n$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general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${}^nC_r\,a^{n-r}b^r\,x^{p(n-r)-qr}$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exponent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congruence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${}^nC_a={}^nC_b\iff 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a,b\le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source of the two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smaller candidate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r\le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accepting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$(1+x)(1-x)^{10}(1+x+x^2)^9$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expansion: coefficient in a product of polynomials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product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$(1-x)(1+x+x^2)=1-x^3$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product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$(1-x^3)^9(1-x^2)$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product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$(1+x)(1-x)^{10}(1+x+x^2)^9=(1+x)(1-x)\cdot\left[(1-x)(1+x+x^2)\right]^9$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$(1-x)(1+x+x^2)=1-x^3$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$(1+x)(1-x)=1-x^2$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$(1-x^3)^9(1-x^2)$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$=(1-x^3)^9-x^2(1-x^3)^9$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(coefficient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only powers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second coefficient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coefficient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(coefficient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$(1-x^3)^9$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$(1-x^3)^9$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$(1-x^3)^9$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only powers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second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$x^{18}=(x^3)^6$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${}^9C_6(-1)^6={}^9C_6=\frac{9!}{6!\,3!}=\frac{7\cdot8\cdot9}{6}=84$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collapses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Look for such a pairing whenever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 with matching exponents.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 polynomial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quick divisibility test.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$(1-x)(1+x+\cdots+x^{m-1})=1-x^m$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collapses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$(1-x)^9(1+x+x^2)^9$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$(1-x^3)^9$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Look for such a pairing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$(1+x+x^2)$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 with matching exponents.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$[x^k](1-x^m)^n$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$m\mid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$(-1)^{k/m}\,{}^nC_{k/m}$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$m\mid(k-s)$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quick divisibility test.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${}^{20}C_1+(2^2)\,{}^{20}C_2+(3^2)\,{}^{20}C_3+\cdots+(20^2)\,{}^{20}C_{20}=A(2^\beta)$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$(420,19)$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$(380,19)$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$(420,18)$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$(380,18)$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coefficient identities and summation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 (writing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to reduce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-type sums.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$r\,{}^nC_r=n\,{}^{n-1}C_{r-1}$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 (writing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$r=(r-1)+1$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to reduce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r^2\,{}^{20}C_r$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$\sum{}^{19}C_{r}$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-type sums.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sup>
                            </m:sSup>
                          </m:e>
                        </m:nary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sum: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$\sum_{r=1}^{20}r^2\,{}^{20}C_r$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$r\,{}^{20}C_r=20\,{}^{19}C_{r-1}$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$=20\sum_{r=1}^{20}r\,{}^{19}C_{r-1}$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$r=(r-1)+1$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$=20\left[\sum_{r=1}^{20}(r-1)\,{}^{19}C_{r-1}+\sum_{r=1}^{20}{}^{19}C_{r-1}\right]$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$\sum_{r=1}^{20}{}^{19}C_{r-1}=2^{19}$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sum: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$(r-1)\,{}^{19}C_{r-1}=19\,{}^{18}C_{r-2}$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$19\sum_{r=2}^{20}{}^{18}C_{r-2}=19\cdot2^{18}$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$=20\left[19\cdot2^{18}+2^{19}\right]=20\cdot2^{18}(19+2)$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$=20\times21\times2^{18}=420\times2^{18}$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$(420,18)$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Binomial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sum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Var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Binomial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$(20,\frac12)$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$2^{20}\,E[X^2]$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$E[X^2]=\operatorname{Var}X+(EX)^2$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Var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$\sum_{r}r^2\,{}^{20}C_r=2^{20}\sum_r r^2\,{}^{20}C_r\left(\frac12\right)^{20}=2^{20}E[X^2]$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$X\sim B\left(20,\frac12\right)$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$E[X]=np=10$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$\operatorname{Var}X=npq=20\cdot\frac14=5$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$E[X^2]=5+10^2=105$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$=105\cdot2^{20}=105\cdot4\cdot2^{18}=420\cdot2^{18}$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$(A,\beta)=(420,18)$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$(420,18)$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Absorption identity: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Probabilistic reading: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Var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$\sum_{r=0}^{n}r\,{}^nC_r=n\,2^{n-1}$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\sum_{r=0}^{n}r(r-1)\,{}^nC_r=n(n-1)\,2^{n-2}$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r^2\,{}^nC_r=n(n+1)\,2^{n-2}$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$2+4=6=2\cdot3\cdot1$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Absorption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$r\,{}^nC_r=n\,{}^{n-1}C_{r-1}$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Probabilistic reading: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f(r)\,{}^nC_r=2^n E[f(X)]$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$X\sim B(n,\frac12)$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$E[X]=\frac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$\operatorname{Var}X=\frac n4$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$n(n+1)2^{n-2}=20\cdot21\cdot2^{18}=420\cdot2^{18}$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expansion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$\left(\frac1{60}-\frac{x^8}{81}\right)\left(2x^2-\frac3{x^2}\right)^6$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4279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Term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binomial expansion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4279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Term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binomial expansion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product: the constant term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sixth power.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product: the constant term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$\frac1{60}$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$x^{-8}$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$-\frac{x^8}{81}$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sixth power.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product =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coefficient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$=\frac1{60}\left(2x^2-\frac3{x^2}\right)^6-\frac{x^8}{81}\left(2x^2-\frac3{x^2}\right)^6$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product =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$\frac1{60}\times$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$(\cdot)^6$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$-\frac1{81}\times$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$(\cdot)^6$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$(\cdot)^6$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${}^6C_r(2x^2)^{6-r}\left(-\frac3{x^2}\right)^r\propto x^{12-4r}$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${}^6C_3(2)^3(-3)^3=20\cdot8\cdot(-27)=-4320$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coefficient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$12-4r=-8$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${}^6C_5(2)(-3)^5=6\cdot2\cdot(-243)=-2916$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$=\frac1{60}(-4320)-\frac1{81}(-2916)=-\frac1{60}\,{}^6C_3\,2^3\,3^3+\frac1{81}\,{}^6C_5\,2\cdot3^5$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$=-72+36=-36$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$-36$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Clear the negative powers: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question becomes picking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Clear the negative powers: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$\left(2x^2-\frac3{x^2}\right)^6=\frac{(2x^4-3)^6}{x^{12}}$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question becomes picking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$v=x^4$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first part is constant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part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constant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$\left(2x^2-\frac3{x^2}\right)^6=\frac{(2x^4-3)^6}{x^{12}}$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$x^{-12}(2v-3)^6$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$\left(\frac1{60}-\frac{x^8}{81}\right)x^{-12}(2v-3)^6$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first part is constant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$x^{-12}v^j$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$4j=12$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$-\frac1{81}x^{8-12}v^j=-\frac1{81}x^{4j-4}$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constant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4320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$[v^3](2v-3)^6=20\cdot8\cdot(-27)=-4320$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$[v^1](2v-3)^6=6\cdot2\cdot(-3)^5=-2916$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$=\frac{-4320}{60}-\frac{-2916}{81}=-72+36=-36$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$-36$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exponent in a binomial is even (or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turn the problem into counting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-powers.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exponents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exponents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 term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list the exponents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match them one by one (a parity or divisibility check often kills terms).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exponent in a binomial is even (or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$v=x^m$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turn the problem into counting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-powers.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$\left(ax^p+\frac b{x^q}\right)^n$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exponents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$p(n-r)-qr$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$12-4r$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exponents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$\equiv0\pmod4$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$P(x)\,Q(x)^n$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$\sum_j p_j\,[x^{-j}]Q^n$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list the exponents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match them one by one (a parity or divisibility check often kills terms).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greatest positive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factor of the sum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greatest positive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$49^k+1$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factor of 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$49^{125}+49^{124}+\cdots+49^2+49+1$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Divisibility and geometric progression sum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G.P.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126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exhibits the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G.P.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$\frac{49^{126}-1}{48}$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$49^{126}-1=(49^{63}+1)(49^{63}-1)$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exhibits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$49^{63}+1$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(G.P.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$=\frac{49^{126}-1}{49-1}$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(G.P.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$49^{126}-1=(49^{63}+1)(49^{63}-1)$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$=\frac{(49^{63}+1)(49^{63}-1)}{49-1}$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sum: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Maximality: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sum, it divides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sum),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order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must 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greatest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$\frac{49^{63}-1}{49-1}=1+49+\cdots+49^{62}$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$49^{63}+1$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Maximality: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$49^k+1$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sum, it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$49^{126}-1$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$48\cdot$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$49^k+1\mid49^{2k}-1$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order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$49^k+1$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must 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$k\mid63$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greatest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into two halves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sum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formula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into two halves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sum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$(1+49^{63})(1+49+\cdots+49^{62})$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formula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sum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bracket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factor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Why not more: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have to divide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(order argument);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sum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$(1+49+\cdots+49^{62})+(49^{63}+49^{64}+\cdots+49^{125})$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bracket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$=49^{63}(1+49+\cdots+49^{62})$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$=(1+49^{63})(1+49+\cdots+49^{62})$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$49^{63}+1$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factor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Why not more: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$49^k+1$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have to 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$49^{126}-1$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$2k\mid126$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(order argument);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G.P. with an even number of terms splits into halves.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the identity: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$1+a+\cdots+a^{2m-1}=(1+a^m)(1+a+\cdots+a^{m-1})$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G.P. with an even number of terms splits into halves.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$a^k+1\mid a^n-1$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$a^m-1\mid a^n-1\iff m\mid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the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$1+2+4+8=15=(1+4)(1+2)$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$6\cdot{}^{35}C_r=(k^2-3)\cdot{}^{36}C_{r+1}$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coefficients and integer solutions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the equation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${}^{36}C_{r+1}=\frac{36}{r+1}\,{}^{35}C_r$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the equation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$r+1=6(k^2-3)$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 r\le35$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$\frac{k^2-3}{6}=\frac{{}^{35}C_r}{{}^{36}C_{r+1}}$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${}^{36}C_{r+1}=\frac{36}{r+1}\,{}^{35}C_r$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$\frac{r+1}{36}$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$\frac{k^2-3}{6}=\frac{r+1}{36}$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$6k^2=r+19$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$r=6k^2-19$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r\le35$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$0\le6k^2-19\le35$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$\frac{19}{6}\le k^2\le9$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allowed.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ordered pairs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$r=24-19=5$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allowed.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$r=54-19=35$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ordered pairs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$(5,2),(5,-2),(35,3),(35,-3)$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the integer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first, then find perfect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the integer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$\frac{r+1}{6}=k^2-3$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first, then find perfect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must be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perfect squares.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${}^{36}C_{r+1}=\frac{36}{r+1}\,{}^{35}C_r$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$6=(k^2-3)\frac{36}{r+1}$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$r+1=6(k^2-3)$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$r+1\in\{1,\dots,36\}$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must be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$k^2-3=\frac{r+1}6\in\{1,2,3,4,5,6\}$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$k^2\in\{4,5,6,7,8,9\}$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perfect squares.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ordered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$r+1=36$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ordered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ratio of consecutive binomial coefficients turns a coefficient equation into an algebraic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part of the problem: always use it to bound the integer unknown before testing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in twos when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${}^{n+1}C_{r+1}=\frac{n+1}{r+1}\,{}^nC_r$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${}^nC_{r+1}=\frac{n-r}{r+1}\,{}^nC_r$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ratio of consecutive binomial coefficients turns a coefficient equation into an algebraic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r\le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part of the problem: always use it to bound the integer unknown before testing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in twos when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in the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$\left(x+\sqrt{x^2-1}\right)^6+\left(x-\sqrt{x^2-1}\right)^6$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$\alpha-\beta=-132$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expansion with surds: even/odd terms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keeps only the even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surd disappears.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$(a+b)^6+(a-b)^6$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keeps only the even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$b=\sqrt{x^2-1}$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surd disappears.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$(a+b)^n+(a-b)^n=2\left[{}^nC_0a^n+{}^nC_2a^{n-2}b^2+\cdots\right]$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$=2\left[{}^6C_0x^6+{}^6C_2x^4(x^2-1)+{}^6C_4x^2(x^2-1)^2+{}^6C_6(x^2-1)^3\right]$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$=2\left[x^6+15x^4(x^2-1)+15x^2(x^2-1)^2+(x^2-1)^3\right]$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$=2\left[32x^6-48x^4+18x^2-1\right]$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$=64x^6-96x^4+36x^2-2$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$\alpha-\beta=-132$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$\alpha-\beta=-132$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Chebyshev polynomial.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expression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$2\cos6\theta=2T_6(x)$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Chebyshev polynomial.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$\sqrt{x^2-1}=i\sin\theta$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$x\pm\sqrt{x^2-1}=e^{\pm 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$e^{6i\theta}+e^{-6i\theta}=2\cos6\theta=2T_6(x)$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$\cos6\theta=32\cos^6\theta-48\cos^4\theta+18\cos^2\theta-1$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$\cos3\phi=4\cos^3\phi-3\cos\phi$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$\cos2\theta=2x^2-1$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$4(2x^2-1)^3-3(2x^2-1)$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both sides are polynomials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agree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$4(8x^6-12x^4+6x^2-1)-6x^2+3=32x^6-48x^4+18x^2-1$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both sides are polynomials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agree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$\alpha-\beta=-132$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$\alpha-\beta=-132$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Chebyshev polynomial,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only even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odd powers: the standard way to remove surds.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$(x+\sqrt{x^2-1})^n+(x-\sqrt{x^2-1})^n=2T_n(x)$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Chebyshev polynomial,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$T_n(\cos\theta)=\cos 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$T_6=32x^6-48x^4+18x^2-1$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$(a+b)^n+(a-b)^n$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only even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$(a+b)^n-(a-b)^n$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odd powers: the standard way to remove surds.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$32-48+18-1=1$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least value of the term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least value of the term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ratio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$\left(\frac{x}{\cos\theta}+\frac1{x\sin\theta}\right)^{16}$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least value of the term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$\frac\pi8\le\theta\le\frac\pi4$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least value of the term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$\frac\pi{16}\le\theta\le\frac\pi8$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$1:16$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$1:8$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$8:1$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Term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binomial expansion, Range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Term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binomial expansion,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2\theta$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-free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82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minimal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largest on the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-free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$\frac{{}^{16}C_8\,2^8}{\sin^82\theta}$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minimal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largest on the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$T_{r+1}={}^{16}C_r\left(\frac x{\cos\theta}\right)^{16-r}\left(\frac1{x\sin\theta}\right)^r={}^{16}C_r\,x^{16-2r}(\cos\theta)^{r-16}(\sin\theta)^{-r}$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$16-2r=0$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$={}^{16}C_8(\cos\theta)^{-8}(\sin\theta)^{-8}={}^{16}C_8\,\frac1{(\sin\theta\cos\theta)^8}$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$=\,{}^{16}C_8\times\frac{2^8}{(\sin2\theta)^8}$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least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$\frac\pi8\le\theta\le\frac\pi4$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$\frac\pi4\le2\theta\le\frac\pi2$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least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$l_1={}^{16}C_8\times2^8$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$\frac\pi{16}\le\theta\le\frac\pi8$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$\frac\pi8\le2\theta\le\frac\pi4$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$\sin2\theta\le\frac1{\sqrt2}$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$(\sin2\theta)^8\le\frac1{16}$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$l_2={}^{16}C_8\times2^8\times16={}^{16}C_8\times2^{12}$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$l_2:l_1=2^4:1=16:1$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$16:1$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products of reciprocal trig terms into a single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remember the interval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double the interval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decreasing afterwards, so on a given interval its extremes sit at an end point or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$\sin\theta\cos\theta=\frac12\sin2\theta$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products of reciprocal trig terms into a single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remember the interval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double the interval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$2\theta\in[0,\frac\pi2]$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decreasing afterwards, so on a given interval its extremes sit at an end point or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$(ax+\frac bx)^{2m}$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${}^{2m}C_m(ab)^m$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$ab=\frac1{\sin\theta\cos\theta}$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$-{}^{15}C_1+2\cdot{}^{15}C_2-3\cdot{}^{15}C_3+\cdots-15\cdot{}^{15}C_{15}+{}^{14}C_1+{}^{14}C_3+{}^{14}C_5+\cdots+{}^{14}C_{11}$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$2^{13}-14$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$2^{16}-1$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$2^{13}-13$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coefficient sums with alternating signs, Differentiation of the binomial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kill the alternating part; the odd-index sum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$(1+x)^{15}$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kill the alternating part; the odd-index sum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${}^{14}C_r$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$2^{13}$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w.r.t.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$(1+x)^{15}={}^{15}C_0+{}^{15}C_1x+{}^{15}C_2x^2+\cdots+{}^{15}C_{15}x^{15}$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$15(1+x)^{14}={}^{15}C_1+2\cdot{}^{15}C_2x+\cdots+15\cdot{}^{15}C_{15}x^{14}$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$0={}^{15}C_1-2\cdot{}^{15}C_2+3\cdot{}^{15}C_3-\cdots+15\cdot{}^{15}C_{15}$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$-{}^{15}C_1+2\cdot{}^{15}C_2-\cdots-15\cdot{}^{15}C_{15}=0$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odd-indexed 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odd-indexed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${}^{14}C_1+{}^{14}C_3+\cdots+{}^{14}C_{11}+{}^{14}C_{13}=2^{13}$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${}^{14}C_{13}=14$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${}^{14}C_1+{}^{14}C_3+\cdots+{}^{14}C_{11}=2^{13}-14$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$S=0+2^{13}-14=2^{13}-14$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$2^{13}-14$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Absorption identity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alternating sum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Absorption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$r\,{}^nC_r=n\,{}^{n-1}C_{r-1}$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alternating sum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$15(1-1)^{14}$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alternating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$r\,{}^{15}C_r=15\,{}^{14}C_{r-1}$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$\sum_{r=1}^{15}(-1)^r\,r\,{}^{15}C_r=15\sum_{r=1}^{15}(-1)^r\,{}^{14}C_{r-1}$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$=-15\sum_{s=0}^{14}(-1)^s\,{}^{14}C_s=-15(1-1)^{14}=0$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alternating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$-{}^{15}C_1+2\cdot{}^{15}C_2-\cdots-15\cdot{}^{15}C_{15}$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$\sum_{r=1}^{15}(-1)^r\,r\,{}^{15}C_r=0$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Odd-size subsets: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 the odd-size subsets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-set, which are exactly half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the last term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Odd-size subsets: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${}^{14}C_1+{}^{14}C_3+\cdots+{}^{14}C_{13}$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 the odd-size subsets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-set, which are exactly half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the last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${}^{14}C_{13}=14$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$2^{13}-14$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$2^{13}-14$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more generally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standard route for sums with a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front.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Watch the number of terms: the last term of an incomplete odd-index sum may need to be subtracted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$\sum_{r}(-1)^r\,r\,{}^nC_r=0$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$\sum(-1)^r\,r^j\,{}^nC_r=0$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j&lt;n$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${}^nC_1+{}^nC_3+\cdots={}^nC_0+{}^nC_2+\cdots=2^{n-1}$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standard route for sums with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front.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Watch the number of terms: the last term of an incomplete odd-index sum may need to be subtracted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${}^{14}C_{13}$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integer, then the sum of the series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integer, then the sum of 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${}^{n+1}C_2+2\left({}^2C_2+{}^3C_2+{}^4C_2+\cdots+{}^nC_2\right)$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$\frac{n(n+1)^2(n+2)}{12}$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$\frac{n(n+1)(2n+1)}6$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$\frac{n(2n+1)(3n+1)}6$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$\frac{n(n-1)(2n+1)}6$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Summation of binomial coefficients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(hockey stick)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Summation of binomial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${}^kC_2$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(hockey stick)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hockey-stick identity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hockey-stick identity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${}^2C_2+{}^3C_2+\cdots+{}^nC_2={}^{n+1}C_3$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on, up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$E={}^{n+1}C_2+2\left({}^2C_2+{}^3C_2+\cdots+{}^nC_2\right)$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${}^2C_2={}^3C_3$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${}^3C_3+{}^3C_2={}^4C_3$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${}^4C_3+{}^4C_2={}^5C_3$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on,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${}^nC_3+{}^nC_2={}^{n+1}C_3$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bracket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bracket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${}^{n+1}C_3$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$E={}^{n+1}C_2+2\,{}^{n+1}C_3$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$E=\frac{(n+1)n}2+\frac{2(n+1)n(n-1)}6$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$=\frac{n(n+1)(3+2n-2)}6$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$\frac{n(n+1)(2n+1)}6$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series is secretly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${}^kC_2=\frac{k(k-1)}2$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series is secretly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$1^2+2^2+\cdots+n^2$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$2\,{}^kC_2=k(k-1)$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$2\sum_{k=2}^n{}^kC_2=\sum_{k=1}^nk(k-1)=\sum k^2-\sum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${}^{n+1}C_2=\frac{n(n+1)}2=\sum_{k=1}^nk$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$E=\sum k+\left(\sum k^2-\sum k\right)=\sum_{k=1}^nk^2$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$\sum_{k=1}^nk^2=\frac{n(n+1)(2n+1)}6$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$E=3+2\cdot1=5=1+4$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$\frac{n(n+1)(2n+1)}6$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Hockey stick: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bridge between powers and binomial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same way.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Hockey stick: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$\sum_{k=r}^{n}{}^kC_r={}^{n+1}C_{r+1}$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$k^2=2\,{}^kC_2+{}^kC_1$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$\sum_{k=1}^nk^2=2\,{}^{n+1}C_3+{}^{n+1}C_2$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bridge between powers and binomial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$k^3=6\,{}^kC_3+6\,{}^kC_2+{}^kC_1$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k^3$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same way.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of the term independent of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in the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of the term independent of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$\left(tx^{1/5}+\frac{(1-x)^{1/10}}{t}\right)^{10}$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$\frac{2\cdot10!}{3\sqrt3\,(5!)^2}$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$\frac{2\cdot10!}{3\,(5!)^2}$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$\frac{10!}{3\sqrt3\,(5!)^2}$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$\frac{10!}{3\,(5!)^2}$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Term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binomial expansion, Maxima of a function (AM-GM)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Term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binomial expansion, Maxima of a function (AM-GM)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-free term is the middle term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maximise it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-free term is the middle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${}^{10}C_5\,x\sqrt{1-x}$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maximise it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middle term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middle term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$t^5\cdot t^{-5}=1$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$f(x)={}^{10}C_5\,(x^{1/5})^5\left((1-x)^{1/10}\right)^5={}^{10}C_5\cdot x\cdot(1-x)^{1/2}$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$f'(x)={}^{10}C_5\left[(1-x)^{1/2}-\frac x2(1-x)^{-1/2}\right]=0$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$\Rightarrow1-x=\frac x2\Rightarrow\frac{3x}2=1\Rightarrow 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$f(0^+)=f(1^-)=0$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$f\left(\frac23\right)={}^{10}C_5\times\frac23\times\left(1-\frac23\right)^{1/2}={}^{10}C_5\cdot\frac23\cdot\frac1{\sqrt3}$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$=\frac2{3\sqrt3}\cdot\frac{10!}{5!\,5!}=\frac{2\cdot10!}{3\sqrt3\,(5!)^2}$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$\frac{2\cdot10!}{3\sqrt3\,(5!)^2}$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Maximise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weighted AM-GM instead of differentiating: write it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Maximise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$x^2(1-x)$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weighted AM-GM instead of differentiating: write it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$4\cdot\frac x2\cdot\frac x2\cdot(1-x)$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maximal exactly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three factors have constant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iff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$g=x\sqrt{1-x}&gt;0$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maximal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$g^2=x^2(1-x)$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$x^2(1-x)=4\cdot\frac x2\cdot\frac x2\cdot(1-x)\le4\left(\frac{\frac x2+\frac x2+1-x}3\right)^3=4\cdot\frac1{27}$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three factors have constant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x2=1-x$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$g_{\max}=\sqrt{\frac4{27}}=\frac2{3\sqrt3}$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$={}^{10}C_5\cdot\frac2{3\sqrt3}=252\cdot\frac2{3\sqrt3}=\frac{2\cdot10!}{3\sqrt3\,(5!)^2}$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$\frac{2\cdot10!}{3\sqrt3\,(5!)^2}$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-free term is the middle term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Weighted AM-GM: to maximise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it as a product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equal-sum factors: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answer: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96.99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a direct scan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$\left(at+\frac bt\right)^{2m}$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-free term is the middle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${}^{2m}C_m(ab)^m$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Weighted AM-GM: to maximise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$x^p(1-x)^q$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it as a product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equal-sum factors: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p{p+q}$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$p=2,q=1$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$252\cdot\frac{2}{3\sqrt3}\approx96.99$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a direct scan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$252\,x\sqrt{1-x}$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⌊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⌊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$(1-x+x^3)^n=\sum_{j=0}^{3n}a_jx^j$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$\sum_{j=0}^{\lfloor3n/2\rfloor}a_{2j}+4\sum_{j=0}^{\lfloor(3n-1)/2\rfloor}a_{2j+1}$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Even and odd coefficients of a polynomial (evaluation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Even and odd coefficients of a polynomial (evaluation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sums are the sums of the even-indexed and odd-indexed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sums are the sums of the even-indexed and odd-indexed coefficients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$f(x)=(1-x+x^3)^n$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floor limits cover exactly all even indices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odd indices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even-indexed coefficients: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$f(x)=(1-x+x^3)^n$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floor limits cover exactly all even indices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$0\le2j\le3n$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odd indices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$1\le2j+1\le3n$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$f(-1)=(1+1-1)^n=1$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even-indexed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a_{2j}=\frac{f(1)+f(-1)}2=\frac{1+1}2=1$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odd-indexed coefficients: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odd-indexed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a_{2j+1}=\frac{f(1)-f(-1)}2=\frac{1-1}2=0$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$=1+4(0)=1$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Reading the limits: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just the largest allowed even and odd indices for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Weighted combos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it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$f(x)=\sum a_jx^j$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a_{2j}=\frac{f(1)+f(-1)}2$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a_{2j+1}=\frac{f(1)-f(-1)}2$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Reading the 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$\lfloor\frac{N}{2}\rfloor$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$\lfloor\frac{N-1}2\rfloor$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just the largest allowed even and odd indices for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Weighted combos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a_{even}+4\sum a_{odd}=\frac{5f(1)-3f(-1)}2$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$\frac{5-3}{2}=1$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$\left({}^{30}C_1\right)^2+2\left({}^{30}C_2\right)^2+3\left({}^{30}C_3\right)^2+\cdots+30\left({}^{30}C_{30}\right)^2=\frac{\alpha\,60!}{(30!)^2}$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coefficient identities: sum of squares (Vandermonde)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Reverse the order of the sum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add: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Reverse the order of the sum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$r\to30-r$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add: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$2S=30\sum\left({}^{30}C_r\right)^2=30\,{}^{60}C_{30}$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it backwards and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$S=0\cdot({}^{30}C_0)^2+1\cdot({}^{30}C_1)^2+2\cdot({}^{30}C_2)^2+\cdots+30\cdot({}^{30}C_{30})^2$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it backwards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${}^{30}C_r={}^{30}C_{30-r}$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$S=30\cdot({}^{30}C_0)^2+29\cdot({}^{30}C_1)^2+28\cdot({}^{30}C_2)^2+\cdots+0\cdot({}^{30}C_{30})^2$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$2S=30\left[({}^{30}C_0)^2+({}^{30}C_1)^2+\cdots+({}^{30}C_{30})^2\right]$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$\sum_{r}({}^nC_r)^2={}^{2n}C_n$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$2S=30\,{}^{60}C_{30}$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$S=15\,{}^{60}C_{30}$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$S=15\cdot\frac{60!}{(30!)^2}$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$\frac{\alpha\cdot60!}{(30!)^2}$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Vandermonde: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Vandermonde: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$r\,{}^{30}C_r=30\,{}^{29}C_{r-1}$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$\sum{}^{29}C_{r-1}\,{}^{30}C_{30-r}={}^{59}C_{29}$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lower indices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Vandermonde this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$r\left({}^{30}C_r\right)^2=30\cdot{}^{29}C_{r-1}\cdot{}^{30}C_r=30\cdot{}^{29}C_{r-1}\cdot{}^{30}C_{30-r}$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$\sum_{r=1}^{30}{}^{29}C_{r-1}\,{}^{30}C_{30-r}$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lower indices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Vandermonde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${}^{59}C_{29}$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$S=30\cdot{}^{59}C_{29}$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${}^{60}C_{30}={}^{59}C_{29}+{}^{59}C_{30}=2\,{}^{59}C_{29}$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$S=15\,{}^{60}C_{30}$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reversing the index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adding is the quick way to handle a linear weight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$\sum_{r=0}^n r\left({}^nC_r\right)^2=\frac n2\,{}^{2n}C_n=n\,{}^{2n-1}C_{n-1}$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$4+2=6=2\cdot3$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$\sum_r\left({}^nC_r\right)^2={}^{2n}C_n$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reversing the index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 n-r$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adding is the quick way to handle a linear weight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$\sum_r{}^mC_r\,{}^nC_{k-r}={}^{m+n}C_k$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Binomial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$x^{10-r}$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Binomial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$\sum_{r=1}^{10}r^3\left(\frac{a_r}{a_{r-1}}\right)^2$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Ratio of consecutive binomial coefficients and power sums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summand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cubic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$\frac{a_r}{a_{r-1}}=\frac{11-r}{r}$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summand simplifies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$r(11-r)^2$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cubic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$x^{10-r}$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${}^{10}C_{10-r}$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$a_r={}^{10}C_r$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$\frac{a_r}{a_{r-1}}=\frac{{}^{10}C_r}{{}^{10}C_{r-1}}=\frac{10-r+1}r=\frac{11-r}r$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$\sum_{r=1}^{10}r^3\left(\frac{11-r}r\right)^2=\sum_{r=1}^{10}r(11-r)^2$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$=\sum_{r=1}^{10}\left(r^3-22r^2+121r\right)$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 r^3-22\sum r^2+121\sum r=\left(\frac{10\cdot11}2\right)^2-22\cdot\frac{10\cdot11\cdot21}6+121\cdot\frac{10\cdot11}2$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$=55^2-11\times11\times70+5\times11^3=11^2\left[25-70+55\right]$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$=11^2\times10=1210$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$11-r$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$r(11-r)^2+(11-r)r^2=11\,r(11-r)$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$2S=11\sum r(11-r)$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range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$S=\sum_{r=1}^{10}r(11-r)^2$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$1..10$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$S=\sum_{r=1}^{10}(11-r)r^2$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$2S=\sum_{r=1}^{10}r(11-r)\left[(11-r)+r\right]=11\sum_{r=1}^{10}r(11-r)$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$\sum_{r=1}^{10}r(11-r)=11\cdot55-385=605-385=220$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$2S=11\cdot220=2420$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ratio of consecutive binomial coefficients is linear fractional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sum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adding the sum to its reversal often makes it a multiple of a simpler sum.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$\frac{{}^nC_r}{{}^nC_{r-1}}=\frac{n-r+1}r$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ratio of consecutive binomial coefficients is linear fractional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$\sum_{r=1}^nr=\frac{n(n+1)}2$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\sum r^2=\frac{n(n+1)(2n+1)}6$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\sum r^3=\left(\frac{n(n+1)}2\right)^2$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sum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$1..N$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 N+1-r$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adding the sum to its reversal often makes it a multiple of a simpler sum.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of the coefficients of the odd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middle term in the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odd numbers,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of the coefficients of the odd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$(1+x)^{99}$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middle term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$\left(2+\frac1{\sqrt2}\right)^{200}$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$\frac{{}^{200}C_{99}\,K}{a}=\frac{2^\ell m}n$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odd numbers,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$(\ell,n)$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$(50,51)$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$(51,101)$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$(50,101)$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$(51,99)$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expansion: odd-power coefficients and middle term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$K=2^{98}$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$a={}^{200}C_{100}\,2^{50}$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${}^{200}C_{99}={}^{200}C_{100}\cdot\frac{100}{101}$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ratio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$\frac{25\cdot2^{50}}{101}$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odd-power 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so the middle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odd-power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$(1+x)^{99}$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$K=\frac{2^{99}-0}2=2^{98}$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$\left(2+\frac1{\sqrt2}\right)^{200}$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so the middle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$a={}^{200}C_{100}\,(2)^{100}\left(\frac1{\sqrt2}\right)^{100}={}^{200}C_{100}\,\frac{2^{100}}{2^{50}}={}^{200}C_{100}\,2^{50}$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${}^{200}C_{99}=\frac{200!}{99!\,101!}=\frac{100}{101}\cdot\frac{200!}{100!\,100!}=\frac{100}{101}\,{}^{200}C_{100}$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101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98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48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$\frac{{}^{200}C_{99}\,K}{a}=\frac{\frac{100}{101}\,{}^{200}C_{100}\cdot2^{98}}{{}^{200}C_{100}\cdot2^{50}}=\frac{100\cdot2^{48}}{101}$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$100\cdot2^{48}=25\cdot4\cdot2^{48}=25\cdot2^{50}$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$\frac{2^{50}\cdot25}{101}$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$\frac{2^\ell m}n$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$(50,101)$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coefficients of the odd powers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Writing a number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is just extracting 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-adic valuation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Kummer's theorem also works: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$\frac{{}^nC_{r+1}}{{}^nC_r}=\frac{n-r}{r+1}$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${}^{200}C_{100}=\frac{101}{100}\,{}^{200}C_{99}$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coefficients of the odd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Writing a number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$2^\ell\cdot\frac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is just extracting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-adic valuation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Kummer's theorem also works: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$v_2\left({}^{200}C_{99}\right)=5$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$(1+x)^{500}+x(1+x)^{499}+x^2(1+x)^{498}+\cdots+x^{500}$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${}^{501}C_{302}$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${}^{500}C_{300}$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${}^{500}C_{301}$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${}^{501}C_{200}$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progression of binomial terms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terms form a G.P. with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terms form a G.P. with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x{1+x}$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$(1+x)^{501}-x^{501}$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first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501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501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$(1+x)^{500}$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$=(1+x)^{500}\cdot\frac{1-\left(\frac x{1+x}\right)^{501}}{1-\frac x{1+x}}$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 x{1+x}=\frac1{1+x}$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$=(1+x)^{501}\left[1-\frac{x^{501}}{(1+x)^{501}}\right]$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term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nothing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$=(1+x)^{501}-x^{501}$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$(1+x)^{501}-x^{501}$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$x^{501}$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nothing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${}^{501}C_{301}={}^{501}C_{200}$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</m:sup>
                    </m:sSup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${}^{501}C_{200}$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737616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Count term by term and apply the hockey-stick identity.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 contribution).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coefficient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199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Hockey stick: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199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$x^k(1+x)^{500-k}$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${}^{500-k}C_{301-k}={}^{500-k}C_{199}$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$k=0,1,\dots,301$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$k&gt;301$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 contribution).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$m=500-k$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$\sum_{m=199}^{500}{}^mC_{199}$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Hockey stick: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$\sum_{m=199}^{500}{}^mC_{199}={}^{501}C_{200}$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</m:sup>
                    </m:sSup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${}^{501}C_{200}$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(G.P.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Hockey stick: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subtracted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affects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$\sum_{k=0}^{n}x^k(1+x)^{n-k}=(1+x)^{n+1}-x^{n+1}$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(G.P.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Hockey stick: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$\sum_{m=r}^{n}{}^mC_r={}^{n+1}C_{r+1}$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$k&lt;n+1$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subtracted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affects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odd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$x=\left(8\sqrt3+13\right)^{13}$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$y=\left(7\sqrt2+9\right)^9$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$[y]$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$[x]+[y]$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$[y]$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odd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$[y]$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expansion with surds, Greatest integer function (integral part and parity)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even integer for the conjugate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$x-x'$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even integer for the conjugate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$x'=(8\sqrt3-13)^{13}$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$0&lt;x'&lt;1$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$[x]=x-x'$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even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occur, which are integers,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$x=(8\sqrt3+13)^{13}={}^{13}C_0(8\sqrt3)^{13}+{}^{13}C_1(8\sqrt3)^{12}13+\cdots$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$x'=(8\sqrt3-13)^{13}={}^{13}C_0(8\sqrt3)^{13}-{}^{13}C_1(8\sqrt3)^{12}13+\cdots$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$x-x'=2\left[{}^{13}C_1(8\sqrt3)^{12}13+{}^{13}C_3(8\sqrt3)^{10}13^3+\cdots\right]$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even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occur, which are integers,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$x-x'$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$8\sqrt3=\sqrt{192}\in(\sqrt{169},\sqrt{196})=(13,14)$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$0&lt;8\sqrt3-13&lt;1$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$0&lt;x'&lt;1$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integer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even,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even: option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$x=(x-x')+x'$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integer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$[x]=x-x'$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$y=(7\sqrt2+9)^9$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$y'=(7\sqrt2-9)^9$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$y-y'=2\left[{}^9C_1(7\sqrt2)^8\cdot9+{}^9C_3(7\sqrt2)^6\cdot9^3+\cdots\right]$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$7\sqrt2=\sqrt{98}\in(9,10)$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$0&lt;y'&lt;1$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$[y]=y-y'$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$[y]$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$[x]+[y]$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even: option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even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$[x]+[y]$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even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Power sums satisfy a recurrence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parity is constant; the conjugate power is negative and small.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Power sums satisfy a recurrence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$T_n=sT_{n-1}-pT_{n-2}$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parity is constant; the conjugate power is negative and small.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even, so every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even; in particular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13.86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$u=13+8\sqrt3$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$v=13-8\sqrt3$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$uv=-23$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$T_n=u^n+v^n$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$T_n=26T_{n-1}+23T_{n-2}$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$T_n\equiv T_{n-2}$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$T_0,T_1$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even, so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even; in particular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$v=13-8\sqrt3\in(-1,0)$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$8\sqrt3\approx13.86$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$v^{13}\in(-1,0)$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$x=T_{13}-v^{13}\in(T_{13},T_{13}+1)$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$[x]=T_{13}$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again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3781139627706655994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307646363250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even,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$s=9+7\sqrt2$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$t=9-7\sqrt2$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$s+t=18$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$st=-17$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$T_n=18T_{n-1}+17T_{n-2}$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$T_n\equiv T_{n-2}\pmod2$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$t^9\in(-1,0)$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$[y]=T_9$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$T_{13}=3781139627706655994$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$T_9=307646363250$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even,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$[y]$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$[x]+[y]$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even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$[x]+[y]$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even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and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conjugate power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standard device: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only even (or only odd)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surds vanish; always verify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Recurrence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makes parity or divisibility checks immediate.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$a&lt;\sqrt b&lt;a+1$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$T_n=(\sqrt b+a)^n+(a-\sqrt 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and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conjugate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$(a-\sqrt b)^n\in(-1,0)$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$\left[(\sqrt b+a)^n\right]=T_n$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standard device: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$(p+q)^n\pm(p-q)^n$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only even (or only odd)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surds vanish; always verify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$|p-q|&lt;1$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Recurrence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$T_n=u^n+v^n$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$T_n=(u+v)T_{n-1}-uv\,T_{n-2}$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makes parity or divisibility checks immediate.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$\frac1{1!\,50!}+\frac1{3!\,48!}+\frac1{5!\,46!}+\cdots+\frac1{49!\,2!}+\frac1{51!\,1!}$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$\frac{2^{51}}{51!}$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$\frac{2^{50}}{51!}$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$\frac{2^{51}}{50!}$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$\frac{2^{50}}{50!}$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odd-indexed binomial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odd, so the sum is the odd-index binomial sum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$\frac{1}{i!\,(51-i)!}=\frac{{}^{51}C_i}{51!}$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odd, so the sum is the odd-index binomial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$2^{50}$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$51!$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last term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$\frac1{(2r-1)!\,(51-(2r-1))!}$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$r=1,\dots,26$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last term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$51!$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$0!=1!=1$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$\frac1{(2r-1)!\,(51-(2r-1))!}=\frac{{}^{51}C_{2r-1}}{51!}$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$=\frac1{51!}\left\{{}^{51}C_1+{}^{51}C_3+\cdots+{}^{51}C_{51}\right\}$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odd-indexed binomial 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odd-indexed binomial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$(1+x)^{51}$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$=\frac1{51!}\cdot2^{50}=\frac{2^{50}}{51!}$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$\frac{2^{50}}{51!}$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Generating functions: the sum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Generating functions: the sum is 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$x^{51}$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$\sinh x\cdot e^x=\frac{e^{2x}-1}2$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𝑜𝑑𝑑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𝑜𝑑𝑑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required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 x=\sum_{i\text{ odd}}\frac{x^i}{i!}$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$e^x=\sum_j\frac{x^j}{j!}$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$[x^{51}]\,\sinh x\,e^x=\sum_{i\text{ odd}}\frac1{i!\,(51-i)!}$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required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 x\,e^x=\frac{e^{x}-e^{-x}}2e^x=\frac{e^{2x}-1}2$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$[x^{51}]\frac{e^{2x}-1}2=\frac12\cdot\frac{2^{51}}{51!}=\frac{2^{50}}{51!}$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$\frac{2^{50}}{51!}$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sum of reciprocal factorial pairs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binomial sum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Odd-index and even-index binomial sums are both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term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numerically, so the printed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the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$\frac1{i!\,(n-i)!}=\frac{{}^nC_i}{n!}$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sum of reciprocal factorial pairs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$i+j=n$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binomial sum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Odd-index and even-index binomial sums are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$\frac1{51!\,1!}$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$\frac1{51!\,0!}$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numerically, so the printed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the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2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2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$\sum_{n=1}^{\infty}\frac{2n^2+3n+4}{(2n)!}$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$\frac{13e}4+\frac5{4e}$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$\frac{13e}4+\frac5{4e}-4$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$\frac{11e}2+\frac7{2e}$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$\frac{11e}2+\frac7{2e}-4$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69137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Exponential series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summation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69137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Exponential series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summation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numerator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(twice the given one) so each part cancels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numerator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$2n(2n-1)+8n+8$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(twice the given one) so each part cancels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$\frac1{(2n-2)!},\frac1{(2n-1)!},\frac1{(2n)!}$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$2(2n^2+3n+4)=4n^2+6n+8=2n(2n-1)+8n+8$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$\sum_{n=1}^\infty\frac{2n^2+3n+4}{(2n)!}=\frac12\sum_{n=1}^\infty\frac{2n(2n-1)+8n+8}{(2n)!}$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$=\frac12\sum_{n=1}^\infty\left\{\frac1{(2n-2)!}+\frac4{(2n-1)!}+\frac8{(2n)!}\right\}$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$\sum_{n\ge1}\frac1{(2n-2)!}=\frac{e+e^{-1}}2$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\sum_{n\ge1}\frac1{(2n-1)!}=\frac{e-e^{-1}}2$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\sum_{n\ge1}\frac1{(2n)!}=\frac{e+e^{-1}}2-1$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$=\frac12\left\{\frac{e+e^{-1}}2+4\cdot\frac{e-e^{-1}}2+8\left(\frac{e+e^{-1}}2-1\right)\right\}$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$=\frac14\left(13e+5e^{-1}-16\right)$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$=\frac{13}4e+\frac5{4e}-4$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$\frac{13e}4+\frac5{4e}-4$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Operator method: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acting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Operator method: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$\theta=x\frac d{dx}$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 n\to\frac\theta2$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acting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$\cosh x=\sum\frac{x^{2n}}{(2n)!}$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$F(x)=\sum_{n\ge1}\frac{x^{2n}}{(2n)!}=\cosh 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 x^{2n}=2n\,x^{2n}$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$n\leftrightarrow\frac\theta2$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$\sum\frac{(2n^2+3n+4)x^{2n}}{(2n)!}=\left(\frac{\theta^2}2+\frac{3\theta}2+4\right)F$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$2n^2=\frac{(2n)^2}2$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$\theta\cosh x=x\sinh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$\theta^2\cosh x=x\sinh x+x^2\cosh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 F=\sinh1$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$\theta^2F=\sinh1+\cosh1=e$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(numerically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5.29427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 e2+\frac32\sinh1+4(\cosh1-1)=\frac e2+\frac{3(e-e^{-1})}4+2(e+e^{-1})-4$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$=\frac{13e}4+\frac5{4e}-4$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(numerically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$5.29427$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$\frac{13e}4+\frac5{4e}-4$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Strategy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falling factorials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each term cancels into a plain factorial.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Remember the sum starts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term, e.g.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$\sum_{n\ge0}\frac1{(2n)!}=\cosh1=\frac{e+e^{-1}}2$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\sum_{n\ge1}\frac1{(2n-1)!}=\sinh1=\frac{e-e^{-1}}2$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Strategy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$\sum\frac{P(n)}{m!}$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falling factorials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$m(m-1),\,m,\,1$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each term cancels into a plain factorial.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$\frac{m(m-1)}{m!}=\frac1{(m-2)!}$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m{m!}=\frac1{(m-1)!}$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Remember the sum starts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$\sum_{n\ge1}\frac1{(2n)!}=\cosh1-1$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QB 01 Algebra 14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