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Sheet1!$A$2:$A$36</c:f>
              <c:strCache>
                <c:ptCount val="3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2.0</c:v>
                </c:pt>
                <c:pt idx="1">
                  <c:v>3.0</c:v>
                </c:pt>
                <c:pt idx="2">
                  <c:v>4.0</c:v>
                </c:pt>
                <c:pt idx="3">
                  <c:v>3.0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3.0</c:v>
                </c:pt>
                <c:pt idx="8">
                  <c:v>4.0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4.0</c:v>
                </c:pt>
                <c:pt idx="16">
                  <c:v>4.0</c:v>
                </c:pt>
                <c:pt idx="17">
                  <c:v>3.0</c:v>
                </c:pt>
                <c:pt idx="18">
                  <c:v>3.0</c:v>
                </c:pt>
                <c:pt idx="19">
                  <c:v>4.0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2.0</c:v>
                </c:pt>
                <c:pt idx="25">
                  <c:v>2.0</c:v>
                </c:pt>
                <c:pt idx="26">
                  <c:v>3.0</c:v>
                </c:pt>
                <c:pt idx="27">
                  <c:v>1.0</c:v>
                </c:pt>
                <c:pt idx="28">
                  <c:v>3.0</c:v>
                </c:pt>
                <c:pt idx="29">
                  <c:v>1.0</c:v>
                </c:pt>
                <c:pt idx="30">
                  <c:v>2.0</c:v>
                </c:pt>
                <c:pt idx="31">
                  <c:v>2.0</c:v>
                </c:pt>
                <c:pt idx="32">
                  <c:v>2.0</c:v>
                </c:pt>
                <c:pt idx="33">
                  <c:v>3.0</c:v>
                </c:pt>
                <c:pt idx="3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the factor $1000x^6-1=0$ gives $x^6=\frac{1}{1000}$ and treats this as a family of roots. For real $x$ it means $10x^2=1$, the value excluded when the G.P. was summed (and such $x$ do not satisfy the equation: they give $3x\ne0$). The roots come only from $20x^2+x-2=0$. The answer 200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compares the cubic with $27x^3-27x^2+9x-1$ and writes $a=27$, $b=1$ directly. The given cubic is only proportional to it ($a=27k$, $b=k$), so the scaling factor and the choice $k=1$ for the minimum of $a+b$ over natural numbers must be stated; added. Values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discriminant condition as $y^2+3y-1\ge0$ (it is $(y+1)^2-4(y-1)^2=-3y^2+10y-3\ge0$) and concludes $y\in\left[\frac13,1\right)\cup(1,3]$ with closed ends, which contradicts the statement to be proved. The ends $y=\frac13,3$ correspond to $r=\mp1$ (non-distinct numbers) and must be excluded;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takes $S_1=\frac1{0!}=1$ (the formula $\frac a{1-r}$ at $r=1$) and gives the $k=2$ term the value $(4-6+2)\cdot\frac1{1!}=0$; but $k^2-3k+1=-1$ at $k=2$, so that term is $|-1|\cdot1=1$. Properly $S_1=0$ (first term $0$, ratio $1$) and the $k=1,2$ terms are $0$ and $1$. The two slips cancel, so the PDF's final value $3$ is right; the working is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applies A.M. $\ge$ G.M. to three terms with exponent $\frac12$: $\frac{a^{b+c}+b^{c+a}+c^{a+b}}3\ge\left(a^{b+c}b^{c+a}c^{a+b}\right)^{1/2}$. For three terms the exponent must be $\frac13$. The product of the terms is $\left(a^ab^bc^c\right)^2=1$ either way, so the conclusion is unchanged; written with $\frac13$.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(1) The PDF finds the last term of the $1000^{th}$ group as $499501+999=500501$; the sum is $500500$ (option S, which the key matches). (2) For (B) the PDF gets the middle term $125251+249=125500$; the group has $501$ terms, so the middle term is the $251^{st}$, $125251+250=125501$. This value is not in Column II; the key's (P) $125500$ is the nearest listed value, apparently from the same slip. The answer key for (B) looks wrong or the option should read $125501$.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Sequence &amp; Progression (C2)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C-II (Sequence &amp; Progression)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terms of a geometrical progression are the real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sum to infinity of the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terms of a geometrical progression are the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$2x^3-19x^2+57x-54=0$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sum to infinity of the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between roots and coefficients of a cubic, Sum to infinity of a G.P.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three roots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product of the roots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 and the sum then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three roots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ar,a,ar$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product of the roots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 and the sum then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so take them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$\alpha+\beta+\gamma=\frac{19}{2}$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$\alpha\beta+\beta\gamma+\gamma\alpha=\frac{57}{2}$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$\alpha\beta\gamma=\frac{54}{2}=27$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so take them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ar,\ a,\ 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$\alpha\beta\gamma=a^3=27\Rightarrow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ar+a+ar=\frac{19}{2}$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$3\left(\frac1r+1+r\right)=\frac{19}{2}$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middle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possible, because the sum to infinity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first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$6\,[1+r+r^2]=19r$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$6r^2-13r+6=0$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middle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$6r^2-9r-4r+6=0\Rightarrow 3r(2r-3)-2(2r-3)=0\Rightarrow(3r-2)(2r-3)=0$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possible, because the sum to infinity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ar=\frac{3}{2/3}=\frac92$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$S_\infty=\frac{a/r}{1-r}=\frac{9/2}{1-\frac23}=\frac{27}{2}$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Factorise the cubic with the rational-root test, read the three roots directly, then see the ratio.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$2(8)-19(4)+57(2)-54=16-76+114-54=0$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$2x^3-19x^2+57x-54=(x-2)(2x^2-15x+27)$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$2x^2-15x+27=(2x-9)(x-3)$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 3,\ 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decreasing order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G.P.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sum to infinity).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decreasing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$\frac92,3,2$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$\frac{3}{9/2}=\frac23$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G.P.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$r=\frac32&gt;1$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sum to infinity).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$S_\infty=\frac{9/2}{1-2/3}=\frac{27}{2}$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 middle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the roots),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without solving the cubic;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satisfy the cubic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are in A.P. the middle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in H.P., the reciprocals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to infinity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a question allows two ratios, discard the one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middle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$ax^3+bx^2+cx+d=0$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 middle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$m^3=-\frac 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the roots),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without solving the cubic;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satisfy the cubic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are in A.P. the middle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$-\frac{b}{3a}$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in H.P., the reciprocals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to infinity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a question allows two ratios, discard the one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$\frac92,3,2$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$\alpha\beta\gamma=27=3^3$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middle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of the infinite series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of the infinite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$\frac{1\cdot3}{2}+\frac{3\cdot5}{2^2}+\frac{5\cdot7}{2^3}+\frac{7\cdot9}{2^4}+\dots\infty$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Arithmetico-geometric series (sum to infinity)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the common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twice: the quadratic-type numerators drop to an arithmetico-geometric series and then to a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the common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twice: the quadratic-type numerators drop to an arithmetico-geometric series and then to a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$S=\frac{1\cdot3}{2}+\frac{3\cdot5}{2^2}+\frac{5\cdot7}{2^3}+\frac{7\cdot9}{2^4}+\dots\infty$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S2=\frac{1\cdot3}{2^2}+\frac{3\cdot5}{2^3}+\frac{5\cdot7}{2^4}+\dots\infty$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S2=\frac{1\cdot3}{2}+\frac{3\cdot4}{2^2}+\frac{4\cdot5}{2^3}+\frac{4\cdot7}{2^4}+\dots\infty$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numerators from the second term onward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...(iii).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written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(iv):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numerators from the second term onward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$12=4\cdot3$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$20=4\cdot5$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$28=4\cdot7,\dots$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S2=\frac{1\cdot3}{2}+4\left[\frac{3}{2^2}+\frac{5}{2^3}+\frac{7}{2^4}+\dots\right]=\frac32+\left[3+\frac52+\frac{7}{2^2}+\dots\right]$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$S'=3+\frac52+\frac{7}{2^2}+\dots$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...(iii).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$\frac{S'}{2}=\frac32+\frac{5}{2^2}+\dots$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$0+\frac32+\frac5{2^2}+\dots$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(iv):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$\frac{S'}{2}=3+\left[\frac22+\frac2{2^2}+\dots\right]=3+\left[1+\frac12+\dots\right]=3+2=5$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S2=\frac32+10=\frac{23}{2}$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the standard sums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$\frac{(2n-1)(2n+1)}{2^n}=\frac{4n^2-1}{2^n}$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the standard sums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n{2^n}$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$\frac{n^2}{2^n}$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$\frac{(2n-1)(2n+1)}{2^n}=\frac{4n^2-1}{2^n}$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$\sum_{n\ge1}x^n=\frac{x}{1-x}$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$\sum_{n\ge1}nx^n=\frac{x}{(1-x)^2}$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$\sum_{n\ge1}n^2x^n=\frac{x(1+x)}{(1-x)^3}$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nx^n=\frac{1/2}{1/4}=2$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n^2x^n=\frac{\frac12\cdot\frac32}{\frac18}=6$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$S=4(6)-1=23$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give any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Arithmetico-geometric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of differences: for a polynomial numerator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times; the polynomial drops one degree each time until a G.P. remains.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nx^n=\frac{x}{(1-x)^2}$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n^2x^n=\frac{x(1+x)}{(1-x)^3}$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give any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p(n)x^n$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Arithmetico-geometric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$a+(a+d)r+(a+2d)r^2+\dots$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$\frac{a}{1-r}+\frac{dr}{(1-r)^2}$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of differences: for a polynomial numerator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times; the polynomial drops one degree each time until a G.P. remains.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integer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 natural numbers.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$2000x^6+100x^5+10x^3+x-2=0$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$\frac{m+\sqrt 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integer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 natural numbers.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Polynomial equations and their roots, Sum of a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across: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G.P.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factorises the sextic.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across: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$x+10x^3+100x^5$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G.P.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$t=10x^2$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factorises the sextic.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given;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conjugate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 coefficients).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G.P.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$2000x^6+100x^5+10x^3+x-2=0$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given;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$\alpha=\frac{m+\sqrt 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conjugate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$\beta=\frac{m-\sqrt 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 coefficients).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$x+10x^3+100x^5=2-2000x^6$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$x\left[1+(10x^2)+(10x^2)^2\right]=x\cdot\frac{(10x^2)^3-1}{10x^2-1}=x\cdot\frac{1-(10x^2)^3}{1-10x^2}$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G.P.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$10x^2\ne1$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$2\left[1-(10x^2)^3\right]$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$\left[1-(10x^2)^3\right]\left[\frac{x}{1-10x^2}-2\right]=0$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factor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was excluded when we summed the G.P., so it gives no root of the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factor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satisfy the conditions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factor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$1000x^6-1=0$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$x^6=\frac1{1000}$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was excluded when we summed the G.P., so it gives no root of the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factor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$x-2+20x^2=0$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$x=\frac{-1\pm\sqrt{161}}{40}$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satisfy the conditions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$\gcd(161,40)=1$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$161=7\cdot23$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$m+n+r=-1+161+40=200$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quadratic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end terms of the sextic and divide.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quadratic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$20x^2+x-2$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end terms of the sextic and divide.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leading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the product confirms it: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and the rest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leading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$2000x^6=20x^2\cdot100x^4$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$-2=-2\cdot1$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$20x^2+x-2$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$2000x^6+100x^5+10x^3+x-2=(20x^2+x-2)(100x^4+10x^2+1)$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the product confirms it: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$2000x^6+100x^5$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and the rest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$10x^3+x-2$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contributes no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come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$100x^4+10x^2+1&gt;0$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contributes no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$x=\frac{-1\pm\sqrt{161}}{40}$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$m=-1,n=161,r=40$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$m+n+r=200$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geometric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hides inside many degree-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polynomials; spotting it turns the equation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checked separately: it can create spurious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factors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produce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rational coefficients, irrational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conjugate pairs, i.e. as the roots of a rational quadratic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geometric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$1+t+t^2+\dots+t^{k-1}=\frac{t^k-1}{t-1}$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hides inside many degree-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polynomials; spotting it turns the equation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$(\dots)\cdot(\dots)=0$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$t=10x^2$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checked separately: it can create spurious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factors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$100x^4+10x^2+1$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produce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rational coefficients, irrational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$\frac{m+\sqrt 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conjugate pairs, i.e. as the roots of a rational quadratic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largest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$S=\sum_{n=1}^{99}\frac{5^{100}}{(25)^n+5^{100}}$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largest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Summation of series by pairing terms,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through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terms pair off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middle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through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$5^{100}$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$f(n)+f(100-n)=1$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terms pair off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middle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terms with opposite exponents: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$S=\sum_{n=1}^{99}\frac{5^{100}}{25^n+5^{100}}$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$25^n=5^{2n}$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$S=\sum_{n=1}^{99}\frac{1}{1+5^{2n-100}}$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$-98,-96,\dots,-2,0,2,\dots,98$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$S=\frac1{1+5^{-98}}+\frac1{1+5^{-96}}+\dots+\frac1{1+5^{-2}}+\frac1{1+5^{0}}+\frac1{1+5^{2}}+\dots+\frac1{1+5^{98}}$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terms with opposite exponents: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$\frac1{1+5^{-k}}+\frac1{1+5^{k}}=\frac{5^k}{5^k+1}+\frac1{1+5^k}=1$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each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middle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limLow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⏟</m:t>
                            </m:r>
                          </m:lim>
                        </m:limLow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𝑡𝑖𝑚𝑒𝑠</m:t>
                        </m:r>
                      </m:lim>
                    </m:limLow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$k=98,96,\dots,2$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each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middle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$\frac1{1+5^0}=\frac12$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$S=\underbrace{1+1+\dots+1}_{49\text{ times}}+\frac12=49.5$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$[S]=[49.5]=49$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sum forwards and backwards (reverse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add, so that every column adds to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sum forwards and backwards (reverse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$n\to100-n$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add, so that every column adds to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Reversing the order of summation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$f(n)=\frac{1}{1+5^{2n-100}}$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$S=\sum_{n=1}^{99}f(n)$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Reversing the order of summation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$n\to100-n$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$S=\sum_{n=1}^{99}f(100-n)$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$f(n)+f(100-n)=\frac1{1+5^{2n-100}}+\frac1{1+5^{100-2n}}=\frac1{1+u}+\frac{u}{u+1}=1$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$u=5^{2n-100}$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expressions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expressions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$2S=\sum_{n=1}^{99}1=99$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$S=\frac{99}{2}=49.5$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$[S]=49$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sums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the sum forwards and backwards (the 'king property' for series).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logistic/sigmoid symmetry).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$\sum_{n=1}^{N-1}g(n)$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$g(n)+g(N-n)=c$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$\frac{c(N-1)}2$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the sum forwards and backwards (the 'king property' for series).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$\frac1{1+a^{x}}+\frac1{1+a^{-x}}=1$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logistic/sigmoid symmetry).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$f(n)=\frac{1}{1+5^{2n-100}}$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$f(n)+f(100-n)=1$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$f(50)=\frac12$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the first three terms of an A.P., then find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$3^{2\sin2x-1},\ 14,\ 3^{4-2\sin2x}$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the first three terms of an A.P., then find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$1+\sin2x+\sin^22x+\dots\infty$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and infinite G.P., Exponential equations and range of sine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A.P. condition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rejects the second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$t=3^{2\sin2x}$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A.P. condition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t3+\frac{81}t=28$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rejects the second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numbers are in A.P.,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numbers are in A.P.,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$2\times14=3^{2\sin2x-1}+3^{4-2\sin2x}$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$28=\frac{3^{2\sin2x}}{3}+\frac{3^4}{3^{2\sin2x}}$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$t=3^{2\sin2x}$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$28=\frac t3+\frac{81}t=\frac{t^2+243}{3t}$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$t^2-84t+243=0$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$t^2-81t-3t+243=0\Rightarrow t(t-81)-3(t-81)=0\Rightarrow(t-3)(t-81)=0$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series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$3^{2\sin2x}=3^1\Rightarrow2\sin2x=1\Rightarrow\sin2x=\frac12$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$3^{2\sin2x}=3^4\Rightarrow\sin2x=2$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$1+\frac12+\frac1{2^2}+\frac1{2^3}+\dots$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$S=\frac{1}{1-\frac12}=2$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constant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known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 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$B=\frac{81}t$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constant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known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are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$u^2-28u+27=0$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A.P.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$A=3^{2\sin2x-1}$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$B=3^{4-2\sin2x}$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A.P.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$AB=3^{(2\sin2x-1)+(4-2\sin2x)}=3^3=27$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$u^2-28u+27=0$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$(u-1)(u-27)=0$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$\{A,B\}=\{1,27\}$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$2\sin2x-1=3$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$1+\frac12+\frac14+\dots$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the product of the two terms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equations, always apply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after solving, to reject roots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$u+\frac ku=s$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the product of the two terms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$z^2-sz+k=0$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equations, always apply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$|\sin2x|\le1$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after solving, to reject roots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$\sum_{n\ge0}r^n=\frac1{1-r}$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$r=\sin2x=\frac12$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Find / deduce;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three positive roots, find the harmonic mean of the roots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deduce that the roots are all equal. Find also 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$ax^3-ax^2+9bx-b=0$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$(a\ne0)$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three positive roots, find the harmonic mean of the roots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deduce that the roots are all equal. Find also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Means: A.M., G.M., H.M. and equality, Relations between roots and coefficients of a cubic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 gives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𝐻.𝑀.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𝐴.𝑀.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H.M. forces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$\text{H.M.}=\frac{3\alpha\beta\gamma}{\alpha\beta+\beta\gamma+\gamma\alpha}=\frac13=\text{A.M.}$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A.M.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G.M.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H.M. forces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H.M.: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$\alpha\beta+\beta\gamma+\gamma\alpha=\frac{9b}a$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$H=\frac{3}{\frac1\alpha+\frac1\beta+\frac1\gamma}=\frac{3\alpha\beta\gamma}{\alpha\beta+\beta\gamma+\gamma\alpha}=\frac{3\left(\frac ba\right)}{\frac{9b}a}=\frac13$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H.M.: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$\frac{\alpha+\beta+\gamma}{3}\ge(\alpha\beta\gamma)^{1/3}\ge\frac{3}{\frac1\alpha+\frac1\beta+\frac1\gamma}$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A.M.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H.M.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H.M.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of A.M. and G.M. holds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is a constant multiple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A.M.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H.M.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$\frac13\ge(\alpha\beta\gamma)^{1/3}\ge\frac13\Rightarrow$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H.M.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of A.M. and G.M. holds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is a constant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$\left(x-\frac13\right)^3=x^3-x^2+\frac x3-\frac1{27}$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$27x^3-27x^2+9x-1$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natural numbers the least choice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$ax^3-ax^2+9bx-b$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natural numbers the least choice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H.M.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all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minimum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H.M.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$=\frac13$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all roots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$=\frac13$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minimum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$a+b=28$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$a=27,\ b=1$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$(\alpha+\beta+\gamma)(\alpha\beta+\beta\gamma+\gamma\alpha)-9\alpha\beta\gamma=\alpha(\beta-\gamma)^2+\beta(\gamma-\alpha)^2+\gamma(\alpha-\beta)^2$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reals,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reals,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$(\alpha+\beta+\gamma)(\alpha\beta+\beta\gamma+\gamma\alpha)-9\alpha\beta\gamma=\alpha(\beta-\gamma)^2+\beta(\gamma-\alpha)^2+\gamma(\alpha-\beta)^2\ge0$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$\alpha\beta+\beta\gamma+\gamma\alpha=\frac{9b}a$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$9\alpha\beta\gamma=\frac{9b}a$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$1\cdot\frac{9b}a-\frac{9b}a=0$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non-negative terms with positive weights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(least),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non-negative terms with positive weights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$=\frac{3\alpha\beta\gamma}{\sum\alpha\beta}=\frac13$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$27x^3-27x^2+9x-1$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(least),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H.M.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all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minimum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H.M.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$=\frac13$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all roots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$=\frac13$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minimum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$a+b=28$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$a=27,\ b=1$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reals,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H.M., with equality throughout iff all the numbers are equal; if A.M. = H.M. the numbers must be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reals,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whose coefficients are only given up to a common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fixed polynomial; natural-number conditions then give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reals,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H.M., with equality throughout iff all the numbers are equal; if A.M. = H.M. the numbers must be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$=\frac{3\alpha\beta\gamma}{\sum\alpha\beta}=\frac{-3d/a}{c/a}=-\frac{3d}{c}$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$ax^3+bx^2+cx+d$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$(\alpha+\beta+\gamma)(\alpha\beta+\beta\gamma+\gamma\alpha)\ge9\alpha\beta\gamma$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reals,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whose coefficients are only given up to a common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fixed polynomial; natural-number conditions then give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$a_1,a_2,a_3,\dots,a_{98}$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$a_{n+1}=a_n+1$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$n=1,2,3,\dots,97$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$\sum_{k=1}^{49}a_{2k}$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progression: sum of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says the terms form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even-placed terms form another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says the terms form an A.P.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even-placed terms form another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sequence is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$S=a_1+a_2+\dots+a_{98}=4949$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$a_{n+1}=a_n+1$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sequence is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$d=a_{n+1}-a_n=1$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$S=\frac{98}{2}\left[2a_1+(98-1)\cdot1\right]=4949$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$2a_1+97=101\Rightarrow2a_1=4\Rightarrow a_1=2$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an A.P.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$S'=\sum_{k=1}^{49}a_{2k}=a_2+a_4+a_6+\dots+a_{98}=3+5+7+\dots+99$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an A.P.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$S'=\frac{49}{2}\left[2\times3+(49-1)\times2\right]=\frac{49}{2}\times102$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$S'=2499$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2499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$2499$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even-placed term exceeds the odd-placed term before it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block sums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need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even-placed term exceeds the odd-placed term before it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block sums differ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need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$E=\sum_{k=1}^{49}a_{2k}$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$O=\sum_{k=1}^{49}a_{2k-1}$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$E+O=4949$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$a_{2k}-a_{2k-1}=1$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$E-O=49$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$2E=4949+49=4998$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$E=2499$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2499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$2499$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(sum of even-placed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odd-placed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even-placed terms of an A.P. form an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is true of the odd-placed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definition of an A.P.;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of a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(sum of even-placed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odd-placed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$=md$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$E=\frac{S+md}2$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even-placed terms of an A.P. form an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is true of the odd-placed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$a_{n+1}-a_n=\text{constant}$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definition of an A.P.;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$\frac{a_{n+1}}{a_n}=\text{constant}$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of a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Find / solve;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while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$a,x,y,z,b$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while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$\frac1x+\frac1y+\frac1z$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$a,x,y,z,b$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Insertion of arithmetic and harmonic means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A.P. (and for the reciprocals in the H.P.): the two conditions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A.P. (and for the reciprocals in the H.P.): the two conditions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$\frac1a+\frac1b=\frac{10}9$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difference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(i):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H.P. case: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difference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$a,x,y,z,b$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$b=a+4d$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$d=\frac{b-a}4$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$x=a+\frac{b-a}4=\frac{b+3a}4$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$y=\frac{2b+2a}4$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$z=\frac{3b+a}4$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$\frac{6a+6b}4=15\Rightarrow a+b=10$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H.P.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$\frac1x+\frac1y+\frac1z=\frac53$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$a,x,y,z,b$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$\frac1a,\frac1x,\frac1y,\frac1z,\frac1b$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(iii):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(iv),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$\frac1x=\frac1a+\frac{\frac1b-\frac1a}4,\quad\frac1y=\frac1a+\frac24\left(\frac1b-\frac1a\right),\quad\frac1z=\frac1a+\frac34\left(\frac1b-\frac1a\right)$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$\frac3a+\frac64\left(\frac1b-\frac1a\right)=\frac53\Rightarrow\frac3{2a}+\frac3{2b}=\frac53\Rightarrow\frac1a+\frac1b=\frac{10}9$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(iv),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$\frac{a+b}{ab}=\frac{10}9$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$a=9,b=1$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$a=1,\ b=9$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$b=1,\ a=9$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middle term of five equally spaced terms is their mean, so the sum of the three inner terms is three times it.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 the inner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term, which is also the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H.P., the reciprocals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 the inner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term, which is also the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$x+y+z=3y=15$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$y=\frac{a+b}2$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H.P., the reciprocals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$\frac1x,\frac1y,\frac1z$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$\frac1x+\frac1y+\frac1z=\frac3y=\frac53$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reciprocals are in A.P.,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reciprocals are in A.P.,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$\frac1y=\frac12\left(\frac1a+\frac1b\right)$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$\frac59=\frac{a+b}{2ab}$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$\frac59=\frac{10}{2ab}\Rightarrow ab=9$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$t^2-10t+9=0$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$\{a,b\}=\{1,9\}$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$a=1,\ b=9$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$b=1,\ a=9$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 the sum of terms equidistant from the middle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middle; for three consecutive terms,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 H.P. apply the same to the reciprocals.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H.P. middle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harmonic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 the sum of terms equidistant from the middle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middle; for three consecutive terms,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 H.P. apply the same to the reciprocals.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$a,x,y,z,b$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$x=\frac{3a+b}4$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$y=\frac{a+b}2$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$z=\frac{a+3b}4$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H.P. middle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harmonic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$t^2-(a+b)t+ab=0$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as the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or an H.P. Find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assuming them to be positive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as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$a,x,y,z,b$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or an H.P. Find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assuming them to be positive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and harmonic progressions: products of inserted means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both progressions; the two products have the same numerator, so their ratio isolates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both progressions; the two products have the same numerator, so their ratio isolates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$(ab)^3$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in H.P.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$a,x,y,z,b$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in H.P.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$xyz=\frac{18}5$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$b=a+4d\Rightarrow d=\frac{b-a}4$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$xyz=(a+d)(a+2d)(a+3d)=\left(a+\frac{b-a}4\right)\left(a+\frac{2b-2a}4\right)\left(a+\frac{3b-3a}4\right)$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$xyz=\frac{(3a+b)(2a+2b)(a+3b)}{64}=\frac{15}2$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$\frac1a,\frac1x,\frac1y,\frac1z,\frac1b$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$d'=\frac14\left(\frac1b-\frac1a\right)$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$\frac1{xyz}=\left(\frac1a+d'\right)\left(\frac1a+2d'\right)\left(\frac1a+3d'\right)$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(1) by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integers,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$\frac1{xyz}=\frac{(3b+a)(2a+2b)(b+3a)}{(4ab)^3}$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$\frac5{18}=\frac{(3a+b)(2a+2b)(a+3b)}{64(ab)^3}$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(1) by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$\frac{15/2}{5/18}=\frac{\frac{N}{64}}{\frac{N}{64(ab)^3}}=(ab)^3$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$N=(3a+b)(2a+2b)(a+3b)$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$\frac{15}2\times\frac{18}5=27=(ab)^3\Rightarrow ab=3$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integers,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vice versa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$a=1,\ b=3$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vice versa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only the A.P. condition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let integrality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 the job; the H.P. condition is then a check.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only the A.P. condition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let integrality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 the job; the H.P. condition is then a check.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(1) reads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$(3a+b)(a+3b)=3(a^2+b^2)+10ab=3s^2+4p$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(1)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$\frac{2s(3s^2+4p)}{64}=\frac{15}2$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$s(3s^2+4p)=240$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p\le\frac{s^2}4$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$p=\frac{240/s-3s^2}4$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$240/s&gt;3s^2$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too large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integer.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H.P.: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A.P.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too large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$p=\frac{80-27}4$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integer.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$p=\frac{60-48}4=3\le4$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$240/s&lt;3s^2$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$48&lt;75$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$\{a,b\}=\{1,3\}$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H.P.: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$\frac1a,\frac1b=1,\frac13$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$1,\frac56,\frac23,\frac12,\frac13$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$x,y,z=\frac65,\frac32,2$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$xyz=\frac{6}{5}\cdot\frac32\cdot2=\frac{18}5$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vice versa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$a=1,\ b=3$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vice versa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H.P. the same formulas hold for reciprocals,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ratio of the two products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symmetric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such condition becomes an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integrality bounds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 a short search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$a,x,y,z,b$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$x=\frac{3a+b}4$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$y=\frac{a+b}2$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$z=\frac{a+3b}4$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$xyz=\frac{(3a+b)(a+b)(a+3b)}{32}$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H.P. the same formulas hold for reciprocals,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$\frac{(xyz)_{AP}}{(xyz)_{HP}^{-1}}=(ab)^3$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ratio of the two products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symmetric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such condition becomes an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integrality bounds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$p\le\frac{s^2}4$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 a short search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harmonic progression, then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$10x^3-cx^2-54x-27=0$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harmonic progression, then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Harmonic progression, Relations between roots and coefficients of a cubic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H.P.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H.P. roots,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$\beta=\frac{2\alpha\gamma}{\alpha+\gamma}$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$\alpha\beta+\beta\gamma=2\alpha\gamma$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$3\alpha\gamma=\alpha\beta+\beta\gamma+\gamma\alpha$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roots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middle one (H.P.).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H.P.,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roots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middle one (H.P.).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$\alpha+\beta+\gamma=\frac c{10}$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$\alpha\beta+\beta\gamma+\gamma\alpha=\frac{-54}{10}$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$\alpha\beta\gamma=\frac{27}{10}$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H.P.,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$\beta=\frac{2\alpha\gamma}{\alpha+\gamma}$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$\alpha+\gamma=\frac{2\alpha\gamma}{\beta}$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$\alpha\beta+\beta\gamma+\gamma\alpha=\frac{-54}{10}\Rightarrow\beta(\alpha+\gamma)+\alpha\gamma=\frac{-54}{10}\Rightarrow\beta\cdot\frac{2\alpha\gamma}{\beta}+\alpha\gamma=\frac{-54}{10}$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$3\alpha\gamma=\frac{-54}{10}\Rightarrow\alpha\gamma=\frac{-18}{10}=-\frac95$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$\beta=\frac{\alpha\beta\gamma}{\alpha\gamma}=\frac{27/10}{-18/10}=-\frac32$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$\beta(\alpha+\gamma)+\alpha\gamma=-\frac{54}{10}$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$\beta(\alpha+\gamma)-\frac{18}{10}=-\frac{54}{10}$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$\beta(\alpha+\gamma)=-\frac{36}{10}$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$\alpha+\gamma=\frac{12}5$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$x^2-(\alpha+\gamma)x+\alpha\gamma=0$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$10x^2-24x-18=0\Rightarrow(10x+6)(x-3)=0$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$x=-\frac{6}{10}=-\frac35$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$\alpha+\beta+\gamma=\frac c{10}$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$-\frac35-\frac32+3=\frac c{10}$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$\frac{-6-15+30}{10}=\frac c{10}\Rightarrow c=9$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$3,\ -\frac32,\ 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roots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$c=9$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roots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$3,\ -\frac32,\ -\frac35$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reciprocals: roots in H.P.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roots of the reversed cubic in A.P., and the middle root of an A.P. cubic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reciprocals: roots in H.P.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roots of the reversed cubic in A.P., and the middle root of an A.P. cubic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 b{3a}$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so the middle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sum of the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cubic: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$10x^3-cx^2-54x-27=0$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$10-cy-54y^2-27y^3=0$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$27y^3+54y^2+cy-10=0$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$\frac1\alpha,\frac1\beta,\frac1\gamma$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so the middle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sum of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$y_m=-\frac{54}{3\cdot27}=-\frac23$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$y_m=-\frac23$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cubic: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$27\left(-\frac8{27}\right)+54\cdot\frac49+c\left(-\frac23\right)-10=-8+24-\frac{2c}3-10=6-\frac{2c}3=0$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quotient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$27y^3+54y^2+9y-10$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$(3y+2)$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$9y^2+12y-5=(3y+5)(3y-1)$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$y=-\frac23,-\frac53,\frac13$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$x=\frac1y=-\frac32,-\frac35,3$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roots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$c=9$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roots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$3,\ -\frac32,\ -\frac35$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A.P.; this converts H.P. problems to A.P.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in A.P., the middle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must satisfy the cubic, which fixes the unknown coefficient).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H.M. formula).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$x^nf(1/x)=0$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A.P.; this converts H.P. problems to A.P.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$ax^3+bx^2+cx+d$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in A.P., the middle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b{3a}$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must satisfy the cubic, which fixes the unknown coefficient).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$\alpha\beta+\beta\gamma=2\alpha\gamma$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$\sum\alpha\beta=3\alpha\gamma$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$\beta=\frac{\alpha\beta\gamma}{\alpha\gamma}=\frac{3\alpha\beta\gamma}{\sum\alpha\beta}$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H.M. formula).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 the ratio of the sum of the first eleven terms to the sum of the last eleven terms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of the sum of all the terms without the first nine to the sum of all the terms without the last nine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terms in the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 the ratio of the sum of the first eleven terms to the sum of the last eleven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of the sum of all the terms without the first nine to the sum of all the terms without the last nine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terms in the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progression: sums of blocks of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last eleven terms are the first eleven multiplied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terms after the first nine are the terms before the last nine multiplied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last eleven terms are the first eleven multiplied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$r^{n-11}$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terms after the first nine are the terms before the last nine multiplied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condition: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condition: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$a,ar,\dots,ar^{n-1}$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$\frac{a_1+a_2+\dots+a_{11}}{a_{n-10}+a_{n-9}+\dots+a_n}=\frac18$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$\frac{a+ar+\dots+ar^{10}}{ar^{n-11}+ar^{n-10}+\dots+ar^{n-1}}=\frac18$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$\frac{a\left(\frac{r^{11}-1}{r-1}\right)}{ar^{n-11}\left(\frac{r^{11}-1}{r-1}\right)}=\frac18\Rightarrow r^{n-11}=2^3$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$\frac{S_n-(a_1+\dots+a_9)}{S_n-(a_{n-8}+\dots+a_n)}=\frac21$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$a\frac{r^n-1}{r-1}-a\frac{r^9-1}{r-1}$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$a\frac{r^n-1}{r-1}-ar^{n-9}\frac{r^9-1}{r-1}$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$\frac{r^n-r^9}{-1+r^{n-9}}=\frac21$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$r^9\left(\frac{r^{n-9}-1}{r^{n-9}-1}\right)=2$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$r^9=2$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$r^{n-11}=2^3=\left(r^9\right)^3=r^{27}$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$n-11=27$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a G.P.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places multiplies every term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block sums scale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summation formula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a G.P.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places multiplies every term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block sums scale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summation formula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eleven terms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their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first eleven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ratio: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without the first nine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without the last nine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block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eleven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$a_{n-10},\dots,a_n$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$a_{j+(n-11)}=r^{n-11}a_j$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$r^{n-11}\times$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first eleven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ratio: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$\frac1{r^{n-11}}=\frac18\Rightarrow r^{n-11}=8$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without the first nine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$a_{10},\dots,a_n$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without the last nine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$a_1,\dots,a_{n-9}$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$a_{j+9}=r^9a_j$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block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$r^9\times$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ratio: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ratio: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$r^9=2$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$8=2^3=(r^9)^3=r^{27}$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$r^{n-11}=r^{27}$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$r=2^{1/9}\ne1$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G.P., the sum of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terms starting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later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starting earlier; ratios of block sums therefore reduce to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checked separately (it would make every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Ratios of equal-length blocks need no knowledge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of the individual sums.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G.P., the sum of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terms starting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later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$r^k\times$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starting earlier; ratios of block sums therefore reduce to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$S_n=a\frac{r^n-1}{r-1}$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checked separately (it would make every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Ratios of equal-length blocks need no knowledge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of the individual sums.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their lowest form), then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$a_{n+1}=3a_n+1$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$(n=1,2,3,\dots)$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$\sum_{n=1}^{\infty}\frac{a_n}{5^n}=\frac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their lowest form),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recurrence relation, Sum to infinity: arithmetico-geometric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splits into a G.P. and a series whose differences are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$a_n=3^n+b_n$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$b_n=\frac{3^{n-1}-1}2$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splits into a G.P. and a series whose differences are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$a_2=3(3)+1=10=3^2+1$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$a_3=31=3^3+4$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$a_4=94=3^4+13$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$a_5=283=3^5+40$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$a_n=3^n+(0,1,4,13,40,\dots)$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$\sum_{n=1}^\infty\frac{a_n}{5^n}=\frac35+\frac{3^2+1}{5^2}+\frac{3^3+4}{5^3}+\frac{3^4+13}{5^4}+\frac{3^5+40}{5^5}+\dots=\left[\frac35+\left(\frac35\right)^2+\left(\frac35\right)^3+\dots\right]+\left[\frac1{5^2}+\frac4{5^3}+\frac{13}{5^4}+\dots\right]=S_1+S_2$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$S_1=\frac{3/5}{1-3/5}=\frac32$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$S_2=\frac1{5^2}+\frac4{5^3}+\frac{13}{5^4}+\frac{40}{5^5}+\dots$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$\frac{S_2}5=0+\frac1{5^3}+\frac4{5^4}+\frac{13}{5^5}+\dots$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$\frac{4S_2}5=\frac1{5^2}+\frac3{5^3}+\frac9{5^4}+\frac{27}{5^5}+\dots=\frac1{25}+\frac19\left[\left(\frac35\right)^3+\left(\frac35\right)^4+\left(\frac35\right)^5+\dots\right]$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$\frac{4S_2}5=\frac1{25}+\frac19\cdot\frac{(3/5)^3}{1-3/5}=\frac1{25}+\frac19\cdot\frac{27\times5}{125\times2}=\frac1{25}+\frac3{50}=\frac1{10}$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$S=S_1+S_2=\frac32+\frac18=\frac{13}8=\frac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the recurrence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unknown sum satisfies a linear equation (generating-function method),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the recurrence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unknown sum satisfies a linear equation (generating-function method),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(converges,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$S=\sum_{n\ge1}a_nx^n$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(converges,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$a_n\sim\frac72 3^{n-1}$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$a_{n+1}=3a_n+1$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$\sum_{n\ge1}a_{n+1}x^{n+1}=3x\sum_{n\ge1}a_nx^n+\sum_{n\ge1}x^{n+1}$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$S-a_1x=S-3x$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$3xS+\frac{x^2}{1-x}$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$S(1-3x)=3x+\frac{x^2}{1-x}$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$\frac25S=\frac35+\frac{1/25}{4/5}=\frac35+\frac1{20}=\frac{13}{20}$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$S=\frac{13}{20}\times\frac52=\frac{13}8$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$p+q=13+8=21$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recurrence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$a_{n+1}=pa_n+q$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$(p\ne1)$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$a_n=p^{n-1}\left(a_1+\frac q{p-1}\right)-\frac q{p-1}$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$a_n=\frac{7\cdot3^{n-1}-1}2$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 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$a_{n+1}=pa_n+q$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$S(1-px)=a_1x+\frac{qx^2}{1-x}$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$\frac{7}{2}\cdot\frac13\cdot\frac{3/5}{1-3/5}-\frac12\cdot\frac14=\frac74-\frac18=\frac{13}8$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Solve / find / prove;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following equations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following equations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$\log_2x+\log_4x+\log_{16}x+\dots=y$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$\frac{5+9+13+\dots+(4y+1)}{1+3+5+\dots+(2y-1)}=4\log_4x$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to infinity of a G.P. of logarithms, Sum of an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all logarithms to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equation is an infinite G.P.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second into an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all logarithms to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equation is an infinite G.P.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$y=2\log_2x$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$4\log_4x=2\log_2x=y$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second into an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G.P. with first term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$\log_2x+\log_4x+\log_{16}x+\dots=y$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$\log_4x=\frac12\log_2x$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$\log_{16}x=\frac14\log_2x$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$\log_2x+\frac12\log_2x+\frac14\log_2x+\dots=y$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$(\log_2x)\cdot\frac1{1-\frac12}=y$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$2\log_2x=y$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$4\log_4x=2\log_2x=y$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$\frac{5+9+13+\dots+(4y+1)}{1+3+5+\dots+(2y-1)}=y$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an A.P.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an A.P.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(the number of terms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an A.P.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 y2\left[2\times5+(y-1)\times4\right]=y(2y+3)$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an A.P.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$S'=\frac y2\left[2\times1+(y-1)\times2\right]=y^2$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$\frac{y(3+2y)}{y^2}=y\Rightarrow y^2-2y-3=0$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$(y\ne0)$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$y=\frac{2\pm\sqrt{4+12}}2=\frac{2\pm4}2=3$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(the number of terms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$2\log_2x=3\Rightarrow x=2^{3/2}=2\sqrt2$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$x=2\sqrt2$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Change of base: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unknown is also the number of terms of a series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reject non-positive or non-integer roots of the resulting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Change of base: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$\log_{a^k}x=\frac1k\log_ax$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$\log_2x,\log_4x,\log_{16}x,\dots$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$\log_2x,\frac12\log_2x,\frac14\log_2x,\dots$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$2^{1},2^{2},2^{4},\dots$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$1+3+5+\dots+(2y-1)=y^2$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$5+9+\dots+(4y+1)=\sum_{k=1}^{y}(4k+1)=2y^2+3y$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unknown is also the number of terms of a series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reject non-positive or non-integer roots of the resulting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in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of the sequence: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of the sequence: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(2,3),\ (4,5,6,7),\ (8,9,\dots,15),\dots$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$(1),\ (2,3,4),\ (5,6,7,8,9),\dots$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Sequences arranged in groups: sum of the nth group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the terms in each group and find its first term (by a quadratic fit in part (ii)); then use the A.P. sum formula.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its first term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terms in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first term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 The first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second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(2,3),\ (4,5,6,7),\ (8,9,\dots,15),\dots$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its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terms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$=\frac{2^{n-1}}2\left[2\cdot2^{n-1}+\left(2^{n-1}-1\right)\cdot1\right]=2^{n-2}\left[2^n+2^{n-1}-1\right]$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$(1),\ (2,3,4),\ (5,6,7,8,9),\dots$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first term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 The first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$1,2,5,10,\dots$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$1,3,5,\dots$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second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$T_n=a+bn+cn^2$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 Solving (i), (ii), (iii):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first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number of terms in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$T_1=a+b+c=1$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$T_2=a+2b+4c=2$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$T_3=a+3b+9c=5$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 Solving (i), (ii),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 b=-2,\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$T_n=2-2n+n^2$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number of terms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$=\frac{2n-1}2\left[2\left(2-2n+n^2\right)+2n-2\right]=(2n-1)\left[n^2-n+1\right]$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$=2n^3-2n^2+2n-n^2+n-1=n^3+(n-1)^3$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$2^{n-2}\left(2^n+2^{n-1}-1\right)$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$(n-1)^3+n^3$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block of consecutive integers, so its sum is a difference of two cumulative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first-term formula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block of consecutive integers, so its sum is a difference of two cumulative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$1+2+\dots+N$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first-term formula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group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group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$\frac{(2^n-1)2^n}{2}-\frac{(2^{n-1}-1)2^{n-1}}{2}$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$=\frac{4^n-2^n-4^{n-1}+2^{n-1}}2=2^{n-2}\left(2^n+2^{n-1}-1\right)$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groups end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previous group ends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groups end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$1,4,9,\dots$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previous group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$\frac{n^2\left(n^2+1\right)}2-\frac{(n-1)^2\left((n-1)^2+1\right)}2$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$v=(n-1)^2$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$\frac{u^2+u-v^2-v}2=\frac{(u-v)(u+v+1)}2=\frac{(2n-1)(2n^2-2n+2)}2=(2n-1)(n^2-n+1)=n^3+(n-1)^3$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$2^{n-2}\left(2^n+2^{n-1}-1\right)$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$(n-1)^3+n^3$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group sizes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starts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sum of two consecutive cubes.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terms forming a sequence with constant second difference follow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terms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group sizes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$1,2,4,8,\dots$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$1,3,5,\dots$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$(2n-1)(n^2-n+1)=n^3+(n-1)^3$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$1;2,3,4;5,\dots,9;\dots$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sum of two consecutive cubes.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terms forming a sequence with constant second difference follow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$T_n=a+bn+cn^2$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terms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arithmetic progression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harmonic progression, then prove that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geometric progression.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arithmetic progression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$a^2,b^2$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harmonic progression, then prove that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geometric progression.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among A.P., G.P. and H.P.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resulting quartic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$2b=a+c$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resulting quartic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$(a-c)^2\left[(a+c)^2+2ac\right]$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$\Rightarrow2b=a+c$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$a^2,b^2,c^2$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b^2=\frac{2a^2c^2}{a^2+c^2}$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$b=\frac{a+c}2$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$\left(\frac{a+c}2\right)^2=\frac{2a^2c^2}{a^2+c^2}\Rightarrow\left(a^2+c^2\right)\left[\left(a^2+c^2\right)+2ac\right]=8a^2c^2$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$\left(a^2+c^2\right)^2+2ac\left(a^2+c^2\right)=8a^2c^2\Rightarrow a^4+c^4+2a^2c^2+2a^3c+2ac^3-8a^2c^2=0$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$a^4+c^4-6a^2c^2+2a^3c+2ac^3=0$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$\left[\left(a^2\right)^2+\left(c^2\right)^2-2a^2c^2\right]+2ac\left[a^2+c^2-2ac\right]=0$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$\left(a^2-c^2\right)^2+2ac(a-c)^2=0$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$(a-c)^2\left[(a+c)^2+2ac\right]=0$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$(a-c)^2\left[a^2+4ac+c^2\right]=0$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$b=\frac{a+c}2=a$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$a^2+4ac+c^2=0\Rightarrow(a+c)^2+2ac=0\Rightarrow(2b)^2=-2ac\Rightarrow b^2=a\left(-\frac c2\right)$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$a,b,-\frac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$b^2=a\left(-\frac c2\right)$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H.P. condition collapses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$a=b-d$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$c=b+d$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$a^2+c^2=2(b^2+d^2)$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$ac=b^2-d^2$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H.P. condition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$d^2\left(d^2-3b^2\right)=0$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difference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H.P. condition: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difference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$a^2+c^2=2\left(b^2+d^2\right)$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$ac=b^2-d^2$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H.P.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$b^2\left(a^2+c^2\right)=2a^2c^2$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$2b^2\left(b^2+d^2\right)=2\left(b^2-d^2\right)^2$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$b^4+b^2d^2=b^4-2b^2d^2+d^4\Rightarrow3b^2d^2=d^4\Rightarrow d^2\left(d^2-3b^2\right)=0$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$d^2=3b^2$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$ac=b^2-d^2=-2b^2$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$b^2=-\frac{ac}2=a\cdot\left(-\frac c2\right)$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$a,b,-\frac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$b^2=a\left(-\frac c2\right)$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terms in A.P.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combined with A.P. it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identity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worth recognising.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terms in A.P.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$b-d,\ b,\ b+d$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$ac=b^2-d^2$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$a^2+c^2=2(b^2+d^2)$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$a^2,b^2,c^2$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b^2=\frac{2a^2c^2}{a^2+c^2}$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combined with A.P.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$d^2\left(d^2-3b^2\right)=0$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$a^4+c^4-6a^2c^2+2a^3c+2ac^3=(a-c)^2\left(a^2+4ac+c^2\right)$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worth recognising.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value of the product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numerical value of the infinite series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value of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$\left(1+a+a^2+a^3+\dots\infty\right)\left(1+b+b^2+b^3+\dots\infty\right)$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$11x^2-4x-2=0$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numerical value of the infinite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$\left(\log_b2\right)^0\left(\log_b5^{4^0}\right)+\left(\log_b2\right)^1\left(\log_b5^{4^1}\right)+\left(\log_b2\right)^2\left(\log_b5^{4^2}\right)+\dots\infty$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to infinity of a G.P., Quadratic equation: roots and symmetric functions, Logarithms: change of base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Vieta,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G.P.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first term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$X=\frac1{(1-a)(1-b)}=\frac{11}5$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Vieta,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G.P.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$4\log_b2$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first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$\log_b5$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real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G.P.s converge.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the quadratic with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$X=\left(\frac1{1-a}\right)\left(\frac1{1-b}\right)$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$11x^2-4x-2=0$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real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$|a|,|b|&lt;1$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$0.645$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$-0.282$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G.P.s converge.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the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$\frac1{1-a},\frac1{1-b}$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$11\left(\frac{y-1}y\right)^2-4\left(\frac{y-1}y\right)-2=0\Rightarrow5y^2-18y+11=0$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roots of this quadratic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G.P. with first term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(dividing numerator and denominator by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roots of this quadratic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$X=\frac1{1-a}\cdot\frac1{1-b}=\frac{11}5$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$Y=\left(\log_b5\right)+4\left(\log_b2\right)\left(\log_b5\right)+4^2\left(\log_b2\right)^2\left(\log_b5\right)+\dots$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$4\log_b2$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$|4\log_b2|&lt;1$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$Y=\frac{\log_b5}{1-4\log_b2}=\frac{\log_25}{\log_2b-4}=\frac{\log_25}{\log_2\frac b{16}}$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(dividing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b{16}=125=5^3$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$Y=\frac{\log_25}{\log_2 5^3}=\frac{\log_25}{3\log_25}=\frac13$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$XY=\frac{11}5\cdot\frac13=\frac{11}{15}$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$\frac{11}{15}$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simply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skips the substitution.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$f(x)=11(x-a)(x-b)$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$(1-a)(1-b)$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$\frac{f(1)}{11}$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skips the substitution.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geometric series converge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$f(x)=11x^2-4x-2=11(x-a)(x-b)$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$f(1)=11(1-a)(1-b)=11-4-2=5$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$(1-a)(1-b)=\frac5{11}$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$X=\frac1{(1-a)(1-b)}=\frac{11}5$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geometric series converge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$|a|,|b|&lt;1$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natural logarithms,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$Y=\sum_{k\ge0}4^k(\log_b5)(\log_b2)^k$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$\log_b5^{4^k}=4^k\log_b5$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natural logarithms,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$L=\ln b=\ln2000$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$Y=\frac{\ln5/L}{1-4\ln2/L}=\frac{\ln5}{\ln b-\ln16}=\frac{\ln5}{\ln125}=\frac13$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$XY=\frac{11}5\times\frac13=\frac{11}{15}$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$\frac{11}{15}$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need to find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ratio of logs into a single logarithm.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whose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$\prod(t-r_i)=\frac{f(t)}A$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$\prod(1-r_i)=\frac{f(1)}A$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need to find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$\log_b\left(m^{k}\right)=k\log_bm$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$\log_b5^{4^k}=4^k\log_b5$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$\frac{\log_bp}{\log_bq}=\log_qp$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ratio of logs into a single logarithm.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series whose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$c\cdot 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$|4\log_{2000}2|\approx0.36$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find;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squares of three distinct real numbers, which are in G.P.,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squares of three distinct real numbers, which are in G.P.,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$\alpha^2\in\left(\frac13,1\right)\cup(1,3)$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progression: sum of squares, Quadratic equation: discriminant and range of a rational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sum,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real, distinct terms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sum,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$a,ar,ar^2$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$(1+r+r^2)$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$\alpha^2=\frac{1+r+r^2}{1-r+r^2}$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real, distinct terms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$r\ne0,\pm1$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G.P. take the numbers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are distinct).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$a+b+c=\alpha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$(a+b+c)^2=\alpha^2S^2=\alpha^2\left(a^2+b^2+c^2\right)$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$a^2+b^2+c^2+2(ab+bc+ca)=\alpha^2\left(a^2+b^2+c^2\right)$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$2(ab+bc+ca)=\left(\alpha^2-1\right)\left(a^2+b^2+c^2\right)$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G.P. take the numbers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$a,ar,ar^2$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$r\ne0,\pm1$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are distinct).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$2\left(a^2r+a^2r^3+a^2r^2\right)=\left(\alpha^2-1\right)a^2\left(1+r^2+r^4\right)$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$2r\left(1+r+r^2\right)=\left(\alpha^2-1\right)\left(1+r+r^2\right)\left(1-r+r^2\right)$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$1+r+r^2$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$\frac{2r}{1-r+r^2}+1=\alpha^2$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$\alpha^2=\frac{1+r+r^2}{1-r+r^2}$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$y\left(1-r+r^2\right)=1+r+r^2\Rightarrow(y-1)r^2-(y+1)r+(y-1)=0$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$D=(y+1)^2-4(y-1)^2\ge0$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$(3-y)(3y-1)\ge0$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 y\le3$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ends the equation has a double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make the three numbers not distinct (all equal,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ends are excluded: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G.P. of distinct numbers.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ends the equation has a double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$y=3\Rightarrow 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$y=\frac13\Rightarrow r=-1$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make the three numbers not distinct (all equal,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$a,-a,a$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ends are excluded: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$y\in\left(\frac13,1\right)\cup(1,3)$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$-2r=0\Rightarrow 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G.P. of distinct numbers.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$\alpha^2=y\in\left(\frac13,1\right)\cup(1,3)$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$\alpha^2\in\left(\frac13,1\right)\cup(1,3)$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ratio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range follows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$t=r+\frac1r$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ratio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$\alpha^2=\frac{t+1}{t-1}$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$r\ne\pm1$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range follows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excluded.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$\alpha^2=\frac{1+r+r^2}{1-r+r^2}$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$\alpha^2=\frac{t+1}{t-1}$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$t=r+\frac1r$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excluded.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$\alpha^2=1+\frac2{t-1}$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$t-1&gt;1$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$0&lt;\frac2{t-1}&lt;2$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$\alpha^2\in(1,3)$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such value occurs.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$t-1&lt;-3$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$-\frac23&lt;\frac2{t-1}&lt;0$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$\alpha^2\in\left(\frac13,1\right)$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$\alpha^2\in\left(\frac13,1\right)\cup(1,3)$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such value occurs.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$\alpha^2\in\left(\frac13,1\right)\cup(1,3)$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terms in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quickest way to find the range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'Distinct numbers in G.P.'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exclusions remove the end-points of an interval found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(endpoint check: a double root of the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terms in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$a,ar,ar^2$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$1+r^2+r^4=\left(1+r+r^2\right)\left(1-r+r^2\right)$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$r+\frac1r\ge2$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quickest way to find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$\frac{1+r+r^2}{1-r+r^2}$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'Distinct numbers in G.P.'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$r\ne0,\pm1$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exclusions remove the end-points of an interval found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(endpoint check: a double root of the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$\frac3{1\cdot2}\cdot\frac12+\frac4{2\cdot3}\cdot\frac1{2^2}+\frac5{3\cdot4}\cdot\frac1{2^3}+\frac6{4\cdot5}\cdot\frac1{2^4}+\dots$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Method of differences (telescoping)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$\frac{n+2}{n(n+1)}=\frac2n-\frac1{n+1}$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$T_n=\frac1{n\cdot2^{n-1}}-\frac1{(n+1)2^n}$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general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$S=\frac3{1\cdot2}\cdot\frac12+\frac4{2\cdot3}\cdot\frac1{2^2}+\frac5{3\cdot4}\cdot\frac1{2^3}+\dots$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$T_n=\frac{n+2}{n(n+1)}\cdot\frac1{2^n}$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$T_n=\frac{(2n+2)-n}{n(n+1)}\cdot\frac1{2^n}$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$T_n=\left[\frac2n-\frac1{n+1}\right]\frac1{2^n}$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 middle terms cancel: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$T_n=\frac1{n\cdot2^{n-1}}-\frac1{(n+1)2^n}$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$S_n=\sum_{r=1}^n\left[\frac1{r\cdot2^{r-1}}-\frac1{(r+1)2^r}\right]=\left(\frac1{1\cdot2^0}-\frac1{2\cdot2^1}\right)+\left(\frac1{2\cdot2^1}-\frac1{3\cdot2^2}\right)+\dots+\left(\frac1{n\cdot2^{n-1}}-\frac1{(n+1)2^n}\right)$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 middle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$S_n=1-\frac1{(n+1)2^n}$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$1-\frac1{(n+1)2^n}$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guess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$S_1,S_2$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$1-\frac1{(n+1)2^n}$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Conjecture: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 step: assume it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$S_1=\frac3{1\cdot2}\cdot\frac12=\frac34=1-\frac1{2\cdot2}$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$S_2=\frac34+\frac4{2\cdot3}\cdot\frac14=\frac34+\frac16=\frac{11}{12}=1-\frac1{3\cdot4}$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Conjecture: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$S_n=1-\frac1{(n+1)2^n}$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 step: assume it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$S_{n+1}=S_n+T_{n+1}=1-\frac1{(n+1)2^n}+\frac{n+3}{(n+1)(n+2)2^{n+1}}$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formula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formula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$-\frac1{(n+1)2^n}+\frac{n+3}{(n+1)(n+2)2^{n+1}}=\frac{-2(n+2)+(n+3)}{(n+1)(n+2)2^{n+1}}=-\frac{n+1}{(n+1)(n+2)2^{n+1}}=-\frac1{(n+2)2^{n+1}}$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$S_{n+1}=1-\frac1{(n+2)2^{n+1}}$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formula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formula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$1-\frac1{(n+1)2^n}$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pattern: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terms; write the numerator as a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term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(partial fractions).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series in this question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$\frac{c_1}{n x^{n-1}}-\frac{c_2}{(n+1)x^n}$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terms; write the numerator as a combination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term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$g(n)-g(n+1)$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$\frac{n+2}{n(n+1)}=\frac2n-\frac1{n+1}$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(partial fractions).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$\sum_{r=1}^n[g(r)-g(r+1)]=g(1)-g(n+1)$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series in this question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of infinite terms of the series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of infinite terms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$\frac3{2\cdot4}+\frac5{2\cdot4\cdot6}+\frac7{2\cdot4\cdot6\cdot8}+\frac9{2\cdot4\cdot6\cdot8\cdot10}+\dots$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series with product-type denominators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each term is a difference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numerator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$2r+1=(2r+2)-1$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each term is a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$\frac1{2\cdot4\cdots2r}-\frac1{2\cdot4\cdots(2r+2)}$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$S=\frac3{2\cdot4}+\frac5{2\cdot4\cdot6}+\frac7{2\cdot4\cdot6\cdot8}+\dots$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$T_r=\frac{2r+1}{2\cdot4\cdots(2r+2)}$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$T_r=\frac{(2r+2)-1}{2\cdot4\cdots(2r+2)}$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$T_r=\frac1{2\cdot4\cdots2r}-\frac1{2\cdot4\cdots(2r+2)}$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cancel in pairs and the last term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$S_\infty=\left(\frac12-\frac1{2\cdot4}\right)+\left(\frac1{2\cdot4}-\frac1{2\cdot4\cdot6}\right)+\left(\frac1{2\cdot4\cdot6}-\frac1{2\cdot4\cdot6\cdot8}\right)+\dots$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cancel in pairs and the last term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term with factorials,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exponential series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term with factorials,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$\frac{2m-1}{2^mm!}$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$\sum\frac{x^m}{m!}=e^x$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exponential series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$2\cdot4\cdots(2m)=2^mm!$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$\frac{2m-1}{2^mm!}$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$m=2,3,4,\dots$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$\frac{2m-1}{2^mm!}=\frac{2m}{2^mm!}-\frac1{2^mm!}=\frac1{2^{m-1}(m-1)!}-\frac1{2^mm!}$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$S=\sum_{m\ge2}\frac1{2^{m-1}(m-1)!}-\sum_{m\ge2}\frac1{2^mm!}=\left(e^{1/2}-1\right)-\left(e^{1/2}-1-\frac12\right)$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numerator is (last factor of the denominator)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 splits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telescopes,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the index and often makes two exponential series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numerator is (last factor of the denominator)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$\frac{(2r+2)-1}{2\cdot4\cdots(2r+2)}$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 splits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$\frac1{P_r}-\frac1{P_{r+1}}$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telescopes,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$P_r=2\cdot4\cdots2r$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$2\cdot4\cdots2m=2^mm!$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$1\cdot3\cdots(2m-1)=\frac{(2m)!}{2^mm!}$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$\sum_{m\ge0}\frac{x^m}{m!}=e^x$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$\frac{m\,x^m}{m!}=x\cdot\frac{x^{m-1}}{(m-1)!}$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the index and often makes two exponential series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denote the sum of the infinite geometric series whose first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$k=1,2,\dots,100$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denote the sum of the infinite geometric series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$\frac{k-1}{k!}$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$\frac{100^2}{100!}+\sum_{k=1}^{100}\left|\left(k^2-3k+1\right)S_k\right|$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to infinity of a G.P., Telescoping with factorials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sum telescope;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 the modulus.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$S_k=\frac1{(k-1)!}$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$k^2-3k+1=(k-2)(k-1)-1$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sum telescope;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$k^2-3k+1$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 the modulus.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formula does not apply).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positive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$S_k=\frac{\frac{k-1}{k!}}{1-\frac1k}=\frac{k-1}{k!}\cdot\frac{k}{k-1}=\frac1{(k-1)!}$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formula does not apply).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$k^2-3k+1=-1$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positive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$\left|\left(k^2-3k+1\right)S_k\right|=\left(k^2-3k+1\right)S_k$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$\left|-1\cdot0\right|=0$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$\left|-1\cdot\frac1{1!}\right|=1$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$k^2-3k+1=(k-2)(k-1)-1$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$\left(k^2-3k+1\right)S_k=\frac{(k-2)(k-1)-1}{(k-1)!}=\frac1{(k-3)!}-\frac1{(k-1)!}$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$\sum_{k=3}^{100}\left[\frac1{(k-3)!}-\frac1{(k-1)!}\right]=\left(\frac1{0!}+\frac1{1!}+\frac1{2!}+\dots+\frac1{97!}\right)-\left(\frac1{2!}+\frac1{3!}+\dots+\frac1{99!}\right)=1+1-\frac1{98!}-\frac1{99!}$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$\frac{100^2}{100!}=\frac{100}{99!}=\frac{99+1}{99!}=\frac1{98!}+\frac1{99!}$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$=\frac1{98!}+\frac1{99!}+0+1+\left(2-\frac1{98!}-\frac1{99!}\right)=3$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convergent geometric series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series either diverges or (first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check the first value of an index that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quadratic numerators over factorials telescope: write the numerator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lower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the modulus by checking the sign of the quadratic: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convergent geometric series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series either diverges or (first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check the first value of an index that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$k(k-1)\cdot\frac1{k!}=\frac1{(k-2)!}$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quadratic numerators over factorials telescope: write the numerator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$(k-1)(k-2)+$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lower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the modulus by checking the sign of the quadratic: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$k^2-3k+1&gt;0$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$\frac{3\pm\sqrt5}2\approx0.38,\ 2.62$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real numbers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 a}{b-c}=\frac{\log b}{c-a}=\frac{\log c}{a-b}$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$a^{b+c}+b^{c+a}+c^{a+b}\ge3$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AM-GM inequality, Logarithms and exponents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ratio forces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makes the three terms have product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G.M.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ratio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$a^ab^bc^c=1$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makes the three terms have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$\left(a^ab^bc^c\right)^2=1$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A.M.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G.M.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first two: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three terms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 a}{b-c}=\frac{\log b}{c-a}=\frac{\log c}{a-b}=k$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first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 a)(c-a)=(b-c)(\log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$c\log a-a\log a=b\log b-c\log b\Rightarrow c\left[\log a+\log b\right]=a\log a+b\log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$\log\left(a^ab^b\right)=\log(ab)^c$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$a^ab^b=(ab)^c=a^cb^c$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$b^bc^c=b^ac^a$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$c^ca^a=c^ba^b$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three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$a^{b+c}\cdot b^{c+a}\cdot c^{a+b}=\left(a^cb^c\right)\left(b^ac^a\right)\left(c^ba^b\right)=\left(a^ab^b\right)\left(b^bc^c\right)\left(c^ca^a\right)=\left(a^ab^bc^c\right)^2$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p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p>
                                    </m:sSup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a=k(b-c)$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b=k(c-a)$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c=k(a-b)$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$\log\left(a^ab^bc^c\right)=a\log a+b\log b+c\log c=k[a(b-c)+b(c-a)+c(a-b)]=0$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$a^ab^bc^c=1$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$\frac{a^{b+c}+b^{c+a}+c^{a+b}}3\ge\left(a^{b+c}b^{c+a}c^{a+b}\right)^{1/3}=\left[\left(a^ab^bc^c\right)^2\right]^{1/3}=1$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$a^{b+c}+b^{c+a}+c^{a+b}\ge3$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 straight into the exponents: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three terms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 a=k(b-c)$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 straight into the exponents: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$a^{b+c}=e^{k(b^2-c^2)}$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three terms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$e^x,e^y,e^z$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value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common value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a=k(b-c)$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b=k(c-a)$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c=k(a-b)$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$a^{b+c}=e^{(b+c)\ln a}=e^{k(b^2-c^2)}$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$b^{c+a}=e^{k(c^2-a^2)}$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$c^{a+b}=e^{k(a^2-b^2)}$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exponents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of the three terms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(all three terms are positive):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exponents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$k\left[(b^2-c^2)+(c^2-a^2)+(a^2-b^2)\right]=0$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of the three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 (all three terms are positive):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$a^{b+c}+b^{c+a}+c^{a+b}\ge3\sqrt[3]{1}=3$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follow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G.M., or convexity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equal-ratio condition is equivalent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pairwise.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 a}{b-c}=\frac{\log b}{c-a}=\frac{\log c}{a-b}$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$a^ab^bc^c=1$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$a^{b+c}b^{c+a}c^{a+b}=1$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follow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a(b-c)=0$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$\sum(b^2-c^2)=0$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$e^x+e^y+e^z\ge3$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G.M., or convexity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equal-ratio condition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$a^ab^bc^c=(ab)^c=(bc)^a=(ca)^b$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pairwise.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positive square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positive square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$a^{\frac1a}\cdot(2a)^{\frac1{2a}}\cdot(4a)^{\frac1{4a}}\cdot(8a)^{\frac1{8a}}\cdots\infty$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 product: sums of exponent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each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exponents form a G.P. and an A.G.P. with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each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$(2^ia)^{1/(2^ia)}$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exponents form a G.P. and an A.G.P. with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den>
                            </m:f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$A=a^{\frac1a}\cdot(2a)^{\frac1{2a}}\cdot(4a)^{\frac1{4a}}\cdot(8a)^{\frac1{8a}}\cdots$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$\left(2^ia\right)^{\frac1{2^ia}}=a^{\frac1{2^ia}}\cdot2^{\frac i{2^ia}}$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$A=a^{\left(\frac1a+\frac1{2a}+\frac1{4a}+\frac1{8a}+\dots\right)}\cdot2^{\left(\frac1{2a}+\frac2{4a}+\frac3{8a}+\dots\right)}$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$A=a^{\frac1a\left[\frac1{1-\frac12}\right]}\cdot2^{\frac1a\left[\frac12+\frac2{2^2}+\frac3{2^3}+\dots\right]}$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$S=\frac12+\frac2{2^2}+\frac3{2^3}+\dots$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S2=0+\frac1{2^2}+\frac2{2^3}+\frac3{2^4}+\dots$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S2=\frac12+\frac1{2^2}+\frac1{2^3}+\dots=\frac{1/2}{1-\frac12}=1$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$A=a^{\frac2a}\cdot2^{\frac1a\times2}=a^{\frac2a}\cdot2^{\frac2a}=(2a)^{\frac2a}$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A=(2a)^{\frac1a}=\frac8{27}=\left(\frac23\right)^3$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Self-similarity: the tail of the product, from the second factor on, is built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𝑡𝑎𝑖𝑙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Self-similarity: the tail of the product, from the second factor on, is built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$\text{tail}=\sqrt P\cdot2^{1/a}$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$P=\prod_{i\ge0}\left(2^ia\right)^{\frac1{2^ia}}=a^{\frac1a}\cdot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$B=2^{i-1}a$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$(2B)^{\frac1{2B}}=2^{\frac1{2B}}\cdot B^{\frac1{2B}}=\left[B^{\frac1B}\right]^{\frac12}\cdot2^{\frac1{2B}}$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$B=a,2a,4a,\dots$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$T=P^{\frac12}\cdot2^{\frac12\left(\frac1a+\frac1{2a}+\dots\right)}=P^{\frac12}\cdot2^{\frac1a}$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the only solution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positive beyond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$P=a^{\frac1a}\cdot2^{\frac1a}\cdot P^{\frac12}$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P=(2a)^{\frac1a}$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$(2a)^{\frac1a}=\frac8{27}$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$\left(\frac23\right)^3=\frac8{27}$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the only solution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$\frac{\ln(2a)}a$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 e2\right)$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positive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$\ln\frac8{27}&lt;0$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infinite product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logarithms: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needs a check for uniqueness: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afterwards.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$\sum_{i\ge0}x^i=\frac1{1-x}$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$\sum_{i\ge1}ix^i=\frac x{(1-x)^2}$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$\sum\frac1{2^i}$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 i{2^i}$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infinite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$(c_i)^{d_i}$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logarithms: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$\ln\prod=\sum d_i\ln c_i$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$\ln(2^ia)=\ln a+i\ln2$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$x^{1/x}=\text{const}$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needs a check for uniqueness: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$\frac{\ln(2a)}a$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 e2\right)$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afterwards.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Find the sum;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of the series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n{1\cdot2\cdot3}+\frac{n-1}{2\cdot3\cdot4}+\dots+\frac1{n(n+1)(n+2)}$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Method of differences (partial fractions)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telescope each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$r^{th}$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$\frac{n+1-r}{r(r+1)(r+2)}$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it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$(n+1)\cdot\frac1{r(r+1)(r+2)}-\frac1{(r+1)(r+2)}$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telescope each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(partial fractions).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nary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$\frac{n+1-r}{r(r+1)(r+2)}$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$(r=1,\dots,n)$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$S_n=\sum_{r=1}^n\frac{n+1}{r(r+1)(r+2)}-\sum_{r=1}^n\frac1{(r+1)(r+2)}$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$\frac1{r(r+1)(r+2)}=\frac12\left[\frac1{r(r+1)}-\frac1{(r+1)(r+2)}\right]$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(partial fractions).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$\sum_{r=1}^n\frac1{r(r+1)(r+2)}=\frac12\left[\sum_{r=1}^n\frac1{r(r+1)}-\sum_{r=1}^n\frac1{(r+1)(r+2)}\right]=\frac12\left[\left(1-\frac1{n+1}\right)-\left(\frac12-\frac1{n+2}\right)\right]$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$=\frac12\left[\frac n{n+1}-\frac n{2(n+2)}\right]=\frac n2\left[\frac1{n+1}-\frac1{2(n+2)}\right]$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$\sum_{r=1}^n\frac1{(r+1)(r+2)}=\frac12-\frac1{n+2}=\frac n{2(n+2)}$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$S_n=(n+1)\cdot\frac n2\left[\frac1{n+1}-\frac1{2(n+2)}\right]-\frac n{2(n+2)}=\frac n2-\frac{n(n+1)}{4(n+2)}-\frac n{2(n+2)}$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$=\frac{2n(n+2)-n(n+1)-2n}{4(n+2)}=\frac{2n^2+4n-n^2-n-2n}{4(n+2)}=\frac{n^2+n}{4(n+2)}$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$S=\frac{n(n+1)}{4(n+2)}$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$S=\frac{n(n+1)}{4(n+2)}$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double sum: add up the partial sums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$\frac{n+1-r}{r(r+1)(r+2)}$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$\sum_{k=r}^{n}\frac1{r(r+1)(r+2)}$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double sum: add up the partial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$\sum_{r\le k}\frac1{r(r+1)(r+2)}$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$k=1,\dots,n$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times, once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the partial sums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$u_r=\frac1{r(r+1)(r+2)}$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$(n+1-r)u_r$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times, once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$k=r,r+1,\dots,n$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$S_n=\sum_{k=1}^n\left(\sum_{r=1}^ku_r\right)$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the partial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$u_r=\frac12\left[\frac1{r(r+1)}-\frac1{(r+1)(r+2)}\right]$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$\sum_{r=1}^ku_r=\frac12\left[\frac12-\frac1{(k+1)(k+2)}\right]=\frac14-\frac1{2(k+1)(k+2)}$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$S_n=\sum_{k=1}^n\left[\frac14-\frac1{2(k+1)(k+2)}\right]=\frac n4-\frac12\left[\frac12-\frac1{n+2}\right]=\frac n4-\frac n{4(n+2)}$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$S_n=\frac{n}{4}\cdot\frac{(n+2)-1}{n+2}=\frac{n(n+1)}{4(n+2)}$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$S=\frac{n(n+1)}{4(n+2)}$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weight that decreases linearly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means a sum of partial sums: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$\frac1{r(r+1)(r+2)}=\frac12\left[\frac1{r(r+1)}-\frac1{(r+1)(r+2)}\right]$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$\sum_{r=1}^n\frac1{r(r+1)(r+2)}=\frac14-\frac1{2(n+1)(n+2)}$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weight that decreases linearly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$n,n-1,\dots,1$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means a sum of partial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$\sum_{r=1}^n(n+1-r)u_r=\sum_{k=1}^n\sum_{r\le k}u_r$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$\frac1{r(r+1)\cdots(r+m)}=\frac1m\left[\frac1{r\cdots(r+m-1)}-\frac1{(r+1)\cdots(r+m)}\right]$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Q24 – Q33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Four paragraphs: Q24-25, Q26-28, Q29-30 and Q31-33; single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four terms of a sequence are given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general term is given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four terms of a sequence are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$T_1=0,\ T_2=1,\ T_3=1,\ T_4=2$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general term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$T_n=A\alpha^{n-1}+B\beta^{n-1}$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$\left(\alpha^2+\beta^2+\alpha\beta\right)$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Sequences: general term from initial terms, Relations between roots and coefficients (symmetric functions)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ratios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ratios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$T_2,T_3,T_4$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$\alpha^2+\alpha\beta+\beta^2=2$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...(3)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$T_1=0=A+B\Rightarrow 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$T_n=A\alpha^{n-1}+B\beta^{n-1}$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$T_2=A\alpha+B\beta=1\Rightarrow A\alpha+(-A)\beta=1\Rightarrow A(\alpha-\beta)=1$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$T_3=A\alpha^2+B\beta^2=1\Rightarrow A\left(\alpha^2-\beta^2\right)=1$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$T_4=A\alpha^3+B\beta^3=2\Rightarrow A\left(\alpha^3-\beta^3\right)=2$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...(3)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(Further,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$\frac{A(\alpha-\beta)}{A\left(\alpha^2-\beta^2\right)}=\frac11\Rightarrow\alpha+\beta=1$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$\frac{A(\alpha-\beta)}{A\left(\alpha^3-\beta^3\right)}=\frac12\Rightarrow\frac1{\alpha^2+\beta^2+\alpha\beta}=\frac12$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(Further,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$\alpha^2+\beta^2=1-2\alpha\beta$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$1-2\alpha\beta+\alpha\beta=2$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given terms yield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(Fibonacci-type recurrence).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$T_n=A\alpha^{n-1}+B\beta^{n-1}$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$T_{n+2}=(\alpha+\beta)T_{n+1}-\alpha\beta\,T_n$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given terms yield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(Fibonacci-type recurrence).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sequence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$A\alpha^{n-1}+B\beta^{n-1}$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$T_{n+2}=(\alpha+\beta)T_{n+1}-\alpha\beta\,T_n$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$t^2-(\alpha+\beta)t+\alpha\beta=0$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$T_3=(\alpha+\beta)T_2-\alpha\beta T_1\Rightarrow1=(\alpha+\beta)(1)-0$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$T_4=(\alpha+\beta)T_3-\alpha\beta T_2\Rightarrow2=1\cdot1-\alpha\beta\cdot1$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sequence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Fibonacci numbers,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$\alpha^2+\beta^2+\alpha\beta=(\alpha+\beta)^2-\alpha\beta=1+1=2$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sequence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$0,1,1,2,\dots$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$T_{n+2}=T_{n+1}+T_n$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Fibonacci numbers,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$\alpha,\beta=\frac{1\pm\sqrt5}2$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linear recurrence with characteristic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ratios of the given terms remove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Binet: the Fibonacci numbers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$A\alpha^{n}+B\beta^{n}$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linear recurrence with characteristic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$t^2-(\alpha+\beta)t+\alpha\beta=0$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$T_{n+2}=(\alpha+\beta)T_{n+1}-\alpha\beta 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$\alpha^3-\beta^3=(\alpha-\beta)(\alpha^2+\alpha\beta+\beta^2)$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ratios of the given terms 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Binet: the Fibonacci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$\frac{\varphi^{n}-\psi^{n}}{\sqrt5}$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$\varphi,\psi=\frac{1\pm\sqrt5}2$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$T_n=F_{n-1}$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four terms of a sequence are given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general term is given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four terms of a sequence are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$T_1=0,\ T_2=1,\ T_3=1,\ T_4=2$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general term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$T_n=A\alpha^{n-1}+B\beta^{n-1}$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$5\left(A^2+B^2\right)$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Sequences: general term from initial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$A(\alpha-\beta)=1$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$A^2=\frac1{(\alpha-\beta)^2}=\frac15$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$A^2+B^2=2A^2=\frac25$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Q24: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Q24: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$(\alpha+\beta)^2=\alpha^2+\beta^2+2\alpha\beta=1$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$(\alpha-\beta)^2=\alpha^2+\beta^2-2\alpha\beta=(\alpha+\beta)^2-4\alpha\beta=1+4=5$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$A(\alpha-\beta)=1$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$\left(\frac1A\right)^2=(\alpha-\beta)^2=5$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$5\left(A^2+B^2\right)=5\times2\times\frac15=2$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discriminant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Fibonacci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constants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the discriminant.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$(\alpha-\beta)^2=(\alpha+\beta)^2-4\alpha\beta$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discriminant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$t^2-(\alpha+\beta)t+\alpha\beta$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Fibonacci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$F_{n-1}=\frac{\varphi^{n-1}-\psi^{n-1}}{\sqrt5}$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constants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$A=-B=\frac1{\sqrt5}$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$A(\alpha-\beta)=1$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known,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the discriminant.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$(x-3)(y+1)(z+5)$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$(17)(21)(25)$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$(20)(21)(23)$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$(21)(21)(21)$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$(23)(19)(15)$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438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AM-GM inequality: maximum value of a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variables so that the three factors have a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G.M. then gives the maximum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variables so that the three factors have a constant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A.M.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G.M. then gives the maximum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three positive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three positive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$(x-3),(y+1),(z+5)$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$60-3+1+5=63$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$\frac{(x-3)+(y+1)+(z+5)}3\ge\left[(x-3)(y+1)(z+5)\right]^{1/3}$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positive, so the maximum is attained: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$\left(\frac{60-3+1+5}3\right)^3\ge(x-3)(y+1)(z+5)$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$(21)^3\ge(x-3)(y+1)(z+5)$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$x-3=y+1=z+5=21$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$x=24,\ y=20,\ z=16$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positive, so the maximum is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$(21)(21)(21)$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$(21)(21)(21)$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Calculus: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third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set the partial derivatives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Calculus: 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$u=x-3,\ v=y+1$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third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$63-u-v$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set the partial derivatives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$uv(63-u-v)$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$u+v+w=63$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$w=63-u-v$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$f=uv(63-u-v)$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$u&gt;0,v&gt;0,u+v&lt;63$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$f_u=v(63-2u-v)=0$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$f_v=u(63-u-2v)=0$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$2u+v=63$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$u+2v=63$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boundary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admissible).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$w=63-42=21$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$f=21^3$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boundary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$x=24,y=20,z=16$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admissible).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$=(21)(21)(21)$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$(21)(21)(21)$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A.M.-G.M. for maxima: for positive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variables to make the sum constant: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depend on the split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equality point lies in the allowed domain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A.M.-G.M. for maxima: 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$p_1,\dots,p_k$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p_i\le\left(\frac\sigma k\right)^k$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variables to make the sum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$(x-3)+(y+1)+(z+5)$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depend on the split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equality point lies in the allowed domain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$y,z&gt;0$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98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98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$(x-3)(2y+1)(3z+5)$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$\frac{(355)^3}{3^3\cdot6^2}$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$\frac{(355)^3}{3^3\cdot6^3}$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$\frac{(355)^3}{3^2\cdot6^3}$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0728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AM-GM inequality: weighted maximum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three factors have the constant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$6(x-3)\left(y+\frac12\right)\left(z+\frac53\right)$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three factors have the constant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$\frac{355}6$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$(x-3)(2y+1)(3z+5)=6(x-3)\left(y+\frac12\right)\left(z+\frac53\right)$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$(x-3),\left(y+\frac12\right),\left(z+\frac53\right)$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$60-3+\frac12+\frac53=\frac{355}6$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$\frac{(x-3)+\left(y+\frac12\right)+\left(z+\frac53\right)}3\ge\left[(x-3)\left(y+\frac12\right)\left(z+\frac53\right)\right]^{1/3}$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355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355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22.7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admissible), so the maximum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$\left(\frac{355/6}3\right)^3\ge\frac{(x-3)(2y+1)(3z+5)}6$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$\left(\frac{355}{18}\right)^3\ge\frac{(x-3)(2y+1)(3z+5)}6$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$(x-3)(2y+1)(3z+5)\le\frac{6\,(355)^3}{18^3}=\frac{(355)^3}{3^3\cdot6^2}$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$x-3=y+\frac12=z+\frac53=\frac{355}{18}$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$x\approx22.7,\ y\approx19.2,\ z\approx18.1$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admissible), so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$\frac{(355)^3}{3^3\cdot6^2}$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$\frac{(355)^3}{3^3\cdot6^2}$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 multipliers: maximise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subject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 multipliers: maximise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$uvw$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subject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$u+\frac v2+\frac w3=\frac{355}6$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$v=2y+1$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$w=3z+5$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constraint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$v=2y+1$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$w=3z+5$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constraint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$u+\frac v2+\frac w3=60-3+\frac12+\frac53=\frac{355}6=K$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$\nabla(uvw)=\lambda\left(1,\frac12,\frac13\right)$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$vw=\lambda,\ uw=\frac\lambda2,\ uv=\frac\lambda3$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355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interior point,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boundary), so this is the maximum.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$\frac{vw}{uw}=2\Rightarrow v=2u$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$\frac{vw}{uv}=3\Rightarrow w=3u$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$u+u+u=K$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 K3=\frac{355}{18}$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$uvw=6u^3=6\left(\frac{355}{18}\right)^3=\frac{(355)^3}{972}=\frac{(355)^3}{3^3\cdot6^2}$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interior point,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boundary), so this is the maximum.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355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$\frac{(355)^3}{3^3\cdot6^2}$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A.M.-G.M.: to maximise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equalise the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maximum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 a factor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changes the constant sum used in A.M.-G.M., not the method.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A.M.-G.M.: to maximise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c_ix_i=K$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equalise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$c_ix_i$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K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$\frac1{\prod c_i}\left(\frac Kk\right)^k$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$u+\frac v2+\frac w3=K$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$6\left(\frac K3\right)^3=\frac{2K^3}9$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 a factor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$2y+1=2\left(y+\frac12\right)$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changes the constant sum used in A.M.-G.M., not the method.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$27\times10^3$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$64\times10^3$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$125\times10^3$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438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AM-GM inequality: maximum value of a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G.M.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A.M.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G.M.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$x+y+z=60$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$x=y=z=20$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(admissible,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A.M.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$\frac{x+y+z}3\ge(xyz)^{1/3}$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$\frac{60}3\ge(xyz)^{1/3}$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$20\ge(xyz)^{1/3}$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$(20)^3\ge 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$xyz\le8\times10^3$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(admissible,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$8\times10^3$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reals with fixed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fixed product the sum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equality point satisfies all the stated constraints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reals with fixed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$xyz\le\left(\frac s3\right)^3$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fixed product the sum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$3\sqrt[3]{xyz}$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equality point satisfies all the stated constraints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36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sequence of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1005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nature of the sequence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A.P.   (B) G.P.   (C) A.G.P.   (D) H.P.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36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sequence of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$a_1,a_2,a_3,\dots,a_{1005}$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$\frac{a_1}{a_1+1}=\frac{a_2}{a_2+3}=\frac{a_3}{a_3+5}=\dots=\frac{a_{1005}}{a_{1005}+2009}$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$a_1+a_2+a_3+\dots+a_{1005}=2010$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nature of the sequence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A.P.   (B) G.P.   (C) A.G.P.   (D) H.P.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449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progression: identifying a sequence from a ratio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Cross-multiplying consecutive ratios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an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Cross-multiplying consecutive ratios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$a_2=3a_1,\ a_3=5a_1,\ a_4=7a_1,\dots$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$a_n=(2n-1)a_1$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an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sequence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$\frac{a_1}{a_1+1}=\frac{a_2}{a_2+3}\Rightarrow a_1(a_2+3)=a_2(a_1+1)\Rightarrow3a_1=a_2$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$\frac{a_2}{a_1}=3$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$\frac{a_2}{a_2+3}=\frac{a_3}{a_3+5}\Rightarrow a_2(a_3+5)=a_3(a_2+3)\Rightarrow\frac{a_3}{a_2}=\frac53$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$a_3=5a_1$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$\frac{a_3}{a_3+5}=\frac{a_4}{a_4+7}\Rightarrow\frac{a_4}{a_3}=\frac75$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$a_4=7a_1$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$a_n=(2n-1)a_1$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sequence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$a_1,3a_1,5a_1,\dots,2009a_1$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2009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form an A.P.: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$a_1\left[1+3+5+\dots+2009\right]=2010$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$a_1\cdot\frac{1005}2\left[2\times1+(1004)\times2\right]=2010$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$a_1\cdot1005^2=2010$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$a_1=\frac2{1005}$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$d=2a_1=\frac4{1005}$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form an A.P.: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A.P.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Call the common value of the ratios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A.P. by inspection.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Call the common value of the ratios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$a_n=\frac{k}{1-k}(2n-1)$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A.P. by inspection.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added numbers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$\frac{a_n}{a_n+(2n-1)}=k$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added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$1,3,5,\dots,2009$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$a_n=k\,a_n+k(2n-1)\Rightarrow a_n(1-k)=k(2n-1)\Rightarrow a_n=\frac k{1-k}(2n-1)=c(2n-1)$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k{1-k}$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sequence is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2009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agrees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$a_n=2cn-c$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sequence is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$c\left[1+3+\dots+2009\right]=c\cdot1005^2=2010$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agrees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A.P.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sequence is proportional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A.P.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linear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$\frac{a_n}{a_n+t_n}=k$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$a_n=\frac{k}{1-k}t_n$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sequence is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A.P.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$1+3+5+\dots+(2m-1)=m^2$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linear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45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sequence of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1005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sequence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45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sequence of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$a_1,a_2,a_3,\dots,a_{1005}$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$\frac{a_1}{a_1+1}=\frac{a_2}{a_2+3}=\frac{a_3}{a_3+5}=\dots=\frac{a_{1005}}{a_{1005}+2009}$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$a_1+a_2+a_3+\dots+a_{1005}=2010$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$21^{st}$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sequence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$\frac{86}{1005}$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$\frac{83}{1005}$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$\frac{82}{1005}$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$\frac{79}{1005}$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546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progression: nth term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Q29,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41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Q29,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$a_n=(2n-1)a_1$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$a_1=\frac2{1005}$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$a_{21}=41a_1$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Q29 the sequence is an A.P. with first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Q29 the sequence is an A.P.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$a_1=\frac2{1005}$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$21^{st}$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$T_{21}=a_1+(21-1)d=a_1+20d$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$T_{21}=a_1+40a_1=41a_1$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$T_{21}=41\times\frac2{1005}=\frac{82}{1005}$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$\frac{82}{1005}$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last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1005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given.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$a_n=a+(n-1)d$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$a_n=(2n-1)a$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last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$a_{1005}=2009a_1=\frac{4018}{1005}$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$\frac{a_{1005}}{a_{1005}+2009}=\frac{a_1}{a_1+1}$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given.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519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arithmetic progression (A.P.) whose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519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arithmetic progression (A.P.)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$T_r=V_{r+1}-V_r-2$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$Q_r=T_{r+1}-T_r$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$r=1,2,\dots$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$V_1+V_2+\dots+V_n$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$\frac1{12}n(n+1)\left(3n^2-n+1\right)$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$\frac1{12}n(n+1)\left(3n^2+n+2\right)$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$\frac12n\left(2n^2-n+1\right)$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$\frac13\left(2n^3-2n+3\right)$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an arithmetic progression, Sum of powers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sum it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$V_r=\frac r2\left(2r^2-r+1\right)$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sum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r^3,\sum r^2,\sum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$V_r=a_1+a_2+\dots+a_r$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$V_r=\frac r2\left[2\times r+(r-1)(2r-1)\right]=\frac r2\left[2r+2r^2-3r+1\right]$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$V_r=\frac r2\left[2r^2-r+1\right]=r^3-\frac{r^2}2+\frac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$V_1+V_2+\dots+V_n=\sum_{r=1}^n\left(r^3-\frac{r^2}2+\frac r2\right)$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$=\left[\frac{n(n+1)}2\right]^2-\frac{n(n+1)(2n+1)}{2\times6}+\frac{n(n+1)}{2\times2}$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$=\frac{n(n+1)}2\left[\frac{n(n+1)}2-\frac{2n+1}6+\frac12\right]=\frac{n(n+1)}2\left[\frac{3n(n+1)-(2n+1)+3}6\right]$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n{12}(n+1)\left(3n^2+3n-2n-1+3\right)=\frac n{12}(n+1)\left(3n^2+n+2\right)$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$\frac1{12}n(n+1)\left(3n^2+n+2\right)$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Elimination with small values: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Elimination with small values: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$V_1=1$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$V_2=7$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$\sum_{r\le1}V_r=1$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$\sum_{r\le2}V_r=8$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required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$1+7=8$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 Option (C)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 Option (D)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agree: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$\frac1{12}(1)(2)(3-1+1)=\frac12\ne1$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 Option (C)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$\frac12(2)(8-2+1)=7\ne8$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 Option (D)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$\frac13(16-4+3)=5\ne8$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$\frac1{12}(1)(2)(3+1+2)=1$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$\frac1{12}(2)(3)(12+2+2)=8$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agree: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$\frac1{12}n(n+1)\left(3n^2+n+2\right)$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option-type questions,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eliminate; these two values often decide all four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r^3=\left[\frac{n(n+1)}2\right]^2$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$V_r=\frac r2\left[2a+(r-1)d\right]$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$V_r=r^3-\frac{r^2}2+\frac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cubic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option-type questions,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eliminate; these two values often decide all four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30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arithmetic progression (A.P.) whose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odd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an even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prime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composite number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30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arithmetic progression (A.P.)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$T_r=V_{r+1}-V_r-2$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$Q_r=T_{r+1}-T_r$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$r=1,2,\dots$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odd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an even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prime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composite number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an arithmetic progression, Number theory: composite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both factors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$T_r=V_{r+1}-V_r-2=3r^2+2r-1$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$(3r-1)(r+1)$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both factors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$T_r=V_{r+1}-V_r-2$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$V_r=r^3-\frac{r^2}2+\frac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$T_r=\left[(r+1)^3-\frac{(r+1)^2}2+\frac{r+1}2\right]-\left[r^3-\frac{r^2}2+\frac r2\right]-2$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product of two integers each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composite number,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$=\left[(r+1)^3-r^3\right]-\frac12\left[(r+1)^2-r^2\right]+\frac12[(r+1)-r]-2$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$=\left[(r+1)^2+r^2+r(r+1)\right]-\frac{2r+1}2+\frac12-2$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$=\left[3r^2+3r+1\right]-r-2=3r^2+2r-1$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$T_r=(3r-1)(r+1)$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$3r-1\ge2$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product of two integers each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composite number,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a composite number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or cubic polynomial that factors over the integers into two factors,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gives composite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cubes).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composite.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or cubic polynomial that factors over the integers into two factors,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gives composite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$(r+1)^3-r^3=(r+1)^2+r(r+1)+r^2=3r^2+3r+1$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cubes).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composite.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30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arithmetic progression (A.P.) whose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one of the following is a correct statement?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30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arithmetic progression (A.P.)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$T_r=V_{r+1}-V_r-2$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$Q_r=T_{r+1}-T_r$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$r=1,2,\dots$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one of the following is a correct statement?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$Q_1,Q_2,Q_3,\dots$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$Q_1,Q_2,Q_3,\dots$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$Q_1,Q_2,Q_3,\dots$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$Q_1=Q_2=Q_3=\dots$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progression: common difference of first differences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first difference of the quadratic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$Q_r=T_{r+1}-T_r$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first difference of 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$T_r=3r^2+2r-1$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$V_r=\frac r2\left(2r^2-r+1\right)$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$V_{r+1}=\frac{r+1}2\left(2(r+1)^2-(r+1)+1\right)=\frac{r+1}2\left(2r^2+3r+2\right)=\frac{2r^3+5r^2+5r+2}2$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composite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$T_r=V_{r+1}-V_r-2=3r^2+2r-1=3r^2+3r-r-1=(3r-1)(r+1)$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composite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V_r=\frac{n^2(n+1)^2}4-\frac{n(n+1)(2n+1)}{12}+\frac{n(n+1)}4=\frac{n(n+1)}{12}\left(3n^2+n+2\right)$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$Q_r=T_{r+1}-T_r=3(r+1)^2+2(r+1)-1-3r^2-2r+1$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$=3r^2+6r+3+2r+2-1-3r^2-2r+1=6r+5$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$Q_1,Q_2,Q_3,\dots=11,17,23,\dots$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 with common difference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$Q_1,Q_2,Q_3,\dots$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 with common difference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finite differences: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first difference of a quadratic is linear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finite differences: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 with leading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with leading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first difference of a quadratic is linear with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$V_r=r^3-\frac{r^2}2+\frac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$V_{r+1}-V_r=3r^2+\dots$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$T_r=3r^2+pr+q$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twice the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$T_r=3r^2+pr+q$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$Q_r=T_{r+1}-T_r=3(2r+1)+p=6r+(3+p)$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twice the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 with common difference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$Q_1,Q_2,Q_3,\dots$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 with common difference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difference of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difference of 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is an A.P. iff its first differences are constant; a quadratic sequence has constant second differences.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difference of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difference of 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sequence is an A.P. iff its first differences are constant; a quadratic sequence has constant second differences.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$T_r=3r^2+2r-1$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$Q_r=6r+5$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$d=6=2\times3$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Q34 – Q35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Match Column I with Column II; one match per row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Natural numbers are divided into groups as follows: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Now match the following: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Sum of numbers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 (B) Middle number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 (C) Last number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 (D) First number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319601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500500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Natural numbers are divided into groups as follows: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$\{1\},\{2,3\},\{4,5,6\},\{7,8,9,10\},\dots$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Now match the following: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Sum of numbers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 (B) Middle number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$501^{st}$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 (C) Last number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 (D) First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$319601$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$500500$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Sequences arranged in groups: first, last, middle term and sum of a group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and starts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previous groups contain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numbers), so everything follows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and starts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$T_n=1+\frac{n(n-1)}2$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previous groups contain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$\frac{n(n-1)}2$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numbers), so everything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and the number of terms in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terms of the groups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(shifted), subtracting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$\{1\},\{2,3\},\{4,5,6\},\{7,8,9,10\},\dots$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and the number of terms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$t_n=1+(n-1)\cdot1=n$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terms of the groups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$1,2,4,7,\dots$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$S=1+2+4+7+\dots+T_{n-1}+T_n$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$S=1+2+4+\dots+T_{n-2}+T_{n-1}+T_n$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(shifted), subtracting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$0=1+(1+2+3+\dots+(n-1))-T_n$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$T_n=1+\frac{(n-1)n}2=\frac{2+n(n-1)}2$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$T_{100}=\frac{2+100\times99}2=4951$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Sum of the numbers in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First term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125251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group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so the middle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125251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nearest listed value is 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First term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499501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499501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Sum of the numbers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$=\frac{100}2\left[2\times4951+99\times1\right]=500050$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First term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$501^{st}$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$=\frac{2+501\times500}2=125251$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group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so the middle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$251^{st}$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$125251+250=125501$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nearest listed value is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First term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$=\frac{2+1000\times999}2=499501$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$=499501+999=500500$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First number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319601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A-Q; B-P; C-S; D-R.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First number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$800^{th}$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$=\frac{2+800\times799}2=319601$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A-Q; B-P; C-S; D-R.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Q; (B) P (nearest listed value; the exact middle number is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125501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see note); (C) S; (D)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Q; (B) P (nearest listed value; the exact middle number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$125501$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see note); (C) S; (D)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ends at the triangular number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first, last, middle and sum all follow from the last terms of consecutive groups.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ends at the triangular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$\frac{n(n+1)}2$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first, last, middle and sum all follow from the last terms of consecutive groups.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groups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so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begins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12753775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12253725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groups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$1+2+\dots+n=\frac{n(n+1)}2$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so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$L_n=\frac{n(n+1)}2$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begins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$L_{n-1}+1=\frac{n(n-1)}2+1$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$=\frac{5050\cdot5051}2-\frac{4950\cdot4951}2=12753775-12253725=500050$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125251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125751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number is the average of the end terms,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125251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125751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Last number of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First number of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more than the last number of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319601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$125251$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$\frac{501\cdot502}2=125751$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number is the average of the end terms,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$\frac{125251+125751}2=125501$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Last number of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$\frac{1000\cdot1001}2=500500$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First number of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more than the last number of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$\frac{799\cdot800}2+1=319601$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Q; (B) P (nearest listed value; the exact middle number is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125501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see note); (C) S; (D)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Q; (B) P (nearest listed value; the exact middle number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$125501$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see note); (C) S; (D)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ends at the triangular number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begins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term of a group with an odd number of terms is the average of its first and last terms (equally spaced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𝑓𝑖𝑟𝑠𝑡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𝑙𝑎𝑠𝑡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$1;2,3;4,5,6;\dots$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ends at the triangular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begins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$\frac{n(n-1)}2+1$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term of a group with an odd number of terms is the average of its first and last terms (equally spaced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$=n\times\frac{\text{first}+\text{last}}2=\frac{n\left(n^2+1\right)}2$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$\frac{100\times10001}2=500050$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9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The value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(C)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H.M.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9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$\left(2^{1/4}\cdot4^{1/8}\cdot8^{1/16}\cdot16^{1/32}\cdots\right)$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$S_{2n}=3S_n$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$\frac{S_{3n}}{S_n}$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(C)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$(0.2)^{\log_{\sqrt5}\left(\frac14+\frac18+\frac1{16}+\cdots\right)}$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H.M.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Hp+\frac Hq=$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and arithmetic progressions: standard results, Means: H.M. of two numbers, Logarithms and exponents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is one standard result: A.G.P. exponent sum,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infinite G.P. inside a logarithm,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is one standard result: A.G.P. exponent sum,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$S_{3n}$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$S_{2n}=3S_n$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$2a=(n+1)d$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infinite G.P. inside a logarithm,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$H=\frac{2pq}{p+q}$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$2^{\frac14}\cdot2^{\frac28}\cdot2^{\frac3{16}}\cdot2^{\frac4{32}}\cdots=2^{\left(\frac14+\frac28+\frac3{16}+\frac4{32}+\dots\right)}$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$S'=\frac1{2^2}+\frac2{2^3}+\frac3{2^4}+\frac4{2^5}+\dots$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...(2). 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num>
                      <m:den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$\frac{S'}2=0+\frac1{2^3}+\frac2{2^4}+\frac3{2^5}+\dots$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...(2).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$\frac{S'}2=\frac1{2^2}+\frac1{2^3}+\frac1{2^4}+\dots=\frac{1/4}{1-\frac12}=\frac12$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 n2\left[2a+(n-1)d\right]$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$S_{2n}=\frac{2n}2\left[2a+(2n-1)d\right]=3\cdot\frac n2\left[2a+(n-1)d\right]$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$4a+(4n-2)d=6a+(3n-3)d\Rightarrow-2a+(n+1)d=0\Rightarrow2a=(n+1)d$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$\frac{S_{3n}}{S_n}=\frac{\frac{3n}2\left[2a+(3n-1)d\right]}{\frac n2\left[2a+(n-1)d\right]}=\frac{3\left[nd+d+3nd-d\right]}{\left[nd+d+nd-d\right]}=3\cdot\frac{4nd}{2nd}=6$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A-Q, B-S, C-R, D-Q.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$\frac14+\frac18+\frac1{16}+\dots=\frac{1/4}{1-\frac12}=\frac12$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$(0.2)^{\log_{\sqrt5}\frac12}=(0.2)^{2\log_5\frac12}=\left(\frac15\right)^{-2\log_52}$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$=5^{2\log_52}=5^{\log_52^2}=2^2=4$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$H=\frac{2pq}{p+q}$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Hp+\frac Hq=H\left[\frac1p+\frac1q\right]=H\cdot\frac{p+q}{pq}=2$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A-Q, B-S, C-R, D-Q.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Q; (B) S; (C) R; (D) 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(B) Block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an A.P. are in A.P.;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 A.P.,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(B) Block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$S_n,\ S_{2n}-S_n,\ S_{3n}-S_{2n}$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an A.P. are in A.P.; (D)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$\frac1p,\frac1H,\frac1q$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 A.P.,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$\frac2H=\frac1p+\frac1q$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an A.P., the consecutive block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(each block is the previous block shifted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block sums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third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an A.P., the consecutive block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$S_n,\ S_{2n}-S_n,\ S_{3n}-S_{2n}$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(each block is the previous block shifted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$S_{2n}-S_n=3s-s=2s$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block sums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$s,2s,\dots$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third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$S_{3n}=S_{2n}+3s=3s+3s=6s$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$\frac{S_{3n}}{S_n}=6$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 means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$p,H,q$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$\frac1p,\frac1H,\frac1q$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$\frac2H=\frac1p+\frac1q$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Hp+\frac Hq=2$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$2^{\sum\frac k{2^{k+1}}}$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$\sum_{k\ge1}kx^k=\frac x{(1-x)^2}$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 k{2^k}=2$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$(0.2)^{\log_{\sqrt5}\frac12}=5^{-\log_{\sqrt5}\frac12}=5^{\log_{\sqrt5}2}=\left(\sqrt5\right)^{2\log_{\sqrt5}2}=2^2=4$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Q; (B) S; (C) R; (D) 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A.P., the block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A.P.;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blocks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infinite G.P.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A.P., the block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$S_n,\ S_{2n}-S_n,\ S_{3n}-S_{2n},\dots$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$S_{2n}=3S_n$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blocks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$S_n,2S_n,3S_n,\dots$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$S_{3n}=6S_n$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$H=\frac{2pq}{p+q}$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Hp+\frac Hq=2$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$\frac1p,\frac1H,\frac1q$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$\log_{a^k}b=\frac1k\log_ab$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infinite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$\frac14+\frac18+\dots=\frac12$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$\sum_{k\ge1}\frac k{2^k}=2$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2.83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35 questions, 128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Sequence &amp; Progression Sheet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2.83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