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</c:v>
                </c:pt>
                <c:pt idx="2">
                  <c:v>2.0</c:v>
                </c:pt>
                <c:pt idx="3">
                  <c:v>1.0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x^2 + 4by + 4b^2 - 4a^2 = 0. Putting f = -y (the centre is (-g,-f)) gives 4bf = -4by, so the correct locus is x^2 - 4by + 4b^2 - 4a^2 = 0. The sign of the y-term was wrong; the conclusion (parabola)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angle formulas use the wrong denominators: it writes tan A = (m1-m2)/(1+m2m3), tan C = (m3-m1)/(1+m2m3) and tan B = (m2-m3)/(1+m2m3) = -3. The correct denominators are 1+m1m2, 1+m1m3 and 1+m2m3. tan A = 3 and tan C = 3 are right, but tan B = (3/2)/2 = 3/4, not -3. The conclusion (A=C, isosceles)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step 'Tangent is x/4 . sqrt13/2 + y/(2 sqrt3) . 1/2 = 1' the PDF prints sqrt(13)/2 for cos 30 degrees. It should be sqrt(3)/2 (the next line sqrt3 x/8 and Q(8/sqrt3,0) are consistent with sqrt3/2). All later values and the answer 39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Coordinate Geometry (Paper 03)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(printed 41–60)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rectangle given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such that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circle   (B) straight line   (C) hyperbola   (D) parabola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rectangle given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$\beta\in[0,5]$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such that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circle   (B) straight line   (C) hyperbola   (D) parabola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triangle; locus of the mid-point of a variable segment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corner triangle has constant area,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the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corner triangle has constant area,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the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$(\alpha/2,\beta/2)$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off the corner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the rectangle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rest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has area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smaller part and the ratio is (rest) : (triangle)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off the corner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the rectangle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rest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$10-\frac12\alpha\beta$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has area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$\frac12\cdot2\cdot5=5$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smaller part and the ratio is (rest) : (triangle)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$\dfrac{10-\frac12\alpha\beta}{\frac12\alpha\beta}=\dfrac41$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$20-\alpha\beta=4\alpha\beta$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rectangular hyperbola.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$h=\frac{\alpha}{2}$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$4hk=4$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rectangular hyperbola.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hyperbola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variable line cuts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constant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instead the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mid-point traces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areas means the smaller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whole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check which part the triangle can be, using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variable line cuts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constant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$xy=\frac{\Delta}{2}$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instead the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$\alpha^2+\beta^2=L^2$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mid-point traces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$x^2+y^2=\frac{L^2}{4}$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areas means the smaller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whole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$\frac15\cdot10=2$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check which part the triangle can be, using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centroid of an equilateral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at the origin. Let one of the sides of the equilateral triangle be along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circumcircle and incircle respectively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centroid of an equilateral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at the origin. Let one of the sides of the equilateral triangle be along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circumcircle and incircle respectively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Equilateral triangle: circumradius and inradius;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is also the incentre,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distance from the side;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is also the incentre,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distance from the side;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$r=4R\sin\frac A2\sin\frac B2\sin\frac C2$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the centroid is also the incentre,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origin from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the centroid is also the incentre,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origin from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$r=\left|\dfrac{-3}{\sqrt2}\right|=\dfrac{3}{\sqrt2}$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$r=4R\sin\frac A2\sin\frac B2\sin\frac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A2=\frac12$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$\dfrac{3}{\sqrt2}=4R\times\frac12\times\frac12\times\frac12$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$\dfrac{3}{\sqrt2}=\dfrac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$R+r=\dfrac{3}{\sqrt2}+3\sqrt2=\dfrac{9}{\sqrt2}$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equilateral triangle the centroid divides every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 equilateral triangle the centroid divides every median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$R+r=3r$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is also the incentre and circumcentre.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median on the side,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opposite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divides 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is also the incentre and circumcentre.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$GD=r$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median on the side,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$GA=R$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opposite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divides the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$GA=2\,GD$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the origin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the origin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$R+r=3r=\dfrac{9}{\sqrt2}$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(Euler's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of half-angle sines is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centroid of an equilateral triangle is at the origin and a side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(Euler's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$OI^2=R^2-2Rr$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$r=4R\sin\frac A2\sin\frac B2\sin\frac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of half-angle sines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centroid of an equilateral triangle is at the origin and a side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$r=\frac{|c|}{\sqrt{p^2+q^2}}$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$R+r=3r$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$3\cdot\frac{3}{\sqrt2}=\frac9{\sqrt2}$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cuts 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passes through a point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distant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origin. Then the locus of the centre of this circle,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hyperbola   (B) A parabola   (C) A straight line   (D) An ellipse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cuts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passes through a point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distant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origin. Then the locus of the centre of this circle,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hyperbola   (B) A parabola   (C) A straight line   (D) An ellipse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Circle: chord of given length and family of circles; locus of the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condition,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eliminated, leaving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$g^2-c=4a^2$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condition,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eliminated,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circle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$0+4b^2+4bf+c=0$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$4b^2+4bf+c=0$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circle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$x^2+2gx+c=0$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differ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$2\sqrt{g^2-c}$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$2\sqrt{g^2-c}=4a$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$g^2-c=4a^2$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$c=g^2-4a^2$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the first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the first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$4b^2+4bf+g^2-4a^2=0$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$x^2-4by+4b^2-4a^2=0$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$x^2=4b\left(y-b+\frac{a^2}{b}\right)$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A parabola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(distance of centre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(half-chord)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squared distance from the centre to the given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Radius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(distance of centre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(half-chord)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radius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squared distance from the centre to the given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half-length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at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that axis,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half-length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that 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$r^2=y^2+4a^2$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$r^2=x^2+(y-2b)^2$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a parabola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$x^2+y^2-4by+4b^2=y^2+4a^2$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$x^2-4by+4b^2-4a^2=0$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a parabola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A parabola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𝑐ℎ𝑜𝑟𝑑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through a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cutting a constant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have centres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agree).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recognition: a conic in which one variable appears only linearly and the other squared is a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$r^2=p^2+\left(\frac{\text{chord}}2\right)^2$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cutting a constant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have centres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$x^2-2ky+k^2-\ell^2=0$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agree).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recognition: a conic in which one variable appears only linearly and the other squared is a parabola.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tangent to the circle,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is perpendicular to a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to the circle,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tangent to the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is perpendicular to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to the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$\left(\frac{1}{\sqrt2},\frac{1}{\sqrt2}\right)$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$c^2+7c+6=0$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$c^2-7c+6=0$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$c^2+6c+7=0$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$c^2-6c+7=0$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 at a point; perpendicular lines; condition of tangency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Perpendicular to the tangent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distance of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equal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Perpendicular to the tangent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distance of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equal the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$\left(\frac1{\sqrt2},\frac1{\sqrt2}\right)$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$x\cdot\frac1{\sqrt2}+y\cdot\frac1{\sqrt2}=1$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$m_{L_1}=-1$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of tangency: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of tangency: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$\left|\dfrac{3-0+c}{\sqrt2}\right|=1$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$(c+3)^2=2$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$c^2+6c+7=0$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$c^2+6c+7=0$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of fixed direction touches the circle at the end of the diameter along the normal direction, so find the two contact points and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of fixed direction touches the circle at the end of the diameter along the normal direction, so find the two contact points and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normal direction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tangents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circle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normal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tangents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$(3,0)\pm\frac{1}{\sqrt2}(1,-1)$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$\left(3\pm\frac1{\sqrt2},\mp\frac1{\sqrt2}\right)$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contact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$c=y-x$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contact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$c=\mp\frac1{\sqrt2}-3\mp\frac1{\sqrt2}=-3\mp\sqrt2$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$c^2+6c+7=0$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$c^2+6c+7=0$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lines of one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come in a parallel pair, symmetric about the centre; the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encodes the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$(x-p)^2+(y-q)^2=r^2$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$y=mx+q-mp\pm r\sqrt{1+m^2}$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$c^2+6c+7=0$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$-\frac{x_1}{y_1}$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lines of one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come in a parallel pair, symmetric about the centre; the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encodes the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 traced by the mid-points of the line segments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co-ordinates axes,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$\left(\alpha,\frac{7\sqrt3}{3}\right)$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 traced by the mid-points of the line segments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$x\cos\theta+y\sin\theta=7$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co-ordinates axes,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 form of a line (normal form); locus of the mid-point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locus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$\frac7{\cos\theta}$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$\frac7{\sin\theta}$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locus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$\frac1{x^2}+\frac1{y^2}=\frac4{49}$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of the segment between the axes: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$x\cos\theta+y\sin\theta=7$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$\left(\frac7{\cos\theta},0\right)$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$\left(0,\frac7{\sin\theta}\right)$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of the segment between the axes: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$(h,k)=\left(\dfrac{7}{2\cos\theta},\dfrac{7}{2\sin\theta}\right)$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$\cos\theta=\frac{7}{2h}$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$\sin\theta=\frac7{2k}$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$\frac{49}{4h^2}+\frac{49}{4k^2}=1$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$\dfrac{49}{y^2}+\dfrac{49}{x^2}=4$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$\dfrac1{x^2}+\dfrac1{y^2}=\dfrac4{49}$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mid-point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$\left(\alpha,\frac{7\sqrt3}{3}\right)$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$\dfrac1{\alpha^2}+\dfrac3{49}=\dfrac4{49}$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$\frac1{y^2}=\frac{3}{49}$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$\dfrac1{\alpha^2}=\dfrac1{49}$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mid-point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$h=\frac{7}{2\cos\theta}&gt;0$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parameter directly: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of the mid-point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follows - no elimination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parameter directly: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of the mid-point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-coordinate follows - no elimination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ordinate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$\left(\frac7{2\cos\theta},\frac7{2\sin\theta}\right)$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ordinate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$\frac{7\sqrt3}{3}=\frac7{\sqrt3}$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$\dfrac7{2\sin\theta}=\dfrac7{\sqrt3}$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$\sin\theta=\dfrac{\sqrt3}2$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sign is automatically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$\alpha=\dfrac7{2\cos\frac\pi3}=\dfrac7{2\cdot\frac12}=7$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sign is automatically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mid-point of the intercepted segment lies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segment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problem gives a point on a parametric locus, solving for the parameter from one coordinate is usually quicker than finding the Cartesian locus.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$x\cos\theta+y\sin\theta=p$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mid-point of the intercepted segment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$\frac1{x^2}+\frac1{y^2}=\frac4{p^2}$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segment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$\frac{p}{\sin\theta\cos\theta}$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$(7,\frac7{\sqrt3})$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$\frac1{49}+\frac3{49}=\frac4{49}$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problem gives a point on a parametric locus, solving for the parameter from one coordinate is usually quicker than finding the Cartesian locus.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first quadrant has two vertices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then the abscissa of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first quadrant has two vertices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$\text{ar}(\triangle ABC)=5\sqrt5$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then the abscissa of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$1+2\sqrt5$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Perpendicular lines and area of a right-angled triangle; position of a vertex in a quadrant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perpendicularity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$=\frac12AB\cdot 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$AB\perp 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$AB^2\,AC^2=500$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perpendicularity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$m_{AB}\times m_{AC}=-1$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$\dfrac{\beta-2}{\alpha-1}\cdot\dfrac{2-1}{1-3}=-1$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$\dfrac{\beta-2}{\alpha-1}\cdot\left(-\dfrac12\right)=-1$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$\dfrac{\beta-2}{\alpha-1}=2$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$\beta-2=2\alpha-2$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 AB\times AC=5\sqrt5$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$AB^2\times AC^2=125\times4=500$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$\left((\alpha-1)^2+(\beta-2)^2\right)\left((1-3)^2+(2-1)^2\right)=500$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$\beta-2=2(\alpha-1)$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$\left((\alpha-1)^2+4(\alpha-1)^2\right)(4+1)=500$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$5(\alpha-1)^2\cdot5=500$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$(\alpha-1)^2=20$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$|\alpha-1|=2\sqrt5$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$\alpha=1\pm2\sqrt5$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$1+2\sqrt5$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direction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 it by the area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direction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$\vec{AC}$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scale it by the area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Rotating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the same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$\vec{AB}=(2,-1)$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$|AB|=\sqrt5$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Rotating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the same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$\vec{AC}=k(1,2)$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$|AC|=|k|\sqrt5$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$=\frac12\cdot\sqrt5\cdot|k|\sqrt5=\frac{5|k|}2=5\sqrt5$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coordinates are negative,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Abscissa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$C=A+k(1,2)=(1+k,2+2k)$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coordinates are 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$C=(1+2\sqrt5,\,2+4\sqrt5)$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Abscissa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$1+2\sqrt5$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a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quickest way to write a perpendicular direction of the same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quadrant condition is used only at the end to reject the second root; the two choices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reflections of each other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$(-q,p)$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quickest way to write a perpendicular direction of the same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$[ABC]=\frac12|AB||AC|$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$AC^2=\frac{4[ABC]^2}{AB^2}$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$\frac{4\cdot125}{5}=100$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quadrant condition is used only at the end to reject the second root; the two choices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reflections of each 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of three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Isosceles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Right angled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None of the above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Equilateral triangle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of three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Isosceles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Right angled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None of the above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Equilateral triangle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Triangle formed by three lines; angle between two lines; types of triangles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Two interior angles have the same tangent (the angle formula with the correct denominators), so two angles are equal.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of the three given lines in order: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interior angles of the triangle are the angles between pairs of lines,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lines 1 and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lines 1 and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of the three given lines in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$m_3=-2$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interior angles of the triangle are the angles between pairs of lines,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$\tan\varphi=\left|\frac{m_a-m_b}{1+m_am_b}\right|$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lines 1 and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A=\dfrac{m_1-m_2}{1+m_1m_2}=\dfrac{1+\frac12}{1-\frac12}=3$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lines 1 and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C=\dfrac{m_3-m_1}{1+m_1m_3}=\dfrac{-2-1}{1-2}=3$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lines 2 and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angles have the same tangent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are acute,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angles are not all equal, none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triangle is isosceles.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lines 2 and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B=\dfrac{m_2-m_3}{1+m_2m_3}=\dfrac{-\frac12+2}{1+1}=\dfrac34$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angles have the same tangent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are acute,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angles are not all equal, none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triangle is isosceles.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Isosceles triangle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three vertices and compare the side lengths with the distance formula.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$(1,1)\to(2,2)$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$(2,2)\to(3,0)$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$\sqrt{1+4}=\sqrt5$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$(1,1)\to(3,0)$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$\sqrt{4+1}=\sqrt5$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sides are equal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third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no right angle, and the sides are not all equal. The triangle is isosceles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sides are equal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third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$2+5\ne5$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no right angle, and the sides are not all equal. The triangle is isosceles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Isosceles triangle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of slopes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involves the same two slopes as the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check on slope-based angles: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Side-length test: right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largest side; isosceles iff two squared sides agree; equilateral iff all three.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of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$m_a,m_b$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$\tan\varphi=\left|\frac{m_a-m_b}{1+m_am_b}\right|$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involves the same two slopes as the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B+\tan C=\tan A\tan B\tan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check on slope-based angles: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$3+\frac34+3=6.75=3\cdot\frac34\cdot3$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Side-length test: right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largest side; isosceles iff two squared sides agree; equilateral iff all three.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triangle formed by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normal and the tangent to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triangle formed by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normal and the tangent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$(x-2)^2+(y-3)^2=25$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 to a circle;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passes through the centre, the tangent is perpendicular to it, so the triangle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passes through the centre, the tangent is perpendicular to it, so the triangle has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$(5-2)^2+(7-3)^2=9+16=25$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$\frac{7-3}{5-2}=\frac43$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$y-3=\frac43(x-2)$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$B\left(-\frac14,0\right)$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$(5-2)(x-2)+(7-3)(y-3)=25$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height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$A\left(\frac{43}{3},0\right)$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$=\frac12(AB)(PM)=\frac12\left(\frac{43}{3}+\frac14\right)(7)$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$A=\frac12\cdot\frac{175}{12}\cdot7=\dfrac{1225}{24}$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$24A=1225$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both legs read off from the slopes and the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$=\frac12\,PA\cdot PB$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both legs read off from the slopes and the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makes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makes the complementary angle,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makes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makes the complementary angle,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$PB=\dfrac{7}{\sin\varphi}=\dfrac{7}{4/5}=\dfrac{35}4$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$PA=\dfrac{7}{3/5}=\dfrac{35}{3}$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normal),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BPA=90^\circ$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normal),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$A=\frac12\cdot\frac{35}4\cdot\frac{35}3=\dfrac{1225}{24}$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$24A=1225$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cut off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by the tangent and normal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normal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normal is the line through the centre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confirm the point lies on the circle first (a quick check against the arithmetic of the slopes).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cut off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by the tangent and normal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normal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$\dfrac{k^2(1+t^2)}{2t}$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$\frac{49\cdot25/9}{8/3}=\frac{1225}{24}$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$(x-h)^2+(y-k)^2=r^2$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$(x_1-h)(x-h)+(y_1-k)(y-k)=r^2$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normal is the line through the centre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confirm the point lies on the circle first (a quick check against the arithmetic of the slopes).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$D(\gamma,\delta)$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$|\alpha+\beta+\gamma+\delta|$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a parallelogram (diagonals bisect); points on given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diagonals bisect each other,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two line conditions are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diagonals bisect each other,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$A+C=B+D$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two line conditions are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 each other: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$D(\gamma,\delta)$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$3\gamma-2\delta=6$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 each other: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$\frac{\alpha-2}{2}=\frac{\gamma+1}2$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$\frac{\beta-1}2=\frac{\delta}2$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$\alpha-2=\gamma+1\Rightarrow\alpha=\gamma+3$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$\beta-1=\delta\Rightarrow\beta=\delta+1$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into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into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$2(\gamma+3)-(\delta+1)=5$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$2\gamma+6-\delta-1=5$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$3\gamma-4\gamma=6$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$\alpha=\gamma+3=-3$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$\beta=\delta+1=-11$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$|\alpha+\beta+\gamma+\delta|=|-3-11-6-12|=32$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shifted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shifted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$\vec{DC}=\vec{AB}$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shifted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$(-3,-1)$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$3x-2y=6$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$3x-2y=6$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shifted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sides of a parallelogram are equal and parallel: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original line translated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sides of a parallelogram are equal and parallel: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$C-D=B-A=(3,1)$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$D=(\alpha-3,\beta-1)$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$3(\alpha-3)-2(\beta-1)=6$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$3\alpha-2\beta=13$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original line translated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$3\alpha-2\beta=13$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$3\alpha-4\alpha+10=13$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$D=(-6,-12)$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$-3-11-6-12=-32$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$|{\cdot}|=32$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mid-points of diagonals),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Translating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vertex is forced onto two lines (one directly, one via a translation), it is their intersection - no unknowns beyond two.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$A+C=B+D$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mid-points of diagonals),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$D=A+C-B$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$\vec{AB}=\vec{DC}$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Translating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$p(x-u)+q(y-v)=r$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$3x-2y=6\to3x-2y=13$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$(u,v)=(3,1)$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vertex is forced onto two lines (one directly, one via a translation), it is their intersection - no unknowns beyond two.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squares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form a triangle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squares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form a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Three lines not forming a triangle: concurrency and parallelism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Three lines fail to form a triangle exactly when they are concurrent or two of them are parallel; list each case.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lines are not parallel (slopes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they meet at one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lines do not form a triangle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concurrent with the other two, or is parallel to either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(concurrent):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two lines are not parallel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they meet at one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lines do not form a triangle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concurrent with the other two, or is parallel to either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 (concurrent):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$\begin{vmatrix}2&amp;-1&amp;3\\6&amp;3&amp;1\\\alpha&amp;2&amp;-2\end{vmatrix}=0$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$2(-6-2)+1(-12-\alpha)+3(12-3\alpha)=8-10\alpha=0$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(parallel): slope of the third line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(parallel): slope of the third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$-\frac\alpha2=-\frac63$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$\alpha=\frac45,\,4,\,-4$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$p=16+16+\frac{16}{25}=32+\frac{16}{25}$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$[p]=\left[32+\frac{16}{25}\right]=32$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For concurrency, find the meeting point of the first two lines explicitly and substitute it into the third.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line passes through this point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$6x+6x+9+1=0$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line passes through this point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$\alpha\left(-\frac56\right)+2\cdot\frac43-2=0$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$-\frac{5\alpha}{6}+\frac23=0$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cases by slopes: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32.64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cases by slopes: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$=\frac{16}{25}+16+16=32.64$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$[p]=32$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concurrent iff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coefficients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not all parallel).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concurrent or at least two parallel (or coincident): count both mechanisms; they give separate parameter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floor of a sum, compute the exact value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floor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$a_3x+b_3y+c_3=0$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concurrent iff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coefficients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not all parallel).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concurrent or at least two parallel (or coincident): count both mechanisms; they give separate parameter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floor of a sum, compute the exact value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$\frac{16}{25}=0.64&lt;1$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floor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common tangent to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common tangent to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tangent of a parabola and a circle; foot of the perpendicular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parabola must also be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radius) from the circle's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$y=mx+\frac1m$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parabola must also be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radius) from the circle's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slope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touch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perpendicular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slope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$y=mx+\dfrac1m$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touch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perpendicular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$\dfrac{\left|4m+\frac1m\right|}{\sqrt{m^2+1}}=4$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$\left(4m+\frac1m\right)^2=16(m^2+1)$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$16m^2+8+\dfrac1{m^2}=16m^2+16$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parabola,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$\dfrac1{m^2}=8$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parabola,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$P=\left(\dfrac{a}{m^2},\dfrac{2a}{m}\right)=\left(8,\,4\sqrt2\right)$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$x-2\sqrt2\,y+8=0$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$x-2\sqrt2y+8$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$1^2+(2\sqrt2)^2=9$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$Q=(4,0)-\frac{12}{9}\left(1,-2\sqrt2\right)=\left(\dfrac83,\dfrac{8\sqrt2}3\right)$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$(PQ)^2=\left(8-\frac83\right)^2+\left(4\sqrt2-\frac{8\sqrt2}3\right)^2=\left(\dfrac{16}{3}\right)^2+\left(\dfrac{4\sqrt2}3\right)^2$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$=\dfrac{256+32}{9}=32$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tangent length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tangent length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circle: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$PQ^2=PC^2-r^2$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from the circle's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which touches both curves at the origin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from the circle's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$\dfrac{|4+t^2|}{\sqrt{1+t^2}}=4$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$(4+t^2)^2=16(1+t^2)$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$t^4=8t^2$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which touches both curves at the origin and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segment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$P=(8,\pm4\sqrt2)$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$PC^2=(8-4)^2+32=48$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tangent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$PQ^2=PC^2-r^2=48-16=32$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form)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common tangent to a circle imposes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its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needed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common tangent here (both curves touch it at the origin); the slope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see vertical lines, so this degenerate case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excluded by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form)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common tangent to a circle imposes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its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$PQ^2=PC^2-r^2$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needed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$48-16=32$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common tangent here (both curves touch it at the origin); the slope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see vertical lines, so this degenerate case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excluded by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slopes of the tangents drawn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from which the tangents drawn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they make positive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slopes of the tangents drawn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$H:\frac{y^2}{25}-\frac{x^2}{16}=1$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from which the tangents drawn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they make positive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$\frac{(PQ)^2}{\alpha\beta}$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97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hyperbola from an external point; intercepts of a line on the 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slopes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slopes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positive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$4y=3x-16$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satisfy the unsquared equation).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$\frac{y^2}{a^2}-\frac{x^2}{b^2}=1$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$y=mx\pm\sqrt{a^2-b^2m^2}$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$1=4m\pm\sqrt{25-16m^2}$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$(1-4m)^2=25-16m^2$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$32m^2-8m-24=0$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$4m^2-m-3=0$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satisfy the unsquared equation).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other signs give negative intercepts.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$|m_1|=1$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$|m_2|=\frac34$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$y=x\pm\sqrt{25-16}=x\pm3$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$y=\frac34x\pm\sqrt{25-9}=\frac34x\pm4$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other signs give negative intercepts.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$4x-12=3x-16$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$Q(-4,-7)$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$PQ^2=(4+4)^2+(1+7)^2=128$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$\dfrac{(PQ)^2}{\alpha\beta}=\dfrac{128}{16}=8$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symmetry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tangent from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along it, and its end-points come from two mirror-image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symmetry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tangent from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along it, and its end-points come from two mirror-image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mirror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 hyperbola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both are tangents and they meet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$4y=-3x+16$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$4y=-3x+16$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 hyperbola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both are tangents and 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$\left(\frac{16}3,0\right)$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$4y=-3x+16$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$4x-12=-3x+16$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lie on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lie on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$PQ=\sqrt2\,|4-(-4)|=8\sqrt2$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hyperbola (or ellipse, parabola about its axis)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tangents of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mirror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squaring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can be extraneous; verify that each satisfies the original equation (here both do).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$\frac{y^2}{a^2}-\frac{x^2}{b^2}=1$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$m^2(h^2+b^2)-2hk\,m+k^2-a^2=0$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$m_1+m_2=\frac{2hk}{h^2+b^2}$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$m_1m_2=\frac{k^2-a^2}{h^2+b^2}$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$\frac14=1-\frac34$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hyperbola (or ellipse, parabola about its axis)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tangents of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mirror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$y=-mx-c$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squaring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$1-4m=\pm\sqrt{\cdot}$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can be extraneous; verify that each satisfies the original equation (here both do).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$4\alpha-7\beta$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contact / pole and polar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contact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the chord of contact is given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contact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y-2(x+\alpha)-3(y+\beta)-3=0$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$(\alpha-2)x+(\beta-3)y-(2\alpha+3\beta+3)=0$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the chord of contact is given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 of (i) and (ii):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equality,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 of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$\dfrac{\alpha-2}{1}=\dfrac{\beta-3}{1}=-\dfrac{2\alpha+3\beta+3}{-3}$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equality,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$3(\alpha-2)=2\alpha+3\beta+3=5\alpha+6$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$-2\alpha=12$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$4\alpha-7\beta=-24+35=11$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lies on the perpendicular from the centre to the chord,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of the chord's line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lies on the perpendicular from the centre to the chord,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$CS\cdot d=r^2$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of the chord's line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does cut the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 chord (direction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on the same side as the chord,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$d=\dfrac{|2+3-3|}{\sqrt2}=\sqrt2$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does cut the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 chord (direction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on the same side as the chord,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$CS=\dfrac{r^2}{d}=\dfrac{16}{\sqrt2}=8\sqrt2$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on the side of decreasing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on the side of decreasing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$S=C-8\sqrt2\cdot\frac{(1,1)}{\sqrt2}=(2-8,3-8)=(-6,-5)$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$4\alpha-7\beta=-24+35=11$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of contact from an external point is its polar.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Inverse-point property: the pole of 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along the perpendicular (check: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Pole and polar are symmetric: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meet at the pole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$S\equiv 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$T\equiv xx_1+yy_1+g(x+x_1)+f(y+y_1)+c=0$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of contact from an external point is its polar.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Inverse-point property: the pole of 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along the perpendicular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$\sqrt2\cdot8\sqrt2=16=r^2$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Pole and polar are symmetric: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meet at the pole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directrix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corresponding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directrix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corresponding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Ellipse: focus and directrix, eccentricity; tangent at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$(ae,0)=(2,0)$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 ae=8$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$(ae,0)=(2,0)$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$b^2=a^2(1-e^2)=16\left(1-\frac14\right)=16\times\frac34=12$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$\dfrac{x^2}{16}+\dfrac{y^2}{12}=1$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$P(4\cos\theta,\,2\sqrt3\sin\theta)$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$\dfrac{x\cos\theta}{4}+\dfrac{y\sin\theta}{2\sqrt3}=1$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$0+\dfrac{4\sqrt3\sin\theta}{2\sqrt3}=1$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x4\cdot\dfrac{\sqrt3}{2}+\dfrac{y}{2\sqrt3}\cdot\dfrac12=1$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$\dfrac{\sqrt3x}{8}+\dfrac{y}{4\sqrt3}=1$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$Q\left(\dfrac{8}{\sqrt3},0\right)$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$P(4\cos\theta,2\sqrt3\sin\theta)=\left(2\sqrt3,\sqrt3\right)$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$PQ^2=\left(\dfrac8{\sqrt3}-2\sqrt3\right)^2+3=\left(\dfrac2{\sqrt3}\right)^2+3=\dfrac43+3=\dfrac{13}3$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$(3PQ)^2=9\times\dfrac{13}{3}=39$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slope-form tangent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slope directly; the contact point comes from the standard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slope-form tangent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$(0,4\sqrt3)$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$c^2=a^2m^2+b^2$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slope directly; the contact point comes from the standard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 for tangency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in the first quadrant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 for tangency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$48=16m^2+12$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$m=\pm\frac32$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$\left(-\frac{a^2m}{c},\frac{b^2}{c}\right)=\left(-\frac{4m}{\sqrt3},\sqrt3\right)$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in the first quadrant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$P=\left(\frac{6}{\sqrt3},\sqrt3\right)=(2\sqrt3,\sqrt3)$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$y=-\frac32x+4\sqrt3$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$Q\left(\frac{8\sqrt3}{3},0\right)=\left(\frac8{\sqrt3},0\right)$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$PQ^2=\left(\frac2{\sqrt3}\right)^2+3=\frac{13}3$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$(3PQ)^2=39$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ellipse,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abscissae multiply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divide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an external point on the minor-axis line two tangents exist; the first-quadrant condition picks the one with negative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their abscissae multiply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$2\times8=16$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divide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$\frac28=\frac14$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$\left(-\frac{a^2m}{c},\frac{b^2}{c}\right)$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$(2\sqrt3,\sqrt3)$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$\frac{12}{16}+\frac{3}{12}=1$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an external point on the minor-axis line two tangents exist; the first-quadrant condition picks the one with negative slope.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any three distinct consecutive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A.P.,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concurrent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such that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infinitely many solutions.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any three distinct consecutive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A.P.,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concurrent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such that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$2x+5y+\alpha 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infinitely many solutions.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Family of lines ax+by+c=0 with a, b, c in A.P. (concurrent at a fixed point), System of linear equations with infinitely many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infinitely many solutions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$a-2b+c=0$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infinitely many solutions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$\Delta=\Delta_1=\Delta_2=\Delta_3=0$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satisfied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lines are concurrent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System: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$b-a=c-b$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lines are concurrent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System: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$2x+5y+\alpha z=\beta$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Coefficient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$\Delta=8-\alpha$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$\Delta_1=-8\alpha-\beta+70$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$\Delta_2=2\alpha+2\beta-28$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$\Delta_3=6-\beta$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$\Delta=\Delta_1=\Delta_2=\Delta_3=0$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$\Delta_1=70-64-6=0$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$\Delta_2=16+12-28=0$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$Q(8,6)$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$(PQ)^2=(8-1)^2+(6+2)^2=49+64=113$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system by elimination instead of four determinants: the last equation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system by elimination instead of four determinants: the last equation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$(\alpha-8)z=\beta-6$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(eq3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(eq2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2 eq1):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(eq3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(eq2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2 eq1):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$3y+(\alpha-2)z=\beta-12$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$3y=-6-6z$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$(-6-6z)+(\alpha-2)z=\beta-12$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$(\alpha-8)z=\beta-6$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$Q=(8,6)$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$(PQ)^2=49+64=113$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a linear relation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a point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infinitely many solutions iff the coefficient determinant and all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and the rank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only says 'no unique solution'.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to a single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structure at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non-uniqueness,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consistency.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a linear relation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a point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infinitely many solutions iff the coefficient determinant and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and the rank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only says 'no unique solution'.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to a single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$(\alpha-8)z=\beta-6$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structure at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non-uniqueness,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consistency.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normal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normal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$y^2-3x^2+y+10=0$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slope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 to a curve (implicit differentiation); conic with a normal through a given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the slope of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slope of the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the slope of the normal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slope of the line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$\left(0,\frac32\right)$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the normal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$y^2-3x^2+y+10=0$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$2y\dfrac{dy}{dx}-6x+\dfrac{dy}{dx}=0$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$\dfrac{dy}{dx}=\dfrac{6x}{1+2y}$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$\dfrac{6x_1}{1+2y_1}$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the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$-\dfrac{1+2y_1}{6x_1}$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$\dfrac{\frac32-y_1}{-x_1}$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$\dfrac{\frac32-y_1}{-x_1}=-\dfrac{1+2y_1}{6x_1}$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$\frac32-y_1=\dfrac{1+2y_1}{6}$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$9-6y_1=1+2y_1$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$1-3x_1^2+1+10=0$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$=\dfrac{6(\pm2)}{1+2}=\pm4$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Complete the square to see a standard hyperbola and use the known intercept of a normal on the conjugate axis.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$y^2+y=\left(y+\frac12\right)^2-\frac14$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$3x^2-Y^2=\frac{39}4$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$\dfrac{x^2}{13/4}-\dfrac{Y^2}{39/4}=1$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$a^2=\frac{13}4$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$b^2=\frac{39}4$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$\dfrac{a^2x}{x_1}+\dfrac{b^2Y}{Y_1}=a^2+b^2$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$Y=Y_1\,\dfrac{a^2+b^2}{b^2}=Y_1\left(1+\frac13\right)=\frac43Y_1$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$Y=\frac32+\frac12=2$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$\frac43Y_1=2$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$\dfrac{xx_1}{a^2}-\dfrac{YY_1}{b^2}=1$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$=\dfrac{b^2x_1}{a^2Y_1}=\dfrac{3x_1}{Y_1}$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$3x_1^2=\frac{39}4+\frac94=12$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$|m|=\dfrac{3\cdot2}{3/2}=4$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direction is the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points are on one normal iff the displacement is parallel to the gradient.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conic with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complete the square first; it reveals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standard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$\frac{dy}{dx}=-\frac{F_x}{F_y}$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direction is the gradient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$(F_x,F_y)$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points are on one normal iff the displacement is parallel to the gradient.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$y=y_1\left(1+\frac{a^2}{b^2}\right)$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$x=x_1\left(1+\frac{b^2}{a^2}\right)$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conic with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term: complete the square first; it reveals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standard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isosceles triangle in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isosceles triangle in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$\frac{\beta^4}{\alpha^2}$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Isosceles triangle with an obtuse apex angle: slope of a side; intersection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Base angles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Base angles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$-\tan30^\circ=-\frac1{\sqrt3}$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B=\angle C=\frac\pi6$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$B=(x_1,0)$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$\dfrac{x-x_1}{\cos\frac{5\pi}6}=\dfrac{y-0}{\sin\frac{5\pi}6}=4\sqrt3$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$x=x_1+4\sqrt3\left(-\frac{\sqrt3}2\right)=x_1-6$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$y=4\sqrt3\cdot\frac12=2\sqrt3$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$C=(x_1-6,\,2\sqrt3)$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$m_{AC}=\tan120^\circ=-\sqrt3$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$\dfrac{0-2\sqrt3}{-1-(x_1-6)}=-\sqrt3$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$5-x_1=2$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$C(-3,2\sqrt3)$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$\frac{2\sqrt3}{-6}=-\frac1{\sqrt3}$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$x+\sqrt3\,y=3$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$y-3+\sqrt3y=3$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$\beta=y=\dfrac6{\sqrt3+1}$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$\alpha=x=\dfrac6{\sqrt3+1}-3=\dfrac{3-3\sqrt3}{\sqrt3+1}=\dfrac{-6}{(1+\sqrt3)^2}$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$\dfrac{\beta^4}{\alpha^2}=\dfrac{6^4}{(1+\sqrt3)^4}\cdot\dfrac{(1+\sqrt3)^4}{36}=36$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base angle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need to locate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base angle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$AB=\frac{BC}{2\cos30^\circ}=4$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slope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$\mp\tan30^\circ$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need to locate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isosceles triangle,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depends on which side of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lies);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isosceles triangle,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$BC=2\,AB\cos30^\circ=AB\sqrt3$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$AB=\frac{4\sqrt3}{\sqrt3}=4$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$B=(-1+4,0)=(3,0)$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$\mp\tan30^\circ=\mp\frac1{\sqrt3}$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depends on which side of the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lies);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$x+\sqrt3y=3$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$\beta(1+\sqrt3)=6$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$\beta=\frac6{1+\sqrt3}=3(\sqrt3-1)$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$\alpha=\beta-3=3\sqrt3-6$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below the axis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intersection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$\beta^2=9(4-2\sqrt3)$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$\alpha=-3(2-\sqrt3)$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$\frac{\beta^2}{\alpha}=\frac{-3(4-2\sqrt3)}{(2-\sqrt3)}=-6$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$\frac{\beta^4}{\alpha^2}=(-6)^2=36$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below the axis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$\left(-6-3\sqrt3,\,-3-3\sqrt3\right)$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$\frac{\beta^4}{\alpha^2}=36$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Isosceles triangle with apex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side leaving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at base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the slope instead of coordinates of the far vertex when only the line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problems, look for a ratio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simplifies to an integer: here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Isosceles triangle with apex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$=2s\sin\frac\theta2$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$2s\sin60^\circ=s\sqrt3=4\sqrt3$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side leaving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at base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$\pm\tan\varphi$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the slope instead of coordinates of the far vertex when only the line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$\beta^4/\alpha^2$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problems, look for a ratio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$\beta^2/\alpha$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simplifies to an integer: here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maximum and the minimum perimeters of such triangles are obtained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$C(t,4)$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maximum and the minimum perimeters of such triangles are obtained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$6\alpha+21\beta$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Perimeter of a triangle with a moving vertex: minimum by reflection, maximum at an end-point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perimeter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minimise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reflecting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sits at an end-point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perimeter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$AB+(BC+CA)$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minimise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$BC+CA$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reflecting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sits at an end-point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reflect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$C(t,4)$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reflect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$BC+CA=DC+CA$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$y-1=\dfrac{8-1}{0-2}(x-2)=-\dfrac72(x-2)$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$7x+2y=16$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$E\left(\frac87,4\right)$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convex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maximum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$f(t)=\sqrt{t^2+16}+\sqrt{(t-2)^2+9}$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convex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end-point.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$f(0)=4+\sqrt{13}\approx7.61$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$f(4)=4\sqrt2+\sqrt{13}\approx9.26$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$6\alpha+21\beta=6\times4+21\times\dfrac87=24+24=48$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'equal angles' (reflection) condition, and convexity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puts the maximum at an end-point.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'equal angles' (reflection) condition, and convexity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puts the maximum at an end-point.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positive):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$f(t)=\sqrt{t^2+16}+\sqrt{(t-2)^2+9}$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$f'(t)=\dfrac{t}{\sqrt{t^2+16}}+\dfrac{t-2}{\sqrt{(t-2)^2+9}}$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t{\sqrt{t^2+16}}=\dfrac{2-t}{\sqrt{(2-t)^2+9}}$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$t^2\left((2-t)^2+9\right)=(2-t)^2\left(t^2+16\right)$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$9t^2=16(2-t)^2$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sides positive):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$3t=4(2-t)$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is convex,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single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maximum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end-point;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is convex,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single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end-point;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$f(4)&gt;f(0)$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$6\alpha+21\beta=24+24=48$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line, reflect one point in the line and join (the equal-angle law); the minimiser is the point where the line crosses the segment, if it lies in the allowed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convex functions is convex, and a convex function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minimiser lies inside the interval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else the minimum is at an end-point too.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$PX+XQ$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line, reflect one point in the line and join (the equal-angle law); the minimiser is the point where the line crosses the segment, if it lies in the allowed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convex functions is convex, and a convex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$\sqrt{(t-u)^2+v^2}$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minimiser lies inside the interval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$\frac87\in[0,4]$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else the minimum is at an end-point too.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eccentricity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in the first quadrant and parallel to the line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line segment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in the first quadrant and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$\sqrt2x+y=2\sqrt2$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line 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Hyperbola: eccentricity and vertices; normal parallel to a given line; length of a segment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normal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setting it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$P=(6\sec\theta,3\tan\theta)$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normal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setting it equal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$b^2=a^2(e^2-1)=36\cdot\frac14=9$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$H:\dfrac{x^2}{36}-\dfrac{y^2}{9}=1$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$(a\sec\theta,b\tan\theta)$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$6x\cos\theta+3y\cot\theta=45$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$-\dfrac{6\cos\theta}{3\cot\theta}=-2\sin\theta$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$\sqrt2x+y=2\sqrt2$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$-2\sin\theta=-\sqrt2$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$6x\cdot\frac1{\sqrt2}+3y=45$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$\sqrt2x+y=15$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$P=(6\sec\theta,3\tan\theta)=\left(6\sqrt2,3\right)$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$K(0,15)$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$d^2=PK^2=(6\sqrt2)^2+(15-3)^2=72+144=216$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is perpendicular to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tangent of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contact point,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is perpendicular to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tangent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contact point,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$d=x_P\sqrt{1+m^2}$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contact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$\frac{x^2}{36}-\frac{y^2}9=1$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$c^2=a^2m^2-b^2=18-9=9$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$\left(-\frac{a^2m}{c},-\frac{b^2}{c}\right)$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$P=\left(\frac{36}{3\sqrt2},3\right)=\left(6\sqrt2,3\right)$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 of the normal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horizontal extent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magnitude,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 of the normal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horizontal extent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magnitude,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$d=x_P\sqrt{1+(\sqrt2)^2}=6\sqrt2\cdot\sqrt3$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$d^2=72\cdot3=216$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a line segment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need to find the intercept.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$(a\sec\theta,b\tan\theta)$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$ax\cos\theta+by\cot\theta=a^2+b^2$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ab\sin\theta$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$\left(-\frac{a^2m}c,-\frac{b^2}c\right)$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$(6\sqrt2,3)$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$\frac{72}{36}-\frac99=1$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a line segment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$(x_P,y_P)$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$x_P\sqrt{1+m^2}$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need to find the intercept.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diameter of the circle, whose centre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and which touches both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diameter of the circle, whose centre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and which touches both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two lines; centre on a given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that common distance is the radius.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$(\alpha,2-\alpha)$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that common distance is the radius.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quadrant,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$C(\alpha,2-\alpha)$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$CA=CB=r$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$CA=|2-(2-\alpha)|=|\alpha|$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$CB=|3-\alpha|$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$|\alpha|=|\alpha-3|$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indeed in the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$r=CA=|\alpha|=\dfrac32$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indeed in the first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circle tangent to two perpendicular lines has its centre on an angle bisector of those lines.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right angles; their angle bisectors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meets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right angles; their angle bisectors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$y-2=-(x-3)$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meets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$x+(x-1)=2$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diameter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centres of circles tangent to two intersecting lines is the pair of angle bisectors; for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both coordinate axes in the first quadrant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pattern shifted to the intersection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sign conditions (quadrant, side of the line):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just one root, so there is a single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centres of circles tangent to two intersecting lines is the pair of angle bisectors; for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$y-q=\pm(x-p)$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$r=|x-p|=|y-q|$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both coordinate axes in the first quadrant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pattern shifted to the intersection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sign conditions (quadrant, side of the line):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$|\alpha|=|\alpha-3|$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just one root, so there is a single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Coordinate Geometry (Paper 03) Questions 1–20 (printed 41–60)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