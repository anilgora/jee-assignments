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3.0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1.0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Typographical slips in the PDF's working: $x^3$ written for $x^2$, $-124$ for $-12y$, the constant line ends '= 8' instead of '= 0', and $g^2=6$ for $g^2=c$. Method, $\lambda=-12$, the circle $x^2+y^2+28x-60y+196=0$ and $r=30$ are all correct; the slips are fixed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slips in the PDF's quadratic in $r$: the middle coefficient is printed as $2\sqrt5\left(2\sqrt5\cos\theta+36\sin\theta\right)$ but should be $2\sqrt5\left(25\cos\theta+36\sin\theta\right)$ (it does not affect the product of roots), and $PA\cdot PB=r_1r_2$ is written without the sign: $r_1r_2=-\frac{595}{25+11\sin^2\theta}$ (opposite sides of $P$), so $PA\cdot PB$ is its absolute value. The constant term $125+180-900=-595$ is correct; the maximum and the answer 338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Coordinate Geometry 05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Parabola and Ellipse (PDF Q81–Q100, numbered 1–20)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the circle which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the circle which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Pencil of circles touching a parabola, Condition for a circle to touch the x-axis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the parabola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$S+\lambda 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touching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$g^2=c$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point-circle plus a multiple of the tangent: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$y\cdot6=9\cdot\frac{x+4}{2}$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$12y=9x+36$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$T:\,4y-3x-12=0$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point-circle plus a multiple of the 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$(x-4)^2+(y-6)^2+\lambda(4y-3x-12)=0$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$x^2+y^2-x(8+3\lambda)-y(12-4\lambda)+52-12\lambda=0$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$\left(\frac{8+3\lambda}{2}\right)^2=52-12\lambda$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$64+9\lambda^2+48\lambda=208-48\lambda\Rightarrow 9\lambda^2+96\lambda-144=0\Rightarrow 3\lambda^2+32\lambda-48=0$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abscissa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touching 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 (given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$3\lambda^2+36\lambda-4\lambda-48=0\Rightarrow3\lambda(\lambda+12)-4(\lambda+12)=0\Rightarrow\lambda=-12$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abscissa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$\frac{8+3\lambda}{2}=6&gt;0$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touching 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 (given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$x^2+y^2+28x-60y+196=0$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$r=\sqrt{14^2+30^2-196}=\sqrt{900}=30$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lies on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height equals the radius, because the circle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lies on the normal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height equals the radius, because the circle touches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𝑜𝑟𝑑𝑖𝑛𝑎𝑡𝑒 𝑜𝑓 𝑐𝑒𝑛𝑡𝑟𝑒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$=(4-3s,\,6+4s)$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$r=5|s|$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Touching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$r=|\text{ordinate of centre}|$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$|6+4s|=5|s|$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$6+4s=5s\Rightarrow s=6$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$(-14,30)$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$6+4s=-5s\Rightarrow s=-\frac23$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$\left(6,\frac{10}{3}\right)$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written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𝑝𝑜𝑖𝑛𝑡-𝑐𝑖𝑟𝑐𝑙𝑒 𝑎𝑡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𝑡𝑎𝑛𝑔𝑒𝑛𝑡 𝑎𝑡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then lies on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roots of the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two circles (one on each side of the tangent); the given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selects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written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$(\text{point-circle at }P)+\lambda\,(\text{tangent at }P)=0$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then lies on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$yy_1=2A(x+x_1)$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$6y=\frac92(x+4)$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roots of the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two circles (one on each side of the tangent); the given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selects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of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$x+\lambda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$\lambda_1&lt;\lambda_2$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$12\lambda_1+29\lambda_2$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Focus of a parabola, Circle through the intersection point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intersection point has coordinates depending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$y^2=4(x+4)$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$C:(x+3)^2+y^2=25$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intersection point has coordinates depending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$x+\lambda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$x(1+3\lambda)=4$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$\left(\frac{4}{3\lambda+1},\frac{12}{3\lambda+1}\right)$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$\left(\frac{4}{3\lambda+1}+3\right)^2+\frac{144}{(3\lambda+1)^2}=25$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$u=3\lambda+1$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$(4+3u)^2+144=25u^2\Rightarrow16u^2-24u-160=0\Rightarrow2u^2-3u-20=0\Rightarrow(2u+5)(u-4)=0$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$u=4\Rightarrow\lambda=1$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$u=-\frac52\Rightarrow\lambda=-\frac76$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$12\lambda_1+29\lambda_2=-14+29=15$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points where the fixed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points where the fixed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$3x-y=0$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$x+\lambda y=4$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$(x+3)^2+9x^2=25\Rightarrow10x^2+6x-16=0\Rightarrow5x^2+3x-8=0$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$\left(-\frac85,-\frac{24}{5}\right)$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$x+\lambda y=4\Rightarrow\lambda=\frac{4-x}{y}$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$(1,3)\to\lambda=\frac33=1$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$\left(-\frac85,-\frac{24}{5}\right)\to\lambda=\frac{4+\frac85}{-\frac{24}{5}}=\frac{28}{-24}=-\frac76$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$\lambda_1=-\frac76,\ \lambda_2=1$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$12\lambda_1+29\lambda_2=-14+29=15$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a shifted parabola: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the (inverse) slope parameter of the line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family of lines is asked about, first intersect the fixed line with the curve (finite points), then recover the parameter: avoids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a shifted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$y^2=4(x-h)\cdot 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$(h+a',0)$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$x+\lambda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the (inverse) slope parameter of the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family of lines is asked about, first intersect the fixed line with the curve (finite points), then recover the parameter: avoids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focus.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described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diameter. If the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focus.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$(SP)(SQ)=\frac{147}{4}$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described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diameter. If the 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$64x^2+64y^2-\alpha x-64\sqrt3y=\beta$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Diameter form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focal chord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focal distances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sign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 picks the right chord.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focal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focal distances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$a(1+t^2)$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$a\left(1+\frac1{t^2}\right)$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sign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 picks the right chord.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focal chord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from the directrix)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$y^2=12x\Rightarrow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$P(3t^2,6t)$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$Q\left(\frac{3}{t^2},-\frac6t\right)$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$SP\cdot SQ=PM_1\cdot QM_2$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from the directrix)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$=(3+3t^2)\left(3+\frac3{t^2}\right)=\frac{147}{4}$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$\frac{(1+t^2)^2}{t^2}=\frac{49}{12}\Rightarrow12t^4-25t^2+12=0\Rightarrow t^2=\frac34$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needs the centre ordinate positive, so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64: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$t=\pm\frac{\sqrt3}{2},\ \pm\frac{2}{\sqrt3}$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$-64\sqrt3y$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needs the centre ordinate positive,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$P\left(\frac94,-3\sqrt3\right)$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$Q\left(4,4\sqrt3\right)$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$\left(x-4\right)\left(x-\frac94\right)+\left(y+3\sqrt3\right)\left(y-4\sqrt3\right)=0$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$x^2+y^2-\frac{25}{4}x-\sqrt3y-27=0$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64: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$64x^2+64y^2-400x-64\sqrt3y=1728$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$\beta=1728$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$\beta-\alpha=1328$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parameter.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$\frac1{SP}+\frac1{SQ}=\frac1a$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$SP=x_P+a$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the coordinates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parameter.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abscissae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$\frac1{SP}+\frac1{SQ}=\frac1a=\frac13$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$SP+SQ=\frac{SP\cdot SQ}{3}=\frac{147}{12}=\frac{49}{4}$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$SP,SQ$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$z^2-\frac{49}{4}z+\frac{147}{4}=0\Rightarrow4z^2-49z+147=0\Rightarrow z=7,\ \frac{21}{4}$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$=x+a=x+3$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abscissae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ordinates have opposite signs.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makes the sum of ordinates positive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64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$y_1y_2=-4a^2=-36$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ordinates have opposite signs.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$-64\sqrt3y$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makes the sum of ordinates positive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$P\left(\frac94,-3\sqrt3\right)$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$Q\left(4,4\sqrt3\right)$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$x^2+y^2-\frac{25}{4}x-\sqrt3y-27=0$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64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$\beta=1728$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$\beta-\alpha=1328$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focal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 focal chord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with its reciprocal: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chord up to reflection, which is why the sign of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focal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$SP=x_P+a$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$\frac1{SP}+\frac1{SQ}=\frac1a$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$PQ=SP+SQ=x_1+x_2+2a$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$\frac94+4+6=\frac{49}{4}$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$(x_1,y_1),(x_2,y_2)$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$12t^4-25t^2+12=0$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with its reciprocal: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chord up to reflection, which is why the sign of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 of the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If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 of the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If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Distance of a line from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Focal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distance from the origin follows.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Focal chord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$\left(t+\frac1t\right)^4=25$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distance from the origin follows.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9: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$A(3t^2,6t)$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$B\left(\frac3{t^2},-\frac6t\right)$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$AB^2=9\left(t^2-\frac1{t^2}\right)^2+36\left(t+\frac1t\right)^2=225$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9: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$\left(t+\frac1t\right)^2\left[\left(t-\frac1t\right)^2+4\right]=25$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$\left(t-\frac1t\right)^2+4=\left(t+\frac1t\right)^2$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$\left(t+\frac1t\right)^4=25$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$t+\frac1t=\pm\sqrt5\Rightarrow\left(t-\frac1t\right)^2=5-4=1$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$m=\frac{2t}{t^2-1}=\frac{2}{t-\frac1t}=\pm2$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$y-6t=m(x-3t^2)$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$p=\frac{|3mt^2-6t|}{\sqrt{1+m^2}}=\frac{\left|\frac{6t}{t^2-1}\right|}{\sqrt5}=\frac{6}{\sqrt5}$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$10p^2=\frac{10\times36}{5}=72$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polar form of a focal chord: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distance from the vertex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polar form of a focal chord: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$=\frac{4a}{\sin^2\theta}$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distance from the vertex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focal chord inclined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focal chord inclined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$\frac{12}{\sin^2\theta}=15\Rightarrow\sin^2\theta=\frac45$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$p^2=9\sin^2\theta=9\cdot\frac45=\frac{36}{5}$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$10p^2=72$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vertex (origin)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constant in the next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$=\frac{4a}{\sin^2\theta}$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vertex (origin)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$^2=4a\cdot a^2=4a^3$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constant in the next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focal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focal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Distance of a line from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end-point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end-point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$l=3\left(t+\frac1t\right)^2$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$d^2=\frac{36}{\left(t+\frac1t\right)^2}$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focal chord (focus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$A(3t^2,6t)$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$B\left(\frac3{t^2},-\frac6t\right)$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focal chord (focus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$=\frac{2}{t-\frac1t}$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$y-6t=\frac{2t}{t^2-1}(x-3t^2)$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$2x-\left(t-\frac1t\right)y-6=0$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$l=\sqrt{36\left(t+\frac1t\right)^2+9\left(t^2-\frac1{t^2}\right)^2}=3\left(t+\frac1t\right)\sqrt{4+\left(t-\frac1t\right)^2}$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$4+\left(t-\frac1t\right)^2=\left(t+\frac1t\right)^2$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$l=3\left(t+\frac1t\right)^2$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$d=\frac{6}{\sqrt{4+\left(t-\frac1t\right)^2}}=\frac{6}{\left|t+\frac1t\right|}$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$ld^2=3\left(t+\frac1t\right)^2\times\frac{36}{\left(t+\frac1t\right)^2}=108$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Any focal chord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vertex,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Any focal chord has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$\frac{4a}{\sin^2\theta}$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vertex,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$ld^2=4a^3$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chord make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axis; it passes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length: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the slope (the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chord make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axis; it passes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$l=\frac{4a}{\sin^2\theta}=\frac{12}{\sin^2\theta}$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$d^2=9\sin^2\theta$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$ld^2=\frac{12}{\sin^2\theta}\cdot9\sin^2\theta=108$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the slope (the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distance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shortest focal chord is the latus rectum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relation holds for the previous question: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$l\,d^2=4a^3$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distance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$l=\frac{4a^3}{d^2}$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shortest focal chord is the latus rectum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relation holds for the previous question: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$10p^2=10\cdot\frac{4a^3}{l}=\frac{10\cdot108}{15}=72$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$x^2+y^2-14x-8y+56=0$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 in slope form, Distance between two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double root of the tangent with the curve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$y=m(x-h)+\frac am$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double root of the tangent with the curve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parabola: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$y=m(x-9)+\frac1m$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$y=-\frac{x-9}{2}-2$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$2y=-x+9-4\Rightarrow x+2y=5$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$y=\frac{5-x}{2}$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$\left(\frac{5-x}{2}\right)^2=4(x-9)\Rightarrow x^2-10x+25=16x-144$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$x^2-26x+169=0\Rightarrow(x-13)^2=0$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$x^2+y^2-14x-8y+56=0$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$=\sqrt{(13-7)^2+(-4-4)^2}=\sqrt{36+64}=10$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Point of contact of the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directly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Point of contact of the tangent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directly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$\left(h+\frac a{m^2},\frac{2a}{m}\right)$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slope there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$P=(9+t^2,2t)$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slope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$\frac1t=-\frac12\Rightarrow t=-2$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need to solve for the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$P=(9+4,-4)=(13,-4)$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need to solve for the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$PC=\sqrt{6^2+8^2}=10$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for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shifted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abscissa.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meets the curve at one (double) point, so substituting its equation gives a perfect square: a built-in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for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a{m^2},\frac{2a}m\right)$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shifted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abscissa.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meets the curve at one (double) point, so substituting its equation gives a perfect square: a built-in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$\sqrt{49+16-56}=3$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lines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triangle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slopes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$9x^2+12x+18y-14=0$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slopes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$16\left(m_1^2+m_2^2\right)$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from a point to a parabola, Angle bisectors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isosceles triangle with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bisector of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an angle bisector of the two tangents (the two bisectors are perpendicular).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isosceles triangle with apex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bisector of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an angle bisector of the two tangents (the two bisectors are perpendicular).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$(3x+2)^2=-18y+14+4\Rightarrow\left(x+\frac23\right)^2=-2(y-1)$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$\left(x+\frac23\right)^2=-2(mx+1-1)=-2mx$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$x^2+\left(\frac43+2m\right)x+\frac49=0$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$D=0\Rightarrow\left(\frac43+2m\right)^2-\frac{16}{9}=0$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$\frac43+2m=\pm\frac43$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the other (perpendicular) bisector;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slopes of the angle bisectors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'+':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'−':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$L_2:y=-\frac{4x}{3}+1$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the other (perpendicular) bisector;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slopes of the angle bisectors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$\frac{4x+3y-3}{5}=\pm(y-1)$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'+':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$4x-2y+2=0$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'−':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$4x+8y-8=0$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$16\left(m_1^2+m_2^2\right)=16\left(4+\frac14\right)=68$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bisector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slope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-direction: solve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bisector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$\tan2\phi=$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slope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-direction: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$\frac{2m}{1-m^2}=-\frac43$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bisector of the pair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bisector of the pair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$\tan2\phi=-\frac43$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$\frac{2m}{1-m^2}=-\frac43\Rightarrow6m=-4+4m^2\Rightarrow2m^2-3m-2=0$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slopes of the two bisectors: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slopes of the two bisectors: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$m_1+m_2=\frac32$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$m_1^2+m_2^2=\frac94+2=\frac{17}4$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$16\left(m_1^2+m_2^2\right)=68$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lines meeting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angle bisectors are perpendicular; the base of an isosceles triangle with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sides along the lines is parallel to one bisector and perpendicular to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an external point to a parabola with vertical axis: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one of the two tangents is the vertex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line is horizontal and the other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bisector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(double-angle formula).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lines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angle bisectors are perpendicular; the base of an isosceles triangle with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sides along the lines is parallel to one bisector and perpendicular to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$\frac{a_1x+b_1y+c_1}{\sqrt{a_1^2+b_1^2}}=\pm\frac{a_2x+b_2y+c_2}{\sqrt{a_2^2+b_2^2}}$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an external point to a parabola with vertical axis: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one of the two tangents is the vertex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line is horizontal and the other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bisector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$\frac{2m}{1-m^2}=s$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(double-angle formula).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three chords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three distinct lines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bisected by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three chords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three distinct lines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bisected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$(2q-p)^2$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circle with given midpoint, Parabola and circle: points of intersection and locus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bisected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midpoint must lie inside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bisected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passing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 x_1=x_1^2+y_1^2$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midpoint must lie inside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chord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bisected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 Its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(midpoint at the origin: the chord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there are three chords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bisected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$(x_1,y_1)=(2t^2,4t)$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 Its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$xx_1+yy_1=x_1^2+y_1^2$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x_1=x_1^2+y_1^2$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$\alpha(2t^2)=4t^4+16t^2$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(midpoint at the origin: the chord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$\alpha=2t^2+8$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$t^2=\frac{\alpha-8}{2}$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there are three chords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must lie inside the circle: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must lie inside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$x_1^2+y_1^2&lt;4\Rightarrow4t^4+16t^2-4&lt;0\Rightarrow t^4+4t^2-1&lt;0$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$t^2&lt;-2+\sqrt5$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$\alpha=2t^2+8&lt;4+2\sqrt5$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$\alpha\in\left(8,\,4+2\sqrt5\right)$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$(2q-p)^2=\left(8+4\sqrt5-8\right)^2=80$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$OM\perp 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a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chord.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midpoints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three chords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$OM\perp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$x^2+8x=\alpha x\Rightarrow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chord.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$x=\alpha-8&gt;0$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midpoints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$(\alpha-8,\pm\sqrt{8(\alpha-8)})$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three chords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$x^2+y^2=\alpha 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$(\alpha-8)^2+8(\alpha-8)&lt;4\Rightarrow(\alpha-8)^2+8(\alpha-8)-4&lt;0$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$\alpha-8&lt;-4+2\sqrt5$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$\alpha&lt;4+2\sqrt5$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$(8,4+2\sqrt5)$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$(2q-p)^2=80$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Midpoints of chords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a conic bisected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the midpoint of a real chord iff it lies inside the circle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pairs: parameters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mirror chords, so a positive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chords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symmetric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Midpoints of chords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$OM\perp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a conic bisected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$xx_1+yy_1=x_1^2+y_1^2$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the midpoint of a real chord iff it lies inside the circle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pairs: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mirror chords, so a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chords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symmetric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points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feet of the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points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feet of the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$\left(\frac{AM\cdot BN}{CD}\right)^2$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parabola in parametric form, Distance between a point and a line (feet of perpendiculars)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parameters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$t_1,t_2,t_3$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$AM=2a|t_3-t_1|$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$BN=2a|t_3-t_2|$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$CD=a|t_3-t_1||t_3-t_2|$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$A(at_1^2,2at_1)$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$B(at_2^2,2at_2)$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$C(at_3^2,2at_3)$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$y=2at_3$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$AM=|2at_1-2at_3|=2a|t_3-t_1|$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$BN=2a|t_3-t_2|$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$y=\frac{2}{t_1+t_2}x+\frac{2at_1t_2}{t_1+t_2}$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$D(\alpha,2at_3)$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$2at_3=\frac{2}{t_1+t_2}\alpha+a\cdot\frac{2t_1t_2}{t_1+t_2}$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$\alpha=a\left(t_3t_1+t_3t_2-t_1t_2\right)$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$CD=at_3^2-\alpha=a\left\{t_3^2-t_3t_1-t_3t_2+t_1t_2\right\}$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$=a\{t_3(t_3-t_1)-t_2(t_3-t_1)\}=a(t_3-t_1)(t_3-t_2)$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$\frac{AM\cdot BN}{CD}=\frac{4a^2(t_3-t_1)(t_3-t_2)}{a(t_3-t_1)(t_3-t_2)}=4a=6$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does not depend on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is, so 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vertex and compute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does not depend on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is, so 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vertex and compute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asked is a single number, so it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parametric proof shows);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asked is a single number, so it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parametric proof shows);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$A(at_1^2,2at_1)$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$B(at_2^2,2at_2)$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$2x=(t_1+t_2)y-2at_1t_2$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$CD=a|t_1t_2|$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$AM=|y_A|=2a|t_1|$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$BN=|y_B|=2a|t_2|$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$\frac{AM\cdot BN}{CD}=\frac{4a^2|t_1t_2|}{a|t_1t_2|}=4a=6$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through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parabola, the product of the distances of the ends of a chord from a line parallel to the axis, divided by the distance cut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the parabola's analogue of the intersecting-chords (power of a point)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quantity is claimed to be constant, a convenient special position (vertex, axis) gives the answer at once, but check the general proof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through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$(t_1+t_2)y=2x+2at_1t_2$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parabola, the product of the distances of the ends of a chord from a line parallel to the axis, divided by the distance cut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the parabola's analogue of the intersecting-chords (power of a point)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quantity is claimed to be constant, a convenient special position (vertex, axis) gives the answer at once, but check the general proof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mid 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mid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$\left(1,\frac54\right)$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$(\alpha-28)(\beta-8)$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parabola with given midpoint, Intersection of a line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intersected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intersected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chord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(ii), and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chord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$xx_1-4(y+y_1)=x_1^2-8y_1$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$(x_1,y_1)=\left(1,\frac54\right)$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$x-4\left(y+\frac54\right)=1-10=-9$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$\alpha-4\beta+4=0$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(ii),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(ii),(iii):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the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it, the other root lies on the line only. Both give the same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(ii),(iii):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$\beta^2=4(4\beta-4)\Rightarrow\beta^2-16\beta+16=0$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$\beta=8\pm4\sqrt3$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$\alpha=4\beta-4=28\pm16\sqrt3$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$\left(28-16\sqrt3,\,8-4\sqrt3\right)\approx(0.29,1.07)$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it, the other root lies on the line only. Both give the same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$(\alpha-28)(\beta-8)=\left(\pm16\sqrt3\right)\left(\pm4\sqrt3\right)=192$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the quadratic gives without solving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$\alpha=4\beta-4$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$\alpha-28=4(\beta-8)$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$4(\beta-8)^2$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the quadratic gives without solving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midpoint: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$\left(1,\frac54\right)$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midpoint: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$(4p,2p^2),(4q,2q^2)$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$2(p+q)=1$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$=\frac{p+q}{2}=\frac14$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$\alpha=4\beta-4\Rightarrow\alpha-28=4\beta-32=4(\beta-8)$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$(\alpha-28)(\beta-8)=4(\beta-8)^2$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$\beta^2=4\alpha=16\beta-16$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$\beta^2-16\beta+64=48$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$(\beta-8)^2=48$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$4\times48=192$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desired expression factors through a linear relation, complete the square on the other relation instead of solving: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the line through a chord need not lie on the chord (segment); check whether the problem says 'on the chord' and whether the answer is the same for both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desired expression factors through a linear relation, complete the square on the other relation instead of solving: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$(\beta-8)^2=48$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the line through a chord need not lie on the chord (segment); check whether the problem says 'on the chord' and whether the answer is the same for both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of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the first quadrant)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two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circles lie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square of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$L:\sqrt2x+y=\alpha$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of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the first quadrant)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two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circles lie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square of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$PQ_1Q_2$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 (line at a given distance from a point),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base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the height is the abscissa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$\beta=9,-3$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$Q_1Q_2$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the height is the abscissa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centre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the radius: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$2y+y^2=3\Rightarrow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$P=(\sqrt2,1)$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$\alpha=\sqrt2\cdot\sqrt2+1=3$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centre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$L:\sqrt2x+y-3=0$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the radius: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$\frac{|\beta-3|}{\sqrt{2+1}}=2\sqrt3$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𝑑𝑖𝑠𝑡𝑎𝑛𝑐𝑒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𝑓𝑟𝑜𝑚 𝑡ℎ𝑒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-𝑎𝑥𝑖𝑠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$|\beta-3|=6\Rightarrow\beta=9$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$Q_1(0,9)$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PQ_1Q_2=\frac12\times Q_1Q_2\times(\text{distance of }P\text{ from the }y\text{-axis})=\frac12\times12\times\sqrt2=6\sqrt2$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$=\left(6\sqrt2\right)^2=72$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$T(0,3)$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centre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$r/\sin\varphi$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angle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direction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$L:\sqrt2x+y=3$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$(1,-\sqrt2)/\sqrt3$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$TQ\sin\varphi$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$TQ=2\sqrt3\cdot\sqrt3=6$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circles are on opposite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height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$Q_1(0,9)$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$Q_1Q_2=12$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circles are on opposite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$P=(\sqrt2,1)$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$=\frac12\cdot12\cdot\sqrt2=6\sqrt2$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centre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of equal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a line from both sides, their centres are symmetric about any point of the line on the centre line: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base of a triangle lies on a coordinate axis, the height is just the other coordinate of the opposite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centre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$\frac{|\beta\,b+c|}{\sqrt{a^2+b^2}}$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of equal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a line from both sides, their centres are symmetric about any point of the line on the centre line: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base of a triangle lies on a coordinate axis, the height is just the other coordinate of the opposite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foci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the ellipse,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foci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$\frac{x^2}{18}+\frac{y^2}{9}=1$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the ellipse,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$\min(SP\cdot S'P)+\max(SP\cdot S'P)$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distances of an ellipse, Maximum and minimum of a function on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$SP\cdot S'P=(a-ex)(a+ex)=a^2-e^2x^2$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$[9,18]$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Directrix: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focal distances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(distance from the directrices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$b^2=a^2(1-e^2)\Rightarrow9=18(1-e^2)\Rightarrow 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ae=\frac{3\sqrt2}{1/\sqrt2}=6$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$SP+S'P=2a=2\cdot3\sqrt2$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$P=(3\sqrt2\cos\theta,3\sin\theta)$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focal distances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(distance from the directrices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$SP\cdot S'P=\left|\frac1{\sqrt2}\left(3\sqrt2\cos\theta-6\right)\cdot\frac1{\sqrt2}\left(3\sqrt2\cos\theta+6\right)\right|$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$=\frac12\left|18\cos^2\theta-36\right|=18-9\cos^2\theta$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$=18+9=27$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the product is largest when the two distances are equal (AM-GM) and smallest at the extreme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$SP+S'P=2a$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the product is largest when the two distances are equal (AM-GM) and smallest at the extreme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$a\mp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downward parabola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$c=\sqrt{a^2-b^2}=3$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$SP+S'P=2a=6\sqrt2$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$s=SP$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$S'P=6\sqrt2-s$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$s\in[a-c,a+c]=[3\sqrt2-3,\,3\sqrt2+3]$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$=s(6\sqrt2-s)=18-(s-3\sqrt2)^2$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downward parabola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ends of the minor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at an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ends of the major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ends of the minor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at an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$s=3\sqrt2\pm3$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ends of the major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$\min+\max=9+18=27$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fixed, the product is largest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(ends of the minor axis,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smallest at the vertices (value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shows the same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$SP=a-ex$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$S'P=a+ex$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$SP\cdot S'P=a^2-e^2x^2$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$SP\cdot S'P\in[b^2,a^2]$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$[9,18]$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$SP+S'P=2a$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fixed, the product is largest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$SP=S'P$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(ends of the minor axis,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smallest at the vertices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$SP\cdot S'P=b^2+e^2\left(a^2-x^2\right)$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$a^2-x^2\in[0,a^2]$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shows the same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$[b^2,a^2]$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$P\left(\sqrt5,\sqrt5\right)$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$(PA)\cdot(PB)$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$5\left(PA^2+PB^2\right)$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an ellipse through a point (parametric line form), Maximisation of a function of an 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line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595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maximal for the horizontal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line at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$PA\cdot PB=\left|\frac{595}{25+11\sin^2\theta}\right|$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maximal for the horizontal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signed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constant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$A\left(\sqrt5+r_1\cos\theta,\ \sqrt5+r_1\sin\theta\right)$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$B\left(\sqrt5+r_2\cos\theta,\ \sqrt5+r_2\sin\theta\right)$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signed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$(\sqrt5+r\cos\theta,\ \sqrt5+r\sin\theta)$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$25x^2+36y^2=900$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$25(\sqrt5+r\cos\theta)^2+36(\sqrt5+r\sin\theta)^2=900$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$\left(25\cos^2\theta+36\sin^2\theta\right)r^2+2\sqrt5\left(25\cos\theta+36\sin\theta\right)r+(125+180-900)=0$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$r_1r_2=\frac{-595}{25+11\sin^2\theta}$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$PA\cdot PB=\frac{595}{25+11\sin^2\theta}$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when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$\frac{x^2}{36}+\frac15=1\Rightarrow x^2=\frac{144}{5}$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$x=\pm\frac{12}{\sqrt5}$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$PA=\frac{12}{\sqrt5}-\sqrt5=\frac7{\sqrt5}$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$PB=\frac{12}{\sqrt5}+\sqrt5=\frac{17}{\sqrt5}$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$PA^2+PB^2=\frac{49+289}{5}=\frac{338}{5}$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$5\left(PA^2+PB^2\right)=338$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the ellipse into the unit circle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circle's power of the point times a direction-dependent stretch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the ellipse into the unit circle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$x=6X$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$y=5Y$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$PA\cdot PB$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circle's power of the point times a direction-dependent stretch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ellipse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ratios along a line are preserved.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the circle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every direction.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$(x,y)\to(X,Y)=\left(\frac x6,\frac y5\right)$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ellipse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P'\left(\frac{\sqrt5}{6},\frac{\sqrt5}{5}\right)$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ratios along a line are preserved.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$P'A'\cdot P'B'=1-|OP'|^2=1-\frac5{36}-\frac15=\frac{119}{180}$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every direction.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shrinks by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when the line is along the longer axis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$(\cos\theta,\sin\theta)$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shrinks by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$k=\sqrt{\frac{\cos^2\theta}{36}+\frac{\sin^2\theta}{25}}$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$PA\cdot PB=\frac{119/180}{k^2}$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when the line is along the longer 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$k^2=\frac1{36}$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$PA\cdot PB=\frac{119}{180}\cdot36=\frac{119}{5}$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$\frac{595}{25}$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$x=\pm\frac{12}{\sqrt5}$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$PA,PB=\frac{7}{\sqrt5},\frac{17}{\sqrt5}$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$5(PA^2+PB^2)=338$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a point for an ellipse: for a chord through an interior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the chord parallel to the major axis and smallest for the chord parallel to the minor axis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a point for an ellipse: for a chord through an interior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$PA\cdot PB=\frac{1-\frac{x_0^2}{a^2}-\frac{y_0^2}{b^2}}{\frac{\cos^2\theta}{a^2}+\frac{\sin^2\theta}{b^2}}$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$PA\cdot 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the chord parallel to the major axis and smallest for the chord parallel to the minor axis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$\frac{595}{25}$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$\frac{595}{36}$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inside, so every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ellipse in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numerical test settles such problems quickly: compare the axis-parallel chords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horizontal one,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vertical 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$1-\frac5{36}-\frac15&gt;0$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inside, so every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ellipse in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numerical test settles such problems quickly: compare the axis-parallel chords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$\frac{595}{25}$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horizontal 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$\frac{595}{36}$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vertical 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of minimum area enclosing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eccentricity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triangle, whose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major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contains the point of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maximum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of minimum area enclosing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triangle, whose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major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contains the point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maximum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and ellipse: eccentricity and foci, Area of a triangle (maximisation)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base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height is largest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top of the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has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base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height is largest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top of the circle: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minimum-area circle enclosing the ellipse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parallel to the major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minimum-area circle enclosing the ellipse is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$QR=2a=8$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$y=-b=-2\sqrt3$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parallel to the major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$P=(a\cos\theta,a\sin\theta)$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$=\frac12\times2a\times(a\sin\theta+b)=a(a\sin\theta+b)$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$A_{\max}=a(a+b)=4\left(4+2\sqrt3\right)=8\left(2+\sqrt3\right)$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$8\left(2+\sqrt3\right)$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circle enclosing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circle inside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with a fixed base, the area is largest when the apex is as far as possible from the base line; with the apex on a circle this is the point of the circle diametrically farthest from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circle enclosing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circle inside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ce$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with a fixed base, the area is largest when the apex is as far as possible from the base line; with the apex on a circle this is the point of the circle diametrically farthest from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of the ellipse, whose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eccentricity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of the ellipse, whose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 of an ellipse, Eccentricity and distance between foci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between foci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latus rectum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between foci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$2ae=8$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$b^2=a^2(1-e^2)=9$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latus rectum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$2ae=\sqrt{(2-2)^2+(5+3)^2}=8$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$a\cdot\frac45=4\Rightarrow 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$b^2=a^2(1-e^2)=25\left(1-\frac{16}{25}\right)=25-16=9$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$=\frac{2b^2}{a}=\frac{2\cdot9}{5}=\frac{18}{5}$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$\frac{18}{5}$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focus-directrix definition: the semi-latus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focus-directrix definition: the semi-latus rectum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 the focal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directrices are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focus-to-directrix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 the 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directrices are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ae=\frac{25}{4}$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focus-to-directrix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ae-ae=\frac{25}{4}-4=\frac94$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semi-latus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this distance: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semi-latus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this distance: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$\frac45\cdot\frac94=\frac95$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$=2\times\frac95=\frac{18}{5}$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$\frac{18}{5}$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half the focal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= midpoint of the foci; the axis is along the line through the foci (here vertical,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𝑓𝑜𝑐𝑢𝑠-𝑡𝑜-𝑑𝑖𝑟𝑒𝑐𝑡𝑟𝑖𝑥 𝑑𝑖𝑠𝑡𝑎𝑛𝑐𝑒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$=\frac{2b^2}{a}=2a(1-e^2)=2\cdot\frac{c}{e}(1-e^2)$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half the focal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= midpoint of the foci; the axis is along the line through the foci (here vertical,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$=e\times(\text{focus-to-directrix distance})=a(1-e^2)$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two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two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$E:\frac{x^2}{4^2}+\frac{y^2}{3^2}=1$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of given slope to an ellipse, Area of a quadrilateral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Tangency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antipodal and so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parallelogram with diagonals through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Tangency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$p=\pm5$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antipodal and so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parallelogram with diagonals through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$\frac{x^2}{16}+\frac{x^2}{9}=1\Rightarrow25x^2=144\Rightarrow x=\pm\frac{12}{5}$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$C\left(-\frac{12}{5},-\frac{12}{5}\right)$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$D\left(\frac{12}{5},\frac{12}{5}\right)$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$p^2=a^2m^2+b^2=16+9=25$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$p=\pm5$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point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pass through the origin, so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point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$A\left(-\frac{16}{5},\frac95\right)$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$B\left(\frac{16}{5},-\frac95\right)$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pass through the origin, so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$ABCD=2\,[\triangle ABD]$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$2[\triangle ABD]=\left|\begin{matrix}-\frac{16}{5}&amp;\frac95&amp;1\\ \frac{16}{5}&amp;-\frac95&amp;1\\ \frac{12}{5}&amp;\frac{12}{5}&amp;1\end{matrix}\right|=24$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the ellipse to the unit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 perpendicular diameters, so the image is a square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scales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the ellipse to the unit circle: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$A'B'$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$C'D'$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 perpendicular diameters, so the image is a square of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scales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areas are multiplied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original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image area).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parallel to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to the unit circle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it at the 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diameter perpendicular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diameter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$(x,y)\to(X,Y)=\left(\frac x4,\frac y3\right)$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$E\to 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areas are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original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image area).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parallel to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to the unit circle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it at the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$A',B'$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diameter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$C'D'$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diameter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image quadrilateral has perpendicular diagonals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Original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$A'B'\perp C'D'$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image quadrilateral has perpendicular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$=\frac12\cdot2\cdot2=2$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Original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$=12\times2=24$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contact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contact of two parallel tangents are antipodal, and they lie on the diameter conjugate to the direction of the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Affine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an ellipse into a circle and multiplies all areas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parallelism, midpoints and ratios along lines are preserved.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quadrilateral with diagonals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$y=mx\pm\sqrt{a^2m^2+b^2}$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$\left(\mp\frac{a^2m}{\sqrt{a^2m^2+b^2}},\ \pm\frac{b^2}{\sqrt{a^2m^2+b^2}}\right)$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contact of two parallel tangents are antipodal, and they lie on the diameter conjugate to the direction of the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Affine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$(x,y)\to\left(\frac xa,\frac yb\right)$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an ellipse into a circle and multiplies all areas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parallelism, midpoints and ratios along lines are preserved.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quadrilateral with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$\frac12d_1d_2\sin\varphi$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 of a latus rectum of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its eccentricity is the minimum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 of a latus rectum of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its eccentricity is the minimum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$f(t)=t^2+t+\frac{11}{12}$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 of an ellipse, Minimum value of a quadratic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$e=f_{\min}=\frac23$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$\frac{2b^2}{a}=10$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$b^2=a^2(1-e^2)$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$f(t)=t^2+t+\frac{11}{12}$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$f_{\min}=\frac14-\frac12+\frac{11}{12}=\frac{3-6+11}{12}=\frac23$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$b^2=a^2(1-e^2)=a^2\left(1-\frac49\right)=\frac{5a^2}{9}$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$=\frac{2b^2}{a}=10\Rightarrow b^2=5a$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$5a=\frac{5a^2}{9}\Rightarrow 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$a^2+b^2=81+45=126$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everything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everything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latus rectum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$a=\frac{\ell}{2(1-e^2)}$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$a^2+b^2=a^2(2-e^2)$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$\ell=\frac{2b^2}{a}=2a(1-e^2)$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$a=\frac{\ell}{2(1-e^2)}=\frac{10}{2\cdot\frac59}=9$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$a^2+b^2=a^2+a^2(1-e^2)=a^2(2-e^2)=81\left(2-\frac49\right)=81\cdot\frac{14}{9}=126$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derived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to lie in this range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$\ell=\frac{2b^2}{a}=2a(1-e^2)$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$a=\frac{\ell}{2(1-e^2)}$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$a^2+b^2=a^2(2-e^2)$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$\frac{11}{12}-\frac14=\frac23$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$0&lt;e&lt;1$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derived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to lie in this range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all triangles that can be formed by joining the vertices of a regular polygon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sides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all quadrilaterals that can be formed by joining the vertices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all triangles that can be formed by joining the vertices of a regular polygon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sides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all quadrilaterals that can be formed by joining the vertices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triangles and quadrilaterals from the vertices of a polygon, Eccentricity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 n3+\binom n4=\binom{n+1}4=126=\binom94$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Pascal's rule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$p=\binom 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$q=\binom 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n3+\binom n4=126$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Pascal's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n3+\binom n4=\binom{n+1}4=126$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$\binom94=126$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$\binom{m}{4}$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$a^2=16&gt;b^2=8$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$e^2=1-\frac{8}{16}=\frac12$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turns a sum of two consecutive binomial coefficients into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𝑠𝑚𝑎𝑙𝑙𝑒𝑟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𝑙𝑎𝑟𝑔𝑒𝑟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which denominator is larger first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nr+\binom n{r+1}=\binom{n+1}{r+1}$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turns a sum of two consecutive binomial coefficients into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$\binom84=70,\ \binom94=126,\ \binom{10}4=210$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$e^2=1-\frac{\text{smaller}}{\text{larger}}$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$a^2,b^2$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which denominator is larger first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focal distances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$3x^2+py^2=4$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$x^2+y^2-2x-4y-11=0$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$f_1,f_2$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$6f_1f_2-r$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distances of a point on an ellipse, Circle: centre and radius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Major axis 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Major axis is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here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$b&gt;a$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$f_1f_2=(b-ey_1)(b+ey_1)=b^2-e^2y_1^2$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$r=\sqrt{1+4+11}=4$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$\frac{x^2}{4/3}+\frac{y^2}{16}=1$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$b^2=16&gt;a^2=\frac43$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$e^2=1-\frac{a^2}{b^2}=1-\frac{4/3}{16}=1-\frac1{12}=\frac{11}{12}$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$b-ey_1$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$b+ey_1$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$f_1f_2=b^2-e^2y_1^2=16-\frac{11}{12}\times4$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$f_1f_2=16-\frac{11}{3}=\frac{37}{3}$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$6f_1f_2=96-22=74$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$6f_1f_2-r=74-4=70$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two focal distances directly from the coordinates of the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using the focal-radius 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two focal distances directly from the coordinates of the foci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$(0,\pm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using the focal-radius 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$c^2=b^2-a^2=16-\frac43=\frac{44}{3}$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$f_1^2=1+(2-c)^2=5-4c+c^2=\frac{59}{3}-4c$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$f_2^2=1+(2+c)^2=\frac{59}{3}+4c$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$f_1^2f_2^2=\left(\frac{59}{3}\right)^2-16c^2=\frac{3481}{9}-\frac{704}{3}=\frac{3481-2112}{9}=\frac{1369}{9}$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$f_1f_2=\frac{37}{3}$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$6f_1f_2=74$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$74-4=70$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with major axis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 focal distances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4 and read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denominators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larger one decides the major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with major axis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 focal distances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$b\mp ey_1$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$f_1f_2=b^2-e^2y_1^2$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$f_1+f_2=2b$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$y_1\to 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$3x^2+py^2=4$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4 and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$a^2,b^2$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denominators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larger one decides the major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$\sqrt{g^2+f^2-c}$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product of the focal distances of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absolute difference of the eccentricities of two such ellipses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product of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$(a&gt;b)$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absolute difference of the eccentricities of two such ellipses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distances of a point on an ellipse, Eccentricity of an ellipse (condition for a point on the curve)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point on the curve give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$a^2-e^2x_1^2=\frac74$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$x_1^2=3$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point on the curve give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$12e^4-17e^2+6=0$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$=(a+ex_1)(a-ex_1)=a^2-e^2x_1^2=a^2-3e^2=\frac74$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$4a^2=7+12e^2$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$\frac3{a^2}+\frac1{4b^2}=1$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$\frac3{a^2}+\frac1{4a^2(1-e^2)}=1$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$12(1-e^2)+1=4a^2(1-e^2)$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$13-12e^2=(7+12e^2)(1-e^2)=7-7e^2+12e^2-12e^4$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$12e^4-17e^2+6=0\Rightarrow e^2=\frac{17\pm\sqrt{289-288}}{24}=\frac{17\pm1}{24}=\frac34$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$=\frac{\sqrt3}{2}-\sqrt{\frac23}=\frac{3-2\sqrt2}{2\sqrt3}$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$\frac{3-2\sqrt2}{2\sqrt3}$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conditions collapse 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$a^2,b^2$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$w=a^2-3$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conditions collapse to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on the curve: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on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$\frac3u+\frac1{4v}=1\Rightarrow v=\frac{u}{4(u-3)}$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$a^2-e^2x_1^2=u-\frac{3(u-v)}{u}=u-3+\frac{3v}{u}=\frac74$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$w=u-3$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$\frac{3v}{u}=\frac{3}{4w}$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$w+\frac3{4w}=\frac74\Rightarrow4w^2-7w+3=0\Rightarrow w=1$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$a^2=\frac{15}4$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$|e_1-e_2|=\frac{\sqrt3}{2}-\sqrt{\frac23}=\frac{3-2\sqrt2}{2\sqrt3}$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$\frac{3-2\sqrt2}{2\sqrt3}$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'the point lies on the ellipse' together with a given product of focal distances usually gives two ellipses: expect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two admissible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constraint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root: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Shortcut: choose a substitution that centres the equations,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reduce the system to a single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$SP=a-ex_1$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$S'P=a+ex_1$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$a^2-e^2x_1^2=a^2-\frac{c^2}{a^2}x_1^2$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'the point lies on the ellipse' together with a given product of focal distances usually gives two ellipses: expect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two admissible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constraint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$a^2=4,b^2=1$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$a^2=\frac{15}4,b^2=\frac54$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Shortcut: choose a substitution that centres the equations,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$w=a^2-x_1^2$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reduce the system to a single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Coordinate Geometry 05 Parabola and Ellipse (PDF Q81–Q100, numbered 1–20)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