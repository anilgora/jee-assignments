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3.0</c:v>
                </c:pt>
                <c:pt idx="8">
                  <c:v>1.0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3.0</c:v>
                </c:pt>
                <c:pt idx="14">
                  <c:v>3.0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last two lines read '$^{11}C_5(ab)^6(1/2b)^5=32 \Rightarrow 729ab=32$', which drops the coefficient of the first expansion and does not show the equation. Corrected: the two coefficients are written out and equated (${}^{11}C_5={}^{11}C_6$ cancels), giving $729ab=32$. The answer (C)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own working ends at $|x|=5/16$ but its key says (C) 10, and 5/16 is not an option. For the statement as printed (end term $=1024\times$ beginning term) the correct value is $|x|=5/16$ (verified symbolically). The key (C) 10 is correct only for the reversed statement (beginning term $=1024\times$ end term), where $x^4=10^4$. Also the PDF prints $x^4=5^4/2^{16}$ then '$|x|=5/16$' without the intermediate step, which is added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printed lines contain index typos: '$2(C_0-C_1+C_2-\ldots-C_9)+C_{50}=0$' (should end at $C_{49}$) and '$C_0-C_1+C_2+\ldots+C_{99}=-\frac12 C_{50}$' (should end at $C_{49}$, the sum of the first 50 coefficients). Also the step '$-\frac12\cdot\frac{100\times99!}{50!\,50!}=-{}^{99}C_{49}$' skips the cancellation. All fixed; the answer (B) is unchanged (verified: the sum equals $-{}^{99}C_{49}$).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writes '$(2021)^{3768}=(2023-z)^{3762}$': the exponent 3768 is a typo for 3762 and 'z' is a typo for 2 (as $2021=2023-2$). Also '$17k+2^{3762}$' is followed by '$2^2(2^4)^{940}$', fine. The working and answer 4 are correct once these typos are fixed (verified: $2021^{3762}\bmod17=4$).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('$-7^{2023}=-7\times7^{2022}=-\frac{7^{2022}}{5}\ldots=\frac{5\lambda-1}{5}$, remainder $+1$') is garbled: it drops the factor $289^{2023}$ (which is $\equiv-1\pmod5$ and supplies the sign) and divides by 5 inside the working. Rewritten: $2023=7\cdot289$, find $7^{2022}289^{2023}\bmod5=1$, so the remainder is $7\cdot1=7$. Answer 7 unchanged (verified: $2023^{2023}\bmod35=7$).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final simplification line reads '$5e+\frac e2-\frac1e-\frac e2+\frac{1}{2e}$', which would give $5e-\frac1{2e}$; the signs/grouping are mis-typeset. The correct contribution of the second sum is $\frac{e-e^{-1}}2-\frac{e+e^{-1}}2=-\frac1e$, so the total is $5e-\frac1e$ (numerically verified: the series equals $13.2235\ldots$). Answer 26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Algebra 15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Binomial Theorem (Q281–Q300)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ratio of the fifth term from the beginning to the fifth term from the end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third term from the beginning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ratio of the fifth term from the beginning to the fifth term from the end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$\left(2^{1/4}+\frac{1}{3^{1/4}}\right)^{n}$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$\sqrt{6}:1$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third term from the beginning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$60\sqrt{2}$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$30\sqrt{2}$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 of terms from the beginning and from the end in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5th term from the end is the 5th term of the expansion with the two summands swapped.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5th term from the beginning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5th term from the end is the 5th term of the expansion with the summands interchanged: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5th term from the beginning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$T_5={}^nC_4\,(2^{1/4})^{n-4}\left(3^{-1/4}\right)^{4}$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5th term from the end is the 5th term of the expansion with the summands interchanged: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${}^nC_4\,(3^{-1/4})^{n-4}(2^{1/4})^{4}$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$\frac{{}^nC_4\,2^{\frac{n-4}{4}}\cdot 3^{-1}}{{}^nC_4\,3^{-\frac{n-4}{4}}\cdot 2}=\sqrt{6}$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$2^{\frac{n-4}{4}-1}\cdot 3^{\frac{n-4}{4}-1}=6^{\frac{n-8}{4}}=6^{1/2}$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term from the beginning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$\frac{n-8}{4}=\frac12$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third term from the beginning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$T_3={}^{10}C_2\,(2^{1/4})^{8}\,(3^{-1/4})^{2}=45\cdot 2^{2}\cdot 3^{-1/2}$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$T_3=\frac{45\cdot 4}{\sqrt{3}}=\frac{180}{\sqrt3}=60\sqrt{3}$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$60\sqrt{3}$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the end term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Writing the end term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$b^{n-4}a^4$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$(a/b)^{n-8}$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5th term from the end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Dividing,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$b=3^{-1/4}$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$T_5=\binom n4 a^{n-4}b^4$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5th term from the end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n4 b^{n-4}a^4$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Dividing,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$\frac{a^{n-8}}{b^{n-8}}=\left(\frac ab\right)^{n-8}$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ab=2^{1/4}\cdot 3^{1/4}=6^{1/4}$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$6^{(n-8)/4}$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$6^{(n-8)/4}=6^{1/2}$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$T_3=\binom{10}{2}a^{8}b^{2}=45\cdot 4\cdot 3^{-1/2}=60\sqrt3$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60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$60\sqrt{3}$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from the end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from the beginning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original.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from the beginning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from the end: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binomial coefficients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from the end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from the beginning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$(b+a)^n$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$T_{n-k+2}$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original.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from the beginning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from the end: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ab\right)^{n-2k+2}$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binomial coefficients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$=(a/b)^{n-8}$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$a/b=6^{1/4}$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$\left(ax^{2}+\frac{1}{2bx}\right)^{11}$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$\left(ax-\frac{1}{3bx^{2}}\right)^{11}$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$64ab=243$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$243ab=64$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$729ab=32$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$32ab=729$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Coefficient of a given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Coefficient of a given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index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required term in each expansion from its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equate the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index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required term in each expansion from its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equate the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$\left(ax^2+\frac{1}{2bx}\right)^{11}$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$T_{r+1}={}^{11}C_r\,(ax^2)^{11-r}\left(\frac{1}{2bx}\right)^{r}$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${}^{11}C_r\,a^{11-r}\left(\frac{1}{2b}\right)^{r}x^{22-3r}$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$22-3r=7$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${}^{11}C_5\,a^{6}\left(\frac{1}{2b}\right)^{5}$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$\left(ax-\frac{1}{3bx^2}\right)^{11}$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$T_{r+1}={}^{11}C_r\,(ax)^{11-r}\left(-\frac{1}{3bx^2}\right)^{r}$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${}^{11}C_r\,a^{11-r}\left(-\frac{1}{3b}\right)^{r}x^{11-3r}$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$11-3r=-7$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${}^{11}C_6\,a^{5}\left(\frac{1}{3b}\right)^{6}$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${}^{11}C_5={}^{11}C_6$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$a^{6}\cdot\frac{1}{32b^{5}}=a^{5}\cdot\frac{1}{729b^{6}}$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Cross-multiplying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$729ab=32$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$729ab=32$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a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bracket is a binomial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required term is then fixed by degree counting.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a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each bracket is a binomial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required term is then fixed by degree counting.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term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$\left(ax^2+\frac{1}{2bx}\right)^{11}=x^{-11}\left(ax^{3}+\frac{1}{2b}\right)^{11}$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$\left(ax^3+\frac1{2b}\right)^{11}$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term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$(ax^3)^6$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$\binom{11}{6}a^6\left(\frac1{2b}\right)^5$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$\left(ax-\frac{1}{3bx^2}\right)^{11}=x^{-22}\left(ax^{3}-\frac{1}{3b}\right)^{11}$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bracket, i.e. the term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and using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729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bracket, i.e. the term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$(ax^3)^5$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$\binom{11}{5}a^5\left(-\frac1{3b}\right)^6$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 and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$\binom{11}{6}=\binom{11}{5}$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$\frac{a^6}{32b^5}=\frac{a^5}{729b^6}$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$729ab=32$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$729ab=32$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factor 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required exponent then pins down the index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one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expansions: exponent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power occurs at most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include the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second term is negative;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signs matter only for the second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$(px^{s}+qx^{t})^n$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$x^{tn}$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$x^{tn}(px^{s-t}+q)^n$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required exponent then pins down the index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one linear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$(ax^2+\frac{1}{x})^n$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expansions: exponent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every power occurs at most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include the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second term is negative;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the signs matter only for the second expansion.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 but not by 34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14 and 34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34 but not by 14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14 nor 34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$25^{190}-19^{190}-8^{190}+2^{190}$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 but not by 34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14 and 34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34 but not by 14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14 nor 34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Divisibility using the binomial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Regroup into pairs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expose the prime factors 2, 7 and 17.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Regroup into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$a^n-b^n$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differences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expose the prime factors 2, 7 and 17.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bracket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bracket is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$N=25^{190}-19^{190}-8^{190}+2^{190}$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$14=2\cdot7$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$34=2\cdot17$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$(25^{190}-19^{190})-(8^{190}-2^{190})$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$a-b\mid a^n-b^n$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bracket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$25-19=6$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$(25^{190}-8^{190})-(19^{190}-2^{190})$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bracket is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$25-8=17$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$19-2=17$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test 7.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7 (it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7 (it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7, hence not by 14.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34 but not by 14: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test 7.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$25^{190}-8^{190}$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7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$\equiv4^{190}-1\equiv4-1=3\pmod 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$19^{190}-2^{190}$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7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$\equiv5^{190}-2^{190}\equiv2-2=0\pmod 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$N=(25^{190}-8^{190})-(19^{190}-2^{190})$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divisible by 7, hence not by 14.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34 but not by 14: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34 but not by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Reduce each prime factor separately with residues: mod 2, mod 17 and mod 7.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17: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the factor 2,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7: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$25,19$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$N\equiv1-1-0+0=0$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17: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$25\equiv8$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$19\equiv2$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$N\equiv8^{190}-2^{190}-8^{190}+2^{190}=0$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the factor 2,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$25\equiv4$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$19\equiv5$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$4^{3}\equiv1$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$190=3\cdot63+1$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$4^{190}\equiv4$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34 but not by 14: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$5^{6}\equiv1$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$190=6\cdot31+4$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$5^{190}\equiv5^{4}=625\equiv2$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$8^{190}\equiv1$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$2^{190}\equiv2^{1}=2$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$N\equiv4-2-1+2=3\not\equiv0\pmod7$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$14\nmid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34 but not by 14: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34 but not by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positive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divisibility by a composite number, split it into prime factors and regroup the terms so each group has a difference (or sum) that is a multiple of that prime.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Fermat: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to cut a large exponent down (here the exponent mod 3 and mod 6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$a^n-b^n$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positive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$a^n+b^n$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divisibility by a composite number, split it into prime factors and regroup the terms so each group has a difference (or sum) that is a multiple of that prime.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Fermat: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$a^{p-1}\equiv1\pmod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$p\nmid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use it to cut a large exponent down (here the exponent mod 3 and mod 6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 the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divided by 3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divided by 7.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$(22)^{2022}+(2022)^{22}$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leave the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divided by 3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divided by 7.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$(\alpha^2+\beta^2)$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Remainder using the binomial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base as (multiple of the divisor)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binomial expansion leaves only the last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each base as (multiple of the divisor)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binomial expansion leaves only the last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(divisor 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binomial theorem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(divisor 7):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(divisor 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$22=21+1$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$(22)^{2022}=(21+1)^{2022}$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$2022=3\cdot674$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$(2022)^{22}$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binomial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$(21+1)^{2022}=21(\ldots)+1$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$3K_1+1$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(divisor 7):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$(22)^{2022}=(21+1)^{2022}=7\lambda+1$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$2022=2023-1$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$2023=7\cdot289$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$(2022)^{22}=(2023-1)^{22}=7\mu+(-1)^{22}=7\mu+1$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$7\lambda+1+7\mu+1=7K_2+2$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$\alpha^2+\beta^2=1+4=5$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residues directly: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residues directly: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$22\equiv1\pmod 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$2022\equiv-1\pmod 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7: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7: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number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$\equiv1^{2022}+0=1$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$22^{2022}\equiv1$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$2022=7\cdot288+6\equiv-1$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$2022^{22}\equiv(-1)^{22}=1$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$\equiv1+1=2\pmod7$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$\alpha^2+\beta^2=1+4=5$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look for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away from the base.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Reducing the base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3 and mod 7) is the fastest route; the binomial theorem is the proof behind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base divisible by the divisor contributes 0 to the remainder.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$a\equiv\pm1\pmod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$a^n\equiv(\pm1)^n\pmod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look for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away from the base.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Reducing the base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3 and mod 7) is the fastest route; the binomial theorem is the proof behind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base divisible by the divisor contributes 0 to the remainder.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end in the binomial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beginning,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end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$\left(\frac{4x}{5}-\frac{5}{2x}\right)^{2022}$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beginning,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 of terms from the beginning and from the end in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from the end swaps the exponents of the two summands, so the ratio of the two terms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$1011^{\text{th}}$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from the end swaps the exponents of the two summands, so the ratio of the two terms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$(b/a)^2$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beginning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end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summands are interchanged).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Given: (term from the end)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(term from the beginning),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beginning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$T_{1011}={}^{2022}C_{1010}\left(\frac{4x}{5}\right)^{1012}\left(\frac{-5}{2x}\right)^{1010}$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end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${}^{2022}C_{1010}\left(\frac{-5}{2x}\right)^{1012}\left(\frac{4x}{5}\right)^{1010}$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summands are interchanged).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Given: (term from the end)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$=1024\times$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(term from the beginning),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${}^{2022}C_{1010}\left(\frac{-5}{2x}\right)^{1012}\left(\frac{4x}{5}\right)^{1010}=2^{10}\,{}^{2022}C_{1010}\left(\frac{4x}{5}\right)^{1012}\left(\frac{-5}{2x}\right)^{1010}$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the common factors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fourth root,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value is not among the options. The key's answer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if the relation is reversed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beginning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one from the end): then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the common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$\left(\frac{-5}{2x}\right)^{1010}\left(\frac{4x}{5}\right)^{1010}$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${}^{2022}C_{1010}$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$\left(\frac{-5}{2x}\right)^{2}=2^{10}\left(\frac{4x}{5}\right)^{2}$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$\frac{25}{4x^2}=1024\cdot\frac{16x^2}{25}$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$x^4=\frac{5^4}{2^{16}}$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fourth root,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$|x|=\frac{5}{2^{4}}=\frac{5}{16}$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value is not among the options. The key's answer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obtained if the relation is reversed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beginning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the one from the end):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$\left(\frac{4x}{5}\right)^2=1024\left(\frac{5}{2x}\right)^2$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$x^4=10^4$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(no option matches; key: (C) 10)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$\frac{5}{16}$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(no option matches; key: (C) 10)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from the end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ratio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$1011^{\text{th}}$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 from the end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$T_{1013}$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$T_{1013}/T_{1011}$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simply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$(b/a)^2$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end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1013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1011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$a=\frac{4x}{5}$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$b=-\frac{5}{2x}$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from the end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$T_{n-1011+2}=T_{1013}$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$T_{1011}={}^{2022}C_{1010}a^{1012}b^{1010}$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$T_{1013}={}^{2022}C_{1012}a^{1010}b^{1012}$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${}^{2022}C_{1010}={}^{2022}C_{1012}$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$\frac{T_{1013}}{T_{1011}}=\frac{b^2}{a^2}=1024$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ba\right|=32$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reversed reading,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ba\right|=\frac{5/(2|x|)}{4|x|/5}=\frac{25}{8x^2}=32$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$x^2=\frac{25}{256}$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$|x|=\frac{5}{16}$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reversed reading,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 ba\right|=\frac1{32}$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key.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(no option matches; key: (C) 10)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$\frac{5}{16}$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(no option matches; key: (C) 10)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end)/(term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beginning)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direction matters: always check which of the two terms is the larger before equating, and test the final answer in the original statement.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key that does not match your worked answer is a signal to re-read the statement for a reversed ratio.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end)/(term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beginning)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$=(b/a)^{n-2k+2}$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$n=2022,k=1011$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Reading direction matters: always check which of the two terms is the larger before equating, and test the final answer in the original statement.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key that does not match your worked answer is a signal to re-read the statement for a reversed ratio.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coefficients of the first 50 terms in the binomial expansion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coefficients of the first 50 terms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${}^{99}C_{49}$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$-{}^{99}C_{49}$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$-{}^{101}C_{50}$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${}^{101}C_{50}$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binomial coefficients of the first half of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(equal values, equal signs) halves the alternating sum around the middle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$C_{100-k}$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(equal values, equal signs) halves the alternating sum around the middle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coefficients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signs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agree, the terms pair up around the middle term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$(1-x)^{100}=C_0-C_1x+C_2x^2-C_3x^3+\ldots-C_{99}x^{99}+C_{100}x^{100}$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$(-1)^kC_k$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$C_0-C_1+C_2-C_3+\ldots-C_{99}+C_{100}=0$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${}^{100}C_k={}^{100}C_{100-k}$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signs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$(-1)^{100-k}$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agree, the terms pair up around the middle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$2\left(C_0-C_1+C_2-\ldots-C_{49}\right)+C_{50}=0$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50 terms) is 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$C_0-C_1+C_2-\ldots-C_{49}$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50 terms)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$-\frac12\,C_{50}=-\frac12\,{}^{100}C_{50}$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$-\frac12\cdot\frac{100!}{50!\,50!}=-\frac12\cdot\frac{100\cdot99!}{50\cdot49!\,50!}=-\frac{99!}{49!\,50!}$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$-{}^{99}C_{49}$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$-{}^{99}C_{49}$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Telescope with Pascal's rule: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Telescope with Pascal's rule: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$\sum_{k=0}^{m}(-1)^k\binom nk=(-1)^m\binom{n-1}{m}$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second sum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Pascal: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$\binom{100}{k}=\binom{99}{k}+\binom{99}{k-1}$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$\binom{99}{-1}=0$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$\sum_{k=0}^{49}(-1)^k\binom{100}{k}=\sum_{k=0}^{49}(-1)^k\binom{99}{k}+\sum_{k=1}^{49}(-1)^k\binom{99}{k-1}$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second sum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$\sum_{j=0}^{48}(-1)^{j+1}\binom{99}{j}=-\sum_{j=0}^{48}(-1)^j\binom{99}{j}$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 cancel except the last term of the first sum,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of the first 50 coefficients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terms cancel except the last term of the first sum,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$(-1)^{49}\binom{99}{49}=-\binom{99}{49}$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of the first 50 coefficients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$-{}^{99}C_{49}$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$-{}^{99}C_{49}$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(proved by Pascal's rule;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sum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sign pattern lets you replace a half-range alternating sum by the middle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$\sum_{k=0}^{m}(-1)^k\binom nk=(-1)^m\binom{n-1}{m}$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(proved by Pascal's rule;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$n=4,m=2$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$1-4+6=3=\binom32$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$(1-x)^{2m}$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coefficients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$-\frac12\binom{2m}{m}$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nk=\binom n{n-k}$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plus the sign pattern lets you replace a half-range alternating sum by the middle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$\left(a+bx+cx^{2}\right)^{10}=\sum_{i=0}^{20}p_ix^{i}$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Multinomial expansion and coefficient comparison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natural numbers;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$p_1=10a^9b=20$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$a=1,b=2$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natural numbers;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arises in two ways: one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nine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two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eight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$p_1=\frac{10!}{9!\,1!}a^{9}b=10a^9b=20$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$a^9b=2$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arises in two ways: one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nine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two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eight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$p_2=\frac{10!}{9!\,1!}a^9c+\frac{10!}{8!\,2!}a^8b^2=210$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$a=1,b=2$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$210=10c+45\cdot4$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$10c=30$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$2(a+b+c)=2(1+2+3)=12$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an ordinary binomial in the two terms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$(a+x(b+cx))^{10}$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an ordinary binomial in the two terms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$x(b+cx)$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powers).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$(a+bx+cx^2)^{10}=\left(a+x(b+cx)\right)^{10}=\sum_k\binom{10}{k}a^{10-k}x^k(b+cx)^k$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$10a^9x(b+cx)=10a^9bx+10a^9cx^2$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$45a^8x^2(b+cx)^2=45a^8b^2x^2+\ldots$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(higher powers).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$p_1=10a^9b$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$p_2=10a^9c+45a^8b^2$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$p_1=20\Rightarrow a=1,b=2$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$p_2=210\Rightarrow10c+180=210\Rightarrow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$2(a+b+c)=12$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trinomial,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expansion into a binomial: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involves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Low-order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prime-power condition like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natural numbers pins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trinomial,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$(a+x\,g(x))^n$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expansion into a binomial: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involves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$\binom{n}{j}$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Low-order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$(a+bx+cx^2)^n$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$p_0=a^n$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$p_1=na^{n-1}b$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$p_2=na^{n-1}c+\binom n2a^{n-2}b^2$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prime-power condition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$a^9b=2$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natural numbers pins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$\sum_{r=0}^{10}\left(\frac{10^{r+1}-1}{10^{r}}\right){}^{11}C_{r+1}=\frac{\alpha^{11}-11^{11}}{10^{10}}$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sums with weights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sum each part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$\frac{10^{r+1}-1}{10^r}=10-\frac{1}{10^r}$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sum each part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$(1+1)^{11}$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$\left(1+\frac1{10}\right)^{11}$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each bracket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$(10-1){}^{11}C_1+\left(\frac{10^2-1}{10}\right){}^{11}C_2+\ldots+\left(\frac{10^{11}-1}{10^{10}}\right){}^{11}C_{11}$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each bracket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$10-\frac{1}{10^{r}}$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$10\left({}^{11}C_1+{}^{11}C_2+\ldots+{}^{11}C_{11}\right)-\left({}^{11}C_1+\frac{{}^{11}C_2}{10}+\ldots+\frac{{}^{11}C_{11}}{10^{10}}\right)$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$10(2^{11}-1)$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$10\left(\frac{{}^{11}C_1}{10}+\frac{{}^{11}C_2}{10^2}+\ldots+\frac{{}^{11}C_{11}}{10^{11}}\right)=10\left(\left(1+\frac1{10}\right)^{11}-1\right)$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the given form,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$10\cdot\frac{11^{11}-10^{11}}{10^{11}}=\frac{11^{11}-10^{11}}{10^{10}}$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$10(2^{11}-1)-\frac{11^{11}-10^{11}}{10^{10}}$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$\frac{10^{11}(2^{11}-1)-11^{11}+10^{11}}{10^{10}}=\frac{2^{11}\cdot10^{11}-11^{11}}{10^{10}}$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$2^{11}\cdot10^{11}=20^{11}$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$\frac{20^{11}-11^{11}}{10^{10}}$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the given form,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denominators first: multiplying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each term into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sums to powers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Clear denominators first: multiplying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each term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$10^{11}-10^{11-k}$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sums to powers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$(1+10)$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𝐿𝐻𝑆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$k=1,\ldots,11$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$\frac{10^{k}-1}{10^{k-1}}\cdot10^{10}=10^{11}-10^{11-k}$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$10^{10}\cdot\text{LHS}=\sum_{k=1}^{11}\binom{11}{k}\left(10^{11}-10^{11-k}\right)$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$\sum_{k=1}^{11}\binom{11}{k}10^{11}=10^{11}(2^{11}-1)$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$\sum_{k=1}^{11}\binom{11}{k}10^{11-k}=(10+1)^{11}-10^{11}=11^{11}-10^{11}$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$10^{11}2^{11}-10^{11}-11^{11}+10^{11}=20^{11}-11^{11}$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partial sums starting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a weighted sum into two binomial sums.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through by the highest power in the denominator to get an integer identity and compare with the target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$\sum_{k=0}^{n}\binom nk a^{n-k}b^k=(a+b)^n$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partial sums starting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$(a+b)^n-a^n$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$\frac{p^{k}-1}{p^{k-1}}=p-p^{1-k}$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separates a weighted sum into two binomial sums.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through by the highest power in the denominator to get an integer identity and compare with the target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coefficients of all even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product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coefficients of all even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$\left(1+x+x^2+\ldots+x^{2n}\right)\left(1-x+x^2-x^3+\ldots+x^{2n}\right)$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coefficients of even powers in a product of expansions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Evaluating the product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adding isolates twice the sum of the even-power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Evaluating the product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adding isolates twice the sum of the even-power coefficients.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factor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$(1+x+\ldots+x^{2n})(1-x+x^2-\ldots+x^{2n})=a_0+a_1x+a_2x^2+\ldots+a_{4n}x^{4n}$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$2n+1=a_0+a_1+a_2+\ldots+a_{4n}$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$2n+1=a_0-a_1+a_2-\ldots+a_{4n}$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(2) and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even-power coefficients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(2) and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$2\left(a_0+a_2+a_4+\ldots+a_{4n}\right)=4n+2$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even-power coefficients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$2\times61=2(2n+1)$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$2n+1=61$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the two geometric sums first: the product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Multiply the two geometric sums first: the product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$1+x^2+x^4+\ldots+x^{4n}$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product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even power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odd power has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even-power coefficients is the number of terms,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$1+x+\ldots+x^{2n}=\frac{1-x^{2n+1}}{1-x}$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$1-x+x^2-\ldots+x^{2n}=\frac{1+x^{2n+1}}{1+x}$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$\frac{1-x^{4n+2}}{1-x^2}=1+x^2+x^4+\ldots+x^{4n}$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every even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$x^0,x^2,\ldots,x^{4n}$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every odd power has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even-power coefficients is the number of terms,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$2n+1=61$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squares in the geometric forms).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odd coefficients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$P(x)=\sum a_kx^k$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a_{2k}=\frac{P(1)+P(-1)}{2}$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a_{2k+1}=\frac{P(1)-P(-1)}{2}$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$\left(\sum_{i=0}^{m}x^i\right)\left(\sum_{i=0}^{m}(-x)^i\right)=\sum_{j}x^{2j}$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squares in the geometric forms).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$P(1)=P(-1)=2n+1$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odd coefficients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$\left(2x^{2}+3x+4\right)^{10}=\sum_{r=0}^{20}a_rx^{r}$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$\frac{a_7}{a_{13}}$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Ratio of coefficients in a trinomial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coefficients satisfy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$x^2P(2/x)=2P(x)$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$P=2x^2+3x+4$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coefficients satisfy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$a_{13}2^{13}=2^{10}a_7$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solutions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$(2x^2+3x+4)^{10}$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$\frac{10!}{p_1!\,p_2!\,p_3!}(2x^2)^{p_1}(3x)^{p_2}(4)^{p_3}$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$p_1+p_2+p_3=10$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p_i\le10$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$\frac{10!}{p_1!p_2!p_3!}2^{p_1}3^{p_2}4^{p_3}x^{2p_1+p_2}$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$2p_1+p_2=7$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$(p_1,p_2,p_3)=(3,1,6),(2,3,5),(1,5,4),(0,7,3)$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coefficients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solutions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$\frac{10!}{3!1!6!}2^{15}3$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$\frac{10!}{2!3!5!}2^{12}3^{3}$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$\frac{10!}{1!5!4!}2^{9}3^{5}$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$\frac{10!}{7!3!}2^{6}3^{7}$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$a_7=2^{3}\left(\frac{10!}{3!1!6!}2^{12}3+\frac{10!}{2!3!5!}2^{9}3^3+\frac{10!}{1!5!4!}2^{6}3^5+\frac{10!}{7!3!}2^{3}3^7\right)$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$2p_1+p_2=13$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$(6,1,3),(5,3,2),(4,5,1),(3,7,0)$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coefficients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bracket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coefficients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$\frac{10!}{6!1!3!}2^{12}3$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$\frac{10!}{5!3!2!}2^{9}3^{3}$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$\frac{10!}{4!5!1!}2^{6}3^5$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$\frac{10!}{3!7!}2^{3}3^7$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$a_{13}=\frac{10!}{6!1!3!}2^{12}3+\frac{10!}{5!3!2!}2^{9}3^3+\frac{10!}{4!5!1!}2^{6}3^5+\frac{10!}{3!7!}2^{3}3^7$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the bracket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$\frac{a_7}{a_{13}}=2^3=8$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of the quadratic: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 of the quadratic: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$x^2P(2/x)=2P(x)$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$x^{20}Q(2/x)=2^{10}Q(x)$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$Q=P^{10}$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Raising to the 10th power: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$P(x)=2x^2+3x+4$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$Q=P^{10}=\sum a_rx^r$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$x^2P(2/x)=x^2\left(\frac{8}{x^2}+\frac6x+4\right)=8+6x+4x^2=2P(x)$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Raising to the 10th power: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$x^{20}Q(2/x)=2^{10}Q(x)$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side's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a_r2^rx^{20-r}$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left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$a_{13}2^{13}$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side's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$2^{10}a_7$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$a_{13}2^{13}=2^{10}a_7$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$\frac{a_7}{a_{13}}=2^3=8$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'self-reciprocal up to scaling' polynomial), coefficients obey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hidden symmetry that turns a heavy casework count into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why this quadratic has the reflection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534827520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66853440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$x^kP(c/x)=\lambda 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'self-reciprocal up to scaling' polynomial), coefficients obey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$a_{k-r}c^{k-r}=\lambda a_r$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hidden symmetry that turns a heavy casework count into one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$P=ax^2+bx+d$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$x^2P(c/x)=cP(x)$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$c=d/a$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is why this quadratic has the reflection symmetry.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Verification: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$a_7=534827520$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$a_{13}=66853440$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$\left(x^{m}+\frac{1}{x^{2}}\right)^{22}$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Finding an exponent from the coefficient of a given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5475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Finding an exponent from the coefficient of a given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1540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only two indices,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exponent equation then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$\binom{22}{r}=1540$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only two indices,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$r=19$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exponent equation then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$T_{r+1}={}^{22}C_r\,(x^m)^{22-r}\left(\frac{1}{x^2}\right)^r$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${}^{22}C_r\,x^{22m-mr-2r}$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$22m-mr-2r=1$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${}^{22}C_r=1540$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${}^{22}C_3=\frac{22\times21\times20}{3\times2\times1}=1540$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${}^{22}C_{19}={}^{22}C_3$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$22m-3m-6=1$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$m=\frac{7}{19}$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an integer.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(1)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$22m-19m-38=1$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$3m=39$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(1)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(1)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$r=22-\frac{45}{m+2}$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divide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corresponding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$22m-mr-2r=1$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$r(m+2)=22m-1$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$r=\frac{22m-1}{m+2}=22-\frac{45}{m+2}$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$(m+2)\mid45$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$m+2\in\{3,5,9,15,45\}$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$m\in\{1,3,7,13,43\}$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corresponding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$7,13,17,19,21$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needed coefficient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170544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497420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26334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needed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${}^{22}C_r$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$170544,\,497420,\,26334,\,1540,\,22$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coefficient condition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linear Diophantine equation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𝑐𝑜𝑛𝑠𝑡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divisors.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given binomial value normally corresponds to two indices; test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Memorise small values: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7315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coefficient condition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$(x^m+x^{-2})^n$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linear Diophantine equation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solve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$n-\frac{\text{const}}{m+2}$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test divisors.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nr=\binom n{n-r}$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given binomial value normally corresponds to two indices; test both.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Memorise small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$\binom{22}{3}=1540$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$\binom{22}{2}=231$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$\binom{22}{4}=7315$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remainder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remainder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$(2020+x)^{2022}$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Remainder using the binomial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$2020+x=2024+(4k-1)$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$8\mid2024$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$(4k-1)^{2022}$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term except the last contains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$x=4k+3$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$(2020+x)^{2022}=(2023+4k)^{2022}$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$2023+4k=2024+(4k-1)$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$\left(2024+(4k-1)\right)^{2022}$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$={}^{2022}C_0(2024)^{2022}+\ldots+{}^{2022}C_{2021}(2024)(4k-1)^{2021}+{}^{2022}C_{2022}(4k-1)^{2022}$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term except the last contains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$2024=8\cdot253$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2022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8088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8; every term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8.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whole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8.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$(4k-1)^{2022}=\sum_{j=0}^{2022}{}^{2022}C_j(4k)^{j}(-1)^{2022-j}$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$(-1)^{2022}=1$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$-2022\cdot4k=-8088k$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8; every term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$(4k)^2=16k^2$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multiple of 8.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$(4k-1)^{2022}=8I_1+1$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whole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$8I+8I_1+1$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leaving remainder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division by 8.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odd number squared leaves remainder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An odd number squared leaves remainder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division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$2020+x=2020+4k+3=2023+4k$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$m=2j+1$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$m^2=4j(j+1)+1$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$j(j+1)$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$m^2\equiv1\pmod 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$(2023+4k)^{2022}=\left((2023+4k)^2\right)^{1011}\equiv1^{1011}=1\pmod 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odd square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trick works for any modulus: write the base as a multiple of the modulus plus a small residue.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exactly: the information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used to guarantee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odd square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$\equiv1\pmod 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$(\text{odd})^{2m}\equiv1\pmod 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$(8a\pm1)^n\equiv(\pm1)^n\pmod 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trick works for any modulus: write the base as a multiple of the modulus plus a small residue.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exactly: the information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$x\equiv3\pmod4$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used to guarantee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$2020+x$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remainder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$(2021)^{3762}$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remainder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Remainder using the binomial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power of 2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$2021=2023-2$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$17\mid2023$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$2^4=16=17-1$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power of 2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$(17-1)^{k}$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940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$2021=2023-2$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$2023=17\cdot119$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$(2021)^{3762}=(2023-2)^{3762}$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$(2023-2)^{3762}=17k+(-2)^{3762}=17k+2^{3762}$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$2^{3762}=2^{2}\cdot2^{3760}=2^2\left(2^4\right)^{940}=4\cdot16^{940}$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940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exponent 940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multiple of 17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$16=17-1$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$4(17-1)^{940}=4(17\lambda+1)$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the exponent 940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$(2021)^{3762}=17k+4(17\lambda)+4$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multiple of 17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residues and the order of 2 modulo 17: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residues and the order of 2 modulo 17: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$2^8\equiv1$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exponent).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3762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470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$2021=17\cdot118+15$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$2021\equiv15\equiv-2\pmod{17}$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$2021^{3762}\equiv(-2)^{3762}=2^{3762}$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exponent).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$2^4=16\equiv-1$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$2^8\equiv1\pmod{17}$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$3762=8\cdot470+2$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$2^{3762}\equiv(2^8)^{470}\cdot2^2\equiv4$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multiplicative order of 2 modulo 17 is 8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in general find the first power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 the exponent modulo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Fermat gives the cruder bound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order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often smaller.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even exponent behaves exactly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multiplicative order of 2 modulo 17 is 8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$2^4\equiv-1$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in general find the first power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reduce the exponent modulo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Fermat gives the cruder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$2^{16}\equiv1\pmod{17}$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order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often smaller.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an even exponent behaves exactly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integer.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positive integer.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$A=\sum_{k=0}^{n}(-1)^k\,{}^nC_k\left[\left(\frac12\right)^k+\left(\frac34\right)^k+\left(\frac78\right)^k+\left(\frac{15}{16}\right)^k+\left(\frac{31}{32}\right)^k\right]$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$63A=1-\frac{1}{2^{30}}$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a series using binomial theorem and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geometric series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$\sum_k(-1)^k\binom nk t^k=(1-t)^n$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geometric series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$2^{-n}$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of the five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$\sum_{k=0}^{n}(-1)^k{}^nC_kt^k=(1-t)^n$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of the five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$A=\left(1-\frac12\right)^n+\left(1-\frac34\right)^n+\left(1-\frac78\right)^n+\left(1-\frac{15}{16}\right)^n+\left(1-\frac{31}{32}\right)^n$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$A=\frac1{2^n}+\frac1{4^n}+\frac1{8^n}+\frac1{16^n}+\frac1{32^n}=\frac1{2^n}+\frac1{2^{2n}}+\frac1{2^{3n}}+\frac1{2^{4n}}+\frac1{2^{5n}}$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G.P. with first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a G.P.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$A=\frac{\frac1{2^n}\left(1-\frac1{2^{5n}}\right)}{1-\frac1{2^n}}$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$A=\frac{1-2^{-5n}}{2^n-1}=\frac{2^{5n}-1}{2^{5n}\left(2^n-1\right)}$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$63A=\frac{63}{2^n-1}\left(1-\frac1{2^{5n}}\right)$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$63A=1-\frac1{2^{30}}$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$\frac{63}{2^n-1}=1$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$2^{5n}=2^{30}$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visibly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$y=2^{-n}$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$f(y)=63(y+y^2+\ldots+y^5)$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$y=2^{-6}$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visibly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$1-2^{-30}$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$A=y+y^2+y^3+y^4+y^5$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$y=2^{-n}$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right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$1-2^{-30}=1-z^5$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$z=2^{-6}=\frac1{64}$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$63A=63z\frac{1-z^5}{1-z}=63\cdot\frac{1}{64}\cdot\frac{64}{63}(1-z^5)=1-z^5$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$f(y)=63(y+\ldots+y^5)$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$2^{-n}=2^{-6}$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weights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 binomial sum collapse to a single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power of a fixed number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result is a geometric series; recognise the pattern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a monotone expression with a target is often faster than solving: guess from the target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prove uniqueness by monotonicity.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$\sum_{k}(-1)^k\binom nk t^k=(1-t)^n$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$\sum_k\binom nk t^k=(1+t)^n$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weights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a binomial sum collapse to a single power.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power of a fixed number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$t=1-2^{-j}$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result is a geometric series; recognise the pattern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$\frac12,\frac34,\frac78,\ldots$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$1-2^{-j}$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a monotone expression with a target is often faster than solving: guess from the target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$2^{30}=(2^6)^5$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prove uniqueness by monotonicity.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constant term in the binomial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number,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constant term in the binomial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$\left(\frac{x^{5/2}}{2}-\frac{4}{x^{l}}\right)^{9}$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$x^{-3l}$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$2^{\alpha}\beta$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number,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 l-\beta|$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Constant term and coefficient of a given power in a binomial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constant-term equation links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one integer pair also gives the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constant-term equation links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one integer pair also gives the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$-84$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constant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$T_{r+1}={}^9C_r\frac{\left(x^{5/2}\right)^{9-r}}{2^{9-r}}\left(\frac{-4}{x^{l}}\right)^{r}$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$(-1)^r\frac{{}^9C_r}{2^{9-r}}4^rx^{\frac{45}{2}-\frac{5r}{2}-lr}$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$\frac{45}{2}-\frac{5r}{2}-lr=0$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$45-5r-2lr=0$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$r=\frac{45}{5+2l}$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....(1)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$(-1)^r\frac{{}^9C_r}{2^{9-r}}4^r=(-1)^r\,{}^9C_r\,2^{3r-9}=-84=-21\cdot4$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 of 2 on the left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sign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general term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power of 2 on the left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$2^{3r-9}$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only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${}^9C_r2^{3r-9}=84$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${}^9C_3=84$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sign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$(-1)^3=-1$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$3=\frac{45}{5+2l}$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general term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$\frac{45}{2}-\frac{5r}{2}-5r=\frac{45-15r}{2}$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$x^{-3l}=x^{-15}$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$45-15r=-30$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${}^9C_5(-1)^5\frac{4^5}{2^4}=-126\cdot64=-63\cdot2^{7}$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$2^{\alpha}\beta$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 l-\beta|=|35+63|=98$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(1) as a divisibility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divisor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leaves only three candidates.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(1) as a divisibility condition: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$5+2l$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divisor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leaves only three candidates.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divisor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these pairs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$r=\frac{45}{5+2l}$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$r\in\{0,\ldots,9\}$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$5+2l$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divisor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is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$5+2l\in\{9,15,45\}$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$(l,r)=(2,5),(5,3),(20,1)$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$(-1)^r\,{}^9C_r\,2^{3r-9}$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these pairs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$-8064$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$-\frac{9}{64}$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index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coefficient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$(l,r)=(5,3)$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index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$-126\cdot64=-8064=-63\cdot2^7$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$\alpha=7,\beta=-63$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 l-\beta|=98$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constant term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exponent parameter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unknown, the integer-index condition usually leaves a handful of divisor cases; test each against the given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coefficient written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is the unique 'power of 2 times odd part' factorisation: extract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dividing out 2's.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$(px^{s}+qx^{-t})^n$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$s(n-r)-tr$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constant term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$r=\frac{sn}{s+t}$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an integer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$[0,n]$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an exponent parameter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unknown, the integer-index condition usually leaves a handful of divisor cases; test each against the given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coefficient written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$2^{\alpha}\beta$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is the unique 'power of 2 times odd part' factorisation: extract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dividing out 2's.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sum of the coefficients of the first three terms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sum of the coefficients of the first three terms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$\left(x-\frac{3}{x^{2}}\right)^{n}$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Coefficient of a given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Coefficient of a given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binomial expansion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of the first three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their sum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coefficients of the first three terms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$9\binom n2$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their sum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three terms have coefficients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three terms have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$-{}^nC_1\cdot3$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${}^nC_2\cdot3^2$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${}^nC_0-{}^nC_1\cdot3+{}^nC_2\cdot3^2=376$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$1-3n+\frac{9n(n-1)}{2}=376$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$9n^2-15n-750=0$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$3n^2-5n-250=0$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$(n-10)(3n+25)=0$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$T_{r+1}={}^{10}C_r\left(\frac{-3}{x^2}\right)^r(x)^{10-r}={}^{10}C_r(-3)^rx^{10-3r}$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$10-3r=4$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${}^{10}C_2(-3)^2=45\cdot9=405$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405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three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expansions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here):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found by factorising.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nonzero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three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$(x+by^{-2})^n$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expansions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n2b^2$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here):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answer is found by factorising.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$(x-3x^{-2})^{n}$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nonzero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3.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$r=\frac{10-4}{3}=2$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in the expansion of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in the expansion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$\left(2x+\frac{1}{x^{7}}+3x^{2}\right)^{5}$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Constant term in a multinomial expansion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Constant term means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one non-negative triple works.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Constant term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$n_1-7n_2+2n_3=0$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$n_1+n_2+n_3=5$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one non-negative triple works.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e>
                        </m:d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constant term the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impossible;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hold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$\sum\frac{5!}{n_1!\,n_2!\,n_3!}(2x)^{n_1}\left(x^{-7}\right)^{n_2}\left(3x^2\right)^{n_3}$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$n_1+n_2+n_3=5$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constant term the power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$n_1-7n_2+2n_3=0$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$n_1+2n_3=7n_2$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$n_1+n_2+n_3=5$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$n_1=n_3=0$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$n_2\ge2$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$n_1+2n_3\ge14$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hold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$n_1+n_3\le3$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possibility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$n_1+2n_3=7$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$n_1+n_3=4$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$n_3=3$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possibility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$(n_1,n_2,n_3)=(1,1,3)$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$\frac{5!}{1!\,1!\,3!}\cdot2\cdot1\cdot3^3=20\cdot2\cdot27=1080$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constant term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simple exponent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$x^{-35}$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constant term is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$x^{35}$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$(1+2x^8+3x^9)^5$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simple exponent equation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$8a+9b=35$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$\left(2x+x^{-7}+3x^2\right)^5=x^{-35}\left(1+2x^{8}+3x^{9}\right)^5$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constant term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$(1+2x^8+3x^9)^5$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$8a+9b=35$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non-negative multiple of 8: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too large).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$35-9b$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a non-negative multiple of 8: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too large).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$(a,b)=(1,3)$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coefficient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$\frac{5!}{1!\,3!\,1!}\cdot2\cdot3^3=20\cdot54=1080$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trinomial, factor out the most negative power so it becomes a polynomial; then the required power is a two-variable linear equation in the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multinomial arrangements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include the numerical factors of each term raised to its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bound the counts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discard spurious solutions of the exponent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trinomial, factor out the most negative power so it becomes a polynomial; then the required power is a two-variable linear equation in the counts.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multinomial arrangements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$\frac{n!}{n_1!n_2!n_3!}$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include the numerical factors of each term raised to its count.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bound the counts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$n_1+n_2+n_3=n$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discard spurious solutions of the exponent equation.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$(2023)^{2023}$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Remainder using the binomial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289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number is a multiple of 7; its remainder mod 5 then fixes the remainder mod 35.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$2023=7\cdot289$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number is a multiple of 7; its remainder mod 5 then fixes the remainder mod 35.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289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7.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5.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$2023=7\cdot289$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$(2023)^{2023}=7\cdot\left(7^{2022}\cdot289^{2023}\right)$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7.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$M=7^{2022}\cdot289^{2023}$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5.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$7^{2022}=49^{1011}=(50-1)^{1011}=5\lambda-1$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$7^{2022}\equiv-1\pmod5$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$289=290-1\equiv-1\pmod5$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$289^{2023}\equiv(-1)^{2023}=-1\pmod5$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when divided by 35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$M\equiv(-1)(-1)=1\pmod5$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$M=5\mu+1$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$(2023)^{2023}=7(5\mu+1)=35\mu+7$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when divided by 35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Chinese remainder theorem: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 7 and mod 5 via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Chinese remainder theorem: residue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 7 and mod 5 via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$3^4\equiv1$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7: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5: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multiples of 7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residues mod 5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7: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$2023=7\cdot289\equiv0$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 5: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$2023\equiv3$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$3^4=81\equiv1$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$2023=4\cdot505+3$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$3^{2023}\equiv3^3=27\equiv2\pmod5$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$x\in\{0,\ldots,34\}$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$x\equiv0\pmod7$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$x\equiv2\pmod5$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multiples of 7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$0,7,14,21,28$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residues mod 5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$0,2,4,1,3$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residue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residue 2.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CRT: for a composite modulus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remainders mod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and combine.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base shares a factor with the modulus, one residue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is found by Euler/Fermat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number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CRT: for a composite modulus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$m=m_1m_2$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$\gcd(m_1,m_2)=1$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the remainders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 and combine.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base shares a factor with the modulus, one residue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is found by Euler/Fermat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$a^{\varphi(m)}\equiv1$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$\gcd(a,m)=1$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number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$p\cdot(p^{-1}r\bmod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$7\cdot1$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e>
                            </m:d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!</m:t>
                                </m:r>
                              </m:e>
                            </m: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$\sum_{n=0}^{\infty}\frac{n^{3}\left((2n)!\right)+(2n-1)\left(n!\right)}{(n!)\left((2n)!\right)}=ae+\frac{b}{e}+c$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$a,b,c\in\mathbb{Z}$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$e=\sum_{n=0}^{\infty}\frac{1}{n!}$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$a^{2}-b+c$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Exponential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factorial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$\sum\frac{n^3}{n!}$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$\sum\frac{2n-1}{(2n)!}$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factorial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$n(n-1)(n-2)+3n(n-1)+n$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sum: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sum: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second sum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are the odd-factorial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$\sum_{n=0}^{\infty}\frac{n^3\,(2n)!}{n!\,(2n)!}+\sum_{n=0}^{\infty}\frac{(2n-1)\,n!}{n!\,(2n)!}$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$\frac{2n-1}{(2n)!}=\frac{2n}{(2n)!}-\frac{1}{(2n)!}=\frac{1}{(2n-1)!}-\frac{1}{(2n)!}$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second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$\sum_{n}\frac{1}{(2n-1)!}-\sum_n\frac1{(2n)!}=\frac{e-e^{-1}}{2}-\frac{e+e^{-1}}{2}=-\frac1e$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$\frac{1}{(2n-1)!}$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are the odd-factorial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$\sinh1$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$\frac1{(2n)!}$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sum: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series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$\sum_{n=0}^{\infty}\frac{n^3}{n!}$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$n^3=n(n-1)(n-2)+3n(n-1)+n$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$n=1\Rightarrow1$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$n=2\Rightarrow8=0+6+2$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$\sum\frac{n^3}{n!}=\sum_{n\ge3}\frac{1}{(n-3)!}+3\sum_{n\ge2}\frac{1}{(n-2)!}+\sum_{n\ge1}\frac{1}{(n-1)!}$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series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$e+3e+e=5e$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$5e-\frac1e$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$a^2-b+c=25+1+0=26$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operator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operator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$x\frac{d}{dx}$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$\sum\frac{n^3}{n!}x^n=(x\frac d{dx})^3e^x=(x^3+3x^2+x)e^x$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$\theta=x\frac{d}{dx}$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$\theta^3e^x=\sum\frac{n^3x^n}{n!}$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 e^x=xe^x$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$\theta^2e^x=(x^2+x)e^x$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$\theta^3e^x=(x^3+3x^2+x)e^x$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$\sum\frac{n^3}{n!}=5e$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part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part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$\sum\frac{2n-1}{(2n)!}=\sum\frac{1}{(2n-1)!}-\sum\frac1{(2n)!}=\sinh1-\cosh1=-e^{-1}$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$=5e-e^{-1}$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$(a,b,c)=(5,-1,0)$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$a^2-b+c=26$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Bell numbers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(Dobinski's formula).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Falling factorials make series telescope: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them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bar>
                          <m:barPr>
                            <m:pos m:val="bot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ba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bar>
                          <m:barPr>
                            <m:pos m:val="bot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ba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coefficients are Stirling numbers of the second kind).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sinh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odd/even parts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$\sum_{n\ge0}\frac{n^k}{n!}=B_ke$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Bell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$B_1=1,B_2=2,B_3=5,B_4=15$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(Dobinski's formula).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Falling factorials make series telescope: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$\sum\frac{n(n-1)\cdots(n-j+1)}{n!}=e$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$n^3=n^{\underline3}+3n^{\underline2}+n$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coefficients are Stirling numbers of the second kind).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$\sum\frac{1}{(2n)!}=\cosh1=\frac{e+e^{-1}}2$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$\sum\frac1{(2n+1)!}=\sinh1=\frac{e-e^{-1}}2$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odd/even parts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 of a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 of another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remainder obtained on dividing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 of a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root of another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remainder obtained on dividing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Remainder using the binomial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residues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$x+y=6^{50}\left(2^{50}+3^{50}\right)$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$6=5+1$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$4^{25}=(5-1)^{25}$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$9^{25}=(10-1)^{25}$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residues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50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$x^{1/50}=12$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$y^{1/50}=18$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$x=12^{50}$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$y=18^{50}$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$x+y=12^{50}+18^{50}=\left(2^2\cdot3\right)^{50}+\left(3^2\cdot2\right)^{50}=6^{50}\left(2^{50}+3^{50}\right)$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$6^{50}=(5+1)^{50}$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$2^{50}+3^{50}=4^{25}+9^{25}=(5-1)^{25}+(10-1)^{25}$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$(5+1)^{50}=25\lambda+1$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term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higher is a multiple of 25, and the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multiple of 25),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$(5-1)^{25}=25k-1$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term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higher is a multiple of 25, and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${}^{25}C_1\cdot5\cdot(-1)^{24}=125$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multiple of 25),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$(10-1)^{25}=25\mu-1$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$4^{25}+9^{25}=25k-1+25\mu-1=25t-2=25(t-1)+23$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$x+y=(25\lambda+1)(25t-2)\equiv-2\equiv23\pmod{25}$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theorem: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25.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Euler's theorem: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$\varphi(25)=20$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$12^{50}\equiv12^{10}$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$18^{50}\equiv18^{10}$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modulo 25.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$\gcd(12,25)=\gcd(18,25)=1$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$a^{20}\equiv1\pmod{25}$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$12^{50}\equiv12^{10}$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$18^{50}\equiv18^{10}$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$12^2=144\equiv19$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$12^4\equiv19^2=361\equiv11$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$12^8\equiv121\equiv21$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$12^{10}=12^8\cdot12^2\equiv21\cdot19=399\equiv24\equiv-1$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$18^2=324\equiv24\equiv-1$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$18^{10}=(18^2)^5\equiv(-1)^5=-1$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$x+y\equiv-1-1=-2\equiv23\pmod{25}$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very simple residue modulo 25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a sum of powers first: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the number of residues to compute.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$a^{\varphi(m)}\equiv1\pmod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$\gcd(a,m)=1$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$\varphi(25)=20$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$\varphi(35)=24$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$(1+5k)^n\equiv1+5kn\pmod{25}$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$\equiv1\pmod5$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a very simple residue modulo 25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$6^{50}\equiv1$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a sum of powers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$12^{50}+18^{50}=6^{50}(2^{50}+3^{50})$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the number of residues to compute.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2.20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Algebra 15 Binomial Theorem (Q281–Q300)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2.20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