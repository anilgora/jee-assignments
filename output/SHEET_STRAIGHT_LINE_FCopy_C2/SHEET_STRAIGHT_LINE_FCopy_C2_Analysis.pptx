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Sheet1!$A$2:$A$27</c:f>
              <c:strCache>
                <c:ptCount val="2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4.0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1.0</c:v>
                </c:pt>
                <c:pt idx="19">
                  <c:v>1.0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2.0</c:v>
                </c:pt>
                <c:pt idx="24">
                  <c:v>2.0</c:v>
                </c:pt>
                <c:pt idx="25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applies each perpendicular bisector to the wrong vertex: it finds $B=(4,0)$ from the bisector of $AC$ and $C=(2,-1)$ from the bisector of $AB$, i.e. $B$ and $C$ are interchanged. Correct: $B=(2,-1)$, $C=(4,0)$. Consequently the median to $AB$ is $CF$: $x+4y=4$ and the median to $AC$ is $BE$: $5x+2y=8$ (the PDF's labels CF and BE give the two equations in the opposite order, although the key lists them in the correct order).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has a misprint: it ends with $\left(x_1^2-\delta^2\right)xy^2$ whereas the correct term is $\left(x_1^2-\delta^2\right)y^2$ (the key is right). Its first two lines (the product-of-distances formula) are not used further, so they are mentioned only as a remark.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'a+b = 4', but the question asks for $a+\frac1{b^2}=-1+25=24$ (the key 24 is right). Also '$5m-1=0\Rightarrow m&lt;\frac15$' should read $5m-1&lt;0\Rightarrow m&lt;\frac15$, and the reason for $m&gt;-1$ (slope $-1$ is parallel to $L_1$, so no triangle) has been written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$\tan III$ line is garbled ($\frac{-17}{1+1}$); the correct value is $\tan III=7$ (consistent with the $\frac17$ it later uses for $\cot III$). The factorisation part is labelled '(d)' instead of continuing the working for (b). Part (c) (inradius) has no working in the PDF: it was written here using the right angle at $A$, giving $\frac{3}{10}(8\sqrt5-5\sqrt{10})$, the printed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radicand condition as 'ea+2b-ea-6=0', a misprint for $ea+2b-2e-6=0$ (the printed radicand is $ex+2y-2e-6$). The solution $(a,b)=(2,3)$ is correct. The PDF also asserts '$\theta=45^\circ$' without the reason (maximum values), which has been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 the step 'In $\triangle CBE$: $\tan\theta=\frac{CE}{BC}=\frac b{2a}$' is mislabelled: that ratio is $\tan\alpha$ ($\alpha=\angle CBE$), while $\tan\theta=\frac13$ comes from the slopes; the next line 'tan(θ+α)=tanθ+tab α...' is a typing slip. The corrected labels give the same $ab=800$ and area $400$.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ends with a leftover line 'Area of $\triangle OPQ$ is minimum when $(8,2)$ is the midpoint... $=32$', which answers a different question (minimum area). It is not part of this question and has been dropped; the AM–GM working and the answer $18$ are correct. The attainment of equality ($m=-\frac12$) has been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expression for $Z$ contains misprints: it prints $(\beta+2)^2$ and $(\beta\alpha)^2$ where $(\beta-1)^2$ and $\alpha^2+(\beta-1)^2$ are meant, i.e. $PC^2$ and $PD^2$ are mis-typed. With the correct distances the sum is $0$, as the key says.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shared solution for Q21–Q23 stops after the area of $\triangle APQ$; the subtraction from the area $4$ of $\triangle ABC$ that gives the printed key (D) was added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STRAIGHT LINE FCopy C2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C-II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/ Integer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4 marks each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15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shown in the figure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on.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a triangle whose orthocentre and circumcentre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An insect starts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moves along straight segments in zig-zag fashion (every segment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downward,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upward, and so on) and finally terminates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15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 A, B, C, 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shown in the figure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 = 2AB = 4BC = 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on.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 of a triangle whose orthocentre and circumcentre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$\left(\frac{7}{2},\frac{5}{2}\right)$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An insect starts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moves along straight segments in zig-zag fashion (every segment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downward,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upward, and so on) and finally terminates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Centroid, orthocentre and circumcentre (Euler line), Infinite 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divides the orthocentre–circumcentre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each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segment adds a geometric-series step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centroid divides the orthocentre–circumcentre segment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segment adds a geometric-series step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joining the orthocentre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line joining the orthocentre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$O\left(\frac72,\frac52\right)$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$HG:GO = 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circumcentre.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segments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contributes (length)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horizontal motion.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horizontal moves are to the right: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$G=\frac{H+2S}{3}\equiv\left(\frac{7+2}{3},\frac{5+4}{3}\right)=(3,3)$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$S\left(\frac72,\frac52\right)$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circumcentre.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centroid,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segments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$OA=3\sqrt2,\ AB=\frac{3\sqrt2}{2},\ BC=\frac{3\sqrt2}{4},\dots$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contributes (length)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$\cdot\frac{1}{\sqrt2}$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horizontal motion.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horizontal moves are to the right: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$\alpha=\frac{3\sqrt2}{\sqrt2}+\frac{3\sqrt2}{2\sqrt2}+\frac{3\sqrt2}{4\sqrt2}+\cdots\infty=\dfrac{3}{1-\frac12}=6$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vertical moves alternate up and down: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vertical moves alternate up and down: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$\beta=\frac{3\sqrt2}{\sqrt2}-\frac{3\sqrt2}{2\sqrt2}+\frac{3\sqrt2}{4\sqrt2}-\cdots\infty=\dfrac{3}{1+\frac12}=2$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$\alpha+\beta=6+2=8$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Self-similarity: the path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whole path scaled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reflected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a fixed-point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Self-similarity: the path 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whole path scaled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reflected in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a fixed-point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(Euler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circumcentre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reaching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insect repeats the same zig-zag, but every length is halved and it first goes down instead of up (a reflection in a horizontal line).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$G=A=(3,3)$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(Euler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$G=\frac{H+2S}{3}$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reaching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insect repeats the same zig-zag, but every length is halved and it first goes down instead of up (a reflection in a horizontal line).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displacement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displacement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 halved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 halved and reversed: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series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displacement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displacement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 halved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 halved and reversed: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$P-A=\left(\frac{\alpha}{2},-\frac{\beta}{2}\right)$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$\alpha-3=\frac{\alpha}{2}\Rightarrow 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$\beta-3=-\frac{\beta}{2}\Rightarrow \frac{3\beta}{2}=3\Rightarrow\beta=2$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series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(circumcentre) are collinear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self-similar infinite path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limit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the fixed-point equation instead of summing a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zig-zag with segment lengths in G.P.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vertical moves alternate in sign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(circumcentre) are collinear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$HG:GS=2:1$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$G=\frac{H+2S}{3}$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$H=3G-2S$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self-similar infinite path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limit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$P=A+r\,\mathcal R(P)$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the fixed-point equation instead of summing a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zig-zag with segment lengths in G.P.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$\alpha=\dfrac{a}{1-r}$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$\beta=\dfrac{a}{1+r}$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vertical moves alternate in sign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the perpendiculars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the lines perpendicular to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of intersection of the perpendicular bisectors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equations of the medians to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the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the lines perpendicular to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point of intersection of the perpendicular bisectors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equations of the medians to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 and circumcentre of a triangle; reflection of a point in a line; medians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perpendicular bisector of a side is parallel to the altitude to the other side's normal,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mirror images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two perpendicular bisectors.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perpendicular bisector of a side is parallel to the altitude to the other side's normal,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mirror images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two perpendicular bisectors.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given perpendiculars are altitudes; they meet at the orthocentre: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parallel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also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passes through the circumcentre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given perpendiculars are altitudes; they meet at the orthocentre: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parallel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also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passes through the circumcentre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circumcentre: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they must.)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circumcentre: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$2x-y-\frac12=0$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$\frac{x+2}{1}=\frac{y-3}{-1}=-2\cdot\frac{-2-3+1}{2}=4$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$4x-2y-1=0$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$\frac{x+2}{4}=\frac{y-3}{-2}=-2\cdot\frac{-8-6-1}{20}=\frac32$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they must.)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$y-0=\frac{1-0}{0-4}(x-4)\Rightarrow x+4y=4$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$y+1=\frac{\frac32+1}{1-2}(x-2)\Rightarrow 2y+2=-5x+10\Rightarrow 5x+2y=8$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Median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median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Median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$x+4y=4$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median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$5x+2y=8$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their altitudes the vertices follow from two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relation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$H=A+B+C-2S$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their altitudes the vertices follow from two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circumcentre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orthocentre (intersection of the two given altitudes).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relation (vectors):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$S=\left(\frac32,\frac52\right)$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circumcentre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orthocentre (intersection of the two given altitudes).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relation (vectors):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H=\vec A+\vec B+\vec C-2\vec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B+\vec C=\vec H+2\vec S-\vec A=(1,-3)+(3,5)-(-2,3)=(6,-1)$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$C=(q,q-4)$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$B=(p,2p-5)$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medians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$(2p-5)+(q-4)=-1\Rightarrow 2p+q=8$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$E\left(1,\frac32\right)$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medians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$CF:\ x+4y=4$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$BE:\ 5x+2y=8$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Median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median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Median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$x+4y=4$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median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$5x+2y=8$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relation: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circumcentre is the origin) — gives the sum of two unknown vertices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altitude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circumcentre then fixes its constant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$H=A+B+C-2S$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circumcentre is the origin) — gives the sum of two unknown vertices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altitude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circumcentre then fixes its constant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$\frac{x-x_1}{a}=\frac{y-y_1}{b}=-\frac{2(ax_1+by_1+c)}{a^2+b^2}$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interior angle bisector of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interior angle bisector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$A(-8,5)$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$B(-15,-19)$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$ax+2y+c=0$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Incentre and internal angle bisector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bisector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two points determine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$\left(\frac{ax_1+bx_2+cx_3}{a+b+c},\dots\right)$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bisector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two points determine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internal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side lengths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internal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side lengths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$a=BC=\sqrt{16^2+12^2}=20$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$b=AC=\sqrt{9^2+12^2}=15$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$c=AB=\sqrt{7^2+24^2}=25$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$I=\left(\frac{ax_1+bx_2+cx_3}{a+b+c},\frac{ay_1+by_2+cy_3}{a+b+c}\right)=\left(\frac{-160-225+25}{60},\frac{100-285-175}{60}\right)$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$I=(-6,-6)$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$y+6=\frac{11}{-2}(x+6)$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$-2y-12=11x+66$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$11x+2y+78=0$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$ax+2y+c=0$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$a=11,\ c=78$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internal bisector direction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the unit vectors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internal bisector direction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sum of the unit vectors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unit vector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unit vector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bisector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$\overrightarrow{AB}=(-7,-24)$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$|AB|=25$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unit vector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$\left(-\frac{7}{25},-\frac{24}{25}\right)$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$\overrightarrow{AC}=(9,-12)$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$|AC|=15$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unit vector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$\left(\frac35,-\frac45\right)=\left(\frac{15}{25},-\frac{20}{25}\right)$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$\left(\frac{8}{25},-\frac{44}{25}\right)\parallel(2,-11)$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bisector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$A(-8,5)$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$y-5=-\frac{11}{2}(x+8)\Rightarrow 2y-10=-11x-88\Rightarrow 11x+2y+78=0$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$a=11,\ c=78$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bisector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unit vectors); the external bisector has direction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Angle-bisector theorem: the bisector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Pythagorean triples: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triangle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Internal bisector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u_{AB}+\hat u_{AC}$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unit vectors); the external bisector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u_{AB}-\hat u_{AC}$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Angle-bisector theorem: the bisector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$BD:DC=AB:AC$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$25:15=5:3$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$D=(-5,-11.5)$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$11x+2y+78=0$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Pythagorean triples: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$20^2+15^2=25^2$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triangle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$r=\frac{a+b-c}{2}=5$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sides of a rhombus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to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diagonals of the rhombus intersect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find the possible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sides of a rhombus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to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diagonals of the rhombus intersect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find the possible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Rhombus and its diagonals; angle bisectors of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diagonals of a rhombus bisect the angles between its sides, so they are parallel to the angle bisectors of the two given directions.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intersection of the diagonals. Diagonals of a rhombus are parallel to the angle bisectors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bisectors: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intersection of the diagonals. Diagonals of a rhombus are parallel to the angle bisectors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bisectors: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$\frac{x-y+2}{\sqrt2}=\pm\frac{7x-y+3}{5\sqrt2}$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$5x-5y+10=7x-y+3\Rightarrow 2x+4y-7=0$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$x+2y-\frac72=0$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equal to one of these: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$5x-5y+10=-7x+y-3\Rightarrow 12x-6y+13=0$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$2x-y+\frac{13}{6}=0$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equal to one of these: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$m_{AE}=\frac{2-\alpha}{1-0}$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$m_{AE}=-\frac12$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$2-\alpha=-\frac12\Rightarrow\alpha=\frac52$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$m_{AE}=2$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$2-\alpha=2\Rightarrow\alpha=0$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$A=\left(0,\frac52\right)$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$\left(0,\frac52\right)$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of a rhombus is equidistant from all four sides,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equidistant from the two sides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of a rhombus is equidistant from all four sides,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equidistant from the two sides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to the given lines: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to the given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$y=7x+\alpha$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$\frac{|1-2+\alpha|}{\sqrt2}=\frac{|\alpha-1|}{\sqrt2}$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$7x-y+\alpha=0$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$\frac{|7-2+\alpha|}{5\sqrt2}=\frac{|\alpha+5|}{5\sqrt2}$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distances: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distances: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$5|\alpha-1|=|\alpha+5|$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$5(\alpha-1)=\alpha+5$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$5(\alpha-1)=-(\alpha+5)$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$\left(0,\frac52\right)$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$\left(0,\frac52\right)$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parallelogram is a rhombus iff its diagonals bisect the angles at the vertices; its centre is equidistant from all four sides (incircle).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bisector slopes here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multiply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bisectors must.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only directions of the sides and the centre, the rhombus has one free parameter (its size); a condition such as 'A on the y-axis' fixes it (two solutions, one per diagonal).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parallelogram is a rhombus iff its diagonals bisect the angles at the vertices; its centre is equidistant from all four sides (incircle).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Bisectors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$a_1x+b_1y+c_1=0$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$\frac{a_1x+b_1y+c_1}{\sqrt{a_1^2+b_1^2}}=\pm\frac{a_2x+b_2y+c_2}{\sqrt{a_2^2+b_2^2}}$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two bisector slopes here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multiply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bisectors must.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only directions of the sides and the centre, the rhombus has one free parameter (its size); a condition such as 'A on the y-axis' fixes it (two solutions, one per diagonal).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region consisting of all those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area of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region consisting of all those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$d(P,OA)\le\min\{d(P,OB),\,d(P,AB)\}$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$d(P,OA)$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$d(P,OB)$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$d(P,AB)$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area of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$9\left(a-\sqrt 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324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Incentre and inradius; region of points nearer to one side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Equal-distance conditions are angle bisectors,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triangle formed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bisectors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meeting at the incentre.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Equal-distance conditions are angle bisectors,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triangle formed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bisectors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meeting at the incentre.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-side of the bisector of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-side of the bisector of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two bisectors meet at the incentre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$OB:\ \sqrt3y=x$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$AB:\ \sqrt3y=-x+6$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$d(P,OA)\le d(P,OB)$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-side of the bisector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$d(P,OA)\le d(P,AB)$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-side of the bisector of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two bisectors meet at the incentre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$I=\left(\frac{18+0+12\sqrt3}{6+4\sqrt3},\frac{6\sqrt3+0+0}{6+4\sqrt3}\right)$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$2\sqrt3,2\sqrt3,6$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$r=\frac{6\sqrt3}{6+4\sqrt3}$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$R=\frac12\times6\times\frac{6\sqrt3}{6+4\sqrt3}=\frac{9\sqrt3}{3+2\sqrt3}$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$\frac{9\sqrt3}{3+2\sqrt3}=9\cdot\frac{\sqrt3\,(2\sqrt3-3)}{3}=9\left(2-\sqrt3\right)$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incentre splits the triangle into three triangles whose areas are proportional to the sides they stand on,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𝑝𝑒𝑟𝑖𝑚𝑒𝑡𝑒𝑟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incentre splits the triangle into three triangles whose areas are proportional to the sides they stand on,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$[OAI]=[OAB]\cdot\frac{OA}{\text{perimeter}}$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$[OAI]=\frac12\,OA\cdot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$[OBI]=\frac12\,OB\cdot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$[ABI]=\frac12\,AB\cdot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$[OAB]=\frac r2\,(OA+OB+AB)$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$\dfrac{[OAI]}{[OAB]}=\dfrac{OA}{OA+OB+AB}=\dfrac{6}{6+4\sqrt3}$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$[OAB]=\frac12\cdot6\cdot\sqrt3=3\sqrt3$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$[R]=3\sqrt3\cdot\frac{6}{6+4\sqrt3}=\frac{9\sqrt3}{3+2\sqrt3}=9(2-\sqrt3)$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points of a triangle nearer to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than to the other two sides is the triangle formed by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angle bisectors on it, meeting at the incentre.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such regions partition the triangle; their areas are in the ratio of the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points of a triangle nearer to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than to the other two sides is the triangle formed by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angle bisectors on it, meeting at the incentre.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such regions partition the triangle; their areas are in the ratio of the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$[R_a]:[R_b]:[R_c]=a:b:c$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$r=\frac{\Delta}{s}$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$\Delta=3\sqrt3$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$s=3+2\sqrt3$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$r=6-3\sqrt3\approx0.80$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equations of the sides of a triangle having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vertex, if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equations of two internal bisectors of its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equations of the sides of a triangle having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vertex, if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equations of two internal bisectors of its angles.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bisectors and reflection of a point in a line; equations of the sides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mirror image of a vertex in the bisector of another vertex lies on the side opposite to the first vertex.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vertex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other vertices, lying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of a vertex in the angle bisector of another vertex lies on the side opposite to the first vertex, so the reflections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vertex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other vertices, lying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of a vertex in the angle bisector of another vertex lies on the side opposite to the first vertex, so the reflections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$\frac{x_1+4}{2}=1\Rightarrow x_1=-2$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is perpendicular to the line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$\left(\frac{x_2+4}{2},\frac{y_2-1}{2}\right)$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$x_2-y_2+3=0$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$\frac{y_2+1}{x_2-4}$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is perpendicular to the line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$x_2+y_2-3=0$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$y+1=\frac42(x+2)\Rightarrow 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$R=(-4,-5)$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$2x-y+3=0,\ \ 2x+y-7=0,\ \ x-2y-6=0$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of side slopes about a bisector: about the vertical line the slopes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about a slope-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 they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of side slopes about a bisector: about the vertical line the slopes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$m,-m$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about a slope-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 they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$m,\frac1m$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let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 is vertical, so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reflection in a slope-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 sends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$R=(s,s-1)$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let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 is vertical, so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$QP=-\mu$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$\frac{-1-q}{3}=-\mu$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$q=3\mu-1$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reflection in a slope-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 sends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$RP=\frac1\mu$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$\frac{-1-(s-1)}{4-s}=\frac1\mu\Rightarrow\mu=\frac{s-4}{s}$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$\frac{s-1-q}{s-1}=\mu\Rightarrow s-1-(3\mu-1)=\mu(s-1)\Rightarrow\mu(s+2)=s$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$\mu=\frac{s-4}{s}$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$(s-4)(s+2)=s^2\Rightarrow-2s-8=0\Rightarrow s=-4$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$R=(-4,-5)$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$QR:\ 2x-y+3=0$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$PQ:\ 2x+y-7=0$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$PR:\ x-2y-6=0$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$2x-y+3=0,\ \ 2x+y-7=0,\ \ x-2y-6=0$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Reflecting one side in the bisector at a vertex gives the other side at that vertex; hence the mirror image of a vertex in another vertex's bisector lies on the opposite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a line parallel to an axis: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given bisectors meet at the incentre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bisector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bisects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Reflecting one side in the bisector at a vertex gives the other side at that vertex; hence the mirror image of a vertex in another vertex's bisector lies on the opposite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in a line parallel to an axis: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$m\to-m$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$m\to\frac1m$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given bisectors meet at the incentre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third bisector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bisects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variable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Find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variable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$PA,\ PQ,\ 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Find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on a variable line through a fixed point, Harmonic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signed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line: H.P. means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it into a linear relation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signed distances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line: H.P.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$\frac{2}{PQ}=\frac1{PA}+\frac1{PB}$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$x=h+\ldots,\ y=k+\ldots$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it into a linear relation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$h,k$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distances along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$PB=r_3$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distances along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$Q(h,k)=(-1+r_2\cos\theta,\ 2+r_2\sin\theta)$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$A(-1+r_1\cos\theta,\ 2+r_1\sin\theta)$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$2+r_1\sin\theta=0\Rightarrow r_1=\frac{-2}{\sin\theta}$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$B(-1+r_3\cos\theta,\ 2+r_3\sin\theta)$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$-1+r_3\cos\theta=0\Rightarrow r_3=\frac{1}{\cos\theta}$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$PA,PQ,PB$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$\frac{2}{r_2}=\frac1{r_1}+\frac1{r_3}=\frac{-\sin\theta}{2}+\frac{\cos\theta}{1}$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$2=\frac{-r_2\sin\theta}{2}+r_2\cos\theta$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$r_2\sin\theta=k-2$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$r_2\cos\theta=h+1$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$4=-(k-2)+2(h+1)\Rightarrow 2h-k=0$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$y=2x$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H.P.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harmonic conjugate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the 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H.P.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harmonic conjugate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the polar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respect to the axes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 distances) says exactly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harmonically: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conjugate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where the line meets the pair of 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of harmonic conjugates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this pair of lines.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$\frac{2}{PQ}=\frac1{PA}+\frac1{PB}$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 distances) says exactly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harmonically: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conjugate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where the line meets the pair of 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locus of harmonic conjugates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this pair of lines.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$xy_1+yx_1=0$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$y=2x$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on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 distances):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conjugate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harmonic conjugates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the intersections of a variable line with a conic (or line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polar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on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 distances):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$PA,PQ,PB$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H.P.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$\iff\frac2{PQ}=\frac1{PA}+\frac1{PB}\iff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harmonic conjugate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locus of harmonic conjugates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the intersections of a variable line with a conic (or line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polar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$axx_1+h(xy_1+yx_1)+byy_1=0$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the altitudes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coordinates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the locus of the centroid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of the altitudes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coordinates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the locus of the centroid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Orthocentre, altitudes and centroid of a triangle; locus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altitude through the third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$x-4y=0$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$2x-y=0$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each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$AB,AC$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altitude through the third vertex.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$B=(4\alpha,\alpha)$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$C=(b,2b)$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$AB\perp 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$\frac{-t-\alpha}{t-4\alpha}=\frac{-1}{2}$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$2t+2\alpha=t-4\alpha$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$t=-6\alpha$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 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$AC\perp 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$\frac{2b+t}{b-t}=-4$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$2b+t=4t-4b\Rightarrow 6b=3t\Rightarrow b=\frac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$B\left(-\frac{2t}{3},-\frac 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 t2,t\right)$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$G(h,k)=\left(\frac{t-\frac{2t}{3}+\frac t2}{3},\frac{-t-\frac t6+t}{3}\right)=\left(\frac{5t}{18},-\frac{t}{18}\right)$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$h=\frac{5t}{18}$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$k=-\frac{t}{18}$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$t=\frac{18h}{5}$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$t=-18k$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$h+5k=0$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locus of centroid: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$B\left(-\frac{2t}{3},-\frac t6\right)$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$C\left(\frac t2,t\right)$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locus of centroid: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$x+5y=0$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altitudes meet at the origin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origin the orthocentre property gives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altitudes meet at the origin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origin the orthocentre property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A\cdot\vec B=\vec B\cdot\vec C=\vec C\cdot\vec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altitudes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pass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give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altitudes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$x-4y=0$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$HA\perp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A\cdot(\vec B-\vec 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B\cdot(\vec C-\vec 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B=\vec A\cdot\vec C=\vec B\cdot\vec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$A=(t,-t)$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$B=(4\beta,\beta)$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$C=(c,2c)$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B=3t\beta$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C=-tc$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C=6\beta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$3t\beta=-tc\Rightarrow c=-3\beta$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$6\beta c=-tc\Rightarrow\beta=-\frac 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$B=\left(-\frac{2t}3,-\frac 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$C=\left(\frac t2,t\right)$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$\frac{A+B+C}{3}=\left(\frac{5t}{18},-\frac{t}{18}\right)$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locus of centroid: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$B\left(-\frac{2t}{3},-\frac t6\right)$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$C\left(\frac t2,t\right)$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locus of centroid: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$x+5y=0$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orthocentre at the origin,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three altitude lines are fixed, every admissible triangle is a scaled copy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scale), so the centroid, circumcentre etc. all move on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vertex of a triangle lies on one altitude and its opposite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that altitude: use slopes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write two linear equations for two unknown vertices.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orthocentre at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B=\vec B\cdot\vec C=\vec C\cdot\vec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three altitude lines are fixed, every admissible triangle is a scaled copy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scale), so the centroid, circumcentre etc. all move on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vertex of a triangle lies on one altitude and its opposite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$\perp$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that altitude: use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write two linear equations for two unknown vertices.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each of two straight lines which pass through the origin of coordinates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combined equation of these straight lines.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each of two straight lines which pass through the origin of coordinates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combined equation of these straight lines.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straight lines: lines through the origin at a given distance from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pair.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$\frac{|mx_1-y_1|}{\sqrt{1+m^2}}=\delta$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replacing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yx$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pair.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(Product of the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it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does not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use slopes instead.)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(Product of the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$\frac{|ax_1^2+2hx_1y_1+by_1^2|}{\sqrt{(a-b)^2+4h^2}}$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setting it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does not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$a,h,b$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use slopes instead.)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lines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$y=m_1x$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$y=m_2x$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$\delta=\frac{|mx_1-y_1|}{\sqrt{1+m^2}}$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$\delta^2=\frac{(mx_1-y_1)^2}{1+m^2}=\frac{m^2x_1^2-2x_1y_1m+y_1^2}{1+m^2}$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its two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$\left(x_1^2-\delta^2\right)m^2-2x_1y_1\,m+\left(y_1^2-\delta^2\right)=0$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$m_1,m_2$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its two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$\left(x_1^2-\delta^2\right)\frac{y^2}{x^2}-2x_1y_1\frac yx+\left(y_1^2-\delta^2\right)=0$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$\left(y_1^2-\delta^2\right)x^2-2x_1y_1\,xy+\left(x_1^2-\delta^2\right)y^2=0$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$\left(y_1^2-\delta^2\right)x^2-2x_1y_1\,xy+\left(x_1^2-\delta^2\right)y^2=0$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lines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tangents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circle with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$SS_1=T^2$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 touches this circle, so the pair is the pair of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origin,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 of tangents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$S\equiv x^2+y^2-2x_1x-2y_1y+k=0$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$k=x_1^2+y_1^2-\delta^2$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 touches this circle, so the pair is the pair of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$T=-x_1x-y_1y+k$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 of tangents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$SS_1=T^2$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linear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$k\left(x^2+y^2-2x_1x-2y_1y+k\right)=\left(k-x_1x-y_1y\right)^2$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linear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$(k-x_1^2)x^2+(k-y_1^2)y^2-2x_1y_1xy=0$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$k-x_1^2=y_1^2-\delta^2$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$k-y_1^2=x_1^2-\delta^2$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$(y_1^2-\delta^2)x^2-2x_1y_1xy+(x_1^2-\delta^2)y^2=0$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$\left(y_1^2-\delta^2\right)x^2-2x_1y_1\,xy+\left(x_1^2-\delta^2\right)y^2=0$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at a fixed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tangents to the circle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pair of tangents from a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is real iff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at a fixed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tangents to the circle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pair of tangents from a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$SS_1=T^2$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$x_1^2+y_1^2&gt;\delta^2$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$4\delta^2(x_1^2+y_1^2-\delta^2)\ge0$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$-x^2+3y^2=0$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$y=\pm\frac{x}{\sqrt3}$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$\frac{2/\sqrt3}{\sqrt{4/3}}=1$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of a triangle have the combined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third side, which is variable, always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values of the slope of the third line so that the origin is an interior point of the triangle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sides of a triangle have the combined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$x^2-3y^2-2xy+8y-4=0$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third side, which is variable, always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values of the slope of the third line so that the origin is an interior point of the triangle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$\left(a+\frac1{b^2}\right)$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straight lines (factorisation); position of the origin inside a triangle and slope range of a variable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the pair, then notice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one of the two lines, so the triangle exists only for slopes in a range, and the origin must be on the vertex side of the third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the pair, then notice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$(-5,-1)$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one of the two lines, so the triangle exists only for slopes in a range, and the origin must be on the vertex side of the third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write the pair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constant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$x^2-2xy-3y^2=x^2-3xy+xy-3y^2=(x+y)(x-3y)$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write the pair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$(x+y+c_1)(x-3y+c_2)=0$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$-3c_1+c_2=8$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$4c_1=-8$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 with the constant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at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variable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complete the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variable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it, so the triangle lies above the third side; the origin is inside only if it is also above the line, i.e.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negative: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x+y-2=0$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x-3y+2=0$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meet at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$(-5,-1)$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$-5+3+2=0$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variable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$y+1=m(x+5)$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complete the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variable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$y=mx+(5m-1)$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it, so the triangle lies above the third side; the origin is inside only if it is also above the line, i.e.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$5m-1&lt;0\Rightarrow m&lt;\frac15$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is formed only if the variable line is not parallel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cuts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correct ray,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that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triangle is formed only if the variable line is not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correct ray,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$m\neq\frac13$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$m\in\left(-1,\frac15\right)$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$a+\frac1{b^2}=-1+25=24$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Barycentric coordinates: write the origin as a positive combination of the three vertices and read off the range of the vertex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Barycentric coordinates: write the origin as a positive combination of the three vertices and read off the range of the vertex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on the ray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ray bounding the wedge that contains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equation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$W=(-5,-1)$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$D=(d,2-d)$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on the ray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ray bounding the wedge that contains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$O=\lambda V+\mu W+\nu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$\lambda+\mu+\nu=1$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$\lambda-5\mu+d\nu=0$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$\lambda-\mu+(2-d)\nu=0$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$-4\mu+(2d-2)\nu=0$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$\mu=\frac{d-1}{2}\nu$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equation then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$\nu=\frac1{2(d-1)}$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$\lambda=\frac{3d-5}{4(d-1)}$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is inside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decreases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towards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origin is inside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$\lambda,\mu,\nu&gt;0$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$3d-5&gt;0$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$m=\frac{(2-d)+1}{d+5}=\frac{3-d}{d+5}$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$m\in\left(-1,\frac15\right)$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$a+\frac1{b^2}=-1+25=24$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a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quadratic part fixes the directions, then solve two linear equations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inside a triangle iff it is on the same side as the opposite vertex for every side; the extremes of the slope range correspond to the variable line becoming parallel to a side, passing through a vertex, or through the point itself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Barycentric coordinates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positive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strictly inside;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constant because the origin lies on a fixed cevian direction.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a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$(l_1x+m_1y+c_1)(l_2x+m_2y+c_2)$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quadratic part fixes the directions, then solve two linear equations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$c_1,c_2$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is inside a triangle iff it is on the same side as the opposite vertex for every side; the extremes of the slope range correspond to the variable line becoming parallel to a side, passing through a vertex, or through the point itself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origin).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Barycentric coordinates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$(\lambda,\mu,\nu)$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strictly inside;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constant because the origin lies on a fixed cevian direction.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line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origin with gradient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pair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triangle whose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.\n(a) Find the sum of the cotangents of the interior angles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.\n(b) Find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.\n(c) Find the radius of the circle touching all the three sides of the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line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$2x^2+3xy-2y^2-10x+15y-28=0$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another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passing through the origin with gradient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pair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triangle whose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.\n(a) Find the sum of the cotangents of the interior angles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.\n(b) Find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.\n(c) Find the radius of the circle touching all the three sides of the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324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straight lines forming a triangle: angles, area and inradius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slopes of the pair come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lines of the pair are perpendicular, so the triangle is right-angled.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slopes of the pair come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$2m^2-3m-2=0$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lines of the pair are perpendicular, so the triangle is right-angled.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homogeneous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slopes of the pair: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of the three sides: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$2x^2+3xy-2y^2-10x+15y-28=0$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 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homogeneous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$2x^2+3xy-2y^2=0$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slopes of the pair: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 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$2+3m-2m^2=0$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$2m^2-3m-2=0\Rightarrow 2m^2-4m+m-2=0\Rightarrow(2m+1)(m-2)=0$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Slopes of the three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$m_3=-\frac12$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I=\frac{m_1-m_2}{1+m_1m_2}=\frac{3-2}{1+6}=\frac17$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angle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lines of the pair are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vertices, factorise the pair: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write it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(of the pair),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II=\frac{m_2-m_3}{1+m_2m_3}=\frac{2+\frac12}{1-1}=\infty$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lines of the pair are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III=\left|\frac{m_3-m_1}{1+m_1m_3}\right|=\left|\frac{-\frac12-3}{1-\frac32}\right|=7$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$\sum\cot=7+0+\frac17=\frac{50}{7}$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vertices, factorise the pair: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$2x^2+3xy-2y^2=(x+2y)(2x-y)$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write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$(x+2y+C_1)(2x-y+C_2)=0$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$2C_1+C_2=-10$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$-C_1+2C_2=15$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$C_1C_2=-28$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$A\left(-\frac15,\frac{18}5\right)$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(of the pair),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18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ABC=\frac12\left|\begin{matrix}-\frac15&amp;\frac{18}5&amp;1\\4&amp;12&amp;1\\1&amp;3&amp;1\end{matrix}\right|=\frac1{10}\left|\begin{matrix}-6&amp;3&amp;5\\3&amp;9&amp;1\\0&amp;0&amp;1\end{matrix}\right|=\frac1{10}\,|-54-9|=\frac{63}{10}$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$AB=\frac{21}{\sqrt5}$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$AC=\frac{3}{\sqrt5}$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$BC=3\sqrt{10}$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$r=\frac{AB+AC-BC}{2}$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$r=\frac12\left(\frac{24}{\sqrt5}-3\sqrt{10}\right)=\frac{12\sqrt5}{5}-\frac{3\sqrt{10}}{2}=\frac{3}{10}\left(8\sqrt5-5\sqrt{10}\right)$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$\frac{50}{7}$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$\frac{63}{10}$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$\frac{3}{10}\left(8\sqrt5-5\sqrt{10}\right)$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legs are then perpendicular distances,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right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(slopes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legs are then perpendicular distances,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B+\cot C=\frac{AB}{AC}+\frac{AC}{AB}$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(coefficient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pair),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(coefficient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pair),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B=\frac{1}{7}=\frac{AC}{AB}$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B+\cot C=\frac{AB}{AC}+\frac{AC}{AB}=7+\frac17=\frac{50}{7}$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$\frac{|2-3+4|}{\sqrt5}=\frac3{\sqrt5}$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$\frac{|4+24-7|}{\sqrt5}=\frac{21}{\sqrt5}$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$=\frac12\cdot\frac{3}{\sqrt5}\cdot\frac{21}{\sqrt5}=\frac{63}{10}$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$BC=\sqrt{(4-1)^2+(12-3)^2}=3\sqrt{10}$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$r=\frac{AB+AC-BC}{2}=\frac{3}{10}(8\sqrt5-5\sqrt{10})\approx0.62$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$\frac{50}{7}$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$\frac{63}{10}$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$\frac{3}{10}\left(8\sqrt5-5\sqrt{10}\right)$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pair of perpendicular lines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triangle is right-angled and areas/inradius become leg computations.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88.2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1.8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6.3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25.2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triangle: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𝑙𝑒𝑔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𝑙𝑒𝑔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ℎ𝑦𝑝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angle between lines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$ax^2+2hxy+by^2+\dots=0$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pair of perpendicular lines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triangle is right-angled and areas/inradius become leg computations.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B+\cot C=\dfrac{a^2+b^2+c^2}{4\Delta}$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$\frac{90+88.2+1.8}{4(6.3)}=\frac{180}{25.2}=\frac{50}7$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$r=\frac{\text{leg}_1+\text{leg}_2-\text{hyp}}{2}$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angle between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$\tan\phi=\left|\frac{m_1-m_2}{1+m_1m_2}\right|$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$m_1m_2=-1$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 pairs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a four-sided convex polygon. Find (i) the area of the polygon and (ii) the lengths of its diagonals.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line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$y^2-4y+3=0$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$x^2+4xy+4y^2-5x-10y+4=0$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a four-sided convex polygon. Find (i) the area of the polygon and (ii) the lengths of its diagonals.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straight lines: parallelogram formed by two line pairs (area and diagonals)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Both pairs factorise into parallel lines, so the polygon is a parallelogram whose vertices are found by intersecting the lines.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$y^2-4y+3=0\Rightarrow y=3,\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$x^2+4xy+4y^2-5x-10y+4=(x+2y)^2-5(x+2y)+4=(x+2y-4)(x+2y-1)=0$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Area by the determinant (vertices in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Area by the determinant (vertices in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$A,D,C,B$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$\frac12\left|\begin{matrix}-1&amp;2&amp;-2&amp;-5&amp;-1\\1&amp;1&amp;3&amp;3&amp;1\end{matrix}\right|=\frac12\left[-1-2+6+2-6+15-5+3\right]=6$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$AC=\sqrt{(-1+2)^2+(1-3)^2}=\sqrt{1+4}=\sqrt5$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$BD=\sqrt{(-5-2)^2+(3-1)^2}=\sqrt{49+4}=\sqrt{53}$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units; (ii) diagonals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Area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units; (ii) diagonals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$\sqrt{53}$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pairs of parallel lines form a parallelogram: with side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diagonals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pairs of parallel lines form a parallelogram: with side vectors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u,\vec 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$=|\vec u\times\vec v|$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diagonals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u\pm\vec v|$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sides are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u=\overrightarrow{AD}=(3,0)$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v=\overrightarrow{AB}=(-4,2)$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$=|\vec u\times\vec v|=|3\cdot2-0\cdot(-4)|=6$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Diagonals: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$\overrightarrow{AC}=\vec u+\vec v=(-1,2)$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$\overrightarrow{DB}=\vec v-\vec u=(-7,2)$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$\sqrt{53}$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$d_1^2+d_2^2=5+53=58=2\left(|\vec u|^2+|\vec v|^2\right)=2(9+20)$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units; (ii) diagonals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Area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units; (ii) diagonals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$\sqrt{53}$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enclosed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law: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diagonals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equation that is a perfect square plus linear terms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a quadratic in that single combination.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$a_1x+b_1y=p,\ 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$a_2x+b_2y=q,\ q'$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$\dfrac{|p-p'|\,|q-q'|}{|a_1b_2-a_2b_1|}$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$\frac{3\cdot2}{|1\cdot1-0\cdot2|}=6$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law: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$d_1^2+d_2^2=2(a^2+b^2)$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diagonals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u+\vec 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u-\vec 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equation that is a perfect square plus linear terms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a quadratic in that single combination.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equation of the two straight lines which, together with those given by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will make a parallelogram whose diagonals intersect at the origin.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equation of the two straight lines which, together with those given by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$6x^2-xy-y^2+x+12y-35=0$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will make a parallelogram whose diagonals intersect at the origin.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Pair of straight lines: parallelogram with diagonals meeting at the origin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opposite vertex of the pair's intersection point is its reflection in the origin, and the new lines are parallel to the given ones through that vertex.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meet at the origin (their common midpoint), so the opposite vertex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$6x^2-xy-y^2+x+12y-35=(2x-y+5)(3x+y-7)=0$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adding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$A\left(\frac25,\frac{29}5\right)$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meet at the origin (their common midpoint), so the opposite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$C\left(-\frac25,-\frac{29}5\right)$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two sides pass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parallel to the given ones: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equation: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two sides pass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parallel to the given ones: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$2x-y+K_1=0$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$3x+y+K_2=0$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$-\frac45+\frac{29}{5}+K_1=0\Rightarrow K_1=-5$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$-\frac65-\frac{29}5+K_2=0\Rightarrow K_2=7$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$(2x-y-5)(3x+y+7)=0$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$6x^2-xy-y^2-x-12y-35=0$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$6x^2-xy-y^2-x-12y-35=0$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parallelogram is symmetric about its centre, so the missing pair is the half-turn image of the given pair: 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parallelogram is symmetric about its centre, so the missing pair is the half-turn image of the given pair: 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$(-x,-y)$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half-turn about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each side of the parallelogram to the opposite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required pair is the image of the given pair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half-turn about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each side of the parallelogram to the opposite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required pair is the image of the given pair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$(x,y)\mapsto(-x,-y)$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terms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are unchanged, the linear terms change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required pair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(matches), which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$6x^2-xy-y^2+x+12y-35=0$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are unchanged, the linear terms change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required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$6x^2-xy-y^2-x-12y-35=0$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(matches), which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$(2x-y-5)(3x+y+7)$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$6x^2-xy-y^2-x-12y-35=0$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reflection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the origin it only flips the sign of the linear terms of a conic or pair of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 sides of a parallelogram are images under the half-turn about its centre; parallel sides share the same homogeneous part, so the new pair has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new pair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reflection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$(x,y)\to(2p-x,2q-y)$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the origin it only flips the sign of the linear terms of a conic or pair of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 sides of a parallelogram are images under the half-turn about its centre; parallel sides share the same homogeneous part, so the new pair has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new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$(-\frac25,-\frac{29}5)=-A$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passing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.\n(i) Find the point of intersection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.\n(ii)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.\n(iii) Find the equation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$OA\cdot OB\cdot OC=48\sqrt2$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$f(x,y)=\left|\frac yx-\frac32\right|+(3x-2y)^6+\sqrt{ex+2y-2e-6}$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.\n(i) Find the point of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.\n(ii)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$(OA+OB+OC)$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.\n(iii) Find the equation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Straight line through the origin meeting given lines (distances along a line), Bounds on trigonometric expressions (maximum value)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sum of non-negative terms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every term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later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attained only at its maximum.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sum of non-negative terms that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every term to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later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$\sin2\theta(\sin\theta+\cos\theta)=\sqrt2$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attained only at its maximum.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Each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non-negative,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term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relation).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Each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$f(a,b)=0$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term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ba-\frac32\right|=0\Rightarrow 2b=3a$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$(3a-2b)^6=0$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relation).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$\sqrt{ea+2b-2e-6}=0\Rightarrow ea+2b-2e-6=0$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$b=\frac{3a}{2}$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$(e+3)(a-2)=0$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$A=(r_1\cos\theta,r_1\sin\theta)$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$r_1\cos\theta=2$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$B=(r_2\cos\theta,r_2\sin\theta)$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$r_2\sin\theta=3$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$C=(r_3\cos\theta,r_3\sin\theta)$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$r_3=\frac{8}{\cos\theta+\sin\theta}$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$r_1r_2r_3=48\sqrt2\Rightarrow\frac{2\cdot3\cdot8}{\cos\theta\sin\theta(\cos\theta+\sin\theta)}=48\sqrt2\Rightarrow\sin\theta\cos\theta(\sin\theta+\cos\theta)=\frac1{\sqrt2}$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$\sin2\theta\,(\sin\theta+\cos\theta)=\sqrt2$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$r_3=\frac{8}{\sqrt2}=4\sqrt2$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$OA+OB+OC=9\sqrt2$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$m=\tan45^\circ=1$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$9\sqrt2$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an angle: the condition becomes a polynomial equation with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an angle: the condition becomes a polynomial equation with a double root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common factor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$A=(2,2m)$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$B=\left(\frac3m,3\right)$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$C=\left(\frac8{1+m},\frac{8m}{1+m}\right)$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$OA=2\sqrt{1+m^2}$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$OB=\frac{3\sqrt{1+m^2}}{|m|}$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$OC=\frac{8\sqrt{1+m^2}}{|1+m|}$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$OA\cdot OB\cdot OC=\frac{48(1+m^2)^{3/2}}{|m||1+m|}=48\sqrt2\Rightarrow(1+m^2)^3=2m^2(1+m)^2$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$m^6+m^4-4m^3+m^2+1=0$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$(m-1)^2\left(m^4+2m^3+4m^2+2m+1\right)=0$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quartic factor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negative discriminant),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quartic factor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$(m^2+m)^2+3m^2+2m+1&gt;0$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$3m^2+2m+1$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negative discriminant),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$9\sqrt2$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$x-y=0$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term of a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powers, modulus, square root) and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vanishes: this solves 'f(a,b)\le0' type conditions in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the origin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distances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 along the line).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equation hitting the maximum of a product of bounded factors has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every term of a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powers, modulus, square root)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term vanishes: this solves 'f(a,b)\le0' type conditions in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the origin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its distances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$\frac{s}{\cos\theta+\sin\theta}$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 along the line).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$\sin2\theta\,(\sin\theta+\cos\theta)\le\sqrt2$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equation hitting the maximum of a product of bounded factors has a unique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medians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along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along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hypotenuse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medians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hypotenuse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two lines and medians of a right-angled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acute angle between the two leg-medians is given by the slopes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also by the legs,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acute angle between the two leg-medians is given by the slopes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also by the legs,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hypotenuse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medians (lines of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hypotenuse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$a^2+b^2=60^2$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medians (lines of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$\tan\theta=\left|\frac{m_1-m_2}{1+m_1m_2}\right|=\left|\frac{1-2}{1+2}\right|=\frac13$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$CE=\frac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$\alpha=\angle CBE$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$\tan\alpha=\frac{CE}{BC}=\frac{b/2}{a}=\frac{b}{2a}$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exterior angle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centroid)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$\tan\angle ADC=\frac{AC}{CD}=\frac{b}{a/2}=\frac{2b}{a}$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exterior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GDB$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centroid)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ADC=\theta+\alpha$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$\tan(\theta+\alpha)=\frac{2b}{a}$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$\frac{\tan\theta+\tan\alpha}{1-\tan\theta\tan\alpha}=\frac{2b}{a}\Rightarrow\frac{\frac13+\frac{b}{2a}}{1-\frac13\cdot\frac b{2a}}=\frac{2b}{a}$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$\frac{2a+3b}{6a-b}=\frac{2b}{a}\Rightarrow 2a^2+3ab=12ab-2b^2\Rightarrow 2(a^2+b^2)=9ab$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$a^2+b^2=3600$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ABC=\frac12ab=400$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centroid): its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law of cosines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centroid): its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$\frac{\Delta}3$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law of cosines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$\tan\theta=\frac{3\Delta}{c^2}$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$\Delta=\frac{c^2\tan\theta}{3}$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centroid-to-vertex distances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acute angle between the medians;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Medians to the legs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centroid-to-vertex distances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acute angle between the medians;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AGB=180^\circ-\theta$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$[ABG]=\frac\Delta3$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Medians to the legs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$m_a^2=b^2+\frac{a^2}4$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$m_b^2=a^2+\frac{b^2}4$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$GA^2+GB^2=\frac49(m_a^2+m_b^2)=\frac49\cdot\frac54(a^2+b^2)=\frac59c^2$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Law of cosines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Law of cosines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AGB$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$c^2=GA^2+GB^2+2\,GA\cdot GB\cos\theta\Rightarrow GA\cdot GB\cos\theta=\frac{2c^2}{9}$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$\frac12GA\cdot GB\sin\theta=\frac\Delta3\Rightarrow GA\cdot GB\sin\theta=\frac{2\Delta}{3}$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$\tan\theta=\frac{2\Delta/3}{2c^2/9}=\frac{3\Delta}{c^2}$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$\Delta=\frac{c^2}{9}=400$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sq. units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acute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medians to the legs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for the isosceles right triangle),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medians to the legs of a right triangle; the centroid divides each median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acute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medians to the legs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$\tan\theta=\dfrac{3ab}{2(a^2+b^2)}=\dfrac{3\Delta}{c^2}$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$\tan\theta\le\frac34$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for the isosceles right triangle),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$\Delta=\dfrac{c^2\tan\theta}{3}$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$\frac{3600}{9}=400$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$m_a^2+m_b^2=\frac54c^2$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medians to the legs of a right triangle; the centroid divides each median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 meets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 straight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drawn,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Show that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is a straight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origin meets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two straight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drawn,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Show that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is a straight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the intersection of two variable lines (elimination of a parameter)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same parameter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means a suitable ratio of the two equations eliminates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linearly.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same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$\frac1{m+1}$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means a suitable ratio of the two equations eliminates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linearly.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$P\left(\frac1{m+1},\frac m{m+1}\right)$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$Q\left(\frac3{m+1},\frac{3m}{m+1}\right)$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$y-\frac{m}{m+1}=2\left(x-\frac1{m+1}\right)\Rightarrow y-2x-1=-\frac{3}{m+1}$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$y-\frac{3m}{m+1}=-3\left(x-\frac{3}{m+1}\right)\Rightarrow y+3x-3=\frac{6}{m+1}$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(1) by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straight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(1) by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$\frac{y-2x-1}{y+3x-3}=-\frac12$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$2y-4x-2=-y-3x+3\Rightarrow 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straight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$x-3y+5=0$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parallel, the homothety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with vectors and two parameters.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parallel, the homothety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$Q=3P$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with vectors and two parameters.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one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parallel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the components: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one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Q=3\vec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$P=(p,1-p)$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$R=P+s(1,2)=3P+t(1,-3)$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$s(1,2)-t(1,-3)=2P=(2p,2-2p)$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 the components: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$3s+2t=2$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$p+(1-p)=1$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$R=P+s(1,2)=\left(\frac{3s-t}{2},\frac{6s+3t}{2}\right)$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$p=\frac{s-t}{2}$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$x-3y+5=\frac{3s-t-18s-9t}{2}+5=-\frac{5(3s+2t)}2+5=0$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$x-3y+5=0$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moving lines can be written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locus is a straight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parallel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moving lines can be written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$\ell_1(x,y)=\alpha\,g(m)$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$\ell_2(x,y)=\beta\,g(m)$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$g=\frac1{m+1}$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$\ell_1:\ell_2=\alpha:\beta$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free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locus is a straight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of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parallel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$L_1:y=2x-2$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$L_2:y=-3x+9$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$R(\frac{11}{5},\frac{12}{5})$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$\frac{11}5-\frac{36}5+5=0$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negative slope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cuts the positive coordinate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absolute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straight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negative slope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cuts the positive coordinate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absolute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$OP+OQ$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varies,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Intercepts of a line through a fixed point, AM–GM inequality (minimum value)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two reciprocal-type terms, so AM–GM gives the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$OP+OQ=10+\frac{2}{|m|}+8|m|$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two reciprocal-type terms, so AM–GM gives the minimum.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intercepts: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positive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$y-2=m(x-8)$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intercepts: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$P\left(8-\frac2m,\,0\right)$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$Q(0,\,2-8m)$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positive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$OP+OQ=\left|8-\frac2m\right|+|2-8m|=10+\frac{2}{(-m)}+8(-m)$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AM–GM: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minimum is attained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AM–GM: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$10+\frac{2}{(-m)}+8(-m)\ge10+2\sqrt{\frac{2}{(-m)}\cdot8(-m)}=10+2\cdot4=18$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$\frac2{(-m)}=8(-m)$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$P=(12,0)$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minimum is attained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Cauchy–Schwarz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Intercept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xp+\frac yq=1$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$\frac8p+\frac2q=1$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Cauchy–Schwarz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$(p+q)\left(\frac8p+\frac2q\right)$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Cauchy–Schwarz,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$P=(p,0)$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$Q=(0,q)$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xp+\frac yq=1$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$\frac8p+\frac2q=1$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$p+q=(p+q)\left(\frac8p+\frac2q\right)$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Cauchy–Schwarz,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$(p+q)\left(\frac8p+\frac2q\right)\ge\left(\sqrt8+\sqrt2\right)^2=\left(3\sqrt2\right)^2=18$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pq=\frac{\sqrt8}{\sqrt2}=2$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$\frac8p+\frac2q=1$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$OP+OQ$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intercepts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same family: minimum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minimum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13.2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AM–GM on terms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positive intercepts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$\min(p+q)=(\sqrt a+\sqrt 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$p=a+\sqrt{ab}$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$q=b+\sqrt{ab}$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$p=12,q=6$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same family: minimum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OPQ=2ab$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minimum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$\left(a^{2/3}+b^{2/3}\right)^{3/2}\approx13.2$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AM–GM on terms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$\frac{c}{t}+dt$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$c,d,t&gt;0$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$\ge2\sqrt{cd}$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$t=\sqrt{c/d}$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 – Q23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Q18–20 and Q21–23 share a paragraph each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printed; JEE Advanced default assumed: 3 marks each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16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with sides of unit length.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taken on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inside the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possible area of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16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with sides of unit length.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taken on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$AE=AF$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inside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possible area of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$CDFE$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25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quadrilateral in coordinates; maximum of a quadratic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vertex lies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$AE=AF=x$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vertex lies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determinant (vertices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$CDFE$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determinant (vertices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$E,F,D,C$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$\frac12\left|\begin{matrix}x&amp;0&amp;0&amp;1&amp;x\\0&amp;x&amp;1&amp;1&amp;0\end{matrix}\right|=\frac12\left|x^2-1-x\right|$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$A=\frac12\left|x^2-x-1\right|=\frac12\left(1+x-x^2\right)$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value: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its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$x=-\frac{b}{2a}=\frac12\in(0,1)$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value: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$-\frac{D}{4a}=-\frac{1+4}{4}=-\frac54$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$A_{\max}=\frac12\cdot\frac54=\frac58$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Subtract the two cut-off right triangles from the unit square and complete the square.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$AE=AF=x$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$[AEF]=\frac{x^2}2$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$[EBC]=\frac12(1-x)\cdot1$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$[CDFE]=1-\frac{x^2}{2}-\frac{1-x}{2}=\frac{1+x-x^2}{2}$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$\frac{1+x-x^2}{2}=\frac58-\frac12\left(x-\frac12\right)^2\le\frac58$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polygon from vertices in order: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(shoelace); for shapes inside a square it is often quicker to subtract corner triangles from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that the vertex lies in the allowed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polygon from vertices in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$\frac12\left|\sum(x_iy_{i+1}-x_{i+1}y_i)\right|$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(shoelace); for shapes inside a square it is often quicker to subtract corner triangles from the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$c-\frac{b^2}{4a}$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that the vertex lies in the allowed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strictly between.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with sides of unit length.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taken on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inside the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with sides of unit length.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taken on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$AE=AF$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inside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$(PA)^2-(PB)^2+(PC)^2-(PD)^2$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Distance formula; coordinates of a square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expand: all terms cancel in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$P=(\alpha,\beta)$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expand: all terms cancel in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cancel in pairs: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$PA^2=\alpha^2+\beta^2$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$PB^2=(\alpha-1)^2+\beta^2$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$PC^2=(\alpha-1)^2+(\beta-1)^2$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$PD^2=\alpha^2+(\beta-1)^2$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$Z=\alpha^2+\beta^2-(\alpha-1)^2-\beta^2+(\alpha-1)^2+(\beta-1)^2-\alpha^2-(\beta-1)^2$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cancel in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$-(\alpha-1)^2$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$(\beta-1)^2$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$-(\beta-1)^2$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British Flag Theorem: for a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British Flag Theorem: for a rectangle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any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$PA^2+PC^2=PB^2+PD^2$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 of the rectangle,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(diagonals of a rectangle are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 of the rectangle,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$\vec{OA}=-\vec{OC}=\vec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$\vec{OB}=-\vec{OD}=\vec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u|=|\vec 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(diagonals of a rectangle are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$PA^2+PC^2=|\vec p-\vec u|^2+|\vec p+\vec u|^2=2|\vec p|^2+2|\vec u|^2$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$PB^2+PD^2=2|\vec p|^2+2|\vec 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u|=|\vec v|$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$PA^2+PC^2=PB^2+PD^2$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$PA^2-PB^2+PC^2-PD^2=0$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British Flag Theorem: for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 of a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general 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diagonals are equal, i.e. for a rectangle.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British Flag Theorem: for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plane of a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$PA^2+PC^2=PB^2+PD^2$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general 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$PA^2+PC^2-PB^2-PD^2=\frac{AC^2-BD^2}{2}$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diagonals are equal, i.e. for a rectangle.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$0-1+2-1=0$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with sides of unit length.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taken on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inside the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passing through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two parts so that the area of one portion is double the other. Then the length of the portion of the line inside the square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with sides of unit length.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taken on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$AE=AF$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inside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passing through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two parts so that the area of one portion is double the other. Then the length of the portion of the line inside the square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$\frac{\sqrt{10}}{3}$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$\frac{2}{\sqrt3}$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triangle and distance formula (line dividing a square in a given ratio)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smaller part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smaller part has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a right triangle with legs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part is double the other, so the smaller part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cr m:val="script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part is the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line inside the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part is double the other, so the smaller part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$3\mathcal 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$\mathcal 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part is the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$\frac12\cdot1\cdot 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of the line inside the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$=\sqrt{1+x^2}=\sqrt{1+\frac49}=\frac{\sqrt{13}}{3}$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$\frac{\sqrt{13}}3$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from a vertex of a unit square cutting off area fraction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far side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length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possibility (the line meeting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mirror image in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the same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from a vertex of a unit square cutting off area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far side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$\sqrt{1+4f^2}$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$\frac{\sqrt{13}}3$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possibility (the line meeting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mirror image in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the same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$\sqrt{1+4f^2}$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$\frac{\sqrt{13}}{3}\approx1.20$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956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of an isosceles triangle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base angle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straight line cuts the extension of the base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bisects the lateral side of the triangle which is nearest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quadrilateral which the straight line cuts off from the given triangle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956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of an isosceles triangle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base angle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straight line cuts the extension of the base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bisects the lateral side of the triangle which is nearest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quadrilateral which the straight line cuts off from the given triangle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$\frac{3+\tan\theta}{1+\tan\theta}$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$\frac{3+2\tan\theta}{1+\tan\theta}$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$\frac{3+\tan\theta}{1-\tan\theta}$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$\frac{3+5\tan\theta}{1+\tan\theta}$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 of a line through a midpoint, intersection point and area of a triangle in coordinates, Range of a rational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Equation of a line through a midpoint, intersection point and area of a triangle in coordinates, Range of a 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quadrilateral is the triangle minus the small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area comes from the intersection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line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quadrilateral is the triangle minus the small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area comes from the intersection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line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base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apex angle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extension of the base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bisects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base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apex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extension of the base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bisects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$y-1=\tan\theta\,(x-1)$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$4-x-1=\tan\theta\,(x-1)\Rightarrow x=\frac{3+\tan\theta}{1+\tan\theta}$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$Q\equiv\left(\frac{3+\tan\theta}{1+\tan\theta},\frac{1+3\tan\theta}{1+\tan\theta}\right)$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off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APQ=\frac12\left|\begin{matrix}1&amp;1&amp;1\\2&amp;2&amp;1\\\frac{3+\tan\theta}{1+\tan\theta}&amp;\frac{1+3\tan\theta}{1+\tan\theta}&amp;1\end{matrix}\right|=\frac{1-\tan\theta}{1+\tan\theta}$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ABC=\frac12\cdot4\cdot2=4$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off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$A=4-\frac{1-\tan\theta}{1+\tan\theta}=\frac{4+4\tan\theta-1+\tan\theta}{1+\tan\theta}=\frac{3+5\tan\theta}{1+\tan\theta}$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$\frac{3+5\tan\theta}{1+\tan\theta}$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apex angle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no coordinates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apex angle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APQ$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$AQ=AP\tan(45^\circ-\theta)$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no coordinates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base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$AP=\frac12AB=\sqrt2$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base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APQ=45^\circ-\theta$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$AQ=AP\tan(45^\circ-\theta)=\sqrt2\,\frac{1-\tan\theta}{1+\tan\theta}$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$[APQ]=\frac12\cdot\sqrt2\cdot\sqrt2\,\frac{1-\tan\theta}{1+\tan\theta}=\frac{1-\tan\theta}{1+\tan\theta}$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$A=[ABC]-[APQ]=4-\frac{1-\tan\theta}{1+\tan\theta}=\frac{3+5\tan\theta}{1+\tan\theta}$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$\frac{3+5\tan\theta}{1+\tan\theta}$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isosceles triangle with base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the apex; a median-type cut from a midpoint of a leg gives areas via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cut-off area expressed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rewrite as a constant plus a Möbius term before ranging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cutting off the trapezium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formula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isosceles triangle with base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the apex; a median-type cut from a midpoint of a leg gives areas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$\tan(45^\circ-\theta)=\frac{1-\tan\theta}{1+\tan\theta}$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cut-off area expressed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$\frac{\alpha+\beta t}{1+t}=\beta+\frac{\alpha-\beta}{1+t}$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monotonic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rewrite as a constant plus a Möbius term before ranging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cutting off the trapezium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of an isosceles triangle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base angle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straight line cuts the extension of the base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bisects the lateral side of the triangle which is nearest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different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of an isosceles triangle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base angle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straight line cuts the extension of the base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bisects the lateral side of the triangle which is nearest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different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$\left(\frac52,\frac72\right)$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$\left(4,\frac92\right)$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a rational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limiting positions of a line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a 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limiting positions of a line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restricted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its range is between its end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restricted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$A=5-\frac2{1+\tan\theta}$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so its range is between its end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base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apex angle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extension of the base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bisects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base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apex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extension of the base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bisects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base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to the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extension of the base)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Q21: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base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is to the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extension of the base)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(its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$\frac{3+t}{1+t}$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Q21: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$A=\frac{3+5t}{1+t}=5-\frac{2}{1+t}$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end is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increasing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$A\to5-2=3$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$A\to5-1=4$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end is attained).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$(3,4)$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two limiting positions of the line: parallel to the base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through the apex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two limiting positions of the line: parallel to the base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through the apex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top triangle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$A=[ABC]-[APQ]=4-[APQ]$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$[APQ]\in(0,1)$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$(0,45^\circ)$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top triangle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similar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$\frac14\cdot4=1$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line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$[APQ]\to0$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$[APQ]=\frac{1-t}{1+t}$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$(3,4)$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range of a monotonic expression, evaluate it at the two limiting positions of the geometric parameter; check monotonicity from the form const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Limiting positions are often easier than calculus: here the parallel line cuts a similar triangle of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whole).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 interval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through the apex, no quadrilateral) are excluded.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range of a monotonic expression, evaluate it at the two limiting positions of the geometric parameter; check monotonicity from the form const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$\,\pm\,\frac{k}{1+t}$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Limiting positions are often easier than calculus: here the parallel line cuts a similar triangle of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whole).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Open interval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 through the apex, no quadrilateral) are excluded.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of an isosceles triangle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base angle is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straight line cuts the extension of the base at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bisects the lateral side of the triangle which is nearest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portion of the straight line inside the triangle may lie in the range: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base of an isosceles triangle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base angle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straight line cuts the extension of the base at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bisects the lateral side of the triangle which is nearest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portion of the straight line inside the triangle may lie in the range: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$(\sqrt2,\sqrt3)$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Distance between two points of intersection; range of a trigonometric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portion inside the triangle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monotonic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portion inside the triangle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$\frac{2\sqrt{1+t^2}}{1+t}$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monotonic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$t\in(0,1)$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intersection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$y-1=\tan\theta\,(x-1)$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$4-x-1=\tan\theta\,(x-1)$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$Q\equiv\left(\frac{3+\tan\theta}{1+\tan\theta},\frac{1+3\tan\theta}{1+\tan\theta}\right)$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portion inside the triangle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portion inside the 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$\overrightarrow{PQ}=\left(\frac{2}{1+t},\frac{2t}{1+t}\right)$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$PQ^2=\frac{4(1+t^2)}{(1+t)^2}=4\left(1-\frac{2t}{(1+t)^2}\right)$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$\frac{2t}{(1+t)^2}$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$\frac{2(1-t)}{(1+t)^3}&gt;0$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$PQ\to\frac{2\sqrt2}{2}=\sqrt2$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$PQ\in(\sqrt2,2)$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$(\sqrt2,2)$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hypotenuse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right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hypotenuse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$PQ=\frac{AP}{\cos\angle APQ}=\frac{\sqrt2}{\cos(45^\circ-\theta)}$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Q21).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APQ=45^\circ-\theta$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Q21).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$PQ=\frac{AP}{\cos(45^\circ-\theta)}=\frac{\sqrt2}{\cos(45^\circ-\theta)}$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cosine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(matches); 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$\theta\in(0,45^\circ)$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$(0,45^\circ)$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cosine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$\left(\frac{\sqrt2}{2},1\right)$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$\left(\sqrt2,\frac{\sqrt2}{\sqrt2/2}\right)=(\sqrt2,2)$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(matches);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$PQ=\frac{2}{\sin\theta+\cos\theta}$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$(\sqrt2,2)$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chord length through a fixed point often reduces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𝑐𝑜𝑛𝑠𝑡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monotonic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Ends of the range correspond to degenerate lines: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parallel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(chord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open at both ends because those two positions are excluded by the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$\frac{2}{\cos\theta+\sin\theta}=\frac{\sqrt2}{\cos(\theta-45^\circ)}$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chord length through a fixed point often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$\frac{\text{const}}{\cos(\theta-\varphi)}$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monotonic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Ends of the range correspond to degenerate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parallel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is open at both ends because those two positions are excluded by the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Q24 – Q26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printed; JEE Advanced default assumed: 3 marks each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39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columns.\nColumn–I\n(A) The four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a figure which is\n(B)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figure which is\n(C)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in which these lines are cut by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some order) are the vertices of\nColumn–II\n(P) A quadrilateral which is neither a parallelogram nor a trapezium nor a kite\n(Q) A parallelogram which is neither a rectangle nor a rhombus\n(R) A rhombus which is not a square\n(S) A square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2392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columns.\nColumn–I\n(A) The four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$3x-4y+11=0$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a figure which is\n(B)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figure which is\n(C)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$2x^2-7xy+3y^2+5x+10y-25=0$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points in which these lines are cut by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$O,A,P,B$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some order) are the vertices of\nColumn–II\n(P) A quadrilateral which is neither a parallelogram nor a trapezium nor a kite\n(Q) A parallelogram which is neither a rectangle nor a rhombus\n(R) A rhombus which is not a square\n(S) A square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Parallelogram, rhombus and square formed by lines, Pair of straight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Equal distances between the two parallel pairs give a rhombus; perpendicular families make it a square; a pair of lines is first factorised.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parallel, with distance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parallel, with distance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$3x-4y+11=0$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parallel, with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$d_1=\frac{|11+9|}{5}=4$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$4x+3y-17=0$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parallel, with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$d_2=\frac{|3+17|}{5}=4$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families are perpendicular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square,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at distance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at distance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normals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dot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interior angle is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rhombus that is not a square,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of intersection of the two lines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normals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$3\cdot4-4\cdot3=0$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families are perpendicular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square,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$d_1=\frac{2}{\sqrt5}$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normals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dot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interior angle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rhombus that is not a square,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$2x^2-7xy+3y^2+5x+10y-25=(x-3y+5)(2x-y-5)$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of intersection of the two lines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parallelogram.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 a rectangle;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 a rhombus.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(C) is a parallelogram which is neither a rectangle nor a rhombus, (Q). Answer: (A) S; (B) R; (C)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$x-3y+5=0$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$m_{OA}=\frac13$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$m_{BP}=\frac13$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$m_{AP}=\frac21$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$m_{OB}=\frac21$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$OA\parallel BP$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$AP\parallel 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parallelogram.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$m_{OA}\,m_{AP}=\frac23\neq-1$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 a rectangle;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$OA=\sqrt{10}\neq AP=\sqrt5$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 a rhombus.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(C) is a parallelogram which is neither a rectangle nor a rhombus, (Q). Answer: (A) S; (B) R; (C)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Compute the vertices and test the diagonals: equal diagonals mean a rectangle, perpendicular diagonals mean a rhombus, both mean a square.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Vertices (intersections of consecutive lines):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diagonals join opposite ones: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diagonals have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dot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 and perpendicular, a square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Vertices (intersections of consecutive lines):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$\left(-\frac95,\frac75\right)$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$\left(\frac75,\frac{19}{5}\right)$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$\left(\frac{19}5,\frac35\right)$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$\left(\frac35,-\frac95\right)$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diagonals join opposite ones: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$\left(\frac{28}{5},-\frac45\right)$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$\left(-\frac45,-\frac{28}{5}\right)$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diagonals have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$\frac{\sqrt{800}}{5}=4\sqrt2$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dot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$\frac{28(-4)+(-4)(-28)}{25}=0$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 and perpendicular, a square (S).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Vertices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diagonals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(dot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but of lengths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rhombus, not a square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Parallelogram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diagonals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dot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rhombus) and 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rectangle):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matching: (A) S; (B) R; (C)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$\left(\frac13,\frac13\right)$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$\left(-\frac13,\frac53\right)$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$\left(\frac53,-\frac13\right)$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$\left(\frac23,\frac23\right)$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(dot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but of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$\frac{2\sqrt2}{3}\neq2\sqrt2$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rhombus, not a square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Parallelogram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$\overrightarrow{OP}=(4,3)$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dot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rhombus) and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$5\neq\sqrt5$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 rectangle):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matching: (A) S; (B) R; (C)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pairs of parallel lines make a parallelogram; it is a rhombus iff the two strip-widths are equal, a rectangle iff the families are perpendicular, a square iff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diagonals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rectangle; perpendicular diagonals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rhombus (for a parallelogram);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lines are perpendicular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pairs of parallel lines make a parallelogram; it is a rhombus iff the two strip-widths are equal, a rectangle iff the families are perpendicular, a square iff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rectangle; perpendicular diagonals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rhombus (for a parallelogram);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of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$ax^2+2hxy+by^2+\dots=0$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$(l_1x+m_1y+c_1)(l_2x+m_2y+c_2)$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lines are perpendicular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95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three linear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Match the following columns.\nColumn–I\n(A)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then\n(B)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then\n(C)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then\n(D)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then\nColumn–II\n(P) Entire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plane\n(Q) The lines are concurrent\n(R) Lines are coincident\n(S) Lines are neither coincident nor concurrent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95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three linear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$bx+cy+a=0$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$cx+ay+b=0$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Match the following columns.\nColumn–I\n(A)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$a^2+b^2+c^2\neq ab+bc+ca$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then\n(B)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$a^2+b^2+c^2=ab+bc+ca$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then\n(C)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$a^2+b^2+c^2\neq ab+bc+ca$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then\n(D)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$a^2+b^2+c^2=ab+bc+ca$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then\nColumn–II\n(P) Entire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plane\n(Q) The lines are concurrent\n(R) Lines are coincident\n(S) Lines are neither coincident nor concurrent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Concurrency of three lines and the determinant of a cyclic system, Identity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Concurrency of three lines and the determinant of a cyclic system, Identity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$a^3+b^3+c^3-3abc$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Concurrency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second factor vanishes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Concurrency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$\Delta=-(a+b+c)\left(a^2+b^2+c^2-ab-bc-ca\right)$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second factor vanishes only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condition of concurrency.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$\Delta=\left|\begin{matrix}a&amp;b&amp;c\\b&amp;c&amp;a\\c&amp;a&amp;b\end{matrix}\right|$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condition of concurrency.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$\Delta=-(a^3+b^3+c^3-3abc)=-(a+b+c)\left(a^2+b^2+c^2-ab-bc-ca\right)$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all equal):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lines are concurrent,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satisfied by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entire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plane,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a^2\neq\sum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all equal):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lines are concurrent,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a^2=\sum ab\Rightarrow a=b=c\Rightarrow a=b=c=0$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$0x+0y+0=0$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satisfied by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entire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plane,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all equal)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equations represent lines that are neither coincident nor concurrent,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three equations all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lines are identical (coincident),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a^2\neq\sum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all equal)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$\Rightarrow\Delta\neq0$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equations represent lines that are neither coincident nor concurrent,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a^2=\sum ab\Rightarrow a=b=c\neq0$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three equations all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lines are identical (coincident),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three equations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settle each case directly; for (C) show that a common point would force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three equations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$(a+b+c)(x+y+1)=0$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settle each case directly; for (C) show that a common point would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equations: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three, so the lines are concurrent: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 (they are distinct since coincidence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case 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equations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whole plane: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$(a+b+c)(x+y+1)=0$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all three, so the lines are concurrent: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 (they are distinct since coincidence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case 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$a^2+b^2+c^2-ab-bc-ca=\frac12\left[(a-b)^2+(b-c)^2+(c-a)^2\right]=0$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equations read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whole plane: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coincident,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Suppose a common point existed. Adding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excluded. So no common point: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coincident,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Suppose a common point existed. Adding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$ux=v$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$vx=w$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$wx=u$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$ux^3=u$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$u=v=w$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$u+v+w=0$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contradiction.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excluded. So no common point: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S;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concurrent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they are parallel in the degenerate case).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cyclic systems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summing the equations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common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$a_ix+b_iy+c_i=0$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concurrent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$\det(a_i,b_i,c_i)=0$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they are parallel in the degenerate case).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$a^3+b^3+c^3-3abc=(a+b+c)\cdot\frac12\left[(a-b)^2+(b-c)^2+(c-a)^2\right]$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cyclic systems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$ax+by+c,\ bx+cy+a,\ cx+ay+b$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summing the equations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$(a+b+c)(x+y+1)=0$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common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95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columns.\nColumn–I\n(A)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constitute a figure which is\n(B)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non-zero.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constitute\n(C) The figure formed by the four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is\n(D) The line pairs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constitute a figure which is\nColumn–II\n(P) a cyclic quadrilateral\n(Q) a rhombus\n(R) a square\n(S) a trapezium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95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columns.\nColumn–I\n(A)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$x-6y+4=0$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$x+6y-9=0$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constitute a figure which is\n(B)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non-zero.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constitute\n(C) The figure formed by the four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$ax\pm by\pm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is\n(D) The line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$y^2-14y+45=0$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constitute a figure which is\nColumn–II\n(P) a cyclic quadrilateral\n(Q) a rhombus\n(R) a square\n(S) a trapezium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Cyclic quadrilateral and special quadrilaterals formed by lines (trapezium, rhombus, square)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trapezium with equal legs is cyclic;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intercept (power-of-a-point) condition for four points on the axes to be concyclic.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trapezium with equal legs is cyclic;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$ac=bd$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intercept (power-of-a-point) condition for four points on the axes to be concyclic.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parallel, so the figure is a trapezium.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them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them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parallel, so the figure is a trapezium.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$x-6y+4=0$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$x+6y-9=0$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legs are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equal, so it is an isosceles trapezium; hence it is also a cyclic quadrilateral: P,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the configuration of the figure,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equal angles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concyclic: a cyclic quadrilateral,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legs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$\sqrt{6^2+1^2}=\sqrt{37}$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$\sqrt{6^2+1^2}=\sqrt{37}$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equal, so it is an isosceles trapezium; hence it is also a cyclic quadrilateral: P,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$ac=bd\Rightarrow\frac bc=\frac 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the configuration of the figure,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$\theta=\angle OCB$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$\tan\phi=\frac 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$\phi=\angle ODA$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equal angles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concyclic: a cyclic quadrilateral,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vertices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figure whose diagonals (the axes) are perpendicular and bisect each other: a rhombus,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lines form a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square, hence also a rhombus and a cyclic quadrilateral: P, Q,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$ax\pm by\pm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 cb$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$\left(\pm\frac ca,0\right)$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$\left(0,\pm\frac cb\right)$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figure whose diagonals (the axes) are perpendicular and bisect each other: a rhombus,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$(x-6)(x-2)=0$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$x=6,\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$y^2-14y+45=(y-9)(y-5)=0$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$y=9,\ 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lines form a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$9-5=4$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square, hence also a rhombus and a cyclic quadrilateral: P, Q,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S;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Q,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S;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Q,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for (A), and a circle-through-intercepts equation for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condition that the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also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for (A), and a circle-through-intercepts equation for (B):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$ac=bd$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the condition that the circle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also meets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 and swaps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figure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isosceles trapezium, cyclic: P,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circle: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$x\to5-x$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 and swaps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$x-6y+4=0\leftrightarrow x+6y-9=0$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$5-x-6y+4=-(x+6y-9)$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figure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isosceles trapezium, cyclic: P,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$x^2+y^2-(a+c)x+ey+ac=0$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$y^2+ey+ac=0$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$e=-(b+d)$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that circle: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four vertices are symmetric about both axes, so the figure is a rhombus; it would be a square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excluded, and it is not cyclic: Q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Strip widths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perpendicular lines give a square: P, Q, R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four vertices are symmetric about both axes, so the figure is a rhombus; it would be a square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excluded, and it is not cyclic: Q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Strip widths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perpendicular lines give a square: P, Q, R (matches).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S;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Q,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S;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Q,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trapezium is cyclic iff it is isosceles (equal legs); a parallelogram is cyclic iff it is a rectangle; every square is a rhombus and cyclic.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points on two intersecting lines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signed positions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other) are concyclic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(signed): power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 the rhombus with vertices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a square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condition 'a\neq b' is read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trapezium is cyclic iff it is isosceles (equal legs); a parallelogram is cyclic iff it is a rectangle; every square is a rhombus and cyclic.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points on two intersecting lines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signed 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other) are concyclic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$OA\cdot OC=OB\cdot OD$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(signed): power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$ax\pm by\pm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bound the rhombus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$\left(\pm\frac ca,0\right),\left(0,\pm\frac cb\right)$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a square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condition 'a\neq b' is read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$|a|\neq|b|$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2.48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26 questions, 95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SHEET STRAIGHT LINE FCopy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2.48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