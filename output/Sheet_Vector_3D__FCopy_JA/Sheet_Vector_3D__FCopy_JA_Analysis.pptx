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523" r:id="rId275"/>
    <p:sldId id="524" r:id="rId276"/>
    <p:sldId id="525" r:id="rId277"/>
    <p:sldId id="526" r:id="rId278"/>
    <p:sldId id="527" r:id="rId279"/>
    <p:sldId id="528" r:id="rId280"/>
    <p:sldId id="529" r:id="rId281"/>
    <p:sldId id="530" r:id="rId282"/>
    <p:sldId id="531" r:id="rId283"/>
    <p:sldId id="532" r:id="rId284"/>
    <p:sldId id="533" r:id="rId285"/>
    <p:sldId id="534" r:id="rId286"/>
    <p:sldId id="535" r:id="rId287"/>
    <p:sldId id="536" r:id="rId288"/>
    <p:sldId id="537" r:id="rId289"/>
    <p:sldId id="538" r:id="rId290"/>
    <p:sldId id="539" r:id="rId291"/>
    <p:sldId id="540" r:id="rId292"/>
    <p:sldId id="541" r:id="rId293"/>
    <p:sldId id="542" r:id="rId294"/>
    <p:sldId id="543" r:id="rId295"/>
    <p:sldId id="544" r:id="rId296"/>
    <p:sldId id="545" r:id="rId297"/>
    <p:sldId id="546" r:id="rId298"/>
    <p:sldId id="547" r:id="rId299"/>
    <p:sldId id="548" r:id="rId300"/>
    <p:sldId id="549" r:id="rId301"/>
    <p:sldId id="550" r:id="rId302"/>
    <p:sldId id="551" r:id="rId303"/>
    <p:sldId id="552" r:id="rId304"/>
    <p:sldId id="553" r:id="rId305"/>
    <p:sldId id="554" r:id="rId306"/>
    <p:sldId id="555" r:id="rId307"/>
    <p:sldId id="556" r:id="rId308"/>
    <p:sldId id="557" r:id="rId309"/>
    <p:sldId id="558" r:id="rId310"/>
    <p:sldId id="559" r:id="rId311"/>
    <p:sldId id="560" r:id="rId312"/>
    <p:sldId id="561" r:id="rId313"/>
    <p:sldId id="562" r:id="rId314"/>
    <p:sldId id="563" r:id="rId315"/>
    <p:sldId id="564" r:id="rId316"/>
    <p:sldId id="565" r:id="rId317"/>
    <p:sldId id="566" r:id="rId318"/>
    <p:sldId id="567" r:id="rId319"/>
    <p:sldId id="568" r:id="rId320"/>
    <p:sldId id="569" r:id="rId321"/>
    <p:sldId id="570" r:id="rId322"/>
    <p:sldId id="571" r:id="rId323"/>
    <p:sldId id="572" r:id="rId324"/>
    <p:sldId id="573" r:id="rId325"/>
    <p:sldId id="574" r:id="rId326"/>
    <p:sldId id="575" r:id="rId327"/>
    <p:sldId id="576" r:id="rId328"/>
    <p:sldId id="577" r:id="rId329"/>
    <p:sldId id="578" r:id="rId330"/>
    <p:sldId id="579" r:id="rId331"/>
    <p:sldId id="580" r:id="rId332"/>
    <p:sldId id="581" r:id="rId333"/>
    <p:sldId id="582" r:id="rId334"/>
    <p:sldId id="583" r:id="rId335"/>
    <p:sldId id="584" r:id="rId336"/>
    <p:sldId id="585" r:id="rId337"/>
    <p:sldId id="586" r:id="rId338"/>
    <p:sldId id="587" r:id="rId339"/>
    <p:sldId id="588" r:id="rId340"/>
    <p:sldId id="589" r:id="rId341"/>
    <p:sldId id="590" r:id="rId342"/>
    <p:sldId id="591" r:id="rId343"/>
    <p:sldId id="592" r:id="rId344"/>
    <p:sldId id="593" r:id="rId345"/>
    <p:sldId id="594" r:id="rId346"/>
    <p:sldId id="595" r:id="rId347"/>
    <p:sldId id="596" r:id="rId348"/>
    <p:sldId id="597" r:id="rId349"/>
    <p:sldId id="598" r:id="rId350"/>
    <p:sldId id="599" r:id="rId351"/>
    <p:sldId id="600" r:id="rId352"/>
    <p:sldId id="601" r:id="rId353"/>
    <p:sldId id="602" r:id="rId354"/>
    <p:sldId id="603" r:id="rId355"/>
    <p:sldId id="604" r:id="rId356"/>
    <p:sldId id="605" r:id="rId357"/>
    <p:sldId id="606" r:id="rId358"/>
    <p:sldId id="607" r:id="rId359"/>
    <p:sldId id="608" r:id="rId360"/>
    <p:sldId id="609" r:id="rId361"/>
    <p:sldId id="610" r:id="rId362"/>
    <p:sldId id="611" r:id="rId363"/>
    <p:sldId id="612" r:id="rId364"/>
    <p:sldId id="613" r:id="rId365"/>
    <p:sldId id="614" r:id="rId366"/>
    <p:sldId id="615" r:id="rId367"/>
    <p:sldId id="616" r:id="rId368"/>
    <p:sldId id="617" r:id="rId369"/>
    <p:sldId id="618" r:id="rId370"/>
    <p:sldId id="619" r:id="rId371"/>
    <p:sldId id="620" r:id="rId372"/>
    <p:sldId id="621" r:id="rId373"/>
    <p:sldId id="622" r:id="rId374"/>
    <p:sldId id="623" r:id="rId375"/>
    <p:sldId id="624" r:id="rId376"/>
    <p:sldId id="625" r:id="rId377"/>
    <p:sldId id="626" r:id="rId378"/>
    <p:sldId id="627" r:id="rId379"/>
    <p:sldId id="628" r:id="rId380"/>
    <p:sldId id="629" r:id="rId381"/>
    <p:sldId id="630" r:id="rId382"/>
    <p:sldId id="631" r:id="rId383"/>
    <p:sldId id="632" r:id="rId384"/>
    <p:sldId id="633" r:id="rId385"/>
    <p:sldId id="634" r:id="rId386"/>
    <p:sldId id="635" r:id="rId387"/>
    <p:sldId id="636" r:id="rId388"/>
    <p:sldId id="637" r:id="rId389"/>
    <p:sldId id="638" r:id="rId390"/>
    <p:sldId id="639" r:id="rId391"/>
    <p:sldId id="640" r:id="rId392"/>
    <p:sldId id="641" r:id="rId393"/>
    <p:sldId id="642" r:id="rId394"/>
    <p:sldId id="643" r:id="rId395"/>
    <p:sldId id="644" r:id="rId396"/>
    <p:sldId id="645" r:id="rId397"/>
    <p:sldId id="646" r:id="rId398"/>
    <p:sldId id="647" r:id="rId399"/>
    <p:sldId id="648" r:id="rId400"/>
    <p:sldId id="649" r:id="rId401"/>
    <p:sldId id="650" r:id="rId402"/>
    <p:sldId id="651" r:id="rId403"/>
    <p:sldId id="652" r:id="rId404"/>
    <p:sldId id="653" r:id="rId405"/>
    <p:sldId id="654" r:id="rId406"/>
    <p:sldId id="655" r:id="rId407"/>
    <p:sldId id="656" r:id="rId408"/>
    <p:sldId id="657" r:id="rId409"/>
    <p:sldId id="658" r:id="rId410"/>
    <p:sldId id="659" r:id="rId411"/>
    <p:sldId id="660" r:id="rId412"/>
    <p:sldId id="661" r:id="rId413"/>
    <p:sldId id="662" r:id="rId414"/>
    <p:sldId id="663" r:id="rId415"/>
    <p:sldId id="664" r:id="rId416"/>
    <p:sldId id="665" r:id="rId417"/>
    <p:sldId id="666" r:id="rId418"/>
    <p:sldId id="667" r:id="rId419"/>
    <p:sldId id="668" r:id="rId420"/>
    <p:sldId id="669" r:id="rId421"/>
    <p:sldId id="670" r:id="rId422"/>
    <p:sldId id="671" r:id="rId423"/>
    <p:sldId id="672" r:id="rId424"/>
    <p:sldId id="673" r:id="rId425"/>
    <p:sldId id="674" r:id="rId426"/>
    <p:sldId id="675" r:id="rId427"/>
    <p:sldId id="676" r:id="rId428"/>
    <p:sldId id="677" r:id="rId429"/>
    <p:sldId id="678" r:id="rId430"/>
    <p:sldId id="679" r:id="rId431"/>
    <p:sldId id="680" r:id="rId432"/>
    <p:sldId id="681" r:id="rId433"/>
    <p:sldId id="682" r:id="rId434"/>
    <p:sldId id="683" r:id="rId435"/>
    <p:sldId id="684" r:id="rId436"/>
    <p:sldId id="685" r:id="rId437"/>
    <p:sldId id="686" r:id="rId438"/>
    <p:sldId id="687" r:id="rId439"/>
    <p:sldId id="688" r:id="rId440"/>
    <p:sldId id="689" r:id="rId441"/>
    <p:sldId id="690" r:id="rId442"/>
  </p:sldIdLst>
  <p:sldSz cx="12191695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11.xml"/><Relationship Id="rId19" Type="http://schemas.openxmlformats.org/officeDocument/2006/relationships/slide" Target="slides/slide12.xml"/><Relationship Id="rId20" Type="http://schemas.openxmlformats.org/officeDocument/2006/relationships/slide" Target="slides/slide13.xml"/><Relationship Id="rId21" Type="http://schemas.openxmlformats.org/officeDocument/2006/relationships/slide" Target="slides/slide14.xml"/><Relationship Id="rId22" Type="http://schemas.openxmlformats.org/officeDocument/2006/relationships/slide" Target="slides/slide15.xml"/><Relationship Id="rId23" Type="http://schemas.openxmlformats.org/officeDocument/2006/relationships/slide" Target="slides/slide16.xml"/><Relationship Id="rId24" Type="http://schemas.openxmlformats.org/officeDocument/2006/relationships/slide" Target="slides/slide17.xml"/><Relationship Id="rId25" Type="http://schemas.openxmlformats.org/officeDocument/2006/relationships/slide" Target="slides/slide18.xml"/><Relationship Id="rId26" Type="http://schemas.openxmlformats.org/officeDocument/2006/relationships/slide" Target="slides/slide19.xml"/><Relationship Id="rId27" Type="http://schemas.openxmlformats.org/officeDocument/2006/relationships/slide" Target="slides/slide20.xml"/><Relationship Id="rId28" Type="http://schemas.openxmlformats.org/officeDocument/2006/relationships/slide" Target="slides/slide21.xml"/><Relationship Id="rId29" Type="http://schemas.openxmlformats.org/officeDocument/2006/relationships/slide" Target="slides/slide22.xml"/><Relationship Id="rId30" Type="http://schemas.openxmlformats.org/officeDocument/2006/relationships/slide" Target="slides/slide23.xml"/><Relationship Id="rId31" Type="http://schemas.openxmlformats.org/officeDocument/2006/relationships/slide" Target="slides/slide24.xml"/><Relationship Id="rId32" Type="http://schemas.openxmlformats.org/officeDocument/2006/relationships/slide" Target="slides/slide25.xml"/><Relationship Id="rId33" Type="http://schemas.openxmlformats.org/officeDocument/2006/relationships/slide" Target="slides/slide26.xml"/><Relationship Id="rId34" Type="http://schemas.openxmlformats.org/officeDocument/2006/relationships/slide" Target="slides/slide27.xml"/><Relationship Id="rId35" Type="http://schemas.openxmlformats.org/officeDocument/2006/relationships/slide" Target="slides/slide28.xml"/><Relationship Id="rId36" Type="http://schemas.openxmlformats.org/officeDocument/2006/relationships/slide" Target="slides/slide29.xml"/><Relationship Id="rId37" Type="http://schemas.openxmlformats.org/officeDocument/2006/relationships/slide" Target="slides/slide30.xml"/><Relationship Id="rId38" Type="http://schemas.openxmlformats.org/officeDocument/2006/relationships/slide" Target="slides/slide31.xml"/><Relationship Id="rId39" Type="http://schemas.openxmlformats.org/officeDocument/2006/relationships/slide" Target="slides/slide32.xml"/><Relationship Id="rId40" Type="http://schemas.openxmlformats.org/officeDocument/2006/relationships/slide" Target="slides/slide33.xml"/><Relationship Id="rId41" Type="http://schemas.openxmlformats.org/officeDocument/2006/relationships/slide" Target="slides/slide34.xml"/><Relationship Id="rId42" Type="http://schemas.openxmlformats.org/officeDocument/2006/relationships/slide" Target="slides/slide35.xml"/><Relationship Id="rId43" Type="http://schemas.openxmlformats.org/officeDocument/2006/relationships/slide" Target="slides/slide36.xml"/><Relationship Id="rId44" Type="http://schemas.openxmlformats.org/officeDocument/2006/relationships/slide" Target="slides/slide37.xml"/><Relationship Id="rId45" Type="http://schemas.openxmlformats.org/officeDocument/2006/relationships/slide" Target="slides/slide38.xml"/><Relationship Id="rId46" Type="http://schemas.openxmlformats.org/officeDocument/2006/relationships/slide" Target="slides/slide39.xml"/><Relationship Id="rId47" Type="http://schemas.openxmlformats.org/officeDocument/2006/relationships/slide" Target="slides/slide40.xml"/><Relationship Id="rId48" Type="http://schemas.openxmlformats.org/officeDocument/2006/relationships/slide" Target="slides/slide41.xml"/><Relationship Id="rId49" Type="http://schemas.openxmlformats.org/officeDocument/2006/relationships/slide" Target="slides/slide42.xml"/><Relationship Id="rId50" Type="http://schemas.openxmlformats.org/officeDocument/2006/relationships/slide" Target="slides/slide43.xml"/><Relationship Id="rId51" Type="http://schemas.openxmlformats.org/officeDocument/2006/relationships/slide" Target="slides/slide44.xml"/><Relationship Id="rId52" Type="http://schemas.openxmlformats.org/officeDocument/2006/relationships/slide" Target="slides/slide45.xml"/><Relationship Id="rId53" Type="http://schemas.openxmlformats.org/officeDocument/2006/relationships/slide" Target="slides/slide46.xml"/><Relationship Id="rId54" Type="http://schemas.openxmlformats.org/officeDocument/2006/relationships/slide" Target="slides/slide47.xml"/><Relationship Id="rId55" Type="http://schemas.openxmlformats.org/officeDocument/2006/relationships/slide" Target="slides/slide48.xml"/><Relationship Id="rId56" Type="http://schemas.openxmlformats.org/officeDocument/2006/relationships/slide" Target="slides/slide49.xml"/><Relationship Id="rId57" Type="http://schemas.openxmlformats.org/officeDocument/2006/relationships/slide" Target="slides/slide50.xml"/><Relationship Id="rId58" Type="http://schemas.openxmlformats.org/officeDocument/2006/relationships/slide" Target="slides/slide51.xml"/><Relationship Id="rId59" Type="http://schemas.openxmlformats.org/officeDocument/2006/relationships/slide" Target="slides/slide52.xml"/><Relationship Id="rId60" Type="http://schemas.openxmlformats.org/officeDocument/2006/relationships/slide" Target="slides/slide53.xml"/><Relationship Id="rId61" Type="http://schemas.openxmlformats.org/officeDocument/2006/relationships/slide" Target="slides/slide54.xml"/><Relationship Id="rId62" Type="http://schemas.openxmlformats.org/officeDocument/2006/relationships/slide" Target="slides/slide55.xml"/><Relationship Id="rId63" Type="http://schemas.openxmlformats.org/officeDocument/2006/relationships/slide" Target="slides/slide56.xml"/><Relationship Id="rId64" Type="http://schemas.openxmlformats.org/officeDocument/2006/relationships/slide" Target="slides/slide57.xml"/><Relationship Id="rId65" Type="http://schemas.openxmlformats.org/officeDocument/2006/relationships/slide" Target="slides/slide58.xml"/><Relationship Id="rId66" Type="http://schemas.openxmlformats.org/officeDocument/2006/relationships/slide" Target="slides/slide59.xml"/><Relationship Id="rId67" Type="http://schemas.openxmlformats.org/officeDocument/2006/relationships/slide" Target="slides/slide60.xml"/><Relationship Id="rId68" Type="http://schemas.openxmlformats.org/officeDocument/2006/relationships/slide" Target="slides/slide61.xml"/><Relationship Id="rId69" Type="http://schemas.openxmlformats.org/officeDocument/2006/relationships/slide" Target="slides/slide62.xml"/><Relationship Id="rId70" Type="http://schemas.openxmlformats.org/officeDocument/2006/relationships/slide" Target="slides/slide63.xml"/><Relationship Id="rId71" Type="http://schemas.openxmlformats.org/officeDocument/2006/relationships/slide" Target="slides/slide64.xml"/><Relationship Id="rId72" Type="http://schemas.openxmlformats.org/officeDocument/2006/relationships/slide" Target="slides/slide65.xml"/><Relationship Id="rId73" Type="http://schemas.openxmlformats.org/officeDocument/2006/relationships/slide" Target="slides/slide66.xml"/><Relationship Id="rId74" Type="http://schemas.openxmlformats.org/officeDocument/2006/relationships/slide" Target="slides/slide67.xml"/><Relationship Id="rId75" Type="http://schemas.openxmlformats.org/officeDocument/2006/relationships/slide" Target="slides/slide68.xml"/><Relationship Id="rId76" Type="http://schemas.openxmlformats.org/officeDocument/2006/relationships/slide" Target="slides/slide69.xml"/><Relationship Id="rId77" Type="http://schemas.openxmlformats.org/officeDocument/2006/relationships/slide" Target="slides/slide70.xml"/><Relationship Id="rId78" Type="http://schemas.openxmlformats.org/officeDocument/2006/relationships/slide" Target="slides/slide71.xml"/><Relationship Id="rId79" Type="http://schemas.openxmlformats.org/officeDocument/2006/relationships/slide" Target="slides/slide72.xml"/><Relationship Id="rId80" Type="http://schemas.openxmlformats.org/officeDocument/2006/relationships/slide" Target="slides/slide73.xml"/><Relationship Id="rId81" Type="http://schemas.openxmlformats.org/officeDocument/2006/relationships/slide" Target="slides/slide74.xml"/><Relationship Id="rId82" Type="http://schemas.openxmlformats.org/officeDocument/2006/relationships/slide" Target="slides/slide75.xml"/><Relationship Id="rId83" Type="http://schemas.openxmlformats.org/officeDocument/2006/relationships/slide" Target="slides/slide76.xml"/><Relationship Id="rId84" Type="http://schemas.openxmlformats.org/officeDocument/2006/relationships/slide" Target="slides/slide77.xml"/><Relationship Id="rId85" Type="http://schemas.openxmlformats.org/officeDocument/2006/relationships/slide" Target="slides/slide78.xml"/><Relationship Id="rId86" Type="http://schemas.openxmlformats.org/officeDocument/2006/relationships/slide" Target="slides/slide79.xml"/><Relationship Id="rId87" Type="http://schemas.openxmlformats.org/officeDocument/2006/relationships/slide" Target="slides/slide80.xml"/><Relationship Id="rId88" Type="http://schemas.openxmlformats.org/officeDocument/2006/relationships/slide" Target="slides/slide81.xml"/><Relationship Id="rId89" Type="http://schemas.openxmlformats.org/officeDocument/2006/relationships/slide" Target="slides/slide82.xml"/><Relationship Id="rId90" Type="http://schemas.openxmlformats.org/officeDocument/2006/relationships/slide" Target="slides/slide83.xml"/><Relationship Id="rId91" Type="http://schemas.openxmlformats.org/officeDocument/2006/relationships/slide" Target="slides/slide84.xml"/><Relationship Id="rId92" Type="http://schemas.openxmlformats.org/officeDocument/2006/relationships/slide" Target="slides/slide85.xml"/><Relationship Id="rId93" Type="http://schemas.openxmlformats.org/officeDocument/2006/relationships/slide" Target="slides/slide86.xml"/><Relationship Id="rId94" Type="http://schemas.openxmlformats.org/officeDocument/2006/relationships/slide" Target="slides/slide87.xml"/><Relationship Id="rId95" Type="http://schemas.openxmlformats.org/officeDocument/2006/relationships/slide" Target="slides/slide88.xml"/><Relationship Id="rId96" Type="http://schemas.openxmlformats.org/officeDocument/2006/relationships/slide" Target="slides/slide89.xml"/><Relationship Id="rId97" Type="http://schemas.openxmlformats.org/officeDocument/2006/relationships/slide" Target="slides/slide90.xml"/><Relationship Id="rId98" Type="http://schemas.openxmlformats.org/officeDocument/2006/relationships/slide" Target="slides/slide91.xml"/><Relationship Id="rId99" Type="http://schemas.openxmlformats.org/officeDocument/2006/relationships/slide" Target="slides/slide92.xml"/><Relationship Id="rId100" Type="http://schemas.openxmlformats.org/officeDocument/2006/relationships/slide" Target="slides/slide93.xml"/><Relationship Id="rId101" Type="http://schemas.openxmlformats.org/officeDocument/2006/relationships/slide" Target="slides/slide94.xml"/><Relationship Id="rId102" Type="http://schemas.openxmlformats.org/officeDocument/2006/relationships/slide" Target="slides/slide95.xml"/><Relationship Id="rId103" Type="http://schemas.openxmlformats.org/officeDocument/2006/relationships/slide" Target="slides/slide96.xml"/><Relationship Id="rId104" Type="http://schemas.openxmlformats.org/officeDocument/2006/relationships/slide" Target="slides/slide97.xml"/><Relationship Id="rId105" Type="http://schemas.openxmlformats.org/officeDocument/2006/relationships/slide" Target="slides/slide98.xml"/><Relationship Id="rId106" Type="http://schemas.openxmlformats.org/officeDocument/2006/relationships/slide" Target="slides/slide99.xml"/><Relationship Id="rId107" Type="http://schemas.openxmlformats.org/officeDocument/2006/relationships/slide" Target="slides/slide100.xml"/><Relationship Id="rId108" Type="http://schemas.openxmlformats.org/officeDocument/2006/relationships/slide" Target="slides/slide101.xml"/><Relationship Id="rId109" Type="http://schemas.openxmlformats.org/officeDocument/2006/relationships/slide" Target="slides/slide102.xml"/><Relationship Id="rId110" Type="http://schemas.openxmlformats.org/officeDocument/2006/relationships/slide" Target="slides/slide103.xml"/><Relationship Id="rId111" Type="http://schemas.openxmlformats.org/officeDocument/2006/relationships/slide" Target="slides/slide104.xml"/><Relationship Id="rId112" Type="http://schemas.openxmlformats.org/officeDocument/2006/relationships/slide" Target="slides/slide105.xml"/><Relationship Id="rId113" Type="http://schemas.openxmlformats.org/officeDocument/2006/relationships/slide" Target="slides/slide106.xml"/><Relationship Id="rId114" Type="http://schemas.openxmlformats.org/officeDocument/2006/relationships/slide" Target="slides/slide107.xml"/><Relationship Id="rId115" Type="http://schemas.openxmlformats.org/officeDocument/2006/relationships/slide" Target="slides/slide108.xml"/><Relationship Id="rId116" Type="http://schemas.openxmlformats.org/officeDocument/2006/relationships/slide" Target="slides/slide109.xml"/><Relationship Id="rId117" Type="http://schemas.openxmlformats.org/officeDocument/2006/relationships/slide" Target="slides/slide110.xml"/><Relationship Id="rId118" Type="http://schemas.openxmlformats.org/officeDocument/2006/relationships/slide" Target="slides/slide111.xml"/><Relationship Id="rId119" Type="http://schemas.openxmlformats.org/officeDocument/2006/relationships/slide" Target="slides/slide112.xml"/><Relationship Id="rId120" Type="http://schemas.openxmlformats.org/officeDocument/2006/relationships/slide" Target="slides/slide113.xml"/><Relationship Id="rId121" Type="http://schemas.openxmlformats.org/officeDocument/2006/relationships/slide" Target="slides/slide114.xml"/><Relationship Id="rId122" Type="http://schemas.openxmlformats.org/officeDocument/2006/relationships/slide" Target="slides/slide115.xml"/><Relationship Id="rId123" Type="http://schemas.openxmlformats.org/officeDocument/2006/relationships/slide" Target="slides/slide116.xml"/><Relationship Id="rId124" Type="http://schemas.openxmlformats.org/officeDocument/2006/relationships/slide" Target="slides/slide117.xml"/><Relationship Id="rId125" Type="http://schemas.openxmlformats.org/officeDocument/2006/relationships/slide" Target="slides/slide118.xml"/><Relationship Id="rId126" Type="http://schemas.openxmlformats.org/officeDocument/2006/relationships/slide" Target="slides/slide119.xml"/><Relationship Id="rId127" Type="http://schemas.openxmlformats.org/officeDocument/2006/relationships/slide" Target="slides/slide120.xml"/><Relationship Id="rId128" Type="http://schemas.openxmlformats.org/officeDocument/2006/relationships/slide" Target="slides/slide121.xml"/><Relationship Id="rId129" Type="http://schemas.openxmlformats.org/officeDocument/2006/relationships/slide" Target="slides/slide122.xml"/><Relationship Id="rId130" Type="http://schemas.openxmlformats.org/officeDocument/2006/relationships/slide" Target="slides/slide123.xml"/><Relationship Id="rId131" Type="http://schemas.openxmlformats.org/officeDocument/2006/relationships/slide" Target="slides/slide124.xml"/><Relationship Id="rId132" Type="http://schemas.openxmlformats.org/officeDocument/2006/relationships/slide" Target="slides/slide125.xml"/><Relationship Id="rId133" Type="http://schemas.openxmlformats.org/officeDocument/2006/relationships/slide" Target="slides/slide126.xml"/><Relationship Id="rId134" Type="http://schemas.openxmlformats.org/officeDocument/2006/relationships/slide" Target="slides/slide127.xml"/><Relationship Id="rId135" Type="http://schemas.openxmlformats.org/officeDocument/2006/relationships/slide" Target="slides/slide128.xml"/><Relationship Id="rId136" Type="http://schemas.openxmlformats.org/officeDocument/2006/relationships/slide" Target="slides/slide129.xml"/><Relationship Id="rId137" Type="http://schemas.openxmlformats.org/officeDocument/2006/relationships/slide" Target="slides/slide130.xml"/><Relationship Id="rId138" Type="http://schemas.openxmlformats.org/officeDocument/2006/relationships/slide" Target="slides/slide131.xml"/><Relationship Id="rId139" Type="http://schemas.openxmlformats.org/officeDocument/2006/relationships/slide" Target="slides/slide132.xml"/><Relationship Id="rId140" Type="http://schemas.openxmlformats.org/officeDocument/2006/relationships/slide" Target="slides/slide133.xml"/><Relationship Id="rId141" Type="http://schemas.openxmlformats.org/officeDocument/2006/relationships/slide" Target="slides/slide134.xml"/><Relationship Id="rId142" Type="http://schemas.openxmlformats.org/officeDocument/2006/relationships/slide" Target="slides/slide135.xml"/><Relationship Id="rId143" Type="http://schemas.openxmlformats.org/officeDocument/2006/relationships/slide" Target="slides/slide136.xml"/><Relationship Id="rId144" Type="http://schemas.openxmlformats.org/officeDocument/2006/relationships/slide" Target="slides/slide137.xml"/><Relationship Id="rId145" Type="http://schemas.openxmlformats.org/officeDocument/2006/relationships/slide" Target="slides/slide138.xml"/><Relationship Id="rId146" Type="http://schemas.openxmlformats.org/officeDocument/2006/relationships/slide" Target="slides/slide139.xml"/><Relationship Id="rId147" Type="http://schemas.openxmlformats.org/officeDocument/2006/relationships/slide" Target="slides/slide140.xml"/><Relationship Id="rId148" Type="http://schemas.openxmlformats.org/officeDocument/2006/relationships/slide" Target="slides/slide141.xml"/><Relationship Id="rId149" Type="http://schemas.openxmlformats.org/officeDocument/2006/relationships/slide" Target="slides/slide142.xml"/><Relationship Id="rId150" Type="http://schemas.openxmlformats.org/officeDocument/2006/relationships/slide" Target="slides/slide143.xml"/><Relationship Id="rId151" Type="http://schemas.openxmlformats.org/officeDocument/2006/relationships/slide" Target="slides/slide144.xml"/><Relationship Id="rId152" Type="http://schemas.openxmlformats.org/officeDocument/2006/relationships/slide" Target="slides/slide145.xml"/><Relationship Id="rId153" Type="http://schemas.openxmlformats.org/officeDocument/2006/relationships/slide" Target="slides/slide146.xml"/><Relationship Id="rId154" Type="http://schemas.openxmlformats.org/officeDocument/2006/relationships/slide" Target="slides/slide147.xml"/><Relationship Id="rId155" Type="http://schemas.openxmlformats.org/officeDocument/2006/relationships/slide" Target="slides/slide148.xml"/><Relationship Id="rId156" Type="http://schemas.openxmlformats.org/officeDocument/2006/relationships/slide" Target="slides/slide149.xml"/><Relationship Id="rId157" Type="http://schemas.openxmlformats.org/officeDocument/2006/relationships/slide" Target="slides/slide150.xml"/><Relationship Id="rId158" Type="http://schemas.openxmlformats.org/officeDocument/2006/relationships/slide" Target="slides/slide151.xml"/><Relationship Id="rId159" Type="http://schemas.openxmlformats.org/officeDocument/2006/relationships/slide" Target="slides/slide152.xml"/><Relationship Id="rId160" Type="http://schemas.openxmlformats.org/officeDocument/2006/relationships/slide" Target="slides/slide153.xml"/><Relationship Id="rId161" Type="http://schemas.openxmlformats.org/officeDocument/2006/relationships/slide" Target="slides/slide154.xml"/><Relationship Id="rId162" Type="http://schemas.openxmlformats.org/officeDocument/2006/relationships/slide" Target="slides/slide155.xml"/><Relationship Id="rId163" Type="http://schemas.openxmlformats.org/officeDocument/2006/relationships/slide" Target="slides/slide156.xml"/><Relationship Id="rId164" Type="http://schemas.openxmlformats.org/officeDocument/2006/relationships/slide" Target="slides/slide157.xml"/><Relationship Id="rId165" Type="http://schemas.openxmlformats.org/officeDocument/2006/relationships/slide" Target="slides/slide158.xml"/><Relationship Id="rId166" Type="http://schemas.openxmlformats.org/officeDocument/2006/relationships/slide" Target="slides/slide159.xml"/><Relationship Id="rId167" Type="http://schemas.openxmlformats.org/officeDocument/2006/relationships/slide" Target="slides/slide160.xml"/><Relationship Id="rId168" Type="http://schemas.openxmlformats.org/officeDocument/2006/relationships/slide" Target="slides/slide161.xml"/><Relationship Id="rId169" Type="http://schemas.openxmlformats.org/officeDocument/2006/relationships/slide" Target="slides/slide162.xml"/><Relationship Id="rId170" Type="http://schemas.openxmlformats.org/officeDocument/2006/relationships/slide" Target="slides/slide163.xml"/><Relationship Id="rId171" Type="http://schemas.openxmlformats.org/officeDocument/2006/relationships/slide" Target="slides/slide164.xml"/><Relationship Id="rId172" Type="http://schemas.openxmlformats.org/officeDocument/2006/relationships/slide" Target="slides/slide165.xml"/><Relationship Id="rId173" Type="http://schemas.openxmlformats.org/officeDocument/2006/relationships/slide" Target="slides/slide166.xml"/><Relationship Id="rId174" Type="http://schemas.openxmlformats.org/officeDocument/2006/relationships/slide" Target="slides/slide167.xml"/><Relationship Id="rId175" Type="http://schemas.openxmlformats.org/officeDocument/2006/relationships/slide" Target="slides/slide168.xml"/><Relationship Id="rId176" Type="http://schemas.openxmlformats.org/officeDocument/2006/relationships/slide" Target="slides/slide169.xml"/><Relationship Id="rId177" Type="http://schemas.openxmlformats.org/officeDocument/2006/relationships/slide" Target="slides/slide170.xml"/><Relationship Id="rId178" Type="http://schemas.openxmlformats.org/officeDocument/2006/relationships/slide" Target="slides/slide171.xml"/><Relationship Id="rId179" Type="http://schemas.openxmlformats.org/officeDocument/2006/relationships/slide" Target="slides/slide172.xml"/><Relationship Id="rId180" Type="http://schemas.openxmlformats.org/officeDocument/2006/relationships/slide" Target="slides/slide173.xml"/><Relationship Id="rId181" Type="http://schemas.openxmlformats.org/officeDocument/2006/relationships/slide" Target="slides/slide174.xml"/><Relationship Id="rId182" Type="http://schemas.openxmlformats.org/officeDocument/2006/relationships/slide" Target="slides/slide175.xml"/><Relationship Id="rId183" Type="http://schemas.openxmlformats.org/officeDocument/2006/relationships/slide" Target="slides/slide176.xml"/><Relationship Id="rId184" Type="http://schemas.openxmlformats.org/officeDocument/2006/relationships/slide" Target="slides/slide177.xml"/><Relationship Id="rId185" Type="http://schemas.openxmlformats.org/officeDocument/2006/relationships/slide" Target="slides/slide178.xml"/><Relationship Id="rId186" Type="http://schemas.openxmlformats.org/officeDocument/2006/relationships/slide" Target="slides/slide179.xml"/><Relationship Id="rId187" Type="http://schemas.openxmlformats.org/officeDocument/2006/relationships/slide" Target="slides/slide180.xml"/><Relationship Id="rId188" Type="http://schemas.openxmlformats.org/officeDocument/2006/relationships/slide" Target="slides/slide181.xml"/><Relationship Id="rId189" Type="http://schemas.openxmlformats.org/officeDocument/2006/relationships/slide" Target="slides/slide182.xml"/><Relationship Id="rId190" Type="http://schemas.openxmlformats.org/officeDocument/2006/relationships/slide" Target="slides/slide183.xml"/><Relationship Id="rId191" Type="http://schemas.openxmlformats.org/officeDocument/2006/relationships/slide" Target="slides/slide184.xml"/><Relationship Id="rId192" Type="http://schemas.openxmlformats.org/officeDocument/2006/relationships/slide" Target="slides/slide185.xml"/><Relationship Id="rId193" Type="http://schemas.openxmlformats.org/officeDocument/2006/relationships/slide" Target="slides/slide186.xml"/><Relationship Id="rId194" Type="http://schemas.openxmlformats.org/officeDocument/2006/relationships/slide" Target="slides/slide187.xml"/><Relationship Id="rId195" Type="http://schemas.openxmlformats.org/officeDocument/2006/relationships/slide" Target="slides/slide188.xml"/><Relationship Id="rId196" Type="http://schemas.openxmlformats.org/officeDocument/2006/relationships/slide" Target="slides/slide189.xml"/><Relationship Id="rId197" Type="http://schemas.openxmlformats.org/officeDocument/2006/relationships/slide" Target="slides/slide190.xml"/><Relationship Id="rId198" Type="http://schemas.openxmlformats.org/officeDocument/2006/relationships/slide" Target="slides/slide191.xml"/><Relationship Id="rId199" Type="http://schemas.openxmlformats.org/officeDocument/2006/relationships/slide" Target="slides/slide192.xml"/><Relationship Id="rId200" Type="http://schemas.openxmlformats.org/officeDocument/2006/relationships/slide" Target="slides/slide193.xml"/><Relationship Id="rId201" Type="http://schemas.openxmlformats.org/officeDocument/2006/relationships/slide" Target="slides/slide194.xml"/><Relationship Id="rId202" Type="http://schemas.openxmlformats.org/officeDocument/2006/relationships/slide" Target="slides/slide195.xml"/><Relationship Id="rId203" Type="http://schemas.openxmlformats.org/officeDocument/2006/relationships/slide" Target="slides/slide196.xml"/><Relationship Id="rId204" Type="http://schemas.openxmlformats.org/officeDocument/2006/relationships/slide" Target="slides/slide197.xml"/><Relationship Id="rId205" Type="http://schemas.openxmlformats.org/officeDocument/2006/relationships/slide" Target="slides/slide198.xml"/><Relationship Id="rId206" Type="http://schemas.openxmlformats.org/officeDocument/2006/relationships/slide" Target="slides/slide199.xml"/><Relationship Id="rId207" Type="http://schemas.openxmlformats.org/officeDocument/2006/relationships/slide" Target="slides/slide200.xml"/><Relationship Id="rId208" Type="http://schemas.openxmlformats.org/officeDocument/2006/relationships/slide" Target="slides/slide201.xml"/><Relationship Id="rId209" Type="http://schemas.openxmlformats.org/officeDocument/2006/relationships/slide" Target="slides/slide202.xml"/><Relationship Id="rId210" Type="http://schemas.openxmlformats.org/officeDocument/2006/relationships/slide" Target="slides/slide203.xml"/><Relationship Id="rId211" Type="http://schemas.openxmlformats.org/officeDocument/2006/relationships/slide" Target="slides/slide204.xml"/><Relationship Id="rId212" Type="http://schemas.openxmlformats.org/officeDocument/2006/relationships/slide" Target="slides/slide205.xml"/><Relationship Id="rId213" Type="http://schemas.openxmlformats.org/officeDocument/2006/relationships/slide" Target="slides/slide206.xml"/><Relationship Id="rId214" Type="http://schemas.openxmlformats.org/officeDocument/2006/relationships/slide" Target="slides/slide207.xml"/><Relationship Id="rId215" Type="http://schemas.openxmlformats.org/officeDocument/2006/relationships/slide" Target="slides/slide208.xml"/><Relationship Id="rId216" Type="http://schemas.openxmlformats.org/officeDocument/2006/relationships/slide" Target="slides/slide209.xml"/><Relationship Id="rId217" Type="http://schemas.openxmlformats.org/officeDocument/2006/relationships/slide" Target="slides/slide210.xml"/><Relationship Id="rId218" Type="http://schemas.openxmlformats.org/officeDocument/2006/relationships/slide" Target="slides/slide211.xml"/><Relationship Id="rId219" Type="http://schemas.openxmlformats.org/officeDocument/2006/relationships/slide" Target="slides/slide212.xml"/><Relationship Id="rId220" Type="http://schemas.openxmlformats.org/officeDocument/2006/relationships/slide" Target="slides/slide213.xml"/><Relationship Id="rId221" Type="http://schemas.openxmlformats.org/officeDocument/2006/relationships/slide" Target="slides/slide214.xml"/><Relationship Id="rId222" Type="http://schemas.openxmlformats.org/officeDocument/2006/relationships/slide" Target="slides/slide215.xml"/><Relationship Id="rId223" Type="http://schemas.openxmlformats.org/officeDocument/2006/relationships/slide" Target="slides/slide216.xml"/><Relationship Id="rId224" Type="http://schemas.openxmlformats.org/officeDocument/2006/relationships/slide" Target="slides/slide217.xml"/><Relationship Id="rId225" Type="http://schemas.openxmlformats.org/officeDocument/2006/relationships/slide" Target="slides/slide218.xml"/><Relationship Id="rId226" Type="http://schemas.openxmlformats.org/officeDocument/2006/relationships/slide" Target="slides/slide219.xml"/><Relationship Id="rId227" Type="http://schemas.openxmlformats.org/officeDocument/2006/relationships/slide" Target="slides/slide220.xml"/><Relationship Id="rId228" Type="http://schemas.openxmlformats.org/officeDocument/2006/relationships/slide" Target="slides/slide221.xml"/><Relationship Id="rId229" Type="http://schemas.openxmlformats.org/officeDocument/2006/relationships/slide" Target="slides/slide222.xml"/><Relationship Id="rId230" Type="http://schemas.openxmlformats.org/officeDocument/2006/relationships/slide" Target="slides/slide223.xml"/><Relationship Id="rId231" Type="http://schemas.openxmlformats.org/officeDocument/2006/relationships/slide" Target="slides/slide224.xml"/><Relationship Id="rId232" Type="http://schemas.openxmlformats.org/officeDocument/2006/relationships/slide" Target="slides/slide225.xml"/><Relationship Id="rId233" Type="http://schemas.openxmlformats.org/officeDocument/2006/relationships/slide" Target="slides/slide226.xml"/><Relationship Id="rId234" Type="http://schemas.openxmlformats.org/officeDocument/2006/relationships/slide" Target="slides/slide227.xml"/><Relationship Id="rId235" Type="http://schemas.openxmlformats.org/officeDocument/2006/relationships/slide" Target="slides/slide228.xml"/><Relationship Id="rId236" Type="http://schemas.openxmlformats.org/officeDocument/2006/relationships/slide" Target="slides/slide229.xml"/><Relationship Id="rId237" Type="http://schemas.openxmlformats.org/officeDocument/2006/relationships/slide" Target="slides/slide230.xml"/><Relationship Id="rId238" Type="http://schemas.openxmlformats.org/officeDocument/2006/relationships/slide" Target="slides/slide231.xml"/><Relationship Id="rId239" Type="http://schemas.openxmlformats.org/officeDocument/2006/relationships/slide" Target="slides/slide232.xml"/><Relationship Id="rId240" Type="http://schemas.openxmlformats.org/officeDocument/2006/relationships/slide" Target="slides/slide233.xml"/><Relationship Id="rId241" Type="http://schemas.openxmlformats.org/officeDocument/2006/relationships/slide" Target="slides/slide234.xml"/><Relationship Id="rId242" Type="http://schemas.openxmlformats.org/officeDocument/2006/relationships/slide" Target="slides/slide235.xml"/><Relationship Id="rId243" Type="http://schemas.openxmlformats.org/officeDocument/2006/relationships/slide" Target="slides/slide236.xml"/><Relationship Id="rId244" Type="http://schemas.openxmlformats.org/officeDocument/2006/relationships/slide" Target="slides/slide237.xml"/><Relationship Id="rId245" Type="http://schemas.openxmlformats.org/officeDocument/2006/relationships/slide" Target="slides/slide238.xml"/><Relationship Id="rId246" Type="http://schemas.openxmlformats.org/officeDocument/2006/relationships/slide" Target="slides/slide239.xml"/><Relationship Id="rId247" Type="http://schemas.openxmlformats.org/officeDocument/2006/relationships/slide" Target="slides/slide240.xml"/><Relationship Id="rId248" Type="http://schemas.openxmlformats.org/officeDocument/2006/relationships/slide" Target="slides/slide241.xml"/><Relationship Id="rId249" Type="http://schemas.openxmlformats.org/officeDocument/2006/relationships/slide" Target="slides/slide242.xml"/><Relationship Id="rId250" Type="http://schemas.openxmlformats.org/officeDocument/2006/relationships/slide" Target="slides/slide243.xml"/><Relationship Id="rId251" Type="http://schemas.openxmlformats.org/officeDocument/2006/relationships/slide" Target="slides/slide244.xml"/><Relationship Id="rId252" Type="http://schemas.openxmlformats.org/officeDocument/2006/relationships/slide" Target="slides/slide245.xml"/><Relationship Id="rId253" Type="http://schemas.openxmlformats.org/officeDocument/2006/relationships/slide" Target="slides/slide246.xml"/><Relationship Id="rId254" Type="http://schemas.openxmlformats.org/officeDocument/2006/relationships/slide" Target="slides/slide247.xml"/><Relationship Id="rId255" Type="http://schemas.openxmlformats.org/officeDocument/2006/relationships/slide" Target="slides/slide248.xml"/><Relationship Id="rId256" Type="http://schemas.openxmlformats.org/officeDocument/2006/relationships/slide" Target="slides/slide249.xml"/><Relationship Id="rId257" Type="http://schemas.openxmlformats.org/officeDocument/2006/relationships/slide" Target="slides/slide250.xml"/><Relationship Id="rId258" Type="http://schemas.openxmlformats.org/officeDocument/2006/relationships/slide" Target="slides/slide251.xml"/><Relationship Id="rId259" Type="http://schemas.openxmlformats.org/officeDocument/2006/relationships/slide" Target="slides/slide252.xml"/><Relationship Id="rId260" Type="http://schemas.openxmlformats.org/officeDocument/2006/relationships/slide" Target="slides/slide253.xml"/><Relationship Id="rId261" Type="http://schemas.openxmlformats.org/officeDocument/2006/relationships/slide" Target="slides/slide254.xml"/><Relationship Id="rId262" Type="http://schemas.openxmlformats.org/officeDocument/2006/relationships/slide" Target="slides/slide255.xml"/><Relationship Id="rId263" Type="http://schemas.openxmlformats.org/officeDocument/2006/relationships/slide" Target="slides/slide256.xml"/><Relationship Id="rId264" Type="http://schemas.openxmlformats.org/officeDocument/2006/relationships/slide" Target="slides/slide257.xml"/><Relationship Id="rId265" Type="http://schemas.openxmlformats.org/officeDocument/2006/relationships/slide" Target="slides/slide258.xml"/><Relationship Id="rId266" Type="http://schemas.openxmlformats.org/officeDocument/2006/relationships/slide" Target="slides/slide259.xml"/><Relationship Id="rId267" Type="http://schemas.openxmlformats.org/officeDocument/2006/relationships/slide" Target="slides/slide260.xml"/><Relationship Id="rId268" Type="http://schemas.openxmlformats.org/officeDocument/2006/relationships/slide" Target="slides/slide261.xml"/><Relationship Id="rId269" Type="http://schemas.openxmlformats.org/officeDocument/2006/relationships/slide" Target="slides/slide262.xml"/><Relationship Id="rId270" Type="http://schemas.openxmlformats.org/officeDocument/2006/relationships/slide" Target="slides/slide263.xml"/><Relationship Id="rId271" Type="http://schemas.openxmlformats.org/officeDocument/2006/relationships/slide" Target="slides/slide264.xml"/><Relationship Id="rId272" Type="http://schemas.openxmlformats.org/officeDocument/2006/relationships/slide" Target="slides/slide265.xml"/><Relationship Id="rId273" Type="http://schemas.openxmlformats.org/officeDocument/2006/relationships/slide" Target="slides/slide266.xml"/><Relationship Id="rId274" Type="http://schemas.openxmlformats.org/officeDocument/2006/relationships/slide" Target="slides/slide267.xml"/><Relationship Id="rId275" Type="http://schemas.openxmlformats.org/officeDocument/2006/relationships/slide" Target="slides/slide268.xml"/><Relationship Id="rId276" Type="http://schemas.openxmlformats.org/officeDocument/2006/relationships/slide" Target="slides/slide269.xml"/><Relationship Id="rId277" Type="http://schemas.openxmlformats.org/officeDocument/2006/relationships/slide" Target="slides/slide270.xml"/><Relationship Id="rId278" Type="http://schemas.openxmlformats.org/officeDocument/2006/relationships/slide" Target="slides/slide271.xml"/><Relationship Id="rId279" Type="http://schemas.openxmlformats.org/officeDocument/2006/relationships/slide" Target="slides/slide272.xml"/><Relationship Id="rId280" Type="http://schemas.openxmlformats.org/officeDocument/2006/relationships/slide" Target="slides/slide273.xml"/><Relationship Id="rId281" Type="http://schemas.openxmlformats.org/officeDocument/2006/relationships/slide" Target="slides/slide274.xml"/><Relationship Id="rId282" Type="http://schemas.openxmlformats.org/officeDocument/2006/relationships/slide" Target="slides/slide275.xml"/><Relationship Id="rId283" Type="http://schemas.openxmlformats.org/officeDocument/2006/relationships/slide" Target="slides/slide276.xml"/><Relationship Id="rId284" Type="http://schemas.openxmlformats.org/officeDocument/2006/relationships/slide" Target="slides/slide277.xml"/><Relationship Id="rId285" Type="http://schemas.openxmlformats.org/officeDocument/2006/relationships/slide" Target="slides/slide278.xml"/><Relationship Id="rId286" Type="http://schemas.openxmlformats.org/officeDocument/2006/relationships/slide" Target="slides/slide279.xml"/><Relationship Id="rId287" Type="http://schemas.openxmlformats.org/officeDocument/2006/relationships/slide" Target="slides/slide280.xml"/><Relationship Id="rId288" Type="http://schemas.openxmlformats.org/officeDocument/2006/relationships/slide" Target="slides/slide281.xml"/><Relationship Id="rId289" Type="http://schemas.openxmlformats.org/officeDocument/2006/relationships/slide" Target="slides/slide282.xml"/><Relationship Id="rId290" Type="http://schemas.openxmlformats.org/officeDocument/2006/relationships/slide" Target="slides/slide283.xml"/><Relationship Id="rId291" Type="http://schemas.openxmlformats.org/officeDocument/2006/relationships/slide" Target="slides/slide284.xml"/><Relationship Id="rId292" Type="http://schemas.openxmlformats.org/officeDocument/2006/relationships/slide" Target="slides/slide285.xml"/><Relationship Id="rId293" Type="http://schemas.openxmlformats.org/officeDocument/2006/relationships/slide" Target="slides/slide286.xml"/><Relationship Id="rId294" Type="http://schemas.openxmlformats.org/officeDocument/2006/relationships/slide" Target="slides/slide287.xml"/><Relationship Id="rId295" Type="http://schemas.openxmlformats.org/officeDocument/2006/relationships/slide" Target="slides/slide288.xml"/><Relationship Id="rId296" Type="http://schemas.openxmlformats.org/officeDocument/2006/relationships/slide" Target="slides/slide289.xml"/><Relationship Id="rId297" Type="http://schemas.openxmlformats.org/officeDocument/2006/relationships/slide" Target="slides/slide290.xml"/><Relationship Id="rId298" Type="http://schemas.openxmlformats.org/officeDocument/2006/relationships/slide" Target="slides/slide291.xml"/><Relationship Id="rId299" Type="http://schemas.openxmlformats.org/officeDocument/2006/relationships/slide" Target="slides/slide292.xml"/><Relationship Id="rId300" Type="http://schemas.openxmlformats.org/officeDocument/2006/relationships/slide" Target="slides/slide293.xml"/><Relationship Id="rId301" Type="http://schemas.openxmlformats.org/officeDocument/2006/relationships/slide" Target="slides/slide294.xml"/><Relationship Id="rId302" Type="http://schemas.openxmlformats.org/officeDocument/2006/relationships/slide" Target="slides/slide295.xml"/><Relationship Id="rId303" Type="http://schemas.openxmlformats.org/officeDocument/2006/relationships/slide" Target="slides/slide296.xml"/><Relationship Id="rId304" Type="http://schemas.openxmlformats.org/officeDocument/2006/relationships/slide" Target="slides/slide297.xml"/><Relationship Id="rId305" Type="http://schemas.openxmlformats.org/officeDocument/2006/relationships/slide" Target="slides/slide298.xml"/><Relationship Id="rId306" Type="http://schemas.openxmlformats.org/officeDocument/2006/relationships/slide" Target="slides/slide299.xml"/><Relationship Id="rId307" Type="http://schemas.openxmlformats.org/officeDocument/2006/relationships/slide" Target="slides/slide300.xml"/><Relationship Id="rId308" Type="http://schemas.openxmlformats.org/officeDocument/2006/relationships/slide" Target="slides/slide301.xml"/><Relationship Id="rId309" Type="http://schemas.openxmlformats.org/officeDocument/2006/relationships/slide" Target="slides/slide302.xml"/><Relationship Id="rId310" Type="http://schemas.openxmlformats.org/officeDocument/2006/relationships/slide" Target="slides/slide303.xml"/><Relationship Id="rId311" Type="http://schemas.openxmlformats.org/officeDocument/2006/relationships/slide" Target="slides/slide304.xml"/><Relationship Id="rId312" Type="http://schemas.openxmlformats.org/officeDocument/2006/relationships/slide" Target="slides/slide305.xml"/><Relationship Id="rId313" Type="http://schemas.openxmlformats.org/officeDocument/2006/relationships/slide" Target="slides/slide306.xml"/><Relationship Id="rId314" Type="http://schemas.openxmlformats.org/officeDocument/2006/relationships/slide" Target="slides/slide307.xml"/><Relationship Id="rId315" Type="http://schemas.openxmlformats.org/officeDocument/2006/relationships/slide" Target="slides/slide308.xml"/><Relationship Id="rId316" Type="http://schemas.openxmlformats.org/officeDocument/2006/relationships/slide" Target="slides/slide309.xml"/><Relationship Id="rId317" Type="http://schemas.openxmlformats.org/officeDocument/2006/relationships/slide" Target="slides/slide310.xml"/><Relationship Id="rId318" Type="http://schemas.openxmlformats.org/officeDocument/2006/relationships/slide" Target="slides/slide311.xml"/><Relationship Id="rId319" Type="http://schemas.openxmlformats.org/officeDocument/2006/relationships/slide" Target="slides/slide312.xml"/><Relationship Id="rId320" Type="http://schemas.openxmlformats.org/officeDocument/2006/relationships/slide" Target="slides/slide313.xml"/><Relationship Id="rId321" Type="http://schemas.openxmlformats.org/officeDocument/2006/relationships/slide" Target="slides/slide314.xml"/><Relationship Id="rId322" Type="http://schemas.openxmlformats.org/officeDocument/2006/relationships/slide" Target="slides/slide315.xml"/><Relationship Id="rId323" Type="http://schemas.openxmlformats.org/officeDocument/2006/relationships/slide" Target="slides/slide316.xml"/><Relationship Id="rId324" Type="http://schemas.openxmlformats.org/officeDocument/2006/relationships/slide" Target="slides/slide317.xml"/><Relationship Id="rId325" Type="http://schemas.openxmlformats.org/officeDocument/2006/relationships/slide" Target="slides/slide318.xml"/><Relationship Id="rId326" Type="http://schemas.openxmlformats.org/officeDocument/2006/relationships/slide" Target="slides/slide319.xml"/><Relationship Id="rId327" Type="http://schemas.openxmlformats.org/officeDocument/2006/relationships/slide" Target="slides/slide320.xml"/><Relationship Id="rId328" Type="http://schemas.openxmlformats.org/officeDocument/2006/relationships/slide" Target="slides/slide321.xml"/><Relationship Id="rId329" Type="http://schemas.openxmlformats.org/officeDocument/2006/relationships/slide" Target="slides/slide322.xml"/><Relationship Id="rId330" Type="http://schemas.openxmlformats.org/officeDocument/2006/relationships/slide" Target="slides/slide323.xml"/><Relationship Id="rId331" Type="http://schemas.openxmlformats.org/officeDocument/2006/relationships/slide" Target="slides/slide324.xml"/><Relationship Id="rId332" Type="http://schemas.openxmlformats.org/officeDocument/2006/relationships/slide" Target="slides/slide325.xml"/><Relationship Id="rId333" Type="http://schemas.openxmlformats.org/officeDocument/2006/relationships/slide" Target="slides/slide326.xml"/><Relationship Id="rId334" Type="http://schemas.openxmlformats.org/officeDocument/2006/relationships/slide" Target="slides/slide327.xml"/><Relationship Id="rId335" Type="http://schemas.openxmlformats.org/officeDocument/2006/relationships/slide" Target="slides/slide328.xml"/><Relationship Id="rId336" Type="http://schemas.openxmlformats.org/officeDocument/2006/relationships/slide" Target="slides/slide329.xml"/><Relationship Id="rId337" Type="http://schemas.openxmlformats.org/officeDocument/2006/relationships/slide" Target="slides/slide330.xml"/><Relationship Id="rId338" Type="http://schemas.openxmlformats.org/officeDocument/2006/relationships/slide" Target="slides/slide331.xml"/><Relationship Id="rId339" Type="http://schemas.openxmlformats.org/officeDocument/2006/relationships/slide" Target="slides/slide332.xml"/><Relationship Id="rId340" Type="http://schemas.openxmlformats.org/officeDocument/2006/relationships/slide" Target="slides/slide333.xml"/><Relationship Id="rId341" Type="http://schemas.openxmlformats.org/officeDocument/2006/relationships/slide" Target="slides/slide334.xml"/><Relationship Id="rId342" Type="http://schemas.openxmlformats.org/officeDocument/2006/relationships/slide" Target="slides/slide335.xml"/><Relationship Id="rId343" Type="http://schemas.openxmlformats.org/officeDocument/2006/relationships/slide" Target="slides/slide336.xml"/><Relationship Id="rId344" Type="http://schemas.openxmlformats.org/officeDocument/2006/relationships/slide" Target="slides/slide337.xml"/><Relationship Id="rId345" Type="http://schemas.openxmlformats.org/officeDocument/2006/relationships/slide" Target="slides/slide338.xml"/><Relationship Id="rId346" Type="http://schemas.openxmlformats.org/officeDocument/2006/relationships/slide" Target="slides/slide339.xml"/><Relationship Id="rId347" Type="http://schemas.openxmlformats.org/officeDocument/2006/relationships/slide" Target="slides/slide340.xml"/><Relationship Id="rId348" Type="http://schemas.openxmlformats.org/officeDocument/2006/relationships/slide" Target="slides/slide341.xml"/><Relationship Id="rId349" Type="http://schemas.openxmlformats.org/officeDocument/2006/relationships/slide" Target="slides/slide342.xml"/><Relationship Id="rId350" Type="http://schemas.openxmlformats.org/officeDocument/2006/relationships/slide" Target="slides/slide343.xml"/><Relationship Id="rId351" Type="http://schemas.openxmlformats.org/officeDocument/2006/relationships/slide" Target="slides/slide344.xml"/><Relationship Id="rId352" Type="http://schemas.openxmlformats.org/officeDocument/2006/relationships/slide" Target="slides/slide345.xml"/><Relationship Id="rId353" Type="http://schemas.openxmlformats.org/officeDocument/2006/relationships/slide" Target="slides/slide346.xml"/><Relationship Id="rId354" Type="http://schemas.openxmlformats.org/officeDocument/2006/relationships/slide" Target="slides/slide347.xml"/><Relationship Id="rId355" Type="http://schemas.openxmlformats.org/officeDocument/2006/relationships/slide" Target="slides/slide348.xml"/><Relationship Id="rId356" Type="http://schemas.openxmlformats.org/officeDocument/2006/relationships/slide" Target="slides/slide349.xml"/><Relationship Id="rId357" Type="http://schemas.openxmlformats.org/officeDocument/2006/relationships/slide" Target="slides/slide350.xml"/><Relationship Id="rId358" Type="http://schemas.openxmlformats.org/officeDocument/2006/relationships/slide" Target="slides/slide351.xml"/><Relationship Id="rId359" Type="http://schemas.openxmlformats.org/officeDocument/2006/relationships/slide" Target="slides/slide352.xml"/><Relationship Id="rId360" Type="http://schemas.openxmlformats.org/officeDocument/2006/relationships/slide" Target="slides/slide353.xml"/><Relationship Id="rId361" Type="http://schemas.openxmlformats.org/officeDocument/2006/relationships/slide" Target="slides/slide354.xml"/><Relationship Id="rId362" Type="http://schemas.openxmlformats.org/officeDocument/2006/relationships/slide" Target="slides/slide355.xml"/><Relationship Id="rId363" Type="http://schemas.openxmlformats.org/officeDocument/2006/relationships/slide" Target="slides/slide356.xml"/><Relationship Id="rId364" Type="http://schemas.openxmlformats.org/officeDocument/2006/relationships/slide" Target="slides/slide357.xml"/><Relationship Id="rId365" Type="http://schemas.openxmlformats.org/officeDocument/2006/relationships/slide" Target="slides/slide358.xml"/><Relationship Id="rId366" Type="http://schemas.openxmlformats.org/officeDocument/2006/relationships/slide" Target="slides/slide359.xml"/><Relationship Id="rId367" Type="http://schemas.openxmlformats.org/officeDocument/2006/relationships/slide" Target="slides/slide360.xml"/><Relationship Id="rId368" Type="http://schemas.openxmlformats.org/officeDocument/2006/relationships/slide" Target="slides/slide361.xml"/><Relationship Id="rId369" Type="http://schemas.openxmlformats.org/officeDocument/2006/relationships/slide" Target="slides/slide362.xml"/><Relationship Id="rId370" Type="http://schemas.openxmlformats.org/officeDocument/2006/relationships/slide" Target="slides/slide363.xml"/><Relationship Id="rId371" Type="http://schemas.openxmlformats.org/officeDocument/2006/relationships/slide" Target="slides/slide364.xml"/><Relationship Id="rId372" Type="http://schemas.openxmlformats.org/officeDocument/2006/relationships/slide" Target="slides/slide365.xml"/><Relationship Id="rId373" Type="http://schemas.openxmlformats.org/officeDocument/2006/relationships/slide" Target="slides/slide366.xml"/><Relationship Id="rId374" Type="http://schemas.openxmlformats.org/officeDocument/2006/relationships/slide" Target="slides/slide367.xml"/><Relationship Id="rId375" Type="http://schemas.openxmlformats.org/officeDocument/2006/relationships/slide" Target="slides/slide368.xml"/><Relationship Id="rId376" Type="http://schemas.openxmlformats.org/officeDocument/2006/relationships/slide" Target="slides/slide369.xml"/><Relationship Id="rId377" Type="http://schemas.openxmlformats.org/officeDocument/2006/relationships/slide" Target="slides/slide370.xml"/><Relationship Id="rId378" Type="http://schemas.openxmlformats.org/officeDocument/2006/relationships/slide" Target="slides/slide371.xml"/><Relationship Id="rId379" Type="http://schemas.openxmlformats.org/officeDocument/2006/relationships/slide" Target="slides/slide372.xml"/><Relationship Id="rId380" Type="http://schemas.openxmlformats.org/officeDocument/2006/relationships/slide" Target="slides/slide373.xml"/><Relationship Id="rId381" Type="http://schemas.openxmlformats.org/officeDocument/2006/relationships/slide" Target="slides/slide374.xml"/><Relationship Id="rId382" Type="http://schemas.openxmlformats.org/officeDocument/2006/relationships/slide" Target="slides/slide375.xml"/><Relationship Id="rId383" Type="http://schemas.openxmlformats.org/officeDocument/2006/relationships/slide" Target="slides/slide376.xml"/><Relationship Id="rId384" Type="http://schemas.openxmlformats.org/officeDocument/2006/relationships/slide" Target="slides/slide377.xml"/><Relationship Id="rId385" Type="http://schemas.openxmlformats.org/officeDocument/2006/relationships/slide" Target="slides/slide378.xml"/><Relationship Id="rId386" Type="http://schemas.openxmlformats.org/officeDocument/2006/relationships/slide" Target="slides/slide379.xml"/><Relationship Id="rId387" Type="http://schemas.openxmlformats.org/officeDocument/2006/relationships/slide" Target="slides/slide380.xml"/><Relationship Id="rId388" Type="http://schemas.openxmlformats.org/officeDocument/2006/relationships/slide" Target="slides/slide381.xml"/><Relationship Id="rId389" Type="http://schemas.openxmlformats.org/officeDocument/2006/relationships/slide" Target="slides/slide382.xml"/><Relationship Id="rId390" Type="http://schemas.openxmlformats.org/officeDocument/2006/relationships/slide" Target="slides/slide383.xml"/><Relationship Id="rId391" Type="http://schemas.openxmlformats.org/officeDocument/2006/relationships/slide" Target="slides/slide384.xml"/><Relationship Id="rId392" Type="http://schemas.openxmlformats.org/officeDocument/2006/relationships/slide" Target="slides/slide385.xml"/><Relationship Id="rId393" Type="http://schemas.openxmlformats.org/officeDocument/2006/relationships/slide" Target="slides/slide386.xml"/><Relationship Id="rId394" Type="http://schemas.openxmlformats.org/officeDocument/2006/relationships/slide" Target="slides/slide387.xml"/><Relationship Id="rId395" Type="http://schemas.openxmlformats.org/officeDocument/2006/relationships/slide" Target="slides/slide388.xml"/><Relationship Id="rId396" Type="http://schemas.openxmlformats.org/officeDocument/2006/relationships/slide" Target="slides/slide389.xml"/><Relationship Id="rId397" Type="http://schemas.openxmlformats.org/officeDocument/2006/relationships/slide" Target="slides/slide390.xml"/><Relationship Id="rId398" Type="http://schemas.openxmlformats.org/officeDocument/2006/relationships/slide" Target="slides/slide391.xml"/><Relationship Id="rId399" Type="http://schemas.openxmlformats.org/officeDocument/2006/relationships/slide" Target="slides/slide392.xml"/><Relationship Id="rId400" Type="http://schemas.openxmlformats.org/officeDocument/2006/relationships/slide" Target="slides/slide393.xml"/><Relationship Id="rId401" Type="http://schemas.openxmlformats.org/officeDocument/2006/relationships/slide" Target="slides/slide394.xml"/><Relationship Id="rId402" Type="http://schemas.openxmlformats.org/officeDocument/2006/relationships/slide" Target="slides/slide395.xml"/><Relationship Id="rId403" Type="http://schemas.openxmlformats.org/officeDocument/2006/relationships/slide" Target="slides/slide396.xml"/><Relationship Id="rId404" Type="http://schemas.openxmlformats.org/officeDocument/2006/relationships/slide" Target="slides/slide397.xml"/><Relationship Id="rId405" Type="http://schemas.openxmlformats.org/officeDocument/2006/relationships/slide" Target="slides/slide398.xml"/><Relationship Id="rId406" Type="http://schemas.openxmlformats.org/officeDocument/2006/relationships/slide" Target="slides/slide399.xml"/><Relationship Id="rId407" Type="http://schemas.openxmlformats.org/officeDocument/2006/relationships/slide" Target="slides/slide400.xml"/><Relationship Id="rId408" Type="http://schemas.openxmlformats.org/officeDocument/2006/relationships/slide" Target="slides/slide401.xml"/><Relationship Id="rId409" Type="http://schemas.openxmlformats.org/officeDocument/2006/relationships/slide" Target="slides/slide402.xml"/><Relationship Id="rId410" Type="http://schemas.openxmlformats.org/officeDocument/2006/relationships/slide" Target="slides/slide403.xml"/><Relationship Id="rId411" Type="http://schemas.openxmlformats.org/officeDocument/2006/relationships/slide" Target="slides/slide404.xml"/><Relationship Id="rId412" Type="http://schemas.openxmlformats.org/officeDocument/2006/relationships/slide" Target="slides/slide405.xml"/><Relationship Id="rId413" Type="http://schemas.openxmlformats.org/officeDocument/2006/relationships/slide" Target="slides/slide406.xml"/><Relationship Id="rId414" Type="http://schemas.openxmlformats.org/officeDocument/2006/relationships/slide" Target="slides/slide407.xml"/><Relationship Id="rId415" Type="http://schemas.openxmlformats.org/officeDocument/2006/relationships/slide" Target="slides/slide408.xml"/><Relationship Id="rId416" Type="http://schemas.openxmlformats.org/officeDocument/2006/relationships/slide" Target="slides/slide409.xml"/><Relationship Id="rId417" Type="http://schemas.openxmlformats.org/officeDocument/2006/relationships/slide" Target="slides/slide410.xml"/><Relationship Id="rId418" Type="http://schemas.openxmlformats.org/officeDocument/2006/relationships/slide" Target="slides/slide411.xml"/><Relationship Id="rId419" Type="http://schemas.openxmlformats.org/officeDocument/2006/relationships/slide" Target="slides/slide412.xml"/><Relationship Id="rId420" Type="http://schemas.openxmlformats.org/officeDocument/2006/relationships/slide" Target="slides/slide413.xml"/><Relationship Id="rId421" Type="http://schemas.openxmlformats.org/officeDocument/2006/relationships/slide" Target="slides/slide414.xml"/><Relationship Id="rId422" Type="http://schemas.openxmlformats.org/officeDocument/2006/relationships/slide" Target="slides/slide415.xml"/><Relationship Id="rId423" Type="http://schemas.openxmlformats.org/officeDocument/2006/relationships/slide" Target="slides/slide416.xml"/><Relationship Id="rId424" Type="http://schemas.openxmlformats.org/officeDocument/2006/relationships/slide" Target="slides/slide417.xml"/><Relationship Id="rId425" Type="http://schemas.openxmlformats.org/officeDocument/2006/relationships/slide" Target="slides/slide418.xml"/><Relationship Id="rId426" Type="http://schemas.openxmlformats.org/officeDocument/2006/relationships/slide" Target="slides/slide419.xml"/><Relationship Id="rId427" Type="http://schemas.openxmlformats.org/officeDocument/2006/relationships/slide" Target="slides/slide420.xml"/><Relationship Id="rId428" Type="http://schemas.openxmlformats.org/officeDocument/2006/relationships/slide" Target="slides/slide421.xml"/><Relationship Id="rId429" Type="http://schemas.openxmlformats.org/officeDocument/2006/relationships/slide" Target="slides/slide422.xml"/><Relationship Id="rId430" Type="http://schemas.openxmlformats.org/officeDocument/2006/relationships/slide" Target="slides/slide423.xml"/><Relationship Id="rId431" Type="http://schemas.openxmlformats.org/officeDocument/2006/relationships/slide" Target="slides/slide424.xml"/><Relationship Id="rId432" Type="http://schemas.openxmlformats.org/officeDocument/2006/relationships/slide" Target="slides/slide425.xml"/><Relationship Id="rId433" Type="http://schemas.openxmlformats.org/officeDocument/2006/relationships/slide" Target="slides/slide426.xml"/><Relationship Id="rId434" Type="http://schemas.openxmlformats.org/officeDocument/2006/relationships/slide" Target="slides/slide427.xml"/><Relationship Id="rId435" Type="http://schemas.openxmlformats.org/officeDocument/2006/relationships/slide" Target="slides/slide428.xml"/><Relationship Id="rId436" Type="http://schemas.openxmlformats.org/officeDocument/2006/relationships/slide" Target="slides/slide429.xml"/><Relationship Id="rId437" Type="http://schemas.openxmlformats.org/officeDocument/2006/relationships/slide" Target="slides/slide430.xml"/><Relationship Id="rId438" Type="http://schemas.openxmlformats.org/officeDocument/2006/relationships/slide" Target="slides/slide431.xml"/><Relationship Id="rId439" Type="http://schemas.openxmlformats.org/officeDocument/2006/relationships/slide" Target="slides/slide432.xml"/><Relationship Id="rId440" Type="http://schemas.openxmlformats.org/officeDocument/2006/relationships/slide" Target="slides/slide433.xml"/><Relationship Id="rId441" Type="http://schemas.openxmlformats.org/officeDocument/2006/relationships/slide" Target="slides/slide434.xml"/><Relationship Id="rId442" Type="http://schemas.openxmlformats.org/officeDocument/2006/relationships/slide" Target="slides/slide435.xml"/></Relationships>
</file>

<file path=ppt/charts/_rels/chart1.xml.rels><?xml version='1.0' encoding='UTF-8' standalone='yes'?>
<Relationships xmlns="http://schemas.openxmlformats.org/package/2006/relationships"><Relationship Id="rId1" Type="http://schemas.openxmlformats.org/officeDocument/2006/relationships/package" Target="../embeddings/Microsoft_Excel_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Level</c:v>
                </c:pt>
              </c:strCache>
            </c:strRef>
          </c:tx>
          <c:dPt>
            <c:idx val="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3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2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43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44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4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1"/>
            <c:spPr>
              <a:solidFill>
                <a:srgbClr val="93C47D"/>
              </a:solidFill>
              <a:ln w="9525">
                <a:solidFill>
                  <a:srgbClr val="111827"/>
                </a:solidFill>
              </a:ln>
            </c:spPr>
          </c:dPt>
          <c:dPt>
            <c:idx val="52"/>
            <c:spPr>
              <a:solidFill>
                <a:srgbClr val="93C47D"/>
              </a:solidFill>
              <a:ln w="9525">
                <a:solidFill>
                  <a:srgbClr val="111827"/>
                </a:solidFill>
              </a:ln>
            </c:spPr>
          </c:dPt>
          <c:dPt>
            <c:idx val="5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4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55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5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0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cat>
            <c:strRef>
              <c:f>Sheet1!$A$2:$A$62</c:f>
              <c:strCache>
                <c:ptCount val="61"/>
                <c:pt idx="0">
                  <c:v>Q1</c:v>
                </c:pt>
                <c:pt idx="1">
                  <c:v>Q2</c:v>
                </c:pt>
                <c:pt idx="2">
                  <c:v>Q3</c:v>
                </c:pt>
                <c:pt idx="3">
                  <c:v>Q4</c:v>
                </c:pt>
                <c:pt idx="4">
                  <c:v>Q5</c:v>
                </c:pt>
                <c:pt idx="5">
                  <c:v>Q6</c:v>
                </c:pt>
                <c:pt idx="6">
                  <c:v>Q7</c:v>
                </c:pt>
                <c:pt idx="7">
                  <c:v>Q8</c:v>
                </c:pt>
                <c:pt idx="8">
                  <c:v>Q9</c:v>
                </c:pt>
                <c:pt idx="9">
                  <c:v>Q10</c:v>
                </c:pt>
                <c:pt idx="10">
                  <c:v>Q11</c:v>
                </c:pt>
                <c:pt idx="11">
                  <c:v>Q12</c:v>
                </c:pt>
                <c:pt idx="12">
                  <c:v>Q13</c:v>
                </c:pt>
                <c:pt idx="13">
                  <c:v>Q14</c:v>
                </c:pt>
                <c:pt idx="14">
                  <c:v>Q15</c:v>
                </c:pt>
                <c:pt idx="15">
                  <c:v>Q16</c:v>
                </c:pt>
                <c:pt idx="16">
                  <c:v>Q17</c:v>
                </c:pt>
                <c:pt idx="17">
                  <c:v>Q18</c:v>
                </c:pt>
                <c:pt idx="18">
                  <c:v>Q19</c:v>
                </c:pt>
                <c:pt idx="19">
                  <c:v>Q20</c:v>
                </c:pt>
                <c:pt idx="20">
                  <c:v>Q21</c:v>
                </c:pt>
                <c:pt idx="21">
                  <c:v>Q22</c:v>
                </c:pt>
                <c:pt idx="22">
                  <c:v>Q23</c:v>
                </c:pt>
                <c:pt idx="23">
                  <c:v>Q24</c:v>
                </c:pt>
                <c:pt idx="24">
                  <c:v>Q25</c:v>
                </c:pt>
                <c:pt idx="25">
                  <c:v>Q26</c:v>
                </c:pt>
                <c:pt idx="26">
                  <c:v>Q27</c:v>
                </c:pt>
                <c:pt idx="27">
                  <c:v>Q28</c:v>
                </c:pt>
                <c:pt idx="28">
                  <c:v>Q29</c:v>
                </c:pt>
                <c:pt idx="29">
                  <c:v>Q30</c:v>
                </c:pt>
                <c:pt idx="30">
                  <c:v>Q31</c:v>
                </c:pt>
                <c:pt idx="31">
                  <c:v>Q32</c:v>
                </c:pt>
                <c:pt idx="32">
                  <c:v>Q33</c:v>
                </c:pt>
                <c:pt idx="33">
                  <c:v>Q34</c:v>
                </c:pt>
                <c:pt idx="34">
                  <c:v>Q35</c:v>
                </c:pt>
                <c:pt idx="35">
                  <c:v>Q36</c:v>
                </c:pt>
                <c:pt idx="36">
                  <c:v>Q37</c:v>
                </c:pt>
                <c:pt idx="37">
                  <c:v>Q38</c:v>
                </c:pt>
                <c:pt idx="38">
                  <c:v>Q39</c:v>
                </c:pt>
                <c:pt idx="39">
                  <c:v>Q40</c:v>
                </c:pt>
                <c:pt idx="40">
                  <c:v>Q41</c:v>
                </c:pt>
                <c:pt idx="41">
                  <c:v>Q42</c:v>
                </c:pt>
                <c:pt idx="42">
                  <c:v>Q43</c:v>
                </c:pt>
                <c:pt idx="43">
                  <c:v>Q44</c:v>
                </c:pt>
                <c:pt idx="44">
                  <c:v>Q45</c:v>
                </c:pt>
                <c:pt idx="45">
                  <c:v>Q46</c:v>
                </c:pt>
                <c:pt idx="46">
                  <c:v>Q47</c:v>
                </c:pt>
                <c:pt idx="47">
                  <c:v>Q48</c:v>
                </c:pt>
                <c:pt idx="48">
                  <c:v>Q49</c:v>
                </c:pt>
                <c:pt idx="49">
                  <c:v>Q50</c:v>
                </c:pt>
                <c:pt idx="50">
                  <c:v>Q51</c:v>
                </c:pt>
                <c:pt idx="51">
                  <c:v>Q52</c:v>
                </c:pt>
                <c:pt idx="52">
                  <c:v>Q53</c:v>
                </c:pt>
                <c:pt idx="53">
                  <c:v>Q54</c:v>
                </c:pt>
                <c:pt idx="54">
                  <c:v>Q55</c:v>
                </c:pt>
                <c:pt idx="55">
                  <c:v>Q56</c:v>
                </c:pt>
                <c:pt idx="56">
                  <c:v>Q57</c:v>
                </c:pt>
                <c:pt idx="57">
                  <c:v>Q58</c:v>
                </c:pt>
                <c:pt idx="58">
                  <c:v>Q59</c:v>
                </c:pt>
                <c:pt idx="59">
                  <c:v>Q60</c:v>
                </c:pt>
                <c:pt idx="60">
                  <c:v>Q61</c:v>
                </c:pt>
              </c:strCache>
            </c:strRef>
          </c:cat>
          <c:val>
            <c:numRef>
              <c:f>Sheet1!$B$2:$B$62</c:f>
              <c:numCache>
                <c:formatCode>General</c:formatCode>
                <c:ptCount val="61"/>
                <c:pt idx="0">
                  <c:v>2.0</c:v>
                </c:pt>
                <c:pt idx="1">
                  <c:v>2.0</c:v>
                </c:pt>
                <c:pt idx="2">
                  <c:v>2.0</c:v>
                </c:pt>
                <c:pt idx="3">
                  <c:v>2.0</c:v>
                </c:pt>
                <c:pt idx="4">
                  <c:v>3.0</c:v>
                </c:pt>
                <c:pt idx="5">
                  <c:v>2.0</c:v>
                </c:pt>
                <c:pt idx="6">
                  <c:v>3.0</c:v>
                </c:pt>
                <c:pt idx="7">
                  <c:v>2.0</c:v>
                </c:pt>
                <c:pt idx="8">
                  <c:v>3.0</c:v>
                </c:pt>
                <c:pt idx="9">
                  <c:v>2.0</c:v>
                </c:pt>
                <c:pt idx="10">
                  <c:v>2.0</c:v>
                </c:pt>
                <c:pt idx="11">
                  <c:v>2.0</c:v>
                </c:pt>
                <c:pt idx="12">
                  <c:v>3.0</c:v>
                </c:pt>
                <c:pt idx="13">
                  <c:v>3.0</c:v>
                </c:pt>
                <c:pt idx="14">
                  <c:v>3.0</c:v>
                </c:pt>
                <c:pt idx="15">
                  <c:v>2.0</c:v>
                </c:pt>
                <c:pt idx="16">
                  <c:v>1.0</c:v>
                </c:pt>
                <c:pt idx="17">
                  <c:v>2.0</c:v>
                </c:pt>
                <c:pt idx="18">
                  <c:v>2.0</c:v>
                </c:pt>
                <c:pt idx="19">
                  <c:v>3.0</c:v>
                </c:pt>
                <c:pt idx="20">
                  <c:v>3.0</c:v>
                </c:pt>
                <c:pt idx="21">
                  <c:v>3.0</c:v>
                </c:pt>
                <c:pt idx="22">
                  <c:v>2.0</c:v>
                </c:pt>
                <c:pt idx="23">
                  <c:v>1.0</c:v>
                </c:pt>
                <c:pt idx="24">
                  <c:v>2.0</c:v>
                </c:pt>
                <c:pt idx="25">
                  <c:v>1.0</c:v>
                </c:pt>
                <c:pt idx="26">
                  <c:v>1.0</c:v>
                </c:pt>
                <c:pt idx="27">
                  <c:v>2.0</c:v>
                </c:pt>
                <c:pt idx="28">
                  <c:v>2.0</c:v>
                </c:pt>
                <c:pt idx="29">
                  <c:v>2.5</c:v>
                </c:pt>
                <c:pt idx="30">
                  <c:v>2.0</c:v>
                </c:pt>
                <c:pt idx="31">
                  <c:v>2.0</c:v>
                </c:pt>
                <c:pt idx="32">
                  <c:v>3.0</c:v>
                </c:pt>
                <c:pt idx="33">
                  <c:v>2.0</c:v>
                </c:pt>
                <c:pt idx="34">
                  <c:v>2.0</c:v>
                </c:pt>
                <c:pt idx="35">
                  <c:v>2.0</c:v>
                </c:pt>
                <c:pt idx="36">
                  <c:v>2.0</c:v>
                </c:pt>
                <c:pt idx="37">
                  <c:v>3.0</c:v>
                </c:pt>
                <c:pt idx="38">
                  <c:v>3.0</c:v>
                </c:pt>
                <c:pt idx="39">
                  <c:v>3.0</c:v>
                </c:pt>
                <c:pt idx="40">
                  <c:v>2.5</c:v>
                </c:pt>
                <c:pt idx="41">
                  <c:v>1.0</c:v>
                </c:pt>
                <c:pt idx="42">
                  <c:v>4.0</c:v>
                </c:pt>
                <c:pt idx="43">
                  <c:v>4.0</c:v>
                </c:pt>
                <c:pt idx="44">
                  <c:v>4.0</c:v>
                </c:pt>
                <c:pt idx="45">
                  <c:v>2.0</c:v>
                </c:pt>
                <c:pt idx="46">
                  <c:v>3.0</c:v>
                </c:pt>
                <c:pt idx="47">
                  <c:v>1.0</c:v>
                </c:pt>
                <c:pt idx="48">
                  <c:v>3.0</c:v>
                </c:pt>
                <c:pt idx="49">
                  <c:v>1.0</c:v>
                </c:pt>
                <c:pt idx="50">
                  <c:v>1.0</c:v>
                </c:pt>
                <c:pt idx="51">
                  <c:v>0.0</c:v>
                </c:pt>
                <c:pt idx="52">
                  <c:v>0.0</c:v>
                </c:pt>
                <c:pt idx="53">
                  <c:v>3.0</c:v>
                </c:pt>
                <c:pt idx="54">
                  <c:v>4.0</c:v>
                </c:pt>
                <c:pt idx="55">
                  <c:v>4.0</c:v>
                </c:pt>
                <c:pt idx="56">
                  <c:v>2.0</c:v>
                </c:pt>
                <c:pt idx="57">
                  <c:v>2.0</c:v>
                </c:pt>
                <c:pt idx="58">
                  <c:v>3.0</c:v>
                </c:pt>
                <c:pt idx="59">
                  <c:v>3.0</c:v>
                </c:pt>
                <c:pt idx="60">
                  <c:v>4.0</c:v>
                </c:pt>
              </c:numCache>
            </c:numRef>
          </c:val>
        </c:ser>
        <c:dLbls>
          <c:numFmt formatCode="0.0#" sourceLinked="0"/>
          <c:txPr>
            <a:bodyPr/>
            <a:lstStyle/>
            <a:p>
              <a:pPr>
                <a:defRPr sz="2000" b="1">
                  <a:solidFill>
                    <a:srgbClr val="111827"/>
                  </a:solidFill>
                  <a:latin typeface="Arial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2000" b="1">
                <a:latin typeface="Arial"/>
              </a:defRPr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5.5"/>
          <c:min val="0.0"/>
        </c:scaling>
        <c:delete val="0"/>
        <c:axPos val="l"/>
        <c:majorGridlines>
          <c:spPr>
            <a:ln>
              <a:solidFill>
                <a:srgbClr val="D1D5DB"/>
              </a:solidFill>
            </a:ln>
          </c:spPr>
        </c:majorGridlines>
        <c:title>
          <c:tx>
            <c:rich>
              <a:bodyPr/>
              <a:lstStyle/>
              <a:p>
                <a:r>
                  <a:rPr sz="2000"/>
                  <a:t>Level</a:t>
                </a:r>
              </a:p>
            </c:rich>
          </c:tx>
          <c:layout/>
          <c:overlay val="0"/>
        </c:title>
        <c:majorTickMark val="out"/>
        <c:minorTickMark val="none"/>
        <c:tickLblPos val="nextTo"/>
        <c:txPr>
          <a:bodyPr/>
          <a:lstStyle/>
          <a:p>
            <a:pPr>
              <a:defRPr sz="2000">
                <a:latin typeface="Arial"/>
              </a:defRPr>
            </a:pPr>
          </a:p>
        </c:txPr>
        <c:crossAx val="-2068027336"/>
        <c:crosses val="autoZero"/>
        <c:majorUnit val="1.0"/>
      </c:valAx>
    </c:plotArea>
    <c:dispBlanksAs val="gap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3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7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2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5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0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1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6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4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2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6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2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8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4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0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6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4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1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7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7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3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9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7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6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3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0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7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6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3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9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5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3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1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7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4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2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8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5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3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the plane as (x-5)-3(y+7)-2(z+1)=0; the intersection point is (5,-2,-1), so it must be (y+2) (the PDF's next line -5-6-2 uses y+2). Also filled in the elimination for k_2=1. Answer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the first condition as 1-alpha+lambda-alpha+0=0 (it should be (lambda-alpha)+(lambda-alpha)+0=0), says 'PQ is perpendicular to (2)' where PR is meant, and ends with a stray '1 = -1'. Corrected these three slips; the working otherwise and the answer (C) are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line 'Dist. from (alpha, beta, gamma) is 3' should read 2 (the question gives 2; the next line correctly uses 2 on the right side and 3 as the denominator). Steps were also filled in. Answer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$P_3: x-y+z=1$ and then 'satisfy (4,2,-2): 4-2-2=1 so x-y+z=4'. In fact $4-2-2=0$, so $P_3$ is $x-y+z=0$; distance $\frac{|2-1+1-0|}{\sqrt3}=\frac{2}{\sqrt3}$. The PDF's final value is right only by coincidence ($|2-4|=2$). Answer CD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working has slips: $\vec u$ is printed along $\hat{PS}$ instead of $\hat{PQ}$ (and the printed expression is garbled), and Case II ($a&lt;b$) shows $2a$ where the numerator is $2b$; Case I ($a&gt;b$) also ends in $a=b$ which contradicts $a&gt;b$ (the case should be $a\ge b$). Conclusion $a=b=2$ and answer (A, C)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Delta_x as the determinant with rows (alpha, 2, 4), (beta, 1, 0), (gamma-1, 8, 9). That matrix is not obtained from the system (it expands to 9 alpha + 14 beta - 4 gamma + 4). The correct Delta_x has rows (alpha, 2, 3), (beta, 5, 6), (gamma-1, 8, 9) and gives -3(alpha - 2 beta + gamma - 1) = 0. The final answer 1 is unchanged. In the PDF paragraph the variables print as xi, psi, zeta; they are x, y, z.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substitutes Q into the plane as 2(2+lambda)+(-1-lambda)-2(3+2lambda)=6; the z-coordinate of Q is 3+lambda, not 3+2lambda (the printed equation would give lambda=-3). With 3+lambda one gets lambda=-9, Q(-7,8,-6) as the PDF uses. The PDF also states no verdicts for (B) and (D) and does not justify the right angle at R; these are filled in.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concludes alpha = 0 from alpha+beta+gamma = 0 and alpha+beta-2gamma = 0; subtracting gives gamma = 0 (alpha is not 0, it is sqrt(3)); the PDF then uses gamma^2 = 0 for (Q), so the final mapping is unaffected. It also prints a stray 8 in equation (1) and omits the justification for t = -1 when alpha = sqrt(3). Corrected and filled in.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5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8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0.xml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2.xml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3.xml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4.xml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5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6.xml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7.xml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8.xml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9.xml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0.xml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1.xml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2.xml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3.xml"/></Relationships>
</file>

<file path=ppt/slides/_rels/slide2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4.xml"/></Relationships>
</file>

<file path=ppt/slides/_rels/slide2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5.xml"/></Relationships>
</file>

<file path=ppt/slides/_rels/slide2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6.xml"/></Relationships>
</file>

<file path=ppt/slides/_rels/slide3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7.xml"/></Relationships>
</file>

<file path=ppt/slides/_rels/slide3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8.xml"/></Relationships>
</file>

<file path=ppt/slides/_rels/slide3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9.xml"/></Relationships>
</file>

<file path=ppt/slides/_rels/slide3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0.xml"/></Relationships>
</file>

<file path=ppt/slides/_rels/slide3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1.xml"/></Relationships>
</file>

<file path=ppt/slides/_rels/slide3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2.xml"/></Relationships>
</file>

<file path=ppt/slides/_rels/slide3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3.xml"/></Relationships>
</file>

<file path=ppt/slides/_rels/slide3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4.xml"/></Relationships>
</file>

<file path=ppt/slides/_rels/slide3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5.xml"/></Relationships>
</file>

<file path=ppt/slides/_rels/slide3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6.xml"/></Relationships>
</file>

<file path=ppt/slides/_rels/slide3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7.xml"/></Relationships>
</file>

<file path=ppt/slides/_rels/slide3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8.xml"/></Relationships>
</file>

<file path=ppt/slides/_rels/slide3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9.xml"/></Relationships>
</file>

<file path=ppt/slides/_rels/slide3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0.xml"/></Relationships>
</file>

<file path=ppt/slides/_rels/slide4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1.xml"/></Relationships>
</file>

<file path=ppt/slides/_rels/slide4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chart" Target="../charts/chart1.xml"/></Relationships>
</file>

<file path=ppt/slides/_rels/slide4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/>
          <a:lstStyle>
            <a:lvl1pPr>
              <a:defRPr sz="4000">
                <a:solidFill>
                  <a:srgbClr val="FFFFFF"/>
                </a:solidFill>
              </a:defRPr>
            </a:lvl1pPr>
          </a:lstStyle>
          <a:p>
            <a:pPr algn="ctr">
              <a:defRPr sz="4000">
                <a:solidFill>
                  <a:srgbClr val="FFFFFF"/>
                </a:solidFill>
              </a:defRPr>
            </a:pPr>
            <a:r>
              <a:rPr sz="4000" b="1">
                <a:solidFill>
                  <a:srgbClr val="FFFFFF"/>
                </a:solidFill>
                <a:latin typeface="Arial"/>
              </a:rPr>
              <a:t>Vector &amp; 3D Geometry (Exercise J-A) — Paper Analysis</a:t>
            </a:r>
            <a:endParaRPr sz="4000">
              <a:solidFill>
                <a:srgbClr val="FFFFFF"/>
              </a:solidFill>
            </a:endParaRPr>
          </a:p>
          <a:p>
            <a:pPr algn="ctr"/>
            <a:r>
              <a:rPr sz="2200">
                <a:solidFill>
                  <a:srgbClr val="FFFFFF"/>
                </a:solidFill>
                <a:latin typeface="Arial"/>
              </a:rPr>
              <a:t>Sheet Vector 3D · Exercise J-A · detailed solutions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Mixed Types (JEE Advanced previous-year questions)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Q01 – Q61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No marks printed - JEE Advanced defaults assumed: 4 for single / multiple correct, integer and numerical; 3 for paragraph and matching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Question types are interleaved in the sheet; type and marks are shown on each question slide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unit vectors satisfying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unit vectors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a-\vec b|^2+|\vec b-\vec c|^2+|\vec c-\vec a|^2=9$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$|2\vec a+5\vec b+5\vec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Magnitude of a vector, dot product and sum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given sum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given sum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$9-|\vec a+\vec b+\vec c|^2$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value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a+\vec b+\vec c=\vec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unit vectors,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similarly for the other two pairs. Adding the three: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that is,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(1) says the minimum value is attained (equality).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unit vectors,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a-\vec b|^2=2-2\,\vec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similarly for the other two pairs. Adding the three: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$6-2\sum\vec a\cdot\vec b=9$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$\sum\vec a\cdot\vec b=\vec a\cdot\vec b+\vec b\cdot\vec c+\vec c\cdot\vec a=-\frac32$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b+\vec c|^2\ge0$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that is,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$\sum\vec a^2+2\sum\vec a\cdot\vec b\ge0$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$3+2\sum\vec a\cdot\vec b\ge0$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$\sum\vec a\cdot\vec b\ge-\frac32$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(1) says the minimum value is attained (equality).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holds only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holds only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b+\vec c|=0$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$5\vec b+5\vec c=-5\vec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 a+5\vec b+5\vec c=2\vec a-5\vec a=-3\vec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$|2\vec a+5\vec b+5\vec c|=3|\vec a|=3$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one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$\sum|\vec a-\vec b|^2=3\sum|\vec a|^2-|\vec a+\vec b+\vec c|^2$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a+\vec b+\vec c|$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one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each term: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add the three cyclic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vector appears in two of the terms,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Adding these two relations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each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a-\vec b|^2=|\vec a|^2+|\vec b|^2-2\vec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add the three cyclic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vector appears in two of the terms,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$\sum|\vec a-\vec b|^2=2\sum|\vec a|^2-2\sum\vec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b+\vec c|^2=\sum|\vec a|^2+2\sum\vec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Adding these two relations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$\sum|\vec a-\vec b|^2+|\vec a+\vec b+\vec c|^2=3\sum|\vec a|^2$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unit vectors the right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sum of squared differences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(geometrically the three unit vectors are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apart),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magnitude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unit vectors 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$3\cdot3=9$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sum of squared differences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b+\vec c|^2=0$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(geometrically the three unit vectors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apart),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 a+5\vec b+5\vec c=-3\vec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magnitude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vectors,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three unit vectors the sum of squared sides is at most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unit vectors with zero sum are coplanar, pairwise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satisfy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any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 combination of two of them, 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Rule: a given value that equals the extreme (maximum or minimum) of a non-negative expression usually forces the equality case.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vectors,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$\sum_{i&lt;j}|\vec a_i-\vec a_j|^2=n\sum|\vec a_i|^2-\left|\sum\vec a_i\right|^2$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three unit vectors the sum of squared sides is at most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unit vectors with zero sum are coplanar, pairwise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b=\vec b\cdot\vec c=\vec c\cdot\vec a=-\frac12$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any combination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$p\vec a+q\vec b+r\vec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 combination of two of them,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 a+5\vec b+5\vec c=-3\vec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Rule: a given value that equals the extreme (maximum or minimum) of a non-negative expression usually forces the equality case.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vectors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 possible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b|=\sqrt{29}$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a\times(2\hat i+3\hat j+4\hat k)=(2\hat i+3\hat j+4\hat k)\times\vec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 possible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b)\cdot(-7\hat i+2\hat j+3\hat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product, parallel vectors and dot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rearranges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u=\vec u\times\vec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rearranges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a+\vec b)\times\vec u=\vec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a+\vec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scalar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u=2\hat i+3\hat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u=\vec u\times\vec b=-\vec b\times\vec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u+\vec b\times\vec u=\vec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b)\times\vec u=\vec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b=\lambda\vec u=\lambda(2\hat i+3\hat j+4\hat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scalar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(C)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would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in the options).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b|=\sqrt{29}$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u|=\sqrt{4+9+16}=\sqrt{29}$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b=2\hat i+3\hat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b)\cdot(-7\hat i+2\hat j+3\hat k)=-14+6+12=4$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(C)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would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in the options).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the cross-product condition as equality in Cauchy-Schwarz: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the cross-product condition as equality in Cauchy-Schwarz: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s\times\vec u|=0$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s\cdot\vec u=\pm|\vec s||\vec u|$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condition reduces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in Cauchy-Schwarz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s=\vec a+\vec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u=2\hat i+3\hat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condition reduces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s\times\vec u=\vec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s\times\vec u|^2=|\vec s|^2|\vec u|^2-(\vec s\cdot\vec u)^2=0$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s\cdot\vec u)^2=29\cdot29$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s\cdot\vec u=\pm29$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in Cauchy-Schwarz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s=\frac{\vec s\cdot\vec u}{|\vec u|^2}\vec u=\pm\vec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among the options, so the answer is (C) 4.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s\cdot(-7\hat i+2\hat j+3\hat k)=\pm\,\vec u\cdot(-7,2,3)=\pm(-14+6+12)=\pm4$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among the options, so the answer is (C) 4.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(cross product is anti-commutative); similarly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with a magnitude gives two directions (both signs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always test both against the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x\times\vec u=\vec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u\ne\vec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x=\lambda\vec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x|=|\lambda||\vec u|$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u=\vec u\times\vec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b)\times\vec u=\vec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(cross product is anti-commutative); 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u=-\vec u\times\vec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a-\vec b)\times\vec u=\vec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x\times\vec y|^2=|\vec x|^2|\vec y|^2-(\vec x\cdot\vec y)^2$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with a magnitude gives two directions (both signs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always test both against the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intersection of the straight line joining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drawn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length of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intersection of the straight line joining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$R(1,-1,4)$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$5x-4y-z=1$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drawn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$T(2,1,4)$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length of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a line and a plane, foot of the perpendicular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$TQ=TR$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foot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general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it in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$\frac{x-2}{1}=\frac{y-3}{4}=\frac{z-5}{1}=\lambda$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general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$(\lambda+2,\,4\lambda+3,\,\lambda+5)$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it in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$5(\lambda+2)-4(4\lambda+3)-(\lambda+5)=1$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$5\lambda+10-16\lambda-12-\lambda-5=1$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$-12\lambda-7=1$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$P=\left(\frac43,\frac13,\frac{13}{3}\right)$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isosceles triangle the foot of the perpendicular from the apex falls on the midpoint of the base,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13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9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$TQ=\sqrt{0+4+1}=\sqrt5$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$TR=\sqrt{1+4+0}=\sqrt5$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$TQ=TR$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isosceles triangle the foot of the perpendicular from the apex falls on the midpoint of the base,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$S=\left(\frac32,1,\frac92\right)$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$PS=\sqrt{\left(\frac43-\frac32\right)^2+\left(\frac13-1\right)^2+\left(\frac{13}{3}-\frac92\right)^2}=\sqrt{\frac1{36}+\frac{16}{36}+\frac1{36}}=\frac{1}{\sqrt2}$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$\frac{1}{\sqrt2}$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𝑑𝑖𝑟𝑒𝑐𝑡𝑖𝑜𝑛 𝑣𝑒𝑐𝑡𝑜𝑟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the line's parameter.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$PS=|\Delta\lambda|\cdot|\text{direction vector}|$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the line's parameter.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$Q+\mu(R-Q)$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$R-Q=(-1,-4,-1)$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$|R-Q|=\sqrt{18}$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$5(2-\mu)-4(3-4\mu)-(5-\mu)=1$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$-7+12\mu=1$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$\mu_P=\frac23$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$\mu_S=\frac{(T-Q)\cdot(R-Q)}{|R-Q|^2}=\frac{(0,-2,-1)\cdot(-1,-4,-1)}{18}=\frac{9}{18}=\frac12$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points are on the same line,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points are on the same line,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$PS=|\mu_P-\mu_S|\,|R-Q|=\frac16\sqrt{18}$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$PS=\frac{3\sqrt2}{6}=\frac{1}{\sqrt2}$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$\frac{1}{\sqrt2}$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simply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points on one line with parameters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 need for coordinates.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meets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otherwise the line is parallel to the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Here,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$Q+\mu\vec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$\mu=\frac{(T-Q)\cdot\vec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$TQ=TR$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simply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points on one line with parameters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$\mu_1,\mu_2$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$|\mu_1-\mu_2|\,|\vec d|$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 need for coordinates.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meets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$\mu=\frac{k-\vec n\cdot Q}{\vec n\cdot\vec 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otherwise the line is parallel to the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d=R-Q=(-1,-4,-1)$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 Q=-7$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$\mu=\frac{1+7}{12}=\frac23$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of a plane passing through the line of intersection of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 a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of a plane passing through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 a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$5x-11y+z=17$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$\sqrt2x+y=3\sqrt2-1$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$x-\sqrt2y=1-\sqrt2$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the line of intersection of two planes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line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in the distance condition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leave a linear equation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line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in the distance condition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leave a linear equation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distance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numerator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squaring.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$(x+2y+3z-2)+\lambda(x-y+z-3)=0$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$\frac{|(3+2-3-2)+\lambda(3-1-1-3)|}{\sqrt{(1+\lambda)^2+(2-\lambda)^2+(3+\lambda)^2}}=\frac{2}{\sqrt3}$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$|-2\lambda|$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$\lambda^2=\frac{(1+\lambda)^2+(2-\lambda)^2+(3+\lambda)^2}{3}$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squaring.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$3\lambda^2=3\lambda^2+2\lambda-4\lambda+6\lambda+14$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$3\lambda^2=3\lambda^2+4\lambda+14$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cancel, leaving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cancel, leaving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$4\lambda=-14$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$(x+2y+3z-2)-\frac72(x-y+z-3)=0$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$5x-11y+z=17$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$5x-11y+z=17$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Pick two points on the line of intersection and test which option plane contains both and is at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Pick two points on the line of intersection and test which option plane contains both and is at distance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$\frac{2}{\sqrt3}$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the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required plane must contain both points. Test (A):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Both hold.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gives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(C)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(D)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(B), (C), (D) do not contain the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$1-2+3=2$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$1+1+1=3$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$\left(\frac83,-\frac13,0\right)$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$\frac83-\frac23=2$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$\frac83+\frac13=3$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required plane must contain both points. Test 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$5(1)-11(-1)+1=17$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$5\cdot\frac83-11\cdot\left(-\frac13\right)+0=\frac{51}{3}=17$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Both hold.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$\sqrt2x+y=\sqrt2-1\ne3\sqrt2-1$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(C)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$x+y+z=1\ne\sqrt3$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(D)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$x-\sqrt2y=1+\sqrt2\ne1-\sqrt2$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(B), (C), (D) do not contain the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(A):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147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(A) satisfies both conditions.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$\frac{|15-11-1-17|}{\sqrt{25+121+1}}=\frac{14}{\sqrt{147}}=\frac{14}{7\sqrt3}=\frac{2}{\sqrt3}$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(A) satisfies both conditions.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$5x-11y+z=17$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plane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planes except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itself, which is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case) - check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at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a second valid plane that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-form misses (it is not in the options).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collapses to a linear equation it signals the excluded plane is a solution; count solutions as (roots) + (the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it satisfies the condition).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plane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$P_1=0,\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planes except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itself, which is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case) -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 x-y+z=3$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$\frac{|3-1-1-3|}{\sqrt3}=\frac2{\sqrt3}$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a second valid plane that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-form misses (it is not in the options).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collapses to a linear equation it signals the excluded plane is a solution; count solutions as (roots) + (the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it satisfies the condition).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straight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the plane(s) containing these two lines is(are):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straight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$\frac{x-1}{2}=\frac{y+1}{k}=\frac{z}{2}$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$\frac{x+1}{5}=\frac{y+1}{2}=\frac{z}{k}$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the plane(s) containing these two lines is(are):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$y+2z=-1$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$y-2z=-1$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two lines and equation of the plane containing them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each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its own plane with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$2(k^2-4)=0$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$k=\pm2$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each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its own plane with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pass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row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cross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 is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pass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$(2,k,2)$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$(5,2,k)$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$\left|\begin{matrix}2&amp;0&amp;0\\2&amp;k&amp;2\\5&amp;2&amp;k\end{matrix}\right|=0$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row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$\overrightarrow{BA}=(2,0,0)$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$2(k^2-4)=0$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$k=\pm2$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cross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$(0,6,-6)\parallel(0,1,-1)$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cross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 is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correct options are (B) and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$y-z=\lambda$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cross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$(0,14,14)\parallel(0,1,1)$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$y+z=\lambda$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correct options are (B) and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each option, demand that both lines are parallel to the plane and both base points lie on it; this fixes the allowed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each option, demand that both lines are parallel to the plane and both base points lie on it; this fixes the allowed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a line iff the direction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point of the line lies on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base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every option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satisfied by both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conditions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a line iff the direction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point of the line lies on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base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$y=-1,\ 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every option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$y+pz=-1$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satisfied by both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conditions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n=(0,1,p)$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n\cdot(2,k,2)=k+2p=0$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n\cdot(5,2,k)=2+pk=0$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conflict, so (A) fails.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conflict, so (D) fails.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agree, so (B) works.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agree, so (C)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(B) and (C),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conflict, so (A) fails.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conflict, so (D) fails.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agree, so (B) works.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agree, so (C)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(B) and (C),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also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they intersect.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containing two coplanar non-parallel lines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a quick test for MCQ options.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parameter appearing in both direction ratios often gives a quadratic in the coplanarity condition (here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expect two planes, one per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$\overrightarrow{AB}\cdot(\vec d_1\times\vec d_2)=0$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d_1\nparallel\vec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they intersect.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containing two coplanar non-parallel lines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 A=c$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a quick test for MCQ options.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parameter appearing in both direction ratios often gives a quadratic in the coplanarity condition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expect two planes, one per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 diagonals of a parallelogram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another vector. Then the volume of the parallelepiped determined by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$\overrightarrow{PR}=3\hat i+\hat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$\overrightarrow{SQ}=\hat i-3\hat j-4\hat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 diagonals of a parallelogram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$\overrightarrow{PT}=\hat i+2\hat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another vector. Then the volume of the parallelepiped determined by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$\overrightarrow{PT},\overrightarrow{PQ}$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Diagonals of a parallelogram and scalar triple product (volume of parallelepiped)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diagonals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 by adding and subtracting.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$\overrightarrow{PQ}=\vec a,\ \overrightarrow{PS}=\vec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diagonals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a+\vec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a-\vec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 by adding and subtracting.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absolute value of the determinant with rows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$\overrightarrow{PQ}=\vec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$\overrightarrow{QR}=\overrightarrow{PS}=\vec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$\overrightarrow{PR}=\vec a+\vec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$\overrightarrow{SQ}=\vec a-\vec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a=\frac{\overrightarrow{PR}+\overrightarrow{SQ}}{2}$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b=\frac{\overrightarrow{PR}-\overrightarrow{SQ}}{2}$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a=\frac{(4,-2,-6)}{2}=2\hat i-\hat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b=\frac{(2,4,2)}{2}=\hat i+2\hat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$=|\overrightarrow{PT}\cdot(\vec a\times\vec b)|$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absolute value of the determinant with rows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 \vec b,\ \overrightarrow{PT}$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volume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cubic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$\left|\begin{matrix}2&amp;-1&amp;-3\\1&amp;2&amp;1\\1&amp;2&amp;3\end{matrix}\right|=2(6-2)+1(3-1)-3(2-2)$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$=8+2-0=10$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volume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cubic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volume comes straight from the given diagonals.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b=-\frac12\,\overrightarrow{PR}\times\overrightarrow{SQ}$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volume comes straight from the given diagonals.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a=\overrightarrow{PQ},\ \vec b=\overrightarrow{PS}$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$\overrightarrow{PR}\times\overrightarrow{SQ}=(\vec a+\vec b)\times(\vec a-\vec b)=-\vec a\times\vec b+\vec b\times\vec a=-2\,\vec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$|[\overrightarrow{PT}\ \vec a\ \vec b]|=\frac12\left|\overrightarrow{PT}\cdot(\overrightarrow{PR}\times\overrightarrow{SQ})\right|$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$\overrightarrow{PR}\times\overrightarrow{SQ}=(3,1,-2)\times(1,-3,-4)=(1\cdot(-4)-(-2)(-3),\ (-2)(1)-3(-4),\ 3(-3)-1\cdot1)=(-10,10,-10)$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$\overrightarrow{PT}\cdot(-10,10,-10)=-10+20-30=-20$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$=\frac12|-20|=10$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parallelogram with sides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diagonals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of the parallelepiped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absolute value of the determinant of their components; order only changes the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Sides from diagonals: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the orientation of the given diagonals).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here the volume needs only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 need to find the sides: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parallelogram with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diagonals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a\pm\vec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b)\times(\vec a-\vec b)=-2\,\vec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$=\frac12|\vec d_1\times\vec d_2|$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of the parallelepiped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x,\vec y,\vec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x\cdot(\vec y\times\vec z)|$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absolute value of the determinant of their components; order only changes the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Sides from diagonals: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a=\frac{\vec d_1+\vec d_2}{2},\ \vec b=\frac{\vec d_1-\vec d_2}{2}$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d_1=\vec a+\vec b,\ \vec d_2=\vec a-\vec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the orientation of the given diagonals).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here the volume needs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$\overrightarrow{PR}\times\overrightarrow{SQ}=(-10,10,-10)$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 need to find the sides: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$\frac12|-20|=10$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set of eight vectors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Three non-coplanar vectors can be chosen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set of eight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$V=\{a\hat i+b\hat j+c\hat k:\ a,b,c\in\{-1,1\}\}$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Three non-coplanar vectors can be chosen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vectors, Combinations (selection of vectors)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Three of these vectors are coplanar exactly when two of them are collinear (an antipodal pair); count and subtract those triples.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eight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position vectors of the vertices of a cube centred at the origin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ways to choose three vectors: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if two of them are collinear. Collinear pairs are the antipodal pairs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- 4 pairs.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eight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$(\pm1,\pm1,\pm1)$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position vectors of the vertices of a cube centred at the origin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ways to choose three vectors: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$^8C_3=56$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if two of them are collinear. Collinear pairs are the antipodal pairs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$\overrightarrow{OA},\overrightarrow{OR}$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$\overrightarrow{OB},\overrightarrow{OS}$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$\overrightarrow{OC},\overrightarrow{OP}$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$\overrightarrow{OD},\overrightarrow{OQ}$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- 4 pairs.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each pair, the third vector can be any of the remaining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 triples (no triple contains two such pairs).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other triple has no antipodal pair. A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spanned by two non-antipodal vectors holds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vectors (two antipodal pairs), so the third is off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non-coplanar triples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each pair, the third vector can be any of the remaining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$4\times6=24$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 triples (no triple contains two such pairs).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other triple has no antipodal pair. A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spanned by two non-antipodal vectors holds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vectors (two antipodal pairs), so the third is off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non-coplanar triples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$=\,^8C_3-4\cdot6=56-24=32$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$32=2^5$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Count ordered selections: each new vector must avoid the plane already spanned, then 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!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Count ordered selections: each new vector must avoid the plane already spanned, then divide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$3!$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Pick the first vector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must not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first: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two (non-collinear) span a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Such a plane contains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vectors (two antipodal pairs), e.g.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Pick the first vector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must not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two (non-collinear) span a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Such a plane contains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vectors (two antipodal pairs), e.g.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$(\pm1,\pm1,\pm1)$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third vector can be chosen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Ordered triples: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unordered: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third vector can be chosen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$8-4=4$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Ordered triples: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$8\times6\times4=192$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unordered: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$\frac{192}{3!}=32=2^5$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non-zero vectors are coplanar iff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two are parallel they are automatically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any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spanned by two non-antipodal ones contains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them, so every coplanar triple contains an antipodal pair (checked by listing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triples: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cube, vertices as points: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four-sets, of which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diagonal planes),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tetrahedra.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Counting non-coplanar selections: subtract coplanar cases by structure (collinear pair, same plane) instead of testing each triple.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non-zero vectors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$\left|\begin{matrix}a_1&amp;a_2&amp;a_3\\b_1&amp;b_2&amp;b_3\\c_1&amp;c_2&amp;c_3\end{matrix}\right|=0$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two are parallel they are automatically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$(\pm1,\pm1,\pm1)$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any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spanned by two non-antipodal ones contains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them, so every coplanar triple contains an antipodal pair (checked by listing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triples: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cube, vertices as 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$^8C_4=70$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four-sets, of which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 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diagonal planes),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tetrahedra.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Counting non-coplanar selections: subtract coplanar cases by structure (collinear pair, same plane) instead of testing each triple.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Perpendiculars are drawn from points on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feet of perpendiculars lie on the line: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Perpendiculars are drawn from points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$\frac{x+2}{2}=\frac{y+1}{-1}=\frac{z}{3}$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feet of perpendiculars lie on the line: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$\frac{x}{5}=\frac{y-1}{8}=\frac{z-2}{-13}$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$\frac{x}{2}=\frac{y-1}{3}=\frac{z-2}{-5}$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$\frac{x}{4}=\frac{y-1}{3}=\frac{z-2}{-7}$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$\frac{x}{2}=\frac{y-1}{-7}=\frac{z-2}{5}$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the perpendicular on a plane and projection of a line on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feet of the perpendiculars form the projection of the line on the plane, whose direction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feet of the perpendiculars form the projection of the line on the plane, whose direction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d-\frac{\vec d\cdot\vec n}{|\vec n|^2}\vec 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385816"/>
                <a:ext cx="10725912" cy="12893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its foot on the plane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perpendicular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385816"/>
                <a:ext cx="10725912" cy="12893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$(2t-2,\,-t-1,\,3t)$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its foot on the plane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perpendicular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lies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$\frac{\alpha-2t+2}{1}=\frac{\beta+t+1}{1}=\frac{\gamma-3t}{1}=k$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$\alpha=k+2t-2,\ \beta=k-t-1,\ \gamma=k+3t$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lies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$3k+4t-3=3$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$k=\frac{6-4t}{3}$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$\alpha=\frac{6-4t}{3}+2t-2=\frac{2t}{3}$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$\beta=\frac{6-4t}{3}-t-1=\frac{3-7t}{3}$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$\gamma=\frac{6-4t}{3}+3t=\frac{5t+6}{3}$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$\frac{3\alpha}{2}=\frac{3\beta-3}{-7}=\frac{3\gamma-6}{5}$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$\frac{\alpha}{2}=\frac{\beta-1}{-7}=\frac{\gamma-2}{5}$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feet lie 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feet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$\frac{x}{2}=\frac{y-1}{-7}=\frac{z-2}{5}$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$\frac{x}{2}=\frac{y-1}{-7}=\frac{z-2}{5}$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locus of feet is the orthogonal projection of the line on the plane: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through the point where the line meets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locus of feet is the orthogonal projection of the line on the plane: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d-\frac{\vec d\cdot\vec n}{|\vec n|^2}\vec 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through the point where the line meets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Projected direction: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meets the plane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point is its own foot.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d=(2,-1,3)$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Projected direction: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d-\frac{\vec d\cdot\vec n}{3}\vec n=(2,-1,3)-\frac43(1,1,1)=\left(\frac23,-\frac73,\frac53\right)\parallel(2,-7,5)$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meets the plane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$(2t-2)+(-t-1)+3t=3$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$4t=6$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$\left(1,-\frac52,\frac92\right)$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point is its own foot.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foot-line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line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foot-line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$\left(1,-\frac52,\frac92\right)+s(2,-7,5)$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$\frac{x}{2}=\frac{y-1}{-7}=\frac{z-2}{5}$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$\frac{x}{2}=\frac{y-1}{-7}=\frac{z-2}{5}$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projection of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through the foot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point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 meets the plane, that intersection point lies on the projection; if the line is parallel to the plane, its projection is a parallel line (same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lying in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checking: the projection direction must satisfy </a:t>
                </a:r>
                <a14:m>
                  <m:oMath xmlns:m="http://schemas.openxmlformats.org/officeDocument/2006/math">
                    <m:sSup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but options can share this property (e.g. (A):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also test a point of the foot-line.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$P-\frac{\vec n\cdot P-c}{|\vec n|^2}\vec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projection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through the foot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d-\frac{\vec d\cdot\vec n}{|\vec n|^2}\vec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point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d\parallel\vec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 meets the plane, that intersection point lies on the projection; if the line is parallel to the plane, its projection is a parallel line (same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lying in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checking: the projection direction must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d'\cdot\vec 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$2-7+5=0$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but options can share this property (e.g. 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$5+8-13=0$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also test a point of the foot-line.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066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origin is perpendicular to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coordinate(s) of the point(s)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distance of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of intersection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(are):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066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origin is perpendicular to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$l_1:(3+t)\hat i+(-1+2t)\hat j+(4+2t)\hat k,\ -\infty&lt;t&lt;\infty$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$l_2:(3+2s)\hat i+(3+2s)\hat j+(2+s)\hat k,\ -\infty&lt;s&lt;\infty$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coordinate(s) of the point(s)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(are):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$\left(\frac73,\frac73,\frac53\right)$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$\left(\frac79,\frac79,\frac89\right)$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(common perpendicular) and lines in 3D, Distance between two points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its meeting point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fixes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which distances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measured.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direction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its meeting point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fixes the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which distances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measured.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both is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 \vec r=(3,-1,4)+t(1,2,2)$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 \vec r=(3,3,2)+s(2,2,1)$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both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$\left|\begin{matrix}\hat i&amp;\hat j&amp;\hat k\\1&amp;2&amp;2\\2&amp;2&amp;1\end{matrix}\right|=-2\hat i+3\hat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it passes through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the first from the third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the second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checks).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of intersection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Distance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 \vec r=\lambda(-2,3,-2)$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it passes through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$3+t=-2\lambda$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$-1+2t=3\lambda$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$4+2t=-2\lambda$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the first from the third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the second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checks).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of intersection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$(3+2s,3+2s,2+s)$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$(1+2s)^2+(6+2s)^2+s^2=17$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$9s^2+28s+37=17\Rightarrow 9s^2+28s+20=0\Rightarrow(s+2)(9s+10)=0$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$s=-\frac{10}{9}$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$s=-\frac{10}{9}$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$\left(\frac79,\frac79,\frac89\right)$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that meets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right angles meets it at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cross product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line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that meets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right angles meets it at the foot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cross product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meets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it, the meeting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point as before.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it, the meeting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$P=(3+t,-1+2t,4+2t)$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$\overrightarrow{OP}\cdot(1,2,2)=0$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$(3+t)+2(-1+2t)+2(4+2t)=9+9t=0$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point as before.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distance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options (B) and (D). Options (A)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(C)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are at squared distances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fail.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$9s^2+28s+20=0$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$s=-2,-\frac{10}{9}$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$\left(\frac79,\frac79,\frac89\right)$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options (B) and (D). Options (A)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(C)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are at squared distances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$\frac{258}{9}$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fail.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a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meeting it meets it at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(foot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both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common perpendicular of skew lines has this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a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solve the quadratic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two, one (tangent case) or no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all four options lie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(parameters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distance condition is the only filter; check each option's parameter against the quadratic's roots.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meeting it meets it at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(foot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$t=-\frac{\vec{OA}\cdot\vec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 A+t\vec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common perpendicular of skew lines has this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$A+s\vec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solve the quadratic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$|A-P+s\vec d|^2=r^2$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two, one (tangent case) or no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all four options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(parameters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$s=-\frac13,-2,-1,-\frac{10}{9}$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distance condition is the only filter; check each option's parameter against the quadratic's roots.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take value(s):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 x=5,\ \frac{y}{3-\alpha}=\frac{z}{-2}$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 x=\alpha,\ \frac{y}{-1}=\frac{z}{2-\alpha}$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take value(s):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two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both lines in symmetric form; the coplanarity determinant factorises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both lines in symmetric form; the coplanarity determinant factorises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$(5-\alpha)(\alpha-1)(\alpha-4)$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first row is the difference of the points, the other two are the directions).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 \frac{x-5}{0}=\frac{y}{3-\alpha}=\frac{z}{-2}$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 \frac{x-\alpha}{0}=\frac{y}{-1}=\frac{z}{2-\alpha}$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$\left|\begin{matrix}5-\alpha&amp;0&amp;0\\0&amp;3-\alpha&amp;-2\\0&amp;-1&amp;2-\alpha\end{matrix}\right|=0$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first row is the difference of the points, the other two are the directions).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$(5-\alpha)\left[(3-\alpha)(2-\alpha)-2\right]=0$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 the options,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(D) occur;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an option.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$(3-\alpha)(2-\alpha)-2=\alpha^2-5\alpha+4$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$(5-\alpha)(\alpha^2-5\alpha+4)=0$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$\alpha=1,\ 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 the options,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(D) occur;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an option.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lines are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-plane, so they lie in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they are coplanar iff the planes coincide or the lines are parallel.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lines are parallel to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-plane, so they lie in the planes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they are coplanar iff the planes coincide or the lines are parallel.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lie in the same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lines lie in distinct parallel planes, so they can be coplanar only if they are parallel (otherwise they are skew).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lie in the same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$\alpha\ne5$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lines lie in distinct parallel planes, so they can be coplanar only if they are parallel (otherwise they are skew).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directions: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options give (A) and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directions: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$(0,3-\alpha,-2)\parallel(0,-1,2-\alpha)$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$(3-\alpha)(2-\alpha)=(-2)(-1)=2$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$\alpha^2-5\alpha+4=0$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$\alpha\in\{1,4,5\}$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options give (A) and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lying in parallel (distinct) planes are coplanar only if they are parallel; this converts coplanarity into a direction condition.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of the directions or the lines are parallel, the determinant is automatically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such degenerate roots separately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cubic coplanarity condition has three roots; a missing option does not mean a root is invalid - answer from the options offered.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$A+t\vec 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$B+s\vec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$\overrightarrow{AB}\cdot(\vec d_1\times\vec d_2)=0$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$\overrightarrow{AB},\vec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lying in parallel (distinct) planes are coplanar only if they are parallel; this converts coplanarity into a direction condition.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$\overrightarrow{AB}\parallel$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of the directions or the lines are parallel, the determinant is automatically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such degenerate roots separately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cubic coplanarity condition has three roots; a missing option does not mean a root is invalid - answer from the options offered.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Consider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the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the equation of the plane passing through the point of intersection of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perpendicular to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Match Column I with Column II and select the correct answer using the code given below the lists.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A.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B.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D.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p.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r.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s.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A-r; B-q; C-s; D-p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A-p; B-r; C-s; D-q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A-r; B-q; C-p; D-s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A-q; B-s; C-p; D-r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Consider the lines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 \frac{x-1}{2}=\frac{y}{-1}=\frac{z+3}{1}$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 \frac{x-4}{1}=\frac{y+3}{1}=\frac{z+3}{2}$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the planes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 7x+y+2z=3$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 3x+5y-6z=4$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the equation of the plane passing through the point of intersection of lines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perpendicular to planes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Match Column I with Column II and select the correct answer using the code given below the lists.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A.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B.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D.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p.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q.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r.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s.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A-r; B-q; C-s; D-p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A-p; B-r; C-s; D-q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A-r; B-q; C-p; D-s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A-q; B-s; C-p; D-r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Matching List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perpendicular to two planes and intersection of two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perpendicular to two planes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common point of the lines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perpendicular to two planes has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common point of the lines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of the required plane is perpendicular to both normals,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of the required plane is perpendicular to both normals,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n=(7\hat i+\hat j+2\hat k)\times(3\hat i+5\hat j-6\hat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the determinant: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common point: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equation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Putting this in the first: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third equation also reduces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of intersection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the determinant: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n=\hat i(-6-10)-\hat j(-42-6)+\hat k(35-3)=-16\hat i+48\hat j+32\hat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n=\hat i-3\hat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$(a,b,c)\propto(1,-3,-2)$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$(2k_1+1,\,-k_1,\,k_1-3)$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$(k_2+4,\,k_2-3,\,2k_2-3)$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common point: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$2k_1+1=k_2+4$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$-k_1=k_2-3$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$k_1-3=2k_2-3$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equation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$k_1=3-k_2$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Putting this in the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$7-2k_2=k_2+4$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$k_2=1$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third equation also reduces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$3k_2=3$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$k_1=2$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of intersection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$(5,-2,-1)$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A-r, B-q, C-s, D-p: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$(5,-2,-1)$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i-3\hat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$(x-5)-3(y+2)-2(z+1)=0$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$x-3y-2z-5-6-2=0$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$x-3y-2z=13$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A-r, B-q, C-s, D-p: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A-r; B-q; C-s; D-p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eliminating between the two perpendicularity conditions (no cross product) and read the common point off the symmetric forms.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eliminating between the two perpendicularity conditions (no cross product) and read the common point off the symmetric forms.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 in the second: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$7a+b+2c=0$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$3a+5b-6c=0$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$b=-7a-2c$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 in the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$3a-35a-10c-6c=0$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$-32a=16c$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$b=-7a+4a=-3a$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$(a,b,c)=(1,-3,-2)$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$x=2k+1$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$z=k-3$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$x-4=y+3$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$2k-3=-k+3$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the third ratio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both lines.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A-r, B-q, C-s, D-p,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the third ratio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$\frac{z+3}{2}=\frac{k}{2}=1$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$x-4=1$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$(5,-2,-1)$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both lines.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$d=a x_0+b y_0+c z_0=5+6+2=13$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$a=1,b=-3,c=-2,d=13$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A-r, B-q, C-s, D-p,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A-r; B-q; C-s; D-p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two non-parallel planes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is the direction of their line of intersection.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scaling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scales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questions: fix the normal's scale from the options first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everything else follows.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two non-parallel planes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is the direction of their line of intersection.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$(\overrightarrow{A_1A_2})\cdot(\vec d_1\times\vec d_2)=0$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d_2\neq\vec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$(3,-3,0)\cdot(-3,-3,3)=0$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$d=ax_0+by_0+cz_0$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scaling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scales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questions: fix the normal's scale from the options first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everything else follows.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Column I with Column II and select the correct answer using the code given below the lists.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A. The volume of the parallelepiped determined by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Then the volume of the parallelepiped determined by vectors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B. The volume of the parallelepiped determined by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Then the volume of the parallelepiped determined by vectors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C. The area of a triangle with adjacent sides determined by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Then the area of the triangle with adjacent sides determined by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D. The area of a parallelogram with adjacent sides determined by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Then the area of the parallelogram with adjacent sides determined by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p.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q.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r.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s.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A-s; B-q; C-r; D-p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A-q; B-r; C-p; D-s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A-r; B-s; C-p; D-q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A-p; B-s; C-r; D-q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Column I with Column II and select the correct answer using the code given below the lists.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A. The volume of the parallelepiped determined by vectors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Then the volume of the parallelepiped determined by vectors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$2(\vec a\times\vec b),\ 3(\vec b\times\vec c)$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c\times\vec a)$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B. The volume of the parallelepiped determined by vectors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Then the volume of the parallelepiped determined by vectors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$3(\vec a+\vec b),\ (\vec b+\vec c)$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$2(\vec c+\vec a)$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C. The area of a triangle with adjacent sides determined by vectors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Then the area of the triangle with adjacent sides determined by vectors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$(2\vec a+3\vec b)$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a-\vec b)$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D. The area of a parallelogram with adjacent sides determined by vectors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Then the area of the parallelogram with adjacent sides determined by vectors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p.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q.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r.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s.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A-s; B-q; C-r; D-p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A-q; B-r; C-p; D-s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A-r; B-s; C-p; D-q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A-p; B-s; C-r; D-q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Matching List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 and vector product (volume and area scaling)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Triple and cross products are linear,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Triple and cross products are linear,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 a\times\vec b,\vec b\times\vec c,\vec c\times\vec a]=[\vec a\,\vec b\,\vec c]^2$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A: 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triple product is linear in each vector,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A: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 \vec b\ \vec c]=2$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triple product is linear in each vector,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$[2(\vec a\times\vec b),\,3(\vec b\times\vec c),\,\vec c\times\vec a]=6[\vec a\times\vec b,\ \vec b\times\vec c,\ \vec c\times\vec 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volume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A-r.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B: 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volume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B-s.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triangle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C-p.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a\times\vec b,\ \vec b\times\vec c,\ \vec c\times\vec a]=[\vec a\ \vec b\ \vec c]^2$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volume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$6\cdot2^2=24$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A-r.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B: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 \vec b\ \vec c]=5$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$[3(\vec a+\vec b),\,\vec b+\vec c,\,2(\vec c+\vec a)]=6[\vec a+\vec b,\ \vec b+\vec c,\ \vec c+\vec 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a+\vec b,\ \vec b+\vec c,\ \vec c+\vec a]=2[\vec a\ \vec b\ 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volume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$12[\vec a\ \vec b\ \vec c]=12\cdot5=60$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B-s.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a\times\vec b|=20$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$(2\vec a+3\vec b)\times(\vec a-\vec b)=0-2\,\vec a\times\vec b+3\,\vec b\times\vec a-0=-5\,\vec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$=\frac12|-5\,\vec a\times\vec b|=\frac52|\vec a\times\vec b|=\frac52\cdot40=100$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C-p.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D-q.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A-r, B-s, C-p, D-q: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b)\times\vec a=\vec a\times\vec a+\vec b\times\vec a=\vec b\times\vec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a|=30$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D-q.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A-r, B-s, C-p, D-q: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A-r; B-s; C-p; D-q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 linear change of vectors multiplies volume (area) by the absolute value of the determinant of the coefficient matrix.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e>
                    </m:nary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three vectors,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two vectors, areas scale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(2x2 matrix).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B: the rows of coefficients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Determinant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volume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coefficient matrix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scales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u_i=\sum_j m_{ij}\vec v_j$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three vectors,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u_1\ \vec u_2\ \vec u_3]=\det(m)\,[\vec v_1\ \vec v_2\ \vec v_3]$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two vectors, areas scale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$|\det m|$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(2x2 matrix).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B: the rows of coefficients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Determinant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$=3\cdot2\cdot\left|\begin{matrix}1&amp;1&amp;0\\0&amp;1&amp;1\\1&amp;0&amp;1\end{matrix}\right|=6\cdot2=12$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volume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$12\cdot5=60$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$(2\vec a+3\vec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a-\vec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coefficient matrix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$\left|\begin{matrix}2&amp;3\\1&amp;-1\end{matrix}\right|=-5$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scales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$5\cdot20=100$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unchanged: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factors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volume in A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A-r, B-s, C-p, D-q: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$\left|\begin{matrix}1&amp;1\\1&amp;0\end{matrix}\right|=-1$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unchanged: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b)\times(\vec b\times\vec c)=[\vec a\ \vec b\ \vec c]\,\vec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a\times\vec b,\ \vec b\times\vec c,\ \vec c\times\vec a]=[\vec a\ \vec b\ \vec c]\ \vec b\cdot(\vec c\times\vec a)=[\vec a\ \vec b\ \vec c]^2=4$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factors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$2\cdot3\cdot1=6$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volume in 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$6\cdot4=24$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A-r, B-s, C-p, D-q: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A-r; B-s; C-p; D-q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equals the Gram determinant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nonzero iff they are non-coplanar.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new vectors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old ones, volume scales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 vectors) and area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 vectors in the same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three vectors are coplanar).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area is half the parallelogram area: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 when comparing two triangles or two parallelograms.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a\times\vec b,\ \vec b\times\vec c,\ \vec c\times\vec a]=[\vec a\ \vec b\ \vec c]^2$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equals the Gram determinant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nonzero iff they are non-coplanar.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new vectors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old ones, volume scales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$|\det M|$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 vectors) and area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$|\det M|$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 vectors in the same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a+\vec b,\ \vec b+\vec c,\ \vec c+\vec a]=2[\vec a\ \vec b\ 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a-\vec b,\ \vec b-\vec c,\ \vec c-\vec a]=0$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three vectors are coplanar).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area is half the parallelogram area: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 when comparing two triangles or two parallelograms.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5927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each of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each pair of them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nonzero vector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nonzero vector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5927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x,\vec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each of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each pair of them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nonzero vector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y\times\vec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nonzero vector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z\times\vec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b=(\vec b\cdot\vec z)(\vec z-\vec x)$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a=(\vec a\cdot\vec y)(\vec y-\vec z)$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b=-(\vec a\cdot\vec y)(\vec b\cdot\vec z)$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a=(\vec a\cdot\vec y)(\vec z-\vec y)$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 and scalar product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$\perp\vec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y\times\vec 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x\times(\vec y\times\vec z)=\vec y-\vec 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vector has length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each pair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vector has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each pair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x\cdot\vec y=\vec y\cdot\vec z=\vec z\cdot\vec x=\sqrt2\cdot\sqrt2\cos\frac\pi3=1$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x\cdot\vec x=\vec y\cdot\vec y=\vec z\cdot\vec 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(2):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(B) is true.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(D)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a\perp(\vec y\times\vec 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a\parallel\vec x\times(\vec y\times\vec z)=(\vec x\cdot\vec z)\vec y-(\vec x\cdot\vec y)\vec z=\vec y-\vec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a=\lambda_1(\vec y-\vec 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y=\lambda_1(\vec y\cdot\vec y-\vec y\cdot\vec z)=\lambda_1(2-1)=\lambda_1$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a=(\vec a\cdot\vec y)(\vec y-\vec 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(B) is true.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a\neq\vec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y\neq0$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y-\vec z\neq\vec z-\vec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(D)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b\parallel\vec y\times(\vec z\times\vec x)=(\vec y\cdot\vec x)\vec z-(\vec y\cdot\vec z)\vec x=\vec z-\vec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b=\lambda_2(\vec z-\vec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z=\lambda_2(2-1)=\lambda_2$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b=(\vec b\cdot\vec z)(\vec z-\vec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is true. Answer: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b=(\vec a\cdot\vec y)(\vec b\cdot\vec z)\,(\vec y-\vec z)\cdot(\vec z-\vec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y-\vec z)\cdot(\vec z-\vec x)=\vec y\cdot\vec z-\vec y\cdot\vec x-\vec z\cdot\vec z+\vec z\cdot\vec x=1-1-2+1=-1$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b=-(\vec a\cdot\vec y)(\vec b\cdot\vec 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is true. Answer: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one dot product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y\times\vec 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y,\vec 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one dot product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true, (D)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a\perp(\vec y\times\vec 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a=\alpha\vec y+\beta\vec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$\alpha(\vec y\cdot\vec x)+\beta(\vec z\cdot\vec x)=\alpha+\beta=0$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a=\alpha(\vec y-\vec 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y=\alpha(2-1)=\alpha$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a=(\vec a\cdot\vec y)(\vec y-\vec 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true, (D)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b\perp(\vec z\times\vec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b=\gamma\vec z+\delta\vec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y=\gamma+\delta=0$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b=\gamma(\vec z-\vec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 triple-product expansion was needed. Answer: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z=\gamma(2-1)=\gamma$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b=(\vec b\cdot\vec z)(\vec z-\vec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b=\alpha\gamma(\vec y-\vec z)\cdot(\vec z-\vec x)=\alpha\gamma(1-1-2+1)=-\alpha\gamma=-(\vec a\cdot\vec y)(\vec b\cdot\vec 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 triple-product expansion was needed. Answer: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(BAC-CAB); the result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nonzero vector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independent) is a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more perpendicularity condition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three vectors of equal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equal pairwise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'show a vector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options, find the scalar by dotting both sides with the vector in the bracket.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p\times(\vec q\times\vec r)=(\vec p\cdot\vec r)\vec q-(\vec p\cdot\vec q)\vec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(BAC-CAB); the result lies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q,\vec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nonzero vector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q\times\vec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q,\vec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independent) is a combination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$\alpha\vec q+\beta\vec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more perpendicularity condition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$\alpha:\beta$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three vectors of equal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equal pairwise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x\cdot\vec y=L^2\cos\theta$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$2\cos60^\circ=1$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x\ \vec y\ \vec z]^2=L^6(1-3\cos^2\theta+2\cos^3\theta)=8\cdot\frac12=4$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'show a vector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a\cdot\vec y)(\ldots)$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options, find the scalar by dotting both sides with the vector in the bracket.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non-coplanar unit vectors such that the angle between every pair of them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scalars, then 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non-coplanar unit vectors such that the angle between every pair of them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b+\vec b\times\vec c=p\vec a+q\vec b+r\vec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scalars,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$\frac{p^2+2q^2+r^2}{q^2}$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08196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Integer Type(0 to 9)(4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 and vector product of non-coplanar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Dot the relation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cross-product terms drop out, leaving a linear system.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Dot the relation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cross-product terms drop out, leaving a linear system.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every pairwise dot product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mr>
                          <m:mr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mr>
                          <m:mr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sign does not affect the final ratio).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a|=|\vec b|=|\vec c|=1$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every pairwise dot product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$\cos\frac\pi3=\frac12$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 \vec b\ \vec c]^2=\left|\begin{matrix}1&amp;\frac12&amp;\frac12\\ \frac12&amp;1&amp;\frac12\\ \frac12&amp;\frac12&amp;1\end{matrix}\right|=\frac12$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 \vec b\ \vec c]=\frac1{\sqrt2}$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sign does not affect the final ratio).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left side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(3):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b+\vec b\times\vec c=p\vec a+q\vec b+r\vec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b\times\vec c)=p+\frac q2+\frac r2$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$p+\frac q2+\frac r2=[\vec a\ \vec b\ 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b\cdot(\vec a\times\vec b)+\vec b\cdot(\vec b\times\vec 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p2+q+\frac r2=0$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c\cdot(\vec a\times\vec b)+0=[\vec a\ \vec b\ 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p2+\frac q2+r=[\vec a\ \vec b\ 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$\frac{p-r}2=0$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$p=r=-q$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$\frac{p^2+2q^2+r^2}{q^2}=\frac{q^2+2q^2+q^2}{q^2}=4$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dot products finish, with no triple product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b+\vec b\times\vec c=\vec b\times(\vec c-\vec 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c-\vec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dot products finish, with no triple product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li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li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li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li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b+\vec b\times\vec c=-\vec b\times\vec a+\vec b\times\vec c=\vec b\times(\vec c-\vec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w=p\vec a+q\vec b+r\vec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w\cdot(\vec c-\vec a)=p(\tfrac12-1)+q(\tfrac12-\tfrac12)+r(1-\tfrac12)=\frac{r-p}2=0$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otherwise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left side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vanish.)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w\cdot\vec b=\frac p2+q+\frac r2=p+q=0$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$\frac{p^2+2q^2+r^2}{q^2}=\frac{p^2+2p^2+p^2}{p^2}=4$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otherwise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$p=q=r=0$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left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b\times(\vec c-\vec a)\neq\vec0$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vanish.)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Dotting a vector relation with each of three non-coplanar vectors gives three scalar equations that determine the coefficients uniquely; cross-product terms of the form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b+\vec b\times\vec c=\vec b\times(\vec c-\vec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b+\vec b\times\vec c+\vec c\times\vec a=(\vec b-\vec a)\times(\vec c-\vec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Dotting a vector relation with each of three non-coplanar vectors gives three scalar equations that determine the coefficients uniquely; cross-product terms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u\cdot(\vec u\times\vec v)$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𝐺𝑟𝑎𝑚 𝑚𝑎𝑡𝑟𝑖𝑥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unit vectors with equal pairwise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for unit vectors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finds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 set by the orientation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ratio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either way.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 \vec b\ \vec c]^2=\det(\text{Gram matrix})$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unit vectors with equal pairwise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$1-3\cos^2\theta+2\cos^3\theta$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for unit vectors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finds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$(p,q,r)=\pm\frac1{\sqrt2}(1,-1,1)$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 set by the orientation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either way.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Column I with Column II and select the correct answer using the code given below the lists.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A. Let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  <m:sup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sSup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equals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B.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) be the vertices of a regular polygon of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sides with its centre at the origin. Let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the position vector of the point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minimum value of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C. If the normal from the point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on the ellipse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perpendicular to the line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D. Number of positive solutions satisfying the equation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p.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q.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r.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s.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A-s; B-r; C-q; D-p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A-q; B-s; C-r; D-p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A-s; B-r; C-p; D-q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A-q; B-s; C-p; D-r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Column I with Column II and select the correct answer using the code given below the lists.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A.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$y(x)=\cos(3\cos^{-1}x)$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$x\in[-1,1]$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$x\neq\pm\frac{\sqrt3}2$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$\frac1{y(x)}\left\{(x^2-1)\frac{d^2y(x)}{dx^2}+x\frac{dy(x)}{dx}\right\}$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equals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B.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$A_1,A_2,\ldots,A_n$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$n&gt;2$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) be the vertices of a regular polygon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sides with its centre at the origin.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a_k$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the position vector of the point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$k=1,2,\ldots,n$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$\left|\sum_{k=1}^{n-1}(\vec a_k\times\vec a_{k+1})\right|=\left|\sum_{k=1}^{n-1}(\vec a_k\cdot\vec a_{k+1})\right|$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minimum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C. If the normal from the point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$P(h,1)$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on the ellipse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$\frac{x^2}6+\frac{y^2}3=1$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perpendicular to the line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$x+y=8$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D. Number of positive solutions satisfying the equation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$\tan^{-1}\left(\frac1{2x+1}\right)+\tan^{-1}\left(\frac1{4x+1}\right)=\tan^{-1}\left(\frac2{x^2}\right)$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 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p.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q.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r.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s.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A-s; B-r; C-q; D-p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A-q; B-s; C-r; D-p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A-s; B-r; C-p; D-q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A-q; B-s; C-p; D-r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List Type(3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Vector and scalar products of position vectors of a regular polygon, Derivative identity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inverse trigonometric equation and normal to an ellipse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List Type(3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Vector and scalar products of position vectors of a regular polygon, Derivative identity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$\cos(3\cos^{-1}x)$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inverse trigonometric equation and normal to an ellipse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again returns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polygon sums give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$\sqrt{1-x^2}\,y'$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again returns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$-9y$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polygon sums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$\left|\tan\frac{2\pi}{n}\right|=1$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$y=\cos(3\cos^{-1}x)$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$y'=\frac{3\sin(3\cos^{-1}x)}{\sqrt{1-x^2}}$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$\sqrt{1-x^2}\,y'=3\sin(3\cos^{-1}x)$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again: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A-s.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B: For a regular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-gon of circumradius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(vertices in order),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are equal, so the condition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again: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$\frac{-x}{\sqrt{1-x^2}}y'+\sqrt{1-x^2}\,y''=3\cos(3\cos^{-1}x)\cdot\frac{-3}{\sqrt{1-x^2}}=\frac{-9y}{\sqrt{1-x^2}}$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$-xy'+(1-x^2)y''=-9y$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$\frac1y\left[(x^2-1)y''+xy'\right]=9$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A-s.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B: For a regular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-gon of circumradius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(vertices in order),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a_k\times\vec a_{k+1}=r^2\sin\frac{2\pi}n\,\hat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a_k\cdot\vec a_{k+1}=r^2\cos\frac{2\pi}n$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are equal, so the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$r^2(n-1)\sin\frac{2\pi}n=r^2(n-1)\left|\cos\frac{2\pi}n\right|$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$\left|\tan\frac{2\pi}n\right|=1$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integer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B-r.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ellipse: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the tangent is parallel to it (slope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tangent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tangent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not parallel,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C-q.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$0&lt;\frac{2\pi}n&lt;\pi$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$\frac{2\pi}n=\frac\pi4$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integer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B-r.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$P(h,1)$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ellipse: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$\frac{h^2}6+\frac13=1$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$h=\pm2$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the tangent is parallel to it (slope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$\frac{2x}6+\frac y3=1$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tangent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not parallel,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C-q.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of the two fractions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with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positive: one positive solution, D-p.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A-s, B-r, C-q, D-p: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$\tan^{-1}\frac1{2x+1}+\tan^{-1}\frac1{4x+1}=\tan^{-1}\frac{\frac1{2x+1}+\frac1{4x+1}}{1-\frac1{(2x+1)(4x+1)}}=\tan^{-1}\frac{3x+1}{4x^2+3x}$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of the two fractions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$\tan^{-1}\frac2{x^2}$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$\frac{3x+1}{4x^2+3x}=\frac2{x^2}$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$x(3x+1)=2(4x+3)$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$3x^2-7x-6=0$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positive: one positive solution, D-p.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A-s, B-r, C-q, D-p: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A-s; B-r; C-q; D-p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Chebyshev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use complex numbers for the polygon sums, the standard normal equation for the ellipse and cotangents for the inverse-tangent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Chebyshev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use complex numbers for the polygon sums, the standard normal equation for the ellipse and cotangents for the inverse-tangent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A-s.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B: Let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real part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imaginary part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$\cos(3\cos^{-1}x)=4x^3-3x=y$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$y'=12x^2-3$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$y''=24x$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$(x^2-1)(24x)+x(12x^2-3)=36x^3-27x=9(4x^3-3x)=9y$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A-s.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B: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a_k\leftrightarrow z_k=re^{i\theta_k}$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z_kz_{k+1}=r^2e^{2\pi i/n}$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real part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a_k\cdot\vec a_{k+1}$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imaginary part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$a_k\times a_{k+1}$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Summing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terms,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I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an integer): B-r.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C: The normal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 slope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(slope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ellipse): C-q.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Summing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terms,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$|\mathrm{Im}|=|\mathrm{Re}|$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$\left|\tan\frac{2\pi}n\right|=1$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$\frac{2\pi}n=\frac\pi4$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an integer): B-r.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C: The normal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$\frac{x^2}{6}+\frac{y^2}{3}=1$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$\frac{6x}{x_1}-\frac{3y}{y_1}=6-3=3$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$(h,1)$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 slope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$\frac{6/h}{3}=\frac2h$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$\frac2h=1$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ellipse): C-q.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left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only positive root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one solution: D-p.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$\frac{(2x+1)(4x+1)-1}{(2x+1)+(4x+1)}=\frac{8x^2+6x}{6x+2}=\frac{x(4x+3)}{3x+1}$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$\cot\left(\tan^{-1}\frac2{x^2}\right)=\frac{x^2}2$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$\frac{x^2}2=\frac{x(4x+3)}{3x+1}$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$x(3x+1)=2(4x+3)$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$3x^2-7x-6=0$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only positive root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one solution: D-p.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$\tan^{-1}\frac17+\tan^{-1}\frac1{13}=\tan^{-1}\frac29$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$\frac2{x^2}=\frac29$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A-s; B-r; C-q; D-p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Chebyshev: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regular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-gon centred at the origin, consecutive position vectors subtend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the same direction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one orientation.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tangent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this normal.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Chebyshev: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$\cos(n\cos^{-1}x)=T_n(x)$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$(1-x^2)y''-xy'+n^2y=0$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$(x^2-1)y''+xy'=n^2y$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regular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-gon centred at the origin, consecutive position vectors subtend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a_k\cdot\vec a_{k+1}=r^2\cos\frac{2\pi}n$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a_k\times\vec a_{k+1}|=r^2\sin\frac{2\pi}n$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the same direction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one orientation.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$\frac{x^2}{a^2}+\frac{y^2}{b^2}=1$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$\frac{a^2x}{x_1}-\frac{b^2y}{y_1}=a^2-b^2$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this normal.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$\tan^{-1}u+\tan^{-1}v=\tan^{-1}\frac{u+v}{1-uv}$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$uv&lt;1$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$u,v&gt;0$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$u,v&gt;0$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$uv&gt;1$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$uv=\frac1{(2x+1)(4x+1)}&lt;1$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perpendiculars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drawn respectively on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right angle, then the possible value(s)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is(are)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$P(\lambda,\lambda,\lambda)$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perpendiculars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drawn respectively on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$y=x,\ 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$y=-x,\ 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QPR$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right angle, then the possible value(s)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is(are)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perpendicular from a point to a line in 3D and perpendicular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but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puts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a line, so reject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$PQ\perp PR$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$\lambda=\pm1$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but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puts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a line, so reject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line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$y=x,\ 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x1=\frac y1=\frac{z-1}0=\alpha$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$Q=(\alpha,\alpha,1)$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$\lambda-\alpha,\ \lambda-\alpha,\ \lambda-1$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line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$(\lambda-\alpha)+(\lambda-\alpha)+0=0$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$Q=(\lambda,\lambda,1)$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$0,\ 0,\ \lambda-1$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$y=-x,\ 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x{-1}=\frac y1=\frac{z+1}0=\beta$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$R=(-\beta,\beta,-1)$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$\lambda+\beta,\ \lambda-\beta,\ \lambda+1$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this line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a line: this value is rejected.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this line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$-(\lambda+\beta)+(\lambda-\beta)=0$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$\lambda,\ \lambda,\ \lambda+1$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$PQ\perp 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$0+0+(\lambda-1)(\lambda+1)=0$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$y=x,\ 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a line: this value is rejected.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$P=(-1,-1,-1)$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$\overrightarrow{PQ}\cdot\overrightarrow{PR}=(0,0,2)\cdot(1,1,0)=0$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Project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onto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containing the lines, read off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right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Project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onto the planes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$z=\pm1$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containing the lines, read off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$Q,R$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$QR^2=PQ^2+PR^2$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right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projection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that plane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already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(three perpendiculars).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projection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foot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that plane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$y=x,\ 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that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$(\lambda,\lambda,1)$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already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$Q=(\lambda,\lambda,1)$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(three perpendiculars).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$y=-x,\ 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$(\lambda,\lambda,-1)$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foot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that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QPR=90^\circ$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$QR^2=PQ^2+PR^2$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first line (then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degenerate),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$QR^2=\lambda^2+\lambda^2+2^2=2\lambda^2+4$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$PQ^2=(\lambda-1)^2$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$PR^2=2\lambda^2+(\lambda+1)^2$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$2\lambda^2+4=(\lambda-1)^2+(\lambda+1)^2+2\lambda^2=4\lambda^2+2$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first line (then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degenerate),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the line lies in a coordinate plane, first project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that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sphere with diameter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test the roots: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line, the 'perpendicular'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zero length and the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undefined.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moves on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feet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found with the same two perpendicularity conditions.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$A+\frac{(P-A)\cdot\vec d}{|\vec d|^2}\vec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the line lies in a coordinate plane, first project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that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QPR=90^\circ\iff\overrightarrow{PQ}\cdot\overrightarrow{PR}=0\iff QR^2=PQ^2+PR^2\iff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sphere with diameter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test the roots: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line, the 'perpendicular'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zero length and the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undefined.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$P=(\lambda,\lambda,\lambda)$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moves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feet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$Q=(\lambda,\lambda,1)$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found with the same two perpendicularity conditions.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236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three non-coplanar vectors in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cr m:val="double-struck"/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components of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components of this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236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three non-coplanar vectors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components of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components of this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$(-\vec p+\vec q+\vec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p-\vec q+\vec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$(-\vec p-\vec q+\vec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324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Integer Type(0 to 9)(4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combination of non-coplanar vectors (components along vectors)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Equate coefficients of the independent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two expressions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Equate coefficients of the independent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p,\vec q,\vec 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two expressions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Components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coefficients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(non-coplanar, so independent):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(1)+(2):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Components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q,\vec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$4,3,5$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s=4\vec p+3\vec q+5\vec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s=x(-\vec p+\vec q+\vec r)+y(\vec p-\vec q+\vec r)+z(-\vec p-\vec q+\vec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q,\vec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(non-coplanar, so independent):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$-x+y-z=4$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(1)+(2):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$-2z=7$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(2)+(3):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(1)+(3):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(2)+(3):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(1)+(3):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$2x+y+z=8+\frac92-\frac72=9$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Express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as a combination of the three equations; no need to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Express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$2x+y+z$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as a combination of the three equations; no need to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equations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Seek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having coefficients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$E_1:-x+y-z=4$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$E_2:x-y-z=3$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$E_3:x+y+z=5$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Seek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$u,v,w$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$uE_1+vE_2+wE_3$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having coefficients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$-u+v+w=2$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$u-v+w=1$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$-u-v+w=1$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first two: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Subtracting the third from the first: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second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right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first two: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$2w=3$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Subtracting the third from the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$2v=1$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second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$u=v-w+1=0$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$2x+y+z=0\cdot E_1+\frac12E_2+\frac32E_3$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$\frac12\cdot3+\frac32\cdot5=9$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non-coplanar, every vector has a unique expression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two expressions can be compared coefficient by coefficient.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new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again non-coplanar: the coefficient determinant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(volume multiplies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magnitude),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unique.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'Component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here means the coefficient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decomposition, not an orthogonal projection (which would need dot products).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target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obtained as a combination of the equations, saving the full solve; 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q,\vec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non-coplanar, every vector has a unique expression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$\alpha\vec p+\beta\vec q+\gamma\vec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two expressions can be compared coefficient by coefficient.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new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$(-\vec p+\vec q+\vec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p-\vec q+\vec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$(-\vec p-\vec q+\vec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again non-coplanar: the coefficient determinant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(volume multiplies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magnitude),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unique.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'Component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here means the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decomposition, not an orthogonal projection (which would need dot products).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target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obtained as a combination of the equations, saving the full solve;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$\frac12\cdot3+\frac32\cdot5=9$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971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triangle.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971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triangle.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a=\overrightarrow{QR}$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b=\overrightarrow{RP}$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c=\overrightarrow{PQ}$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c|^2}{2}-|\vec a|=12$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c|^2}{2}+|\vec a|=30$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$\left|\vec a\times\vec b+\vec c\times\vec a\right|=48\sqrt3$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b=-72$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algebra in a triangle (scalar and vector products)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a+\vec b+\vec c=\vec0$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b=\vec c\times\vec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Going round the triangle,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Going round the triangle,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b+\vec c=-\vec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true. (B):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1728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b|^2+|\vec c|^2+2\vec b\cdot\vec c=|\vec a|^2$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$48+|\vec c|^2+48=144$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c|^2}2-|\vec a|=24-12=12$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true. 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$24+12=36\neq30$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b=-\vec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a|^2+|\vec b|^2+2\vec a\cdot\vec b=|\vec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$144+48+2\vec a\cdot\vec b=48$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b+\vec a\times\vec c=\vec0$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a=\vec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b+\vec c\times\vec a|=2|\vec a\times\vec b|=2\sqrt{|\vec a|^2|\vec b|^2-(\vec a\cdot\vec b)^2}$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$=2\sqrt{144\cdot48-72^2}=2\sqrt{1728}=2\cdot24\sqrt3=48\sqrt3$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353312"/>
            <a:ext cx="10725912" cy="443484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Answer: (A), (C), (D).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triangle itself: the sides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dot and cross products are read from angle and area.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triangle itself: the sides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$12,4\sqrt3,4\sqrt3$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$\angle P=120^\circ$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dot and cross products are read from angle and area.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cosine rule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triangle is isosceles.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(A),(B):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true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c=\overrightarrow{RP}\cdot\overrightarrow{PQ}=-|PR||PQ|\cos P=24$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cosine rule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$QR^2=PR^2+PQ^2-2\,PR\cdot PQ\cos P=48+PQ^2+48$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$PQ=4\sqrt3=PR$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triangle is isosceles.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P=\frac{48+48-144}{2\cdot48}=-\frac12$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$P=120^\circ$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$Q=R=30^\circ$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(A),(B):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$\frac{48}2-12=12$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true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$24+12=36\neq30$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head-to-tail, so the angle between them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head-to-tail sides,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magnitude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 Answer (A),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a=\overrightarrow{QR}$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b=\overrightarrow{RP}$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head-to-tail, so the angle between them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$180^\circ-R=150^\circ$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b=12\cdot4\sqrt3\cos150^\circ=-72$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$\triangle=\frac12\cdot48\sin120^\circ=12\sqrt3$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head-to-tail sides,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b=\vec b\times\vec c=\vec c\times\vec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$2\triangle=24\sqrt3$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b+\vec c\times\vec a|=2\cdot24\sqrt3=48\sqrt3$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 Answer (A),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(sides taken head to tail),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area of the triangle.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head-to-tail sides (interior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supplement of the angle between the vectors).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vector form of the cosine rule; always check the sign convention (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head to tail).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(sides taken head to tail),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b=\vec b\times\vec c=\vec c\times\vec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area of the triangle.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b=\frac{|\vec c|^2-|\vec a|^2-|\vec b|^2}{2}=-|\vec a||\vec b|\cos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head-to-tail sides (interior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supplement of the angle between the vectors).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$\frac{48-144-48}2=-72$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$6912-5184=1728$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u+\vec v=-\vec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vector form of the cosine rule; always check the sign convention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$\overrightarrow{QR},\overrightarrow{RP},\overrightarrow{PQ}$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head to tail).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214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cr m:val="double-struck"/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consider the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plane, different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passes through the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distance of a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relations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214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consider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 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 x+z=1$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plane, different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passes through the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distance of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relations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$2\alpha+\beta+2\gamma+2=0$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$2\alpha-\beta+2\gamma+4=0$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$2\alpha+\beta-2\gamma-10=0$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$2\alpha-\beta+2\gamma-8=0$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the line of intersection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Planes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form the pencil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one distance condition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Planes through the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$P_1\cap P_2$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form the pencil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$x+z-1+\lambda y=0$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one distance condition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plane through the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plane through the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 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 x+z-1=0$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$(x+z-1)+\lambda 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$x+\lambda y+z-1=0$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$\frac{|0+\lambda+0-1|}{\sqrt{1+\lambda^2+1}}=1$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$(\lambda-1)^2=\lambda^2+2$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$P_3: x-\frac y2+z-1=0$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$2x-y+2z-2=0$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(D)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(A) and (C) have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 not of this form. Answer: (B),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$\frac{|2\alpha-\beta+2\gamma-2|}{\sqrt{4+1+4}}=2$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$|2\alpha-\beta+2\gamma-2|=6$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$2\alpha-\beta+2\gamma-2=6$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$2\alpha-\beta+2\gamma-8=0$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(D)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$2\alpha-\beta+2\gamma+4=0$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(A) and (C)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 not of this form. Answer: (B),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Planes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tangent to the unit sphere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second one is the mirror image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plane through the line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Planes through the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$P_1\cap P_2$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distance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$M(0,1,0)$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tangent to the unit sphere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second one is the mirror image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plane through the line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one such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planes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tangent to the unit sphere centred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mirror images in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$P_1\cap 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$B(0,0,1)$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one such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planes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tangent to the unit sphere centred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mirror images in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m=(1,1,1)$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 the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n_3=\vec n_1-\frac{2\,\vec n_1\cdot\vec m}{|\vec m|^2}\vec m=(0,1,0)-\frac23(1,1,1)=\left(-\frac23,\frac13,-\frac23\right)\parallel(2,-1,2)$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$2x-y+2z=2$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$|2\alpha-\beta+2\gamma-2|=2\cdot3=6$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$2\alpha-\beta+2\gamma-8=0$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$2\alpha-\beta+2\gamma+4=0$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except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except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setting it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parallel planes (the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cases).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a line outside a sphere there are exactly two tangent planes; they are mirror images in the plane through the line and the centre.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of a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plane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it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scale, matching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$P_1=0,\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except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$P_2+\lambda P_1=0$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except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setting it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parallel planes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cases).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a line outside a sphere there are exactly two tangent planes; they are mirror images in the plane through the line and the centre.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of a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plane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n-\frac{2(\vec n\cdot\vec m)}{|\vec m|^2}\vec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it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scale, matching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321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cr m:val="double-struck"/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straight line passing through the origin. Suppose that all the points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 a constant distance from the two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locus of the feet of the perpendiculars drawn from the points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Which of the following points lie(s)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321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straight line passing through the origin. Suppose that all the points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 a constant distance from the two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 x+2y-z+1=0$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 2x-y+z-1=0$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locus of the feet of the perpendiculars drawn from the points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Which of the following points lie(s)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$\left(0,-\frac56,-\frac23\right)$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$\left(-\frac16,-\frac13,\frac16\right)$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$\left(-\frac56,0,\frac16\right)$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$\left(-\frac13,0,\frac23\right)$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parallel to planes, foot of perpendicular and locus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Constant distance from both planes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feet then form a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Constant distance from both planes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$L\parallel\vec n_1\times\vec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feet then form a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points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 constant distance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both planes. Its direction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points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 constant 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both planes. Its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v=(\hat i+2\hat j-\hat k)\times(2\hat i-\hat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v=\hat i(2-1)-\hat j(1+2)+\hat k(-1-4)=\hat i-3\hat j-5\hat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origin, so a general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origin, so a general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$A(\lambda,-3\lambda,-5\lambda)$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$(h,k,l)$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$\frac{h-\lambda}1=\frac{k+3\lambda}2=\frac{l+5\lambda}{-1}=-\frac{\lambda-6\lambda+5\lambda+1}{1+4+1}=-\frac16$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$h=\lambda-\frac16$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$k=-3\lambda-\frac13$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$l=-5\lambda+\frac16$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$\left(-\frac16,-\frac13,\frac16\right)$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$(1,-3,-5)$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$\left(0,-\frac56,-\frac23\right)$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$\left(-\frac16,-\frac13,\frac16\right)$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Answer: (A),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$h=-\frac56$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$k=2-\frac13=\frac53\neq0$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$k=\frac12-\frac13=\frac16\neq0$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Answer: (A),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projection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test each point in two plane equations.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projection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intersection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test each point in two plane equations.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its projection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line lying in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 the 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directions and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$L\parallel 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its projection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line lying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v=(1,-3,-5)$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directions and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n_1=(13,-4,5)$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$\Pi:13x-4y+5z=0$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$M:\ x+2y-z+1=0,\ 13x-4y+5z=0$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$0-\frac53+\frac23+1=0$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$0+\frac{10}3-\frac{10}3=0$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Answer: (A),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$-\frac16-\frac23-\frac16+1=0$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$-\frac{13}6+\frac43+\frac56=0$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$-\frac56+0-\frac16+1=0$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$13\left(-\frac56\right)+5\cdot\frac16=-10\neq0$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$-\frac13+0-\frac23+1=0$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$13\left(-\frac13\right)+5\cdot\frac23=-1\neq0$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Answer: (A),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has constant distance from a plane iff it is parallel to it; parallel to two planes iff its direction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foot is always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projection of a line parallel to a plane onto that plane is a parallel line; it is the intersection of the plane with the plane through the line perpendicular to it (normal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four options lie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each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real test is the second condition, 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has constant distance from a plane iff it is parallel to it; parallel to two planes iff its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$A-\frac{\vec n\cdot A+d}{|\vec n|^2}\vec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foot is always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$A-\frac16\vec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projection of a line parallel to a plane onto that plane is a parallel line; it is the intersection of the plane with the plane through the line perpendicular to it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four options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each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$x+2y-z+1=0$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real test is the second condition,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$13x-4y+5z=0$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5927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unit vector in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cr m:val="double-struck"/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Given that there exists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cr m:val="double-struck"/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Which of the following statement(s) is(are) correct?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There is exactly one choice for such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There are infinitely many choices for such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If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If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5927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u=u_1\hat i+u_2\hat j+u_3\hat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unit vector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w=\frac{1}{\sqrt6}(\hat i+\hat j+2\hat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Given that there exists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u\times\vec v|=1$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w\cdot(\hat u\times\vec v)=1$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Which of the following statement(s) is(are) correct?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There is exactly one choice for such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There are infinitely many choices for such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$|u_1|=|u_2|$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$2|u_1|=|u_3|$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One or more than one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Dot and cross product of vectors: equality case of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One or more than one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Dot and cross product of vectors: equality case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w\cdot(\hat u\times\vec v)$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unit vectors on both sides forces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w\cdot(\hat u\times\vec v)=1$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unit vectors on both sides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u\times\vec v=\hat 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w|=1$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u\times\vec v|=1$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w\cdot(\hat u\times\vec v)=|\hat w||\hat u\times\vec v|\cos\alpha=1$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u\times\vec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unit vectors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A cross product is perpendicular to both factors, hence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Such a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exists, so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perpendicular to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one solution, then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satisfies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there are infinitely many choices: (A) false, (B)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means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u\times\vec v=\hat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unit vectors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A cross product is perpendicular to both factors,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w\perp\hat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w\perp\vec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Such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u\cdot\hat w=0$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$u_1+u_2+2u_3=0$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one solution,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v_0+t\hat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u\times(\vec v_0+t\hat u)=\hat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there are infinitely many choices: (A) false, (B)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$u_1+u_2=0$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$|u_1|=|u_2|$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means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cannot vanish for a unit vector).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correct statements are (B) and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$u_1+2u_3=0$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$|u_1|=2|u_3|$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$2|u_1|=|u_3|$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cannot vanish for a unit vector).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correct statements are (B) and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Geometric picture: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lie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the origin perpendicular to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intersect it with the coordinate planes.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Geometric picture: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lie on the plane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$x+y+2z=0$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the origin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intersect it with the coordinate planes.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Conversely, for any such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solutions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infinite family, so (A) is false and (B)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u\times\vec v=\hat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u\perp\hat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Conversely, for any such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v=\hat w\times\hat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u\times(\hat w\times\hat u)=\hat w(\hat u\cdot\hat u)-\hat u(\hat u\cdot\hat w)=\hat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solutions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v=\hat w\times\hat u+t\hat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infinite family, so (A) is false and (B)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(C)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meets it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(D) is false. Answer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$|u_1|=|u_2|$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(C)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meets it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$|u_1|=2|u_3|$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u=\frac{1}{\sqrt5}(2,0,-1)$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$2|u_1|=\frac{4}{\sqrt5}\neq\frac{1}{\sqrt5}=|u_3|$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(D) is false. Answer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Cauchy-Schwarz equality case: for a unit vector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cross product is perpendicular to both factors,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(unit vectors),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solves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full solution set is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triple product: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iff the three vectors are mutually perpendicular.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Cauchy-Schwarz equality case: for a unit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w\cdot\vec n\le|\vec n|$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n=|\vec n|\hat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cross product is perpendicular to both factors,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v=\vec c\neq\vec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c\perp\vec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u\perp\hat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(unit vectors),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v=\hat w\times\hat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solves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u\times\vec v=\hat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u\times(\hat w\times\hat u)=\hat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full solution set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w\times\hat u+t\hat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triple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a\cdot(\vec b\times\vec c)|\le|\vec a||\vec b||\vec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iff the three vectors are mutually perpendicular.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85343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2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Consider a pyramid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located in the first octant (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) with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as origin, and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along the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-axis and the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-axis, respectively. The base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of the pyramid is a square with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The point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directly above the mid-point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of diagonal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(A) the acute angle between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(B) the equation of the plane containing the triangle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(C) the length of the perpendicular from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to the plane containing the triangle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2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2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(D) the perpendicular distance from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to the straight line containing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2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2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num>
                          <m:den>
                            <m:r>
                              <a:rPr lang="en-IN" sz="22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endParaRPr sz="22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85343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2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Consider a pyramid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$OPQRS$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located in the first octant (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$y\ge0$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$z\ge0$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) with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as origin,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$OR$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along the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-axis and the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-axis, respectively. The base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$OPQR$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of the pyramid is a square with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$OP=3$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The point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directly above the mid-point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of diagonal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$TS=3$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(A) the acute angle between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$OS$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(B) the equation of the plane containing the triangle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$OQS$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$x-y=0$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(C) the length of the perpendicular from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to the plane containing the triangle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$OQS$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$\frac{3}{\sqrt2}$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(D) the perpendicular distance from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to the straight line containing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$\sqrt{\frac{15}{2}}$</a:t>
                </a:r>
                <a:endParaRPr sz="22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Angle, plane and distances (point to plane, point to line) in 3D coordinate geometry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the pyramid in coordinates,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test each statement with a standard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the pyramid in coordinates,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$S=(\frac32,\frac32,3)$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test each statement with a standard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mid-point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above 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$O=(0,0,0)$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$P=(3,0,0)$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$Q=(3,3,0)$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mid-point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$T=(\frac32,\frac32,0)$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above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$S=(\frac32,\frac32,3)$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54.7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(which has cosine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(A)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Normal of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plane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$\vec{OQ}=(3,3,0)$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$\vec{OS}=(\frac32,\frac32,3)$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$|OQ|=3\sqrt2$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$|OS|=\frac{3\sqrt6}{2}$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$\cos\theta=\frac{9}{3\sqrt2\cdot\frac{3\sqrt6}{2}}=\frac{1}{\sqrt3}$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$\theta=\cos^{-1}\frac{1}{\sqrt3}\approx54.7^\circ$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(which has cosine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(A)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Normal of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$\vec{OQ}\times\vec{OS}=(3,3,0)\times(\frac32,\frac32,3)=(9,-9,0)\parallel(1,-1,0)$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plane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$P(3,0,0)$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$\frac{|3-0|}{\sqrt2}=\frac{3}{\sqrt2}$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45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Hence (B), (C), (D) are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$R(0,3,0)$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$\vec{RS}=(\frac32,-\frac32,3)\parallel\vec d=(1,-1,2)$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$\frac{|\vec{OR}\times\vec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$\vec{OR}\times\vec d=(0,3,0)\times(1,-1,2)=(6,0,-3)$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$\frac{\sqrt{45}}{\sqrt6}=\sqrt{\frac{15}{2}}$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Hence (B), (C), (D) are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base geometry for (A)-(C), and the area of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(D).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right triangle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$OTS$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base geometry for (A)-(C), and the area of triangle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$ORS$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(D).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base. In the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vertically above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vertical plane through the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base, namely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$OQ=3\sqrt2$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$OT=\frac{3\sqrt2}{2}$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$TS=3$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base. In the right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$\tan\angle SOT=\frac{TS}{OT}=\sqrt2$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$\cos\theta=\frac{1}{\sqrt{1+2}}=\frac{1}{\sqrt3}$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$\tan\frac\pi3=\sqrt3\neq\sqrt2$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vertically above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vertical plane through the 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base, namely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vertical plane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its distance from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base: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height of the triangle on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vertical plane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its distance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base: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$PT=\frac12PR=\frac{3\sqrt2}{2}=\frac{3}{\sqrt2}$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$\vec{OR}\times\vec{OS}=(0,3,0)\times(\frac32,\frac32,3)=(9,0,-\frac92)$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ORS=\frac12\sqrt{81+\frac{81}{4}}=\frac{9\sqrt5}{4}$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$RS=\sqrt{\frac94+\frac94+9}=\frac{3\sqrt6}{2}$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height of the triangle on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$\frac{2\cdot\frac{9\sqrt5}{4}}{\frac{3\sqrt6}{2}}=\frac{3\sqrt5}{\sqrt6}=\sqrt{\frac{15}{2}}$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height of triangle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𝑎𝑟𝑒𝑎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𝑏𝑎𝑠𝑒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the origin and two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through three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$\frac{|\vec{AP}\times\vec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height of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$=2\cdot\text{area}/\text{base}$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the origin and two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$\vec{OB}\times\vec{OC}$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through three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apex of a pyramid lies vertically above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base diagonal, the plane through that diagonal and the apex is vertical; distances to it are then plane distances in the base.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a base diagonal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slant edge from its end to an apex at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above the diagonal's mid-point satisfies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apex of a pyramid lies vertically above 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base diagonal, the plane through that diagonal and the apex is vertical; distances to it are then plane distances in the base.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a base diagonal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slant edge from its end to an apex at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above the diagonal's mid-point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$\tan\theta=\frac{2h}{d}$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$\frac{6}{3\sqrt2}=\sqrt2$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image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equation of the plane passing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containing the straight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equation of the plane passing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containing the straight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$\frac{x}{1}=\frac{y}{2}=\frac{z}{1}$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$x+y-3z=0$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$x-4y+7z=0$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 and plane through a point and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passes through the origin, so the plane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passes through the origin, so the plane contains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has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$\vec{OP}\times\vec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required plane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$Q(3,1,7)$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$\frac{x-3}{1}=\frac{y-1}{-1}=\frac{z-7}{1}=-\frac{2(3-1+7-3)}{1+1+1}=-4$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$P=(3-4,\,1+4,\,7-4)=(-1,5,3)$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x1=\frac y2=\frac z1$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required plane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passes through the origin,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$=\vec{OP}\times\vec d=(-1,5,3)\times(1,2,1)=(5-6,\;3+1,\;-2-5)=(-1,4,-7)\parallel(1,-4,7)$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$x-4y+7z=\lambda$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passes through the origin,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$x-4y+7z=0$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$-1-20+21=0$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$1-8+7=0$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$x-4y+7z=0$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line as the intersection of two planes and use the family of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line as the intersection of two planes and use the family of planes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$S_1+\lambda S_2=0$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intersection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plane through this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x1=\frac y2=\frac z1$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plane through this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$(2x-y)+\mu(y-2z)=0$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(reflection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Substituting: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$P=(-1,5,3)$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(reflection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Substituting: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$(-2-5)+\mu(5-6)=0$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$-7-\mu=0$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$2x-y-7y+14z=0$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$2x-8y+14z=0$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$x-4y+7z=0$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$x-4y+7z=0$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of the perpendicular is the mid-point of the point and its image.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containing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 outside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line,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$(x_0,y_0,z_0)-\frac{2(ax_0+by_0+cz_0+d)}{a^2+b^2+c^2}(a,b,c)$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of the perpendicular is the mid-point of the point and its image.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containing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$\frac{x-x_1}{l}=\frac{y-y_1}{m}=\frac{z-z_1}{n}$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 outside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d\times\vec{AB}$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line,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d=(l,m,n)$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Family of planes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planes through the line except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itself); one extra point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Elimination test for options: the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satisfy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plane must contain a point of the line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Family of planes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$S_1=0=S_2$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$S_1+\lambda S_2=0$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planes through the line except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itself); one extra point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Elimination test for options: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plane must contain a point of the line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arbitrary triangle. Then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its: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incentre   (B) circumcentre   (C) orthocentre   (D) centroid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arbitrary triangle. Then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$\vec{OP}\cdot\vec{OQ}+\vec{OR}\cdot\vec{OS}=\vec{OR}\cdot\vec{OP}+\vec{OQ}\cdot\vec{OS}=\vec{OQ}\cdot\vec{OR}+\vec{OP}\cdot\vec{OS}$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its: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incentre   (B) circumcentre   (C) orthocentre   (D) centroid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Dot product of vectors and special points (orthocentre) of a triangle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Group the dot products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an altitude.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Group the dot products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p-\vec s)\cdot(\vec q-\vec r)=0$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an altitude.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position vectors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equals second: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q,\vec r,\vec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position vectors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$P,Q,R,S$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equals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q+\vec r\cdot\vec s=\vec r\cdot\vec p+\vec q\cdot\vec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p\cdot(\vec q-\vec r)-\vec s\cdot(\vec q-\vec r)=0$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p-\vec s)\cdot(\vec q-\vec r)=0$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$\vec{SP}\cdot\vec{RQ}=0$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$PS\perp 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equals third: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altitudes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the first and third), which meet at the orthocentre.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equals third: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p+\vec q\cdot\vec s=\vec q\cdot\vec r+\vec p\cdot\vec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r\cdot(\vec p-\vec q)-\vec s\cdot(\vec p-\vec q)=0$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$\vec{SR}\cdot\vec{QP}=0$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$RS\perp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altitudes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the first and third), which meet at the orthocentre.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orthocentre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one concrete triangle: solve the two linear conditions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compare with the four centres.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one concrete triangle: solve the two linear conditions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compare with the four centres.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(the conditions depend only on differences,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any point;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= second: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= third: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$Q=(4,0)$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(the conditions depend only on differences,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any point;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=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q+\vec r\cdot\vec s=\vec r\cdot\vec p+\vec q\cdot\vec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$x+3y=4x$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= third: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p+\vec q\cdot\vec s=\vec q\cdot\vec r+\vec p\cdot\vec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Orthocentre: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Together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circumcentre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none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orthocentre,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Orthocentre: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$PR=(1,3)$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$(x-4)+3y=0$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Together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$=(\frac53,1)$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circumcentre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$\approx(1.46,1.05)$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none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orthocentre,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orthocentre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orthocentre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cyclic versions; any two of them imply the third since the three expressions add to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orthocentre as origin the condition becomes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Other centres have similar vector characterisations: centroid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circumcentre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incentre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space the two perpendicularity conditions only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through the orthocentre perpendicular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answer assumes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plane of the triangle.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orthocentre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p-\vec s)\cdot(\vec q-\vec r)=0$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cyclic versions; any two of them imply the third since the three expressions add to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orthocentre as origin the condition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q=\vec q\cdot\vec r=\vec r\cdot\vec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Other centres have similar vector characterisations: 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s=\frac{\vec p+\vec q+\vec r}{3}$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circumcentre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p-\vec s|=|\vec q-\vec s|=|\vec r-\vec s|$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s=\frac{a\vec p+b\vec q+c\vec r}{a+b+c}$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space the two perpendicularity conditions only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through the orthocentre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answer assumes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plane of the triangle.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78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unit vectors in the directions of the sides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of a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78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$\vec{OX},\vec{OY},\vec{OZ}$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unit vectors in the directions of the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$\vec{QR},\vec{RP},\vec{PQ}$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of a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$|\vec{OX}\times\vec{OY}|=$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$\sin(P+R)$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2R$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$\sin(P+Q)$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$\sin(Q+R)$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875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of unit vectors and angles of a triangle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head-to-tail, so the angle between them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$\vec{QR}$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$\vec{RP}$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head-to-tail, so the angle between them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$\pi-R$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unit vector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unit vector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unit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unit vector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unit vector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$\vec{QR}=-\vec{RQ}$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R=-\vec{OX}\cdot\vec{OY}$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unit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$|\vec{OX}\times\vec{OY}|=\sqrt{1-(\vec{OX}\cdot\vec{OY})^2}=\sqrt{1-\cos^2R}=|\sin R|$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$0&lt;R&lt;\pi$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$|\sin R|=\sin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$P+Q+R=\pi$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R=\sin\left(\pi-(P+Q)\right)=\sin(P+Q)$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$|\vec{OX}\times\vec{OY}|=\sin(P+Q)$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$\sin(P+Q)$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Place the triangle in coordinates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the origin and read the two unit vectors off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Place the triangle in coordinates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the origin and read the two unit vectors off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lengths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magnitude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$P=(b\cos R,\,b\sin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lengths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$RQ,RP$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$\vec{QR}=(-a,0)$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$\vec{OX}=(-1,0,0)$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$\vec{RP}=(b\cos R,b\sin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$\vec{OY}=(\cos R,\sin R,0)$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$\vec{OX}\times\vec{OY}=(0,0,(-1)(\sin R)-0\cdot\cos R)=(0,0,-\sin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R=\sin(\pi-P-Q)=\sin(P+Q)$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$\sin(P+Q)$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unit vectors at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Consecutive side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taken round the triangle make exterior angles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equals the sine of the angle at the common vertex).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Sine rule from vectors: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(sides sum to zero). Crossing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any triangle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unit vectors at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Consecutive side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$\vec{QR},\vec{RP},\vec{PQ}$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taken round the triangle make exterior angles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$|\vec{OX}\times\vec{OY}|=\sin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$|\vec{OY}\times\vec{OZ}|=\sin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$|\vec{OZ}\times\vec{OX}|=\sin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equals the sine of the angle at the common vertex).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Sine rule from vectors: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$a\vec{OX}+b\vec{OY}+c\vec{OZ}=\vec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(sides sum to zero). Crossing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$b\,\vec{OX}\times\vec{OY}=c\,\vec{OZ}\times\vec{OX}$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$b\sin R=c\sin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any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$\sin(P+Q)=\sin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$\cos(P+Q)=-\cos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885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unit vectors in the directions of the sides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of a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varies, then the minimum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885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$\vec{OX},\vec{OY},\vec{OZ}$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unit vectors in the directions of the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$\vec{QR},\vec{RP},\vec{PQ}$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of a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varies, then the minimum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$\cos(P+Q)+\cos(Q+R)+\cos(R+P)$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$-\frac53$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9732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Trigonometric identities in a triangle: extreme value of the cosine sum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each term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third angle,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$P+Q+R=\pi$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each term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$-\cos$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third angle,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P+\cos Q+\cos R\le\frac32$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similarly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minimum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𝑚𝑎𝑥𝑖𝑚𝑢𝑚 𝑜𝑓 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any triangle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inradius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circumradius.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$P+Q+R=\pi$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$\cos(P+Q)=\cos(\pi-R)=-\cos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$\cos(Q+R)=-\cos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$\cos(R+P)=-\cos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$-(\cos P+\cos Q+\cos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minimum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$-(\text{maximum of }\cos P+\cos Q+\cos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any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P+\cos Q+\cos R=1+\frac{r}{\rho}$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inradius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circumradius.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Euler's inequality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for the equilateral triangle.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maximum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minimum of the given expression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Euler's inequality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$\rho\ge2r$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P+\cos Q+\cos R\le1+\frac12=\frac32$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for the equilateral triangle.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maximum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P+\cos Q+\cos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minimum of the given expression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$-\frac32$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maximise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sum-to-product, then finish with a quadratic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maximise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sum-to-product, then finish with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$\sin\frac R2$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fixed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fixed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$P+Q=\pi-R$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P+\cos Q=2\cos\frac{P+Q}{2}\cos\frac{P-Q}{2}=2\sin\frac R2\cos\frac{P-Q}{2}\le2\sin\frac R2$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$s=\sin\frac R2\in(0,1)$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R=1-2s^2$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P+\cos Q+\cos R\le1-2s^2+2s=\frac32-2\left(s-\frac12\right)^2\le\frac32$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a valid triangle.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of the sum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minimum of the given expression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a valid triangle.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of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minimum of the given expression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$-\frac32$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triangle: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all equalities at the equilateral triangle.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sums of trigonometric functions of pair-sums reduce to functions of single angles.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Smoothing argument: for fixed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largest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given expression always lies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triangle: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A+\cos B+\cos C=1+\frac{r}{\rho}\in(1,\frac32]$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A+\sin B+\sin C\le\frac{3\sqrt3}{2}$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A\sin B\sin C\le\frac{3\sqrt3}{8}$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A\cos B\cos C\le\frac18$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all equalities at the equilateral triangle.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$\cos(A+B)=-\cos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$\sin(A+B)=\sin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sums of trigonometric functions of pair-sums reduce to functions of single angles.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Smoothing argument: for fixed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A+\cos B=2\cos\frac{A+B}{2}\cos\frac{A-B}{2}$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largest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A+\cos B+\cos C&gt;1$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given expression always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$[-\frac32,-1)$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of the plane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of the plane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$2x+y-2z=5$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$3x-6y-2z=7$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$-14x+2y+15z=3$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$14x-2y+15z=27$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$14x+2y-15z=1$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$14x+2y+15z=31$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Equation of a plane perpendicular to two given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normal of the required plane is the cross product of the two given normals.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is perpendicular to both planes,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normals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$a(x-1)+b(y-1)+c(z-1)=0$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is perpendicular to both planes,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$(3,-6,-2)$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$(a,b,c)\parallel(2,1,-2)\times(3,-6,-2)$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$(2,1,-2)\times(3,-6,-2)=\hat i(-2-12)-\hat j(-4+6)+\hat k(-12-3)=-14\hat i-2\hat j-15\hat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$-14(x-1)-2(y-1)-15(z-1)=0$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$14x+2y+15z=14+2+15=31$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$(14,2,15)\cdot(2,1,-2)=28+2-30=0$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$(14,2,15)\cdot(3,-6,-2)=42-12-30=0$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$14x+2y+15z=31$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Solve the two perpendicularity equations for the normal's components directly, no determinant.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normal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Perpendicular to the normals: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normal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Perpendicular to the normals: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$2a+b-2c=0$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$3a-6b-2c=0$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$-a+7b=0$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$a=7b$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$14b+b=2c$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$c=\frac{15b}{2}$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$(a,b,c)=(14,2,15)$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$14x+2y+15z=14+2+15=31$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$14x+2y+15z=31$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the planes with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parallel)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direction of their line of intersection.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a line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through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Option-check: a candidate's coefficients must have zero dot product with both given normals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option D) and its constant is fixed by the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two given planes were parallel,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would not be unique.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the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n_1,\vec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parallel)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direction of their line of intersection.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a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d\cdot(\vec r-\vec r_0)=0$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Option-check: a candidate's coefficients must have zero dot product with both given normals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$28+2-30=0$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$42-12-30=0$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option D) and its constant is fixed by the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two given planes were parallel,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would not be unique.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unit vectors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some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inclined at the same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unit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c=x\vec a+y\vec b+(\vec a\times\vec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inclined at the same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$8\cos^2\alpha$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888739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Vector products and components in the orthonormal triad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888739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Vector products and components in the orthonormal triad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a\times\vec b$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orthonormal,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a,\vec b,\vec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orthonormal,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$x=\vec c\cdot\vec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$y=\vec c\cdot\vec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c|^2=x^2+y^2+1$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unit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 unit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Dotting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with each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unit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 unit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a=x$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b=y$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b)\cdot\vec a=(\vec a\times\vec b)\cdot\vec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with each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a=\vec c\cdot\vec b=2\cos\alpha$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$x=y=2\cos\alpha$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cross terms vanish by perpendicularity)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c|^2=x^2+y^2+|\vec a\times\vec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cross terms vanish by perpendicularity)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$=2\left(4\cos^2\alpha\right)+1=8\cos^2\alpha+1$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$4=8\cos^2\alpha+1$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$8\cos^2\alpha=3$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direction cosines: the three squared direction cosines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orthonormal triad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direction cosines: the three squared direction cosines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orthonormal triad add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 unit vectors, so the direction cosines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c\cdot(\vec a\times\vec b)=|\vec a\times\vec b|^2=1$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$\cos\beta=\frac12$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 unit vectors, so the direction cosines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$\cos^2\alpha+\cos^2\alpha+\cos^2\beta=1$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$2\cos^2\alpha=1-\frac14=\frac34$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$8\cos^2\alpha=4\cdot\frac34=3$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orthonormal triad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cosines satisfy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unit and perpendicular,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right-handed orthonormal basis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coefficient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fixes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inclined equally to two perpendicular axes with a given third direction cosine: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orthonormal triad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e_1,\vec e_2,\vec e_3$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v=\sum(\vec v\cdot\vec e_i)\vec e_i$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v|^2=\sum(\vec v\cdot\vec e_i)^2$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cosines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$\sum\cos^2\theta_i=1$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unit and perpendicular,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$\{\vec a,\vec b,\vec a\times\vec b\}$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right-handed orthonormal basis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c\cdot(\vec a\times\vec b)}{|\vec a\times\vec b|^2}$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$\cos\beta=\frac12$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inclined equally to two perpendicular axes with a given third direction cosine: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$\cos^2\alpha=\frac{1-\cos^2\beta}{2}$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528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cube in the first octant with 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along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respectively,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origin.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centre of the cube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vertex of the cube opposite to the origin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528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cube in the first octant with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along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respectively,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$O(0,0,0)$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origin.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$S\left(\frac12,\frac12,\frac12\right)$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centre of the cube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vertex of the cube opposite to the origin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p=\vec{SP}$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q=\vec{SQ}$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r=\vec{SR}$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t=\vec{ST}$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$|(\vec p\times\vec q)\times(\vec r\times\vec t)|$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triple products with vectors in a cube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centre-based vectors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compute the cross products one at a time.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centre-based vectors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$\frac12(\pm1,\pm1,\pm1)$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compute the cross products one at a time.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$S=(\frac12,\frac12,\frac12)$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p=\vec{SP}=\frac{\hat i-\hat j-\hat k}{2}$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q=\vec{SQ}=\frac{-\hat i+\hat j-\hat k}{2}$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r=\vec{SR}=\frac{-\hat i-\hat j+\hat k}{2}$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t=\vec{ST}=\frac{\hat i+\hat j+\hat k}{2}$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q=\frac14\left|\begin{matrix}\hat i&amp;\hat j&amp;\hat k\\1&amp;-1&amp;-1\\-1&amp;1&amp;-1\end{matrix}\right|=\frac14(2\hat i+2\hat j)=\frac{\hat i+\hat j}{2}$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r\times\vec t=\frac14\left|\begin{matrix}\hat i&amp;\hat j&amp;\hat k\\-1&amp;-1&amp;1\\1&amp;1&amp;1\end{matrix}\right|=\frac14(-2\hat i+2\hat j)=\frac{-\hat i+\hat j}{2}$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p\times\vec q)\times(\vec r\times\vec t)=\frac14\left|\begin{matrix}\hat i&amp;\hat j&amp;\hat k\\1&amp;1&amp;0\\-1&amp;1&amp;0\end{matrix}\right|=\frac14(2\hat k)=\frac{\hat k}{2}$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$|(\vec p\times\vec q)\times(\vec r\times\vec t)|=\frac12=0.5$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0.5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two triple products.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a\times\vec b)\times(\vec c\times\vec d)=[\vec a\,\vec b\,\vec d]\,\vec c-[\vec a\,\vec b\,\vec c]\,\vec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two triple products.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apply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p=\frac12(1,-1,-1)$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q=\frac12(-1,1,-1)$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r=\frac12(-1,-1,1)$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t=\frac12(1,1,1)$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apply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p\times\vec q)\times(\vec r\times\vec t)=[\vec p\,\vec q\,\vec t]\,\vec r-[\vec p\,\vec q\,\vec r]\,\vec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p\,\vec q\,\vec r]=\frac18\left|\begin{matrix}1&amp;-1&amp;-1\\-1&amp;1&amp;-1\\-1&amp;-1&amp;1\end{matrix}\right|=\frac{-4}{8}=-\frac12$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p\,\vec q\,\vec t]=\frac18\left|\begin{matrix}1&amp;-1&amp;-1\\-1&amp;1&amp;-1\\1&amp;1&amp;1\end{matrix}\right|=\frac48=\frac12$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vector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magnitude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$=\frac12\vec r+\frac12\vec t=\frac{\vec r+\vec t}{2}$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r+\vec t=\frac{(-1,-1,1)+(1,1,1)}{2}=(0,0,1)$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vector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$\left(0,0,\frac12\right)$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magnitude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$\frac12=0.5$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0.5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points along the line of intersection of the planes spanned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volume of the tetrahedron with edges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vertex. Here the tetrahedron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volume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b)\times(\vec c\times\vec d)=[\vec a\,\vec b\,\vec d]\,\vec c-[\vec a\,\vec b\,\vec c]\,\vec d=[\vec a\,\vec c\,\vec d]\,\vec b-[\vec b\,\vec c\,\vec d]\,\vec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points along the line of intersection of the planes spanned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a,\vec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c,\vec 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$|[\vec a\,\vec b\,\vec c]|=6\times$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volume of the tetrahedron with edges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vertex. Here the tetrahedron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volume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$\left|[\vec p\,\vec q\,\vec r]\right|=\frac12$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Vectors from the cube's centre to its vertices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opposite vertices give opposite vectors,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scalar triple product changes sign under swapping any two vectors and is unchanged by cyclic shifts, so it can be computed as a determinant.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Vectors from the cube's centre to its vertices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$\frac12(\pm1,\pm1,\pm1)$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opposite vertices give opposite vectors,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t=-\vec{SO}$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p+\vec q+\vec r+\vec t=\vec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scalar triple product changes sign under swapping any two vectors and is unchanged by cyclic shifts, so it can be computed as a determinant.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8224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planes. Then, which of the following statement(s)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line of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line of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acute angle between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plane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 of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8224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 2x+y-z=3$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 x+2y+z=2$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planes. Then, which of the following statement(s)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$1,2,-1$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$\frac{3x-4}{9}=\frac{1-3y}{9}=\frac{z}{3}$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acute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plane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of intersection of two planes, angle between planes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2.5(A little easier than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it for (A), (B) and (D).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has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it for (A), (B) and (D).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Direction of the line of intersection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n_1=(2,1,-1)$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Direction of the line of intersection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 n_1\times\vec n_2=\hat i(1+2)-\hat j(2+1)+\hat k(4-1)=3(\hat i-\hat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Direction ratios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proportional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is parallel to the line of intersection, not perpendicular (dot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line, so its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Direction ratios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$1,-1,1$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$\frac{3x-4}{9}=\frac{1-3y}{9}=\frac z3$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$\frac{x-4/3}{3}=\frac{y-1/3}{-3}=\frac z3$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$(3,-3,3)\parallel(1,-1,1)$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is parallel to the line of intersection, not perpendicular (dot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 n_1\cdot\vec n_2|}{|\vec n_1||\vec n_2|}=\frac{|2+2-1|}{\sqrt6\sqrt6}=\frac36=\frac12$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line, so 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$k=4-2-2=0$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$P_3: x-y+z=0$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$\frac{|2-1+1|}{\sqrt3}=\frac{2}{\sqrt3}$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353312"/>
            <a:ext cx="10725912" cy="443484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Hence the correct statements are (C) and (D).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Parametrise the line of intersection explicitly; then each statement is a one-line check, and the distance in (D) is a projection.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terms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$2x+y=3+z$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$x+2y=2-z$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terms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$x=\frac43+z$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$y=\frac13-z$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$\left(\frac43+z,\;\frac13-z,\;z\right)$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$(1,-1,1)\not\parallel(1,2,-1)$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is exactly the line of intersection, so it is not perpendicular to it.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the acute angle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$\frac{3x-4}{9}=\frac z3$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$x=\frac43+z$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$\frac{1-3y}{9}=\frac z3$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$y=\frac13-z$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is exactly the line of intersection, so it is not perpendicular to it.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n_1\times\vec n_2|=3\sqrt3$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$\sin\theta=\frac{3\sqrt3}{6}=\frac{\sqrt3}{2}$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the acute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along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Answer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$A=(4,2,-2)$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$\vec{AB}=(-2,-1,3)$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$\frac{|-2+1+3|}{\sqrt3}=\frac{2}{\sqrt3}$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Answer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on it comes from setting one coordinate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solving: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 is the acute angle between normals: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written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first be normalised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reading direction ratios.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n_1\cdot\vec r=d_1$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n_2\cdot\vec r=d_2$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on it comes from setting one coordinate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solving: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$(\frac43,\frac13,0)$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 is the acute angle between normals: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 n_1\cdot\vec n_2|}{|\vec n_1||\vec n_2|}$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$\sin\theta=\frac{|\vec n_1\times\vec n_2|}{|\vec n_1||\vec n_2|}$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$\frac{|\vec{AB}\cdot\vec n|}{|\vec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written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$\frac{ax-b}{c}=\frac{ey-f}{g}=\frac{z}{h}$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first be normalised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$\frac{x-b/a}{c/a}=\cdots$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reading direction ratios.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in the first octant, whose image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(that is,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mid-point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lies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Let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-plane, then the length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in the first octant, whose 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(that is,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mid-point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lies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Let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-plane, then the length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plane, Distance of a point from a coordinate axis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image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lying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image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$(x,y,z)$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$(3-y,3-x,z)$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lying on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$x=y=3$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Its image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image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so 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coordinates vanish: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Its image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$R=(\alpha,\beta,-\gamma)$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$\frac{x-\alpha}{1}=\frac{y-\beta}{1}=\frac{z-\gamma}{0}=\frac{-2(\alpha+\beta-3)}{2}$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image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$Q=(3-\beta,\;3-\alpha,\;\gamma)$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so 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coordinates vanish: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γ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first octant,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$P(3,3,\gamma)$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$\sqrt{\beta^2+\gamma^2}=5$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$9+\gamma^2=25$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$\gamma^2=16$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first octant,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$P=(3,3,4)$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$R=(3,3,-4)$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$PR=|4-(-4)|=8$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backwards: reflection is an involution,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image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a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backwards: reflection is an involution,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image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a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$(0,0,t)$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(reflection is its own inverse), we can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reflecting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the plane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mid-point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$Q=(0,0,t)$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(reflection is its own inverse), we can 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reflecting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$(s,s,t)$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$2s=3$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mid-point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$M=\left(\frac32,\frac32,t\right)$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$P=2M-Q=(3,3,t)$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first octant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$\sqrt{3^2+t^2}=5$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first octant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$P=(3,3,4)$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$R=(3,3,-4)$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$PR=2\cdot4=8$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respectively; from the coordinate planes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image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(similarly for the other coordinate planes).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in a plane is an involution: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Spot check: image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$(x_1,y_1,z_1)-\frac{2(ax_1+by_1+cz_1+d)}{a^2+b^2+c^2}(a,b,c)$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$(x,y,z)\mapsto(k-y,\,k-x,\,z)$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$\sqrt{y^2+z^2}$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$\sqrt{x^2+z^2}$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$\sqrt{x^2+y^2}$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respectively; from the coordinate planes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$|z|$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image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$(x,y,-z)$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$PR=2|z|$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(similarly for the other coordinate planes).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in a plane is an involution: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Spot check: 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4505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line which is perpendicular to both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cuts both of them, then which of the following options describe(s)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4505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$\vec{r}=\hat{i}+\lambda\left(-\hat{i}+2\hat{j}+2\hat{k}\right),\ 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$\vec{r}=\mu\left(2\hat{i}-\hat{j}+2\hat{k}\right),\ \mu\in\mathbb{R}$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line which is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cuts both of them, then which of the following options describe(s)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$\vec{r}=\frac13\left(2\hat{i}+\hat{k}\right)+t\left(2\hat{i}+2\hat{j}-\hat{k}\right),\ t\in\mathbb{R}$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$\vec{r}=\frac29\left(2\hat{i}-\hat{j}+2\hat{k}\right)+t\left(2\hat{i}+2\hat{j}-\hat{k}\right),\ t\in\mathbb{R}$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$\vec{r}=\frac29\left(4\hat{i}+\hat{j}+\hat{k}\right)+t\left(2\hat{i}+2\hat{j}-\hat{k}\right),\ t\in\mathbb{R}$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$\vec{r}=t\left(2\hat{i}+2\hat{j}-\hat{k}\right),\ t\in\mathbb{R}$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Common perpendicular of two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common perpendicular: find its feet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making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both directions.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common perpendicular: find its feet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making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both directions.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points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cuts them.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$P(1-\lambda,2\lambda,2\lambda)$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$Q(2\mu,-\mu,2\mu)$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points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cuts them.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$\vec{QP}=P-Q=(1-\lambda-2\mu,\;2\lambda+\mu,\;2\lambda-2\mu)$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mid-point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passes through the mid-point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$L_3\perp 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$-(1-\lambda-2\mu)+2(2\lambda+\mu)+2(2\lambda-2\mu)=0\Rightarrow 9\lambda-1=0$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$L_3\perp 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$2(1-\lambda-2\mu)-(2\lambda+\mu)+2(2\lambda-2\mu)=0\Rightarrow 2-9\mu=0$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$P=\left(\frac89,\frac29,\frac29\right)$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$Q=\left(\frac49,-\frac29,\frac49\right)$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mid-point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$\left(\frac23,0,\frac13\right)$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$P-Q=\left(\frac49,\frac49,-\frac29\right)\parallel(2,2,-1)$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passes through the mid-point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$\frac13(2,0,1)$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passes through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passes through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passes through the origin. Points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origin is not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$\frac29(2,-1,2)=Q$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$\frac29(4,1,1)=P$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passes through the origin. Points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$\left(\frac49+2s,-\frac29+2s,\frac49-s\right)$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$s=-\frac29$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origin is not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intersection of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common perpendicular direction.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intersection of the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common perpendicular direction.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the origin: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d=(-1,2,2)\times(2,-1,2)=(6,6,-3)\parallel(2,2,-1)$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$(-1,2,2)\times(2,2,-1)=(-6,3,-6)\parallel(2,-1,2)$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$2x-y+2z=2$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$(2,-1,2)\times(2,2,-1)=(-3,6,6)\parallel(-1,2,2)$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the origin: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$-x+2y+2z=0$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both planes, and is the only line of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meets both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option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parallel to both planes, so only a point needs checking in each option.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both planes.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both planes, and is the only line of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meets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$L_3=\Pi_1\cap\Pi_2$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option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parallel to both planes, so only a point needs checking in each option.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$\left(\frac23,0,\frac13\right)$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$\frac43+\frac23=2$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$-\frac23+\frac23=0$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both planes.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both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both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origin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the answer is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$\left(\frac49,-\frac29,\frac49\right)$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$\frac89+\frac29+\frac89=2$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$-\frac49-\frac49+\frac89=0$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both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$\left(\frac89,\frac29,\frac29\right)$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$\frac{16}9-\frac29+\frac49=2$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$-\frac89+\frac49+\frac49=0$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both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origin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$0\neq2$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the answer is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of skew lines with directions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feet are found from the two conditions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a prescribed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meets two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intersection of plane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plane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not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 vector equations can describe the same line: compare the direction (parallel) and test whether one point of one form lies on the other.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of skew lines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feet are found from the two conditions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$=\frac{|(\vec A_2-\vec A_1)\cdot(\vec a\times\vec b)|}{|\vec a\times\vec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$\frac{|(-1,0,0)\cdot(6,6,-3)|}{9}=\frac23=|PQ|$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a prescribed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meets two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$L_1,L_2$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intersection of plane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$(L_1,\vec 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plane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$(L_2,\vec 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$L_1,L_2$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not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 vector equations can describe the same line: compare the direction (parallel) and test whether one point of one form lies on the other.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066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given. For which point(s)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we find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066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$L_1:\vec{r}=\lambda\hat{i},\lambda\in\mathbb{R}$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$L_2:\vec{r}=\hat{k}+\mu\hat{j},\mu\in\mathbb{R}$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$L_3:\vec{r}=\hat{i}+\hat{j}+\nu\hat{k},\nu\in\mathbb{R}$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given. For which point(s)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we find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$\hat{k}+\hat{j}$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$\hat{k}-\frac12\hat{j}$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$\hat{k}+\frac12\hat{j}$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$\hat{k}$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91540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Collinearity of points and lines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Collinearity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those two values make the transversal degenerate.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Collinearity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$P,Q,R$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$\mu\neq0,1$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those two values make the transversal degenerate.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ratios of components: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ν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that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multiple works.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$P=(\lambda,0,0)$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$Q=(0,\mu,1)$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$R=(1,1,\nu)$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$\vec{PQ}=t\,\vec{RQ}$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$\vec{PQ}=(-\lambda,\mu,1)$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$\vec{RQ}=(-1,\mu-1,1-\nu)$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ratios of components: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$\frac{-\lambda}{-1}=\frac{\mu}{\mu-1}=\frac{1}{1-\nu}$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that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multiple works.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yet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ratios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suitable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(D)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allowed. The answer is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yet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$\mu\neq0,1$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ratios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$\lambda=\frac{\mu}{\mu-1}$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$\nu=1-\frac{\mu-1}{\mu}=\frac1\mu$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suitable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$Q=\hat{k}+\mu\hat{j}$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(D)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$\hat{k}+\hat{j}$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allowed. The answer is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meeting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be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meets that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line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meeting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$(L_1,Q)$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be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meets that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valid point iff some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both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-axis)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normal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this plane,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never meets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$Q=(0,\mu,1)$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valid point iff some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normal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$(0,\mu,1)$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$(0,1,-\mu)$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$y=\mu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this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$R=(1,1,\nu)$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$1=\mu\nu$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never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$\nu=\frac1\mu$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lies in the plane. Coplanar lines meet unless they are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meets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valid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exactly those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options (B) and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$\left(1,\,1-\mu,\,\frac1\mu-1\right)$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lies in the plane. Coplanar lines meet unless they are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$QR\parallel 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$\frac1\mu-1=0$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valid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exactly those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$\mu\neq0,1$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options (B) and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points are collinear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Ratios of components can hide zero denominators, so treat zero components separately.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lines through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meet a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lie in the single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meeting two skew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 iff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plane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resulting line is not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the excluded cases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Spot 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points are collinear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$\vec{PQ}\times\vec{QR}=\vec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$\vec{PQ}=t\vec{RQ}$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Ratios of components can hide zero denominators, so treat zero components separately.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lines through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meet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$Q\notin 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lie in the single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meeting two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$L_1,L_3$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plane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$(Q,L_1)$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resulting line is not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the excluded cases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$(0,p,q)$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$qy=pz$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Spot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$(0,\frac12,1)$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$y=\frac12z$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$(0,\frac12,1)$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vectors. Consider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minimum value of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$\vec{a}=2\hat{i}+\hat{j}-\hat{k}$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vectors. Consider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$\vec{c}=\alpha\vec{a}+\beta\vec{b}$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minimum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$\left(\vec{c}-(\vec{a}\times\vec{b})\right)\cdot\vec{c}$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products,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kills the cross term, leaving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minimise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b\perp\vec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kills the cross term, leaving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minimise under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$\alpha+\beta=2$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a|^2=|\vec b|^2=6$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b=2+2-1=3$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b=3\hat{i}+3\hat{j}$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b|=3\sqrt2$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c\cdot(\vec a+\vec b)}{|\vec a+\vec b|}=\frac{(\alpha\vec a+\beta\vec b)\cdot(\vec a+\vec b)}{3\sqrt2}=3\sqrt2$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$(\alpha\vec a+\beta\vec b)\cdot(\vec a+\vec b)=\alpha(6+3)+\beta(3+6)=9(\alpha+\beta)$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$9(\alpha+\beta)=18$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$y=\left(\vec c-\vec a\times\vec b\right)\cdot\vec c=\vec c\cdot\vec c-(\alpha\vec a+\beta\vec b)\cdot(\vec a\times\vec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least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$(\alpha\vec a+\beta\vec b)\cdot(\vec a\times\vec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$y=|\vec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c|^2=\alpha^2|\vec a|^2+\beta^2|\vec b|^2+2\alpha\beta\,\vec a\cdot\vec b=6\alpha^2+6\beta^2+6\alpha\beta=6(\alpha^2+\beta^2+\alpha\beta)$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$\alpha=2-\beta$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$y=6\left[(2-\beta)^2+\beta^2+(2-\beta)\beta\right]=6\left(4-4\beta+\beta^2+\beta^2+2\beta-\beta^2\right)=6\left(\beta^2-2\beta+4\right)$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$y=6\left[(\beta-1)^2+3\right]$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least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$y_{\min}=6(0+3)=18$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puts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line through the tips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nearest point of that line to the origin is the mid-point,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$\alpha+\beta=2$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puts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c/2$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line through the tips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nearest point of that line to the origin is the mid-point,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a|=|\vec b|$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projection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before),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weights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tip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through the tips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projection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before),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c=2\vec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m=\frac\alpha2\vec a+\frac\beta2\vec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weights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$\frac\alpha2+\frac\beta2=1$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tip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through the tips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$y=|\vec c|^2=4|\vec m|^2$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isosceles and the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nearest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mid-point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(that is,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a|=|\vec b|=\sqrt6$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isosceles and the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mid-point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a+\vec b}{2}$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(that is,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m|^2_{\min}=\frac{|\vec a+\vec b|^2}{4}=\frac{18}{4}$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$y_{\min}=4\cdot\frac{18}4=18$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(scalar triple product with a repeated direction vanishes).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(signed); the projection vector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moves on the line through the tips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its least distance from the origin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square times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(scalar triple product with a repeated direction vanishes).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c\cdot\vec d}{|\vec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(signed); the projection vector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c\cdot\vec d}{|\vec d|^2}\vec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$\alpha\vec a+\beta\vec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moves on the line through the tips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its least distance from the origin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a\times\vec b|}{|\vec a-\vec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$\frac{3\sqrt3}{\sqrt6}=\frac{3}{\sqrt2}$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square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$|\alpha\vec a+\beta\vec b|^2=\alpha^2|\vec a|^2+\beta^2|\vec b|^2+2\alpha\beta\,\vec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lines are given by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lines cut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lines are given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$\vec{r}=\lambda\hat{i},\lambda\in\mathbb{R}$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$\vec{r}=\mu(\hat{i}+\hat{j}),\mu\in\mathbb{R}$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$\vec{r}=\nu(\hat{i}+\hat{j}+\hat{k}),\nu\in\mathbb{R}$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lines cut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$(6\Delta)^2$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and plane intersection, Area of a triangle using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line through the origin meets the plane at the point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line through the origin meets the plane at the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$\frac{\vec d}{\vec n\cdot\vec 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$\Delta=\frac12|\vec{AB}\times\vec{AC}|$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points where the three lines meet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They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$A(\lambda,0,0)$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$B(\mu,\mu,0)$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$C(\nu,\nu,\nu)$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points where the three lines meet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They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$3\nu=1$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$\nu=\frac13$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$B\left(\frac12,\frac12,0\right)$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$C\left(\frac13,\frac13,\frac13\right)$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$\vec{AB}=\left(-\frac12,\frac12,0\right)$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$\vec{AC}=\left(-\frac23,\frac13,\frac13\right)$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$\vec{AB}\times\vec{AC}=\frac16\left|\begin{matrix}\hat{i}&amp;\hat{j}&amp;\hat{k}\\-1&amp;1&amp;0\\-2&amp;1&amp;1\end{matrix}\right|=\frac16\left[\hat{i}(1-0)-\hat{j}(-1-0)+\hat{k}(-1+2)\right]=\frac16(\hat{i}+\hat{j}+\hat{k})$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$\Delta=\frac12\left|\vec{AB}\times\vec{AC}\right|=\frac12\cdot\frac16\sqrt3=\frac{\sqrt3}{12}$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$(6\Delta)^2=\left(\frac{6\sqrt3}{12}\right)^2=\left(\frac{\sqrt3}{2}\right)^2=\frac34=0.75$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0.75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Project the triangle onto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-plane: area scales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angle between the plane's normal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Project the triangle onto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-plane: area scales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$|\cos\gamma|=\frac1{\sqrt3}$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angle between the plane's normal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$\hat{k}$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unit normal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projection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$B\left(\frac12,\frac12,0\right)$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$C\left(\frac13,\frac13,\frac13\right)$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unit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$\frac1{\sqrt3}(1,1,1)$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$\cos\gamma=\frac1{\sqrt3}$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projection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$=\Delta\cos\gamma=\frac{\Delta}{\sqrt3}$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$B'\left(\frac12,\frac12\right)$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$C'\left(\frac13,\frac13\right)$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$=\frac12\left|1\left(\frac12-\frac13\right)+\frac12\left(\frac13-0\right)+\frac13\left(0-\frac12\right)\right|=\frac12\left|\frac16+\frac16-\frac16\right|=\frac1{12}$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$\Delta=\sqrt3\cdot\frac1{12}=\frac{\sqrt3}{12}$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$(6\Delta)^2=\frac{3}{4}=0.75$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0.75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(provided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normal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projection of a planar region onto the plane with unit normal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Area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Shoelace formula for area from coordinates: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$t=\frac{k}{\vec n\cdot\vec 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(provided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$t=1,\frac12,\frac13$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ABC=\frac12|\vec{AB}\times\vec{AC}|$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normal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projection of a planar region onto the plane with unit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Area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$\times|\hat n\cdot\hat m|$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$\frac{|c|}{\sqrt{a^2+b^2+c^2}}$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Shoelace formula for area from coordinates: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$\frac12|x_1(y_2-y_3)+x_2(y_3-y_1)+x_3(y_1-y_2)|$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a=\vec{QR}$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b=\vec{RP}$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a\cdot(\vec c-\vec b)}{\vec c\cdot(\vec a-\vec b)}=\frac{|\vec a|}{|\vec a|+|\vec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081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products of vectors, Vector representation of a triangle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Closing the triangle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turning the condition into one equation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Closing the triangle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c=-\vec a-\vec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turning the condition into one equation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sides of the triangle form a closed loop: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sides of the triangle form a closed loop: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c=-\vec a-\vec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c-\vec b)=\vec a\cdot(-\vec a-2\vec b)=-\left(|\vec a|^2+2\vec a\cdot\vec b\right)$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c\cdot(\vec a-\vec b)=-(\vec a+\vec b)\cdot(\vec a-\vec b)=-\left(|\vec a|^2-|\vec b|^2\right)$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given ratio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given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a|^2+2\vec a\cdot\vec b}{|\vec a|^2-|\vec b|^2}=\frac{|\vec a|}{|\vec a|+|\vec b|}=\frac{3}{3+4}=\frac37$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$\frac{9+2\vec a\cdot\vec b}{9-16}=\frac37\Rightarrow 9+2\vec a\cdot\vec b=-3\Rightarrow\vec a\cdot\vec b=-6$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b)^2=9\cdot16-(-6)^2=144-36=108$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108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Express every dot product through the side lengths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(cosine rule),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Heron's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Express every dot product through the side lengths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$p=|\vec a|,q=|\vec b|,r=|\vec c|$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(cosine rule),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Heron's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c=\frac{q^2-p^2-r^2}{2}$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b=\frac{r^2-p^2-q^2}{2}$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c=\frac{p^2-q^2-r^2}{2}$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c-\vec b)=\frac{q^2-p^2-r^2-r^2+p^2+q^2}{2}=q^2-r^2$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c\cdot(\vec a-\vec b)=\frac{q^2-p^2-r^2-p^2+q^2+r^2}{2}=q^2-p^2$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Heron in 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𝐴𝑟𝑒𝑎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𝐴𝑟𝑒𝑎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𝐴𝑟𝑒𝑎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$\frac{q^2-r^2}{q^2-p^2}=\frac{16-r^2}{7}=\frac37$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Heron in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$16\,\text{Area}^2=2(p^2q^2+q^2r^2+r^2p^2)-(p^4+q^4+r^4)=2(144+208+117)-(81+256+169)=432$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$\text{Area}^2=27$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b|=2\,\text{Area}$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b|^2=4\cdot27=108$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108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closed triangle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(cosine rule in vector form).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area of the triangle with sides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the edge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𝐴𝑟𝑒𝑎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(Heron). Spot check on 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closed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b=\frac{|\vec c|^2-|\vec a|^2-|\vec b|^2}{2}$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(cosine rule in vector form).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area of the triangle with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the edge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$180^\circ-R$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b=-|\vec a||\vec b|\cos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$-6=-12\cos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$16\,\text{Area}^2=2\sum p^2q^2-\sum p^4$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(Heron). Spot check on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$3,4,5$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$2(144+225+400)-(81+256+625)=576=16\cdot36$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real numbers such that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Suppose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mirror image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statements is/are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$\alpha,\beta,\gamma,\delta$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real numbers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$\alpha^2+\beta^2+\gamma^2\neq0$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Suppose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mirror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x+\beta y+\gamma z=\delta$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statements is/are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$\delta-\gamma=3$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$\delta+\beta=4$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$\alpha+\beta+\gamma=\delta$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59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 (mirror image)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mirror plane has normal along the joining line and passes through its mid-point.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plane is the perpendicular bisector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mid-point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$A'=(1,0,-1)$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$A=(3,2,-1)$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plane is the perpendicular bisector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$\vec{A'A}=(2,2,0)$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$(\alpha,\beta,\gamma)=\lambda(2,2,0)$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mid-point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$M(2,1,-1)$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$\alpha(2)+\beta(1)+\gamma(-1)=\delta\Rightarrow2+1+0=3=\delta$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 So the answer is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$\alpha+\beta=1+1=2$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$\delta-\gamma=3-0=3$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$\delta+\beta=3+1=4$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$\alpha+\beta+\gamma=2\neq3=\delta$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 So the answer is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mirror plane is the locus of points equidistant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write that locus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mirror plane is the locus of points equidistant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$(1,0,-1)$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$(3,2,-1)$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write that locus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mirror plane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and cancelling squares: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mirror plane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$(x-1)^2+y^2+(z+1)^2=(x-3)^2+(y-2)^2+(z+1)^2$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and cancelling squares: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$-2x+1=-6x-4y+13$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$4x+4y=12$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$(\alpha,\beta,\gamma,\delta)=k(1,1,0,3)$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true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false: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$\alpha+\gamma=k=1$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$\delta-\gamma=3$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$\delta+\beta=4$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true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$\alpha+\beta+\gamma=2\neq3$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false: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mirror 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plane, the plane is the perpendicular bisector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its normal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passes through the mid-point.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of a plane is determined only up to a non-zero multiple,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proportional to a fixed quadruple; an extra condition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the scale.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equidistant-locus method: points equidistant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plane (linear equation, the squares cancel).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Spot check: image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mirror 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plane, the plane is the perpendicular bisector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its normal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$\vec{PP'}$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passes through the mid-point.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of a plane is determined only up to a non-zero multiple,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$(\alpha,\beta,\gamma,\delta)$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proportional to a fixed quadruple; an extra condition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the scale.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equidistant-locus method: points equidistant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$2(P'-P)\cdot X=|P'|^2-|P|^2$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plane (linear equation, the squares cancel).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Spot check: 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$(3-0,\,3-1,\,-1)=(3,2,-1)$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86511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positive real numbers. Suppose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adjacent sides of a parallelogram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projection vectors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if the area of the parallelogram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statements is/are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length of the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parallelogram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angle bisector of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86511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positive real numbers. Suppose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$\vec{PQ}=a\hat{i}+b\hat{j}$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$\vec{PS}=a\hat{i}-b\hat{j}$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adjacent sides of a parallelogram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projection vectors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w=\hat{i}+\hat{j}$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u|+|\vec v|=|\vec w|$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if the area of the parallelogram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statements is/are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$a+b=4$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$a-b=2$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length of the 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parallelogram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angle bisector of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$\vec{PS}$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Projection of a vector, Parallelogram, diagonals and area using vector products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reduces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u|+|\vec v|=|\vec w|$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reduces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$2\max(a,b)=\sqrt{2(a^2+b^2)}$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vector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vector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u=\frac{\vec w\cdot\vec{PQ}}{|\vec{PQ}|^2}\vec{PQ}$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w\cdot\vec{PQ}=a+b$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u|=\frac{a+b}{\sqrt{a^2+b^2}}$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numerator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numerator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contradicting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the cross product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w\cdot\vec{PS}=a-b$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v|=\frac{|a-b|}{\sqrt{a^2+b^2}}$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w|=\sqrt2$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u|+|\vec v|=|\vec w|$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$\frac{a+b+|a-b|}{\sqrt{a^2+b^2}}=\sqrt2$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$a\ge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$2a=\sqrt2\sqrt{a^2+b^2}\Rightarrow 2a^2=a^2+b^2\Rightarrow a=b$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$2b=\sqrt2\sqrt{a^2+b^2}\Rightarrow a=b$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contradicting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$=|\vec{PQ}\times\vec{PS}|=|-2ab\,\hat{k}|=2ab=8$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the cross product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$a(-b)-b(a)$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$a-b=0\neq2$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equal length, so their bisectors are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neither.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$\vec{PR}=\vec{PQ}+\vec{PS}=2a\hat{i}=4\hat{i}$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$\vec{PS}=(2,-2)$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equal length, so their bisectors are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$\vec{PQ}+\vec{PS}=4\hat{i}$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$\vec{PQ}-\vec{PS}=4\hat{j}$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w=\hat{i}+\hat{j}$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neither.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angles: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length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 angles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cosines.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angles: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length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$45^\circ$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$\vec{PS}$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 angles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$\pm\theta$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u|,|\vec v|$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cosines.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$\tan\theta=\frac ba$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$0&lt;\theta&lt;90^\circ$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u|=|\vec w||\cos(45^\circ-\theta)|=\sqrt2\cos(45^\circ-\theta)$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$|45^\circ-\theta|&lt;90^\circ$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v|=\sqrt2|\cos(45^\circ+\theta)|$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u|+|\vec v|=\sqrt2$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$\cos(45^\circ-\theta)+|\cos(45^\circ+\theta)|=1$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contradiction.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true),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 false),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 true), and the bisectors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along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 false).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$\theta\le45^\circ$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$\cos(45^\circ-\theta)+\cos(45^\circ+\theta)=\sqrt2\cos\theta=1$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$\theta&gt;45^\circ$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$\cos(45^\circ-\theta)-\cos(45^\circ+\theta)=\sqrt2\sin\theta=1$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contradiction.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$2ab=8$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true),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 false),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$PR=|\vec{PQ}+\vec{PS}|=4$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 true), and the bisectors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$\vec{PQ},\vec{PS}$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 false).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vector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length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keep the absolute value, since the sign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differ.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diagonals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vector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w\cdot\vec d}{|\vec d|^2}\vec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w\cdot\vec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keep the absolute value, since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w\cdot\vec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differ.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p\times\vec 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p+\vec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p-\vec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p+\vec q|^2+|\vec p-\vec q|^2=2(|\vec p|^2+|\vec q|^2)$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(rhombus) the diagonals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and are the internal and external angle bisectors. In general the internal bisector is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sides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area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sides are equal exactly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sides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diagonals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p|=|\vec 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(rhombus) the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p+\vec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p-\vec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and are the internal and external angle bisectors. In general the internal bisector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p+\hat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p+\vec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$(a,b),(a,-b)$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sides are equal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sides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3271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following straight lines.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Suppose the straight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containing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passes through the point of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bisects the acute angle between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statements is/are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3271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following straight lines.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$L_1:\frac{x-1}{1}=\frac{y}{-1}=\frac{z-1}{3}$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$L_2:\frac{x-1}{-3}=\frac{y}{-1}=\frac{z-1}{1}$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Suppose the straight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$L:\frac{x-\alpha}{l}=\frac{y-1}{m}=\frac{z-\gamma}{-2}$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passes through the point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bisects the acute angle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statements is/are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$\alpha-\gamma=3$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$l+m=2$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$l+m=0$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 bisector of two lines, Line in the plane of two intersecting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acute bisector is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p\cdot\vec q&gt;0$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p|=|\vec q|$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acute bisector is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p+\vec 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vectors: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of length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vectors: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p=\hat{i}-\hat{j}+3\hat{k}$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q=-3\hat{i}-\hat{j}+\hat{k}$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acute,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acute bisector is along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meet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q=-3+1+3=1&gt;0$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acute,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$\theta\in\left(0,\frac\pi2\right)$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acute bisector is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p+\hat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p+\hat q=\frac{1}{\sqrt{11}}\left(-2\hat{i}-2\hat{j}+4\hat{k}\right)$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$-2,-2,4$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$1,1,-2$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$(l,m,-2)$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meet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$(1+t,-t,1+3t)=(1-3s,-s,1+s)$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$1+t=1-3s$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$\frac{1-\alpha}{1}=\frac{0-1}{1}=\frac{1-\gamma}{-2}$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$\alpha-\gamma=3$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$l+m=2$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 and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 and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$l+m=0$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Impose two conditions on the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it lies in the plane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makes equal angles with them.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Impose two conditions on the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d=(l,m,-2)$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it lies in the plane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$L_1,L_2$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makes equal angles with them.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plane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equal angles with them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$L_1,L_2$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q=(2,-10,-4)\parallel(1,-5,-2)$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d\cdot(1,-5,-2)=0\Rightarrow l-5m+4=0$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p|=|\vec 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equal angles with them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d\cdot\vec p=\vec d\cdot\vec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$l-m-6=-3l-m-2\Rightarrow l=1$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$1-5m+4=0$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d=(1,1,-2)\parallel\vec p+\vec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this is the acute bisector.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intersection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(A),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q&gt;0$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this is the acute bisector.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intersection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$\frac{1-\alpha}{1}=\frac{-1}{1}=\frac{1-\gamma}{-2}$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$\alpha-\gamma=3$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$l+m=2$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(A),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lines with direction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bisector directions are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(perpendicular to each other).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bisects the acute angle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obtuse angle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bisector directions are simply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Spot 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meet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they are not parallel; the plane containing them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the common point lies in the plane of the two lines iff its direction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lines with direction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bisector directions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p+\hat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p-\hat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(perpendicular to each other).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p+\hat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bisects the acute angle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q&gt;0$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obtuse angle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q&lt;0$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p|=|\vec 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bisector directions are simply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p+\vec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p-\vec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Spot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$(-2,-2,4)\cdot(4,0,2)=0$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meet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A_2-\vec A_1)\cdot(\vec p\times\vec q)=0$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they are not parallel; the plane containing them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the common point lies in the plane of the two lines iff its direction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236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vectors in three-dimensional space, where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unit vectors which are not perpendicular to each other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volume of the parallelepiped, whose adjacent sides are represented by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236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vectors in three-dimensional space,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unit vectors which are not perpendicular to each other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u\cdot\vec w=1$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v\cdot\vec w=1$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w\cdot\vec w=4$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volume of the parallelepiped, whose adjacent sides are represented by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$|3\vec u+5\vec v|$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 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324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 and volume of a parallelepiped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Squaring the triple product turns the volume into a Gram determinant, where only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unknown.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Squaring the triple product turns the volume into a Gram determinant, where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u\cdot\vec 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unknown.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perpendicular,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volume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square of a scalar triple product is the Gram determinant of the dot products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𝑢</m:t>
                                  </m:r>
                                </m:e>
                              </m:acc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𝑢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𝑢</m:t>
                                  </m:r>
                                </m:e>
                              </m:acc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𝑣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𝑢</m:t>
                                  </m:r>
                                </m:e>
                              </m:acc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𝑣</m:t>
                                  </m:r>
                                </m:e>
                              </m:acc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𝑢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𝑣</m:t>
                                  </m:r>
                                </m:e>
                              </m:acc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𝑣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𝑣</m:t>
                                  </m:r>
                                </m:e>
                              </m:acc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</m:e>
                              </m:acc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𝑢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</m:e>
                              </m:acc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𝑣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</m:e>
                              </m:acc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acc>
                                <m:accPr>
                                  <m:chr m:val="⃗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</m:e>
                              </m:acc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the given values: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$x=\vec u\cdot\vec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perpendicular,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volume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u\ \vec v\ \vec w]=\sqrt2$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u\ \vec v\ \vec w]^2=2$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square of a scalar triple product is the Gram determinant of the dot products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$\left|\begin{matrix}\vec u\cdot\vec u&amp;\vec u\cdot\vec v&amp;\vec u\cdot\vec w\\\vec v\cdot\vec u&amp;\vec v\cdot\vec v&amp;\vec v\cdot\vec w\\\vec w\cdot\vec u&amp;\vec w\cdot\vec v&amp;\vec w\cdot\vec w\end{matrix}\right|=2$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the given values: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$\left|\begin{matrix}1&amp;x&amp;1\\x&amp;1&amp;1\\1&amp;1&amp;4\end{matrix}\right|=2$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$1(4-1)-x(4x-1)+1(x-1)=2$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$3-4x^2+x+x-1=2$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(rejected)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Thus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$4x^2-2x=0$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(rejected)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u\cdot\vec v=\frac12$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$|3\vec u+5\vec v|^2=9\,\vec u\cdot\vec u+25\,\vec v\cdot\vec v+30\,\vec u\cdot\vec v=9+25+30\cdot\frac12=49$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$|3\vec u+5\vec v|=7$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Resolve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given dot products and the volume then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Resolve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u\times\vec 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given dot products and the volume then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$x=\vec u\cdot\vec 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basis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Volume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$x=\vec u\cdot\vec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w=p\vec u+q\vec v+r(\vec u\times\vec v)$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basis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u\nparallel\vec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w\cdot\vec 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w\cdot\vec v=1$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$px+q=1$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$p=q=\frac1{1+x}$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u\times\vec v|^2=1-x^2$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Volume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$=|\vec w\cdot(\vec u\times\vec v)|=|r|(1-x^2)=\sqrt2$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$r^2(1-x^2)=\frac{2}{1-x^2}$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w|^2=p^2+q^2+2pqx+r^2(1-x^2)=\frac{2}{1+x}+\frac{2}{1-x^2}=4$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$\frac{2(1-x)+2}{1-x^2}=4\Rightarrow4-2x=4-4x^2\Rightarrow x(2x-1)=0$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$|3\vec u+5\vec v|^2=9+25+30x=49$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$|3\vec u+5\vec v|=7$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Gram determinant: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matrix of mutual dot products. Spot 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triple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Gram determinant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of the parallelepiped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can be found from lengths and angles alone, with no coordinates.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vectors: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Gram determinant).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unit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Gram determinant: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 \vec b\ \vec c]^2=\det\big(\vec a_i\cdot\vec a_j\big)$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matrix of mutual dot products. Spot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c=(0,0,2)$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triple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Gram determinant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of the parallelepiped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$|[\vec a\ \vec b\ \vec c]|$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can be found from lengths and angles alone, with no coordinates.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vectors: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$2\times2$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Gram determinant).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$|\alpha\vec u+\beta\vec v|^2=\alpha^2+\beta^2+2\alpha\beta\,\vec u\cdot\vec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unit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7797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statements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acute angle between the diagonals of the parallelogram with adjacent sides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7797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$\vec{OA}=2\hat{i}+2\hat{j}+\hat{k}$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$\vec{OB}=\hat{i}-2\hat{j}+2\hat{k}$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$\vec{OC}=\frac{1}{2}\left(\vec{OB}-\lambda\vec{OA}\right)$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$\left|\vec{OB}\times\vec{OC}\right|=\frac{9}{2}$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statements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$-\frac{3}{2}$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acute angle between the diagonals of the parallelogram with adjacent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algebra: projection, area of a triangle and diagonals of a parallelogram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2.5(A little easier than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simplifies every statement.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b\times\vec c=\frac{\lambda}{2}\,\vec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simplifies every statement.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a=\vec{OA}=2\hat{i}+2\hat{j}+\hat{k}$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b=\vec{OB}=\hat{i}-2\hat{j}+2\hat{k}$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c=\vec{OC}=\frac{1}{2}(\vec b-\lambda\vec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b=\begin{vmatrix}\hat{i}&amp;\hat{j}&amp;\hat{k}\\ 2&amp;2&amp;1\\ 1&amp;-2&amp;2\end{vmatrix}=6\hat{i}-3\hat{j}-6\hat{k}=3(2\hat{i}-\hat{j}-2\hat{k})$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c=\frac{1}{2}\vec b\times(\vec b-\lambda\vec a)=\frac{\lambda}{2}(\vec a\times\vec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c|=\frac{|\lambda|}{2}\cdot 9=\frac{9}{2}$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c=\frac{\vec b-\vec 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b=2-4+2=0$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$=\frac{\vec c\cdot\vec a}{|\vec a|}=\frac{(\vec b-\vec a)\cdot\vec a}{2|\vec a|}=\frac{0-|\vec a|^2}{2|\vec a|}=-\frac{3}{2}$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OAB=\frac{1}{2}|\vec a\times\vec b|=\frac{9}{2}$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(half-)diagonals of the parallelogram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ABC=\frac{1}{2}\left|\vec a\times\vec b+\vec b\times\vec c+\vec c\times\vec a\right|$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c=\vec b\times\frac{\vec b-\vec a}{2}=\frac{\vec a\times\vec b}{2}$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a=\frac{(\vec b-\vec a)\times\vec a}{2}=-\frac{\vec a\times\vec b}{2}$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ABC=\frac{1}{2}|\vec a\times\vec b|=\frac{9}{2}$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(half-)diagonals of the parallelogram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d_1=\frac{\vec a+\vec c}{2}=\frac{\vec a+\vec b}{4}=\frac{3\hat{i}+3\hat{k}}{4}$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d_2=\frac{\vec a-\vec c}{2}=\frac{3\vec a-\vec b}{4}=\frac{5\hat{i}+8\hat{j}+\hat{k}}{4}$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is not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 Hence the true statements are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 d_1\cdot\vec d_2|}{|\vec d_1||\vec d_2|}=\frac{18}{3\sqrt2\cdot3\sqrt{10}}=\frac{1}{\sqrt5}$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$\theta=\cos^{-1}\frac{1}{\sqrt5}$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$\cos\frac{\pi}{3}=\frac12\neq\frac{1}{\sqrt5}$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is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 Hence the true statements are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use only dot products and the geometry of the right isosceles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a|=|\vec b|=3$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use only dot products and the geometry of the right isosceles triangle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$OA\perp OB$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$OA=OB=3$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b|=3\cdot3=9$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c|=\frac{\lambda}{2}|\vec a\times\vec b|=\frac{9\lambda}{2}=\frac92$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c=\frac{\vec b-\vec 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a=\frac{0-9}{2}=-\frac92$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$\frac{-9/2}{3}=-\frac32$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legs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area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is at the same 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the common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 heights, so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OAB$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legs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$\frac12\cdot3\cdot3=\frac92$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$\vec{AB}=\vec b-\vec a=2\vec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$OC\parallel 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is at the same 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the common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 heights, so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 Answer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c|^2=\frac{|\vec b|^2+|\vec a|^2}{4}=\frac92$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c=-\frac92$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c|^2=9-9+\frac92=\frac92$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a-\vec c|^2=9+9+\frac92=\frac{45}{2}$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c)\cdot(\vec a-\vec c)=9-\frac92=\frac92$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$\cos\theta=\frac{9/2}{\sqrt{\frac92\cdot\frac{45}{2}}}=\frac{9/2}{9\sqrt5/2}=\frac{1}{\sqrt5}\neq\frac12$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 Answer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simply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(negative when the angle is obtuse); the vector projection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triangle with position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u\times\vec v|^2=|\vec u|^2|\vec v|^2-(\vec u\cdot\vec v)^2$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u\perp\vec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simply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u||\vec v|$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b|=3\cdot3=9$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c\cdot\vec a}{|\vec a|}$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(negative when the angle is obtuse); the vector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c\cdot\vec a}{|\vec a|^2}\vec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triangle with position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a\times\vec b+\vec b\times\vec c+\vec c\times\vec a|=\frac12|(\vec b-\vec a)\times(\vec c-\vec a)|$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Diagonals of the parallelogram on sides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perpendicular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Triangles on the same base whose apexes lie on a line parallel to the base have equal area (used here: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Diagonals of the parallelogram on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a\pm\vec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c)\cdot(\vec a-\vec c)=|\vec a|^2-|\vec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perpendicular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a|=|\vec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Triangles on the same base whose apexes lie on a line parallel to the base have equal area (used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$OC\parallel 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90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Paragraph: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real numbers such that the system of linear equations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consistent.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 the determinant of the matrix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γ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containing all those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above system of linear equations is consistent,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square of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90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Paragraph: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real numbers such that the system of linear equations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$4x+5y+6z=\beta$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$7x+8y+9z=\gamma-1$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consistent.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$|M|$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 the determinant of the matrix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$M=\begin{bmatrix}\alpha&amp;2&amp;\gamma\\ \beta&amp;1&amp;0\\ -1&amp;0&amp;1\end{bmatrix}$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containing all those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above system of linear equations is consistent,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square of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$|M|$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Consistency of a system of linear equations and evaluation of a determinant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consistent system forces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exactly the relation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$\Delta=0$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consistent system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$\Delta_x=0$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exactly the relation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$\alpha-2\beta+\gamma=1$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coefficient determinant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system is consistent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by Cramer's rule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first column replaced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coefficient determinant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$\Delta=\begin{vmatrix}1&amp;2&amp;3\\ 4&amp;5&amp;6\\ 7&amp;8&amp;9\end{vmatrix}=0$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$R_3=2R_2-R_1$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system is consistent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by Cramer's rule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$\Delta_x=0$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first column replaced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γ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column: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γ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$\Delta_x=\begin{vmatrix}\alpha&amp;2&amp;3\\ \beta&amp;5&amp;6\\ \gamma-1&amp;8&amp;9\end{vmatrix}=0$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column: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$\alpha(45-48)-\beta(18-24)+(\gamma-1)(12-15)=0$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$-3\alpha+6\beta-3(\gamma-1)=0$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$\alpha-2\beta+\gamma-1=0$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$\alpha-2\beta+\gamma=1$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$|M|=\begin{vmatrix}\alpha&amp;2&amp;\gamma\\ \beta&amp;1&amp;0\\ -1&amp;0&amp;1\end{vmatrix}=\alpha(1-0)-2(\beta-0)+\gamma(0+1)=\alpha-2\beta+\gamma$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$|M|=1$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directly: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annihilates the left side, so the same combination of the right sides must vanish.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directly: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$R_1-2R_2+R_3$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annihilates the left side, so the same combination of the right sides must vanish.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Compute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left sides: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combination of the right sides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consistent system needs it to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$R_1-2R_2+R_3$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left sides: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$(1-8+7)x+(2-10+8)y+(3-12+9)z=0$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combination of the right sides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$\alpha-2\beta+(\gamma-1)$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consistent system needs it to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$\alpha-2\beta+\gamma=1$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its third row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entry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minor </a:t>
                </a:r>
                <a14:m>
                  <m:oMath xmlns:m="http://schemas.openxmlformats.org/officeDocument/2006/math"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γ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entry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minor </a:t>
                </a:r>
                <a14:m>
                  <m:oMath xmlns:m="http://schemas.openxmlformats.org/officeDocument/2006/math"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$|M|$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its third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entry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minor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$\begin{vmatrix}2&amp;\gamma\\ 1&amp;0\end{vmatrix}=-\gamma$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entry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minor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$\begin{vmatrix}\alpha&amp;2\\ \beta&amp;1\end{vmatrix}=\alpha-2\beta$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$|M|=(-1)(-\gamma)+(1)(\alpha-2\beta)=\alpha-2\beta+\gamma=1$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consistent, the right side must be orthogonal to every left null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sSup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matrix whose rows are in arithmetic progression, such as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has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rank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Cramer's rule: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system is consistent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converse is false in general.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rank-2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system, the set of right sides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giving consistency is the column space, a plane through the origin.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$\det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$A\vec x=\vec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consistent, the right side must be orthogonal to every left null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w^{T}A=0$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w\cdot(\alpha,\beta,\gamma-1)=0$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matrix whose rows are in arithmetic progression,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$\begin{pmatrix}1&amp;2&amp;3\\4&amp;5&amp;6\\7&amp;8&amp;9\end{pmatrix}$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$R_1-2R_2+R_3=0$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rank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Cramer's rule: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system is consistent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$\Delta_x=\Delta_y=\Delta_z=0$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converse is false in general.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rank-2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system, the set of right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giving consistency is the column space, a plane through the origin.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90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Paragraph: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real numbers such that the system of linear equations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consistent.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 the determinant of the matrix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γ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containing all those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above system of linear equations is consistent,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square of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90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Paragraph: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real numbers such that the system of linear equations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$4x+5y+6z=\beta$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$7x+8y+9z=\gamma-1$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consistent.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$|M|$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 the determinant of the matrix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$M=\begin{bmatrix}\alpha&amp;2&amp;\gamma\\ \beta&amp;1&amp;0\\ -1&amp;0&amp;1\end{bmatrix}$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containing all those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above system of linear equations is consistent,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square of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Consistency of a system of linear equations,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itself the equation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$\alpha-2\beta+\gamma=1$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itself the equation of the plane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previous part, the system is consistent only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previous part, the system is consistent only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$\alpha-2\beta+\gamma=1$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Conversely,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third equation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(second)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(first), so the system is consistent. Hence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-space.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Conversely,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$\gamma-1=2\beta-\alpha$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third equation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(second)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(first), so the system is consistent. Hence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-space.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D=\left|\frac{0-2(1)+0-1}{\sqrt{1^2+(-2)^2+1^2}}\right|=\frac{3}{\sqrt6}$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$D=\frac{9}{6}=1.5$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1.5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Project the vector from a known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onto the unit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Project the vector from a known 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onto the unit normal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vector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unit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$1-0+0=1$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vector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v=(-1,1,0)$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unit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n=\frac{(1,-2,1)}{\sqrt6}$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$=|\vec v\cdot\hat n|=\frac{|-1-2+0|}{\sqrt6}=\frac{3}{\sqrt6}$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$D=\frac{9}{6}=1.5$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1.5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Squared 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avoids radicals;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equals the length of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unit normal, for any point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Squared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$\frac{(ax_0+by_0+cz_0-d)^2}{a^2+b^2+c^2}$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avoids radicals;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$\frac{(-3)^2}{6}=\frac32$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equals the length of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$\overrightarrow{A_0B}$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unit normal, for any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linear system has rank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set of right sides for which it is consistent is a plane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-space; its normal is the left null vector (coefficients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Weights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three equations kill the left side, so consistent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Example: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system with right sides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solved by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linear system has rank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set of right sides for which it is consistent is a plane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-space; its normal is the left null vector (coefficients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$1,-2,1$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Weights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three equations kill the left side, so consistent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$\alpha-2\beta+\gamma=1$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Example: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system with right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solved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$\left(-\frac53,\frac43,0\right)$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93090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unit vectors along the three positive coordinate axes.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three vectors such that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is/are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93090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$\hat{i},\hat{j}$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unit vectors along the three positive coordinate axes.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a=3\hat{i}+\hat{j}-\hat{k}$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b=\hat{i}+b_2\hat{j}+b_3\hat{k}$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$b_2,b_3\in\mathbb{R}$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c=c_1\hat{i}+c_2\hat{j}+c_3\hat{k}$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$c_1,c_2,c_3\in\mathbb{R}$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three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$b_2b_3&gt;0$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$\begin{pmatrix}0&amp;-c_3&amp;c_2\\ c_3&amp;0&amp;-c_1\\ -c_2&amp;c_1&amp;0\end{pmatrix}\begin{pmatrix}1\\ b_2\\ b_3\end{pmatrix}=\begin{pmatrix}3-c_1\\ 1-c_2\\ -1-c_3\end{pmatrix}$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is/are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b|&gt;\sqrt{10}$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c|\le\sqrt{11}$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Matrix multiplication (matrix form of the cross product), Vector algebra: dot and cross products and magnitudes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skew-symmetric matrix times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says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skew-symmetric matrix times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says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b\times\vec c=\vec c-\vec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Multiplying the matrix equation row by row gives three scalar equations.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a=(3,1,-1)$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b=(1,b_2,b_3)$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c=(c_1,c_2,c_3)$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Multiplying the matrix equation row by row gives three scalar equations.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(1), (2), (3):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$b_2c_3-b_3c_2=c_1-3$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$\;c_3-b_3c_1=1-c_2$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$\;c_2-b_2c_1=1+c_3$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c=\hat{i}(b_2c_3-b_3c_2)-\hat{j}(c_3-b_3c_1)+\hat{k}(c_2-b_2c_1)$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(1), (2), 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c=(c_1-3)\hat{i}+(c_2-1)\hat{j}+(c_3+1)\hat{k}=\vec c-\vec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$0=\vec c\cdot\vec b-\vec a\cdot\vec b=\vec b\cdot\vec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b\perp\vec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$0=|\vec c|^2-\vec a\cdot\vec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c=|\vec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c=\vec 0\neq-\vec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c\neq\vec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Squaring: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is true. Hence the answer is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c=\vec c-\vec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b\perp\vec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b|^2|\vec c|^2=|\vec c|^2+|\vec a|^2-2\vec a\cdot\vec c=|\vec c|^2+11-2|\vec c|^2=11-|\vec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c|^2(|\vec b|^2+1)=11$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c|^2=\frac{11}{|\vec b|^2+1}\le11$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c|\le\sqrt{11}$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$3+b_2-b_3=0$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$b_2-b_3=-3$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$b_2^2+b_3^2-2b_2b_3=9$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$b_2^2+b_3^2=9+2b_2b_3&gt;9$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$b_2b_3&gt;0$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b|=\sqrt{1+b_2^2+b_3^2}&gt;\sqrt{10}$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is true. Hence the answer is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explicitly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read off every statement.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explicitly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b\times\vec c=\vec c-\vec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b\times(\vec b\times\vec c)$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read off every statement.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matrix equation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dotting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left: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matrix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c=\vec c-\vec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dotting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left: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b\times(\vec b\times\vec c)=\vec b(\vec b\cdot\vec c)-\vec c|\vec b|^2=-|\vec b|^2\vec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b\times(\vec c-\vec a)=(\vec c-\vec a)-\vec b\times\vec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$-|\vec b|^2\vec c=\vec c-\vec a-\vec b\times\vec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c=\frac{\vec a+\vec b\times\vec a}{1+|\vec b|^2}$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false;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true;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 Answer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a\perp(\vec b\times\vec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a|^2=|\vec a|^2|\vec b|^2=11|\vec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c|^2=\frac{11+11|\vec b|^2}{(1+|\vec b|^2)^2}=\frac{11}{1+|\vec b|^2}$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c=\frac{|\vec a|^2}{1+|\vec b|^2}=|\vec c|^2\neq0$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false;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true;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c|^2&lt;11$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$b_3-b_2=3$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$b_2^2+b_3^2=9+2b_2b_3&gt;9$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b|^2&gt;10$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 Answer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matrix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acting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the order). 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dotting a vector equation with each vector in it is the quickest way to extract relations.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matrix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$\begin{pmatrix}0&amp;-c_3&amp;c_2\\ c_3&amp;0&amp;-c_1\\ -c_2&amp;c_1&amp;0\end{pmatrix}$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acting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the order).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c=\hat{i},\vec b=\hat{j}$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v=\vec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w\perp\vec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w\perp\vec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dotting a vector equation with each vector in it is the quickest way to extract relations.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b\times(\vec b\times\vec c)=\vec b(\vec b\cdot\vec c)-\vec c\,|\vec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c|=|\vec b||\vec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b\perp\vec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sphere with diameter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a product turns a square-difference identity into an inequality.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c\cdot(\vec c-\vec 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sphere with diameter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c|^2=\vec a\cdot\vec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$b_2b_3&gt;0$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$b_3-b_2=3$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$b_2^2+b_3^2=9+2b_2b_3&gt;9$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a product turns a square-difference identity into an inequality.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166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planes given by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Which of the following straight lines can be an edge of some tetrahedron whose two faces lie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166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planes given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 10x+15y+12z-60=0$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 -2x+5y+4z-20=0$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Which of the following straight lines can be an edge of some tetrahedron whose two faces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$\frac{x-1}{0}=\frac{y-1}{0}=\frac{z-1}{5}$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$\frac{x-6}{-5}=\frac{y}{2}=\frac{z}{3}$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$\frac{x}{-2}=\frac{y-4}{5}=\frac{z}{4}$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$\frac{x}{1}=\frac{y-4}{-2}=\frac{z}{3}$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and plane in 3D: common line of two planes, line lying in a plane and tetrahedron edges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Edges are lines in a face plane meeting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or lines meeting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two different points.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Edges are lines in a face plane meeting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$L=P_1\cap P_2$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or lines meeting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two different points.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faces share an edge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Possible edge lines: (i)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itself; (ii) a line lying in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meeting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(iii) a line meeting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two different points.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faces share an edge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$L=P_1\cap 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Possible edge lines: (i)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itself; (ii) a line lying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meeting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(iii) a line meeting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two different points.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both planes,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None of (A)-(D)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(i) gives nothing.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line (D) lies in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(D):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(D) lies in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possible.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n_1=(10,15,12)$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n_2=(-2,5,4)$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$10a+15b+12c=0$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$-2a+5b+4c=0$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$(a,b,c)\propto(0,-4,5)$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both planes,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$L:\frac{x}{0}=\frac{y}{-4}=\frac{z-5}{5}$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None of (A)-(D)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(i) gives nothing.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n_2\cdot(1,-2,3)=-2-10+12=0$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$20-20=0$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line (D)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$(0,-4\lambda,5\lambda+5)$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$\frac{0}{1}=\frac{-4\lambda-4}{-2}=\frac{5\lambda+5}{3}$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(D)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possible.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lies in neither plane (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a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lying in neither plane meets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at that one point, so it is neither type (ii) nor (iii): (C) is not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Different points, so (A) is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Different points, so (B) is possible.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$(-2,5,4)=\vec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$(0,4,0)\in 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lies in neither plane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n_1\cdot\vec d=103\neq0$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n_2\cdot\vec d=45\neq0$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lying in neither plane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at that one point, so it is neither type (ii) nor (iii): (C) is not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$(1,1,1+5s)$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$37+60s=60$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$s=\frac{23}{60}$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$7+20s=20$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$s=\frac{13}{20}$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Different points, so (A) is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$(6-5s,2s,3s)$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$16s=0$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$32s-32=0$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Different points, so (B) is possible.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(A), (B) take those two points as the vertices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any two points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other vertices. Answer (A), (B),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(A), (B) take those two points as the vertices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any two points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other vertices. Answer (A), (B),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Look along the common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coordinates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do not change when sliding along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problem becomes planar.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Look along the common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coordinates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$v=5y+4z$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do not change when sliding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problem becomes planar.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unchanged along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They meet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Edge test in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-plane: the image of the line either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coincides with one of the two image lines (line in a face plane meeting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or avoids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neither image line (meets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distinct points).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$5(-4)+4(5)=0$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$v=5y+4z$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unchanged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$10u+3v=60$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$-2u+v=20$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$15y+12z=3v$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They meet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$O=(0,20)$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Edge test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$(u,v)$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-plane: the image of the line either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coincides with one of the two image lines (line in a face plane meeting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or avoids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neither image line (meets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$P_1,P_2$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distinct points).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directions: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vertical line missing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neither: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misses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neither: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is not an image line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not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exactly the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lies in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possible. Answer (A), (B),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directions: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$P_1\to(3,-10)$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$P_2\to(1,2)$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$v=9+20s$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vertical line missing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neither: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$u=6-5s$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$v=22s$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$v=26.4\neq20$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misses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$(-5,22)$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neither: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$u=-2s$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$v=20+41s$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is not an image line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$(-2,41)$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not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$v=20+2s$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exactly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$-2u+v=20$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possible. Answer (A), (B),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planes with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in a line of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tetrahedron with two faces on given planes, edge lines are exactly: the common line; lines in one plane meeting the common line; lines meeting both planes at two different points (off the common line).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one point satisfies the plane. Check (D):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n_1,\vec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in a line of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$(10,15,12)\times(-2,5,4)=(0,-64,80)\parallel(0,-4,5)$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tetrahedron with two faces on given planes, edge lines are exactly: the common line; lines in one plane meeting the common line; lines meeting both planes at two different points (off the common line).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p+s\vec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x=k$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one point satisfies the plane. Check 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n_2\cdot(1,-2,3)=0$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$(0,4,0)\in 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meets both planes at the same parameter value, that common point is on both planes, hence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Different parameters mean different points, so the line does not meet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Projecting along the common line turns two planes into two lines through a point and reduces edge questions to 2D line-position tests.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meets both planes at the same parameter value, that common point is on both planes, hence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Different parameters mean different points, so the line does not meet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Projecting along the common line turns two planes into two lines through a point and reduces edge questions to 2D line-position tests.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4932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reflection of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given by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real parameters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unit vectors along the three positive coordinate axes. If the position vectors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which of the following is/are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4932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reflection of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given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r=-(t+p)\hat{i}+t\hat{j}+(1+p)\hat{k}$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$t,p$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real parameters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$\hat{i},\hat{j},\hat{k}$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unit vectors along the three positive coordinate axes. If the position vectors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$10\hat{i}+15\hat{j}+20\hat{k}$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$\alpha\hat{i}+\beta\hat{j}+\gamma\hat{k}$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which of the following is/are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$3(\alpha+\beta)=-101$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$3(\beta+\gamma)=-71$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$3(\gamma+\alpha)=-86$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$3(\alpha+\beta+\gamma)=-121$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in vector form and reflection of a point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foot of the perpendicular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r=\vec r_0+p\vec u+t\vec 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u\times\vec 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foot of the perpendicular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r=\hat{k}+p(-\hat{i}+\hat{k})+t(-\hat{i}+\hat{j})$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foot of the perpendicular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lying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n=\begin{vmatrix}\hat{i}&amp;\hat{j}&amp;\hat{k}\\ -1&amp;0&amp;1\\ -1&amp;1&amp;0\end{vmatrix}=-\hat{i}-\hat{j}-\hat{k}$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$Q=(10,15,20)$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foot of the perpendicular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$F=(10+d,15+d,20+d)$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lying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$45+3d=1$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$3d=-44$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$\frac{\alpha+10}{2}=10+d$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$\alpha=10+2d$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$3\alpha=30-2(44)=-58$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$3\beta=45-88=-43$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$3\gamma=60-88=-28$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$3(\alpha+\beta)=-58-43=-101$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 Answer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$3(\beta+\gamma)=-43-28=-71$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$3(\gamma+\alpha)=-28-58=-86$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$3(\alpha+\beta+\gamma)=-58-43-28=-129\neq-121$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 Answer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shifts every coordinate by the same amount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midpoint condition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coordinate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Reflection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$x+y+z=1$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shifts every coordinate by the same amount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midpoint condition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coordinate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$S=Q+k(1,1,1)$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$\alpha=10+k$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$\beta=15+k$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$\gamma=20+k$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$Q+\frac{k}{2}(1,1,1)$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$45+\frac{3k}{2}=1$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$3k=-88$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$\alpha+\beta+\gamma=45+3k=-43$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$3(\alpha+\beta+\gamma)=-129\neq-121$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true.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$3\gamma=60+3k=-28$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$3(\alpha+\beta)=3(\alpha+\beta+\gamma)-3\gamma=-129+28=-101$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$3\alpha=30+3k=-58$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$3(\beta+\gamma)=-129+58=-71$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true.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$3\beta=-43$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$3(\gamma+\alpha)=-129+43=-86$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Cartesian equation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reflection shifts all three coordinates equally, and the coordinate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r_0+p\vec u+t\vec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Cartesian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r-\vec r_0)\cdot(\vec u\times\vec v)=0$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x=d$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$S=Q-\frac{2(\vec n\cdot Q-d)}{|\vec n|^2}\vec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$S=Q-\frac{88}{3}(1,1,1)$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reflection shifts all three coordinates equally, and the coordinate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$2d-s$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$45\to-43$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$QF=FS$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the lines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respectively. Let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the set of all the planes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that contain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For a plane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denote the smallest possible distance between the points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a plane in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for which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the maximum value of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varies over all planes in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Match each entry in List-I to the correct entries in List-II.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(P) The value of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(Q)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(R) The distance of origin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(S) The distance of origin from the point of intersection of planes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(1)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(2)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(3)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(4)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(5)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(P) → (2); (Q) → (4); (R) → (5); (S) → (1)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(P) → (5); (Q) → (4); (R) → (3); (S) → (1)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(P) → (2); (Q) → (1); (R) → (3); (S) → (2)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(P) → (5); (Q) → (1); (R) → (4); (S) → (2)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the lines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r_1=\lambda(\hat{i}+\hat{j}+\hat{k})$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r_2=(\hat{j}-\hat{k})+\mu(\hat{i}+\hat{k})$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respectively.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the set of all the planes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that contain the line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For a plane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$d(H)$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denote the smallest possible distance between the points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a plane in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for which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$d(H_0)$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the maximum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$d(H)$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varies over all planes in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Match each entry in List-I to the correct entries in List-II.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(P) The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$d(H_0)$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(Q) The distance of the point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$(0,1,2)$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(R) The distance of origin from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(S) The distance of origin from the point of intersection of planes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$y=z$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(1)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(2)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$\frac{1}{\sqrt3}$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(3)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(4)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(5)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(P) → (2); (Q) → (4); (R) → (5); (S) → (1)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(P) → (5); (Q) → (4); (R) → (3); (S) → (1)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(P) → (2); (Q) → (1); (R) → (3); (S) → (2)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(P) → (5); (Q) → (1); (R) → (4); (S) → (2)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Matching List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lines and distance of a point from a plane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meeting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meeting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They are not parallel.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They are not parallel.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is not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maximum for the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the origin (on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(P)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P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(Q) 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Q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is not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$d(H)=0$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$d(H)$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maximum for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$(1,1,1)\times(1,0,1)=\hat{i}(1-0)-\hat{j}(1-1)+\hat{k}(0-1)=\hat{i}-\hat{k}$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$x-z=\lambda'$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the origin (on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$H_0: x-z=0$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$d(H_0)$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$\frac{|0-(-1)|}{\sqrt2}=\frac{1}{\sqrt2}$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(Q)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$\frac{|0-2|}{\sqrt2}=\sqrt2$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Q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(R) The origin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distance from the origin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5, Q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4, 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3, 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1: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(R) The origin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distance from the origin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5, Q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4, 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3, 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1: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shortest distance between the skew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⊂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(R) and (S)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$d(H_0)$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shortest distance between the skew lines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$\ell_1,\ell_2$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$\ell_1\subset H_0$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(R) and (S)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point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⊃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𝑑𝑖𝑠𝑡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𝑑𝑖𝑠𝑡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shortest distance between the lines, with equality for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u_1=(1,1,1)$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u_2=(1,0,1)$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u_1\times\vec u_2=(1,0,-1)$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$H\supset\ell_1$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$\text{dist}(X,H)\le\text{dist}(X,Y)$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$Y\in\ell_1$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$d(H)\le$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shortest distance between the lines, with equality for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$=\frac{|(0,1,-1)\cdot(1,0,-1)|}{\sqrt2}=\frac{1}{\sqrt2}$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$d(H_0)=\frac{1}{\sqrt2}$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contains the origin: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Q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origin is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distance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hence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the intersection point, at distance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contains the origin: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$\frac{2}{\sqrt2}=\sqrt2$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Q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origin is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$\ell_1\subset H_0$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hence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the intersection point,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 planes containing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unless the plane is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maximum equals the skew-line distance and occurs for the plane with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point of a line contained in a plane has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plane, which settles items like (R) without computation.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a_1+\lambda\vec u_1$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a_2+\mu\vec u_2$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a_2-\vec a_1)\cdot(\vec u_1\times\vec u_2)|}{|\vec u_1\times\vec u_2|}$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 planes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unless the plane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maximum equals the skew-line distance and occurs for the plane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u_1\times\vec u_2$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$\frac{|ax_0+by_0+cz_0-d|}{\sqrt{a^2+b^2+c^2}}$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point of a line contained in a plane has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plane, which settles items like (R) without computation.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3217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position vectors of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Then which of the following statements is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position vector of a point which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position vector of a point which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externally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square of the magnitude of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3217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position vectors of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a=\hat{i}+2\hat{j}-5\hat{k}$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b=3\hat{i}+6\hat{j}+3\hat{k}$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c=\frac{17}{5}\hat{i}+\frac{16}{5}\hat{j}+7\hat{k}$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d=2\hat{i}+\hat{j}+\hat{k}$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Then which of the following statements is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b+2\vec d}{3}$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position vector of a point which divides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b+2\vec d}{3}$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position vector of a point which divides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externally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square of the magnitude of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Section formula, coplanarity of points and cross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whether the section point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also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finding one ratio and checking the other coordinates.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whether the section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$\frac{\vec b+2\vec d}{3}$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also lies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finding one ratio and checking the other coordinates.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66360"/>
                <a:ext cx="10725912" cy="15087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66360"/>
                <a:ext cx="10725912" cy="15087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$Q(3,6,3)$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$R\left(\frac{17}{5},\frac{16}{5},7\right)$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this point divide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Equating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division is internal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other coordinates: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Both match, so (B) is true and (C)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b+2\vec d}{3}=\frac{(3+4)\hat{i}+(6+2)\hat{j}+(3+2)\hat{k}}{3}=\frac{7\hat{i}+8\hat{j}+5\hat{k}}{3}$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this point divide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Equating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$\frac{17\lambda}{5}+1=\frac{7}{3}(\lambda+1)$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$51\lambda+15=35\lambda+35$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$16\lambda=20$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$\lambda=\frac54&gt;0$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division is internal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other coordinates: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$y=\frac{\frac54\cdot\frac{16}{5}+2}{\frac94}=\frac{6}{9/4}=\frac83$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$z=\frac{\frac54\cdot7-5}{\frac94}=\frac{15/4}{9/4}=\frac53$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Both match, so (B) is true and (C)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point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well as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Two lines meeting at a point are coplanar, so (A)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is false.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$Q+\frac23(S-Q)$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well as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Two lines meeting at a point are coplanar, so (A)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d=\begin{vmatrix}\hat{i}&amp;\hat{j}&amp;\hat{k}\\ 3&amp;6&amp;3\\ 2&amp;1&amp;1\end{vmatrix}=3\hat{i}+3\hat{j}-9\hat{k}$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d|^2=9+9+81=99\neq95$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is false.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read the ratio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Lagrange's identity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$T-P=t\,(R-P)$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$T=\frac{\vec b+2\vec d}{3}$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read the ratio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Lagrange's identity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b\times\vec d|^2$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internal division: (B) true, (C)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$T=\left(\frac73,\frac83,\frac53\right)$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$\vec{PT}=\left(\frac43,\frac23,\frac{20}{3}\right)$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$\vec{PR}=\left(\frac{12}{5},\frac65,12\right)$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$\vec{PT}=\frac59\vec{PR}$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$\frac59\cdot\frac{12}{5}=\frac43$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$\frac59\cdot\frac65=\frac23$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$\frac59\cdot12=\frac{20}{3}$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$PT:TR=\frac59:\frac49=5:4$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internal division: (B) true, (C)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lies on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and the four points are coplanar: (A)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false.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$T=Q+\frac23\vec{QS}$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lies on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and the four points are coplanar: (A)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d=15$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d|^2=54\cdot6-15^2=324-225=99\neq95$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false.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dividing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externally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ratio directly: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internal,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external,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section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coincides with a section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lines intersect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coplanar; in general, coplanarity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computing the cross product: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dividing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$m:n$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$\frac{n\vec p+m\vec r}{m+n}$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externally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$\frac{m\vec r-n\vec p}{m-n}$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$\frac{4\vec a+5\vec c}{9}=\frac13(7,8,5)=\frac{\vec b+2\vec d}{3}$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$T-P=t(R-P)$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ratio directly: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$0&lt;t&lt;1$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internal,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external,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$PT:TR=t:(1-t)$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section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coincides with a section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lines intersect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$P,Q,R,S$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coplanar; in general, coplanarity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b-\vec a,\vec c-\vec a,\vec d-\vec a]=0$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u\times\vec v|^2=|\vec u|^2|\vec v|^2-(\vec u\cdot\vec v)^2$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computing the cross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$54\cdot6-15^2=99$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20598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2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cr m:val="double-struck"/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p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denote the three-dimensional space. Take two points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𝑑𝑖𝑠𝑡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denote the distance between two points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cr m:val="double-struck"/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p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sSup>
                      <m:e>
                        <m:r>
                          <m:rPr>
                            <m:scr m:val="double-struck"/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p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𝑑𝑖𝑠𝑡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𝑑𝑖𝑠𝑡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sSup>
                      <m:e>
                        <m:r>
                          <m:rPr>
                            <m:scr m:val="double-struck"/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p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𝑑𝑖𝑠𝑡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𝑑𝑖𝑠𝑡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Then which of the following statements is(are) TRUE?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(A) There is a triangle whose area is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all of whose vertices are from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(B) There are two distinct points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such that each point on the line segment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also in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(C) There are infinitely many rectangles of perimeter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two of whose vertices are from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the other two vertices are from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(D) There is a square of perimeter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two of whose vertices are from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the other two vertices are from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2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20598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2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$\mathbb{R}^3$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denote the three-dimensional space. Take two points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$P=(1,2,3)$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$Q=(4,2,7)$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$\text{dist}(X,Y)$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denote the distance between two points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$\mathbb{R}^3$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$S=\{X\in\mathbb{R}^3:(\text{dist}(X,P))^2-(\text{dist}(X,Q))^2=50\}$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$T=\{Y\in\mathbb{R}^3:(\text{dist}(Y,Q))^2-(\text{dist}(Y,P))^2=50\}$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Then which of the following statements is(are) TRUE?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(A) There is a triangle whose area is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all of whose vertices are from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(B) There are two distinct points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such that each point on the line segment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$LM$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also in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(C) There are infinitely many rectangles of perimeter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two of whose vertices are from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the other two vertices are from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(D) There is a square of perimeter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two of whose vertices are from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the other two vertices are from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2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Locus of points in 3D as a plane and distance between parallel planes, Geometry of rectangles and triangles between parallel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parallel planes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$|XP|^2-|XQ|^2=k$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parallel planes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at distance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$|XP|^2-|XQ|^2=[(x-1)^2-(x-4)^2]+[(z-3)^2-(z-7)^2]=(6x-15)+(8z-40)=6x+8z-55$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difference is reversed,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parallel planes with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Distance between them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whole plane, so it contains triangles of every area, e.g. the right triangle with legs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lying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plane, so for any two distinct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whole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$6x+8z-55=50$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$6x+8z=105$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difference is reversed,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$-(6x+8z-55)=50$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$6x+8z=5$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parallel planes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$(6,0,8)$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Distance between them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$=\frac{|105-5|}{\sqrt{36+64}}=\frac{100}{10}=10$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whole plane, so it contains triangles of every area, e.g. the right triangle with legs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$\sqrt2,\sqrt2$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lying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plane, so for any two distinct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$L,M\in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whole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Rectangle with two vertices on each plane: the two vertices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opposite, since the diagonals bisect each other and the common midpoint would lie in both disjoint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component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normal to the planes and an in-plane component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Rectangle with two vertices on each plane: the two vertices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opposite, since the diagonals bisect each other and the common midpoint would lie in both disjoint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$AB\subset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$CD\subset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$AD=BC=q$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component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normal to the planes and an in-plane component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$w\perp 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$q=\sqrt{100+t^2}\ge10$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Perimeter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gives infinitely many rectangles.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Square: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a square of perimeter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exists. True. Answer (A),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Perimeter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$q\in[10,24)$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$p=24-q&gt;0$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$t=\sqrt{q^2-100}$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gives infinitely many rectangles.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$p=q=12\ge10$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$t=\sqrt{144-100}=\sqrt{44}$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a square of perimeter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exists. True. Answer (A),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orthonormal frame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construct the rectangles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orthonormal frame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n=\frac{(3,0,4)}{5}$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e_1=(0,1,0)$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e_2=\frac{(4,0,-3)}{5}$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construct the rectangles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Moving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lowers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taking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rectangle with 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$A=\left(\frac{35}{2},0,0\right)\in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$6\cdot\frac{35}{2}=105$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Moving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$-10\hat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lowers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$6x+8z$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$10\cdot10=100$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$B=A+p\hat e_1$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$D=A-10\hat n+t\hat e_2$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$C=B+(D-A)$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$A,B\in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$C,D\in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$\vec{AB}\cdot\vec{AD}=0$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e_1\perp\hat n,\hat e_2$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rectangle with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$\sqrt{100+t^2}$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Perimeter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infinitely many rectangles, (C)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other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square of perimeter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form a right triangle of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plane. Answer (A),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Perimeter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$p+\sqrt{100+t^2}=24$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$t\in[0,\sqrt{476})$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$p=24-\sqrt{100+t^2}$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infinitely many rectangles, (C)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$t=\sqrt{44}$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$p=24-12=12$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other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square of perimeter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$A+\sqrt2\hat e_1$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$A+\sqrt2\hat e_2$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form a right triangle of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$\frac12\cdot\sqrt2\cdot\sqrt2=1$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plane. Answer (A),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cancel):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perpendicular bisector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loci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parallel planes at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between parallel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$|X-P|^2-|X-Q|^2=k$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cancel):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$2X\cdot(Q-P)=k+|Q|^2-|P|^2$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perpendicular bisector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loci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parallel planes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$\frac{k}{|PQ|}$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$\frac{50}{5}=10$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$|PQ|=\sqrt{9+0+16}=5$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between parallel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$\frac{|d_1-d_2|}{\sqrt{a^2+b^2+c^2}}$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rectangle with one side in each of two parallel planes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slanted side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perpendicular to the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vertices of a rectangle on each of two disjoint parallel planes must be adjacent pairs, because the diagonals share a midpoint.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rectangle with one side in each of two parallel planes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slanted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$q=\sqrt{h^2+t^2}\ge 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perpendicular to the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vertices of a rectangle on each of two disjoint parallel planes must be adjacent pairs, because the diagonals share a midpoint.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3217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straight line drawn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parallel to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intersects the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Another straight line which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the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intersects the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statements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length of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coordinates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centroid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perimeter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3217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straight line drawn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$\frac{x-2}{1}=\frac{y-4}{2}=\frac{z-6}{1}$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intersects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 x-y+3z=6$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Another straight line which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intersects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 2x-y+z=-4$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statements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length of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$\sqrt6$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coordinates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$(1,6,3)$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centroid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$\left(\frac43,\frac{14}{3},\frac53\right)$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perimeter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$\sqrt2+\sqrt6+\sqrt{11}$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and plane in 3D: intersection, perpendicular line, centroid and perimeter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3438144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Parameterise each line and substitute into the plane; then every statement is a coordinate computation.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meets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r=(1,3,2)+\lambda(1,2,1)$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$Q=(1+\lambda,3+2\lambda,2+\lambda)$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$(1+\lambda)-(3+2\lambda)+3(2+\lambda)=6$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$4+2\lambda=6$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Centroid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$Q=(2,5,3)$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r=(2,5,3)+\mu(1,-1,3)$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$R=(2+\mu,5-\mu,3+3\mu)$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$2(2+\mu)-(5-\mu)+(3+3\mu)=-4$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$2+6\mu=-4$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$R=(1,6,0)$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$PQ=|(1,2,1)|=\sqrt6$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$R=(1,6,0)$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$=\left(\frac{1+2+1}{3},\frac{3+5+6}{3},\frac{2+3+0}{3}\right)=\left(\frac43,\frac{14}{3},\frac53\right)$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perimeter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$QR=|(-1,1,-3)|=\sqrt{11}$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$PR=|(0,3,-2)|=\sqrt{13}$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perimeter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$\sqrt6+\sqrt{11}+\sqrt{13}\neq\sqrt2+\sqrt6+\sqrt{11}$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ray-plane parameter formula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work with displacement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getting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their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ray-plane parameter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$t=\frac{k-\vec n\cdot\vec p}{\vec n\cdot\vec 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work with displacement vectors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$\vec{QR}$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getting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their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num>
                      <m:den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true)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n_1=(1,-1,3)$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n_2=(2,-1,1)$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$t=\frac{6-\vec n_1\cdot P}{\vec n_1\cdot\vec d}=\frac{6-4}{2}=1$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$\vec{PQ}=\vec d=(1,2,1)$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true)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$Q=(2,5,3)$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$t=\frac{-4-\vec n_2\cdot Q}{\vec n_2\cdot\vec n_1}=\frac{-4-2}{6}=-1$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$\vec{QR}=-\vec n_1=(-1,1,-3)$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$QR=\sqrt{11}$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$R=Q-\vec n_1=(1,6,0)$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Perimeter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$\vec{PR}=\vec{PQ}+\vec{QR}=(0,3,-2)$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$PR=\sqrt{13}$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$PR^2=6+11+2(\vec{PQ}\cdot\vec{QR})=17+2(-2)=13$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Perimeter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$=\sqrt6+\sqrt{11}+\sqrt{13}$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$=P+\frac{\vec{PQ}+\vec{PR}}{3}=(1,3,2)+\frac{(1,5,-1)}{3}=\left(\frac43,\frac{14}{3},\frac53\right)$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a point perpendicular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along a direction from a point to a plane is (perpendicular distance)/(cosine of the angle with the normal):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of a triangle is the mean of the vertices; always verify options against the computed coordinates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p+t\vec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x=k$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$t=\frac{k-\vec n\cdot\vec p}{\vec n\cdot\vec 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a point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along a direction from a point to a plane is (perpendicular distance)/(cosine of the angle with the normal):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$PQ=\frac{2/\sqrt{11}}{2/\sqrt{66}}=\sqrt6$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of a triangle is the mean of the vertices; always verify options against the computed coordinates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$R=(1,6,0)$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origin. If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$\overrightarrow{OP}=\frac{\alpha-1}{\alpha}\hat{i}+\hat{j}+\hat{k}$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$\overrightarrow{OQ}=\hat{i}+\frac{\beta-1}{\beta}\hat{j}+\hat{k}$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$\overrightarrow{OR}=\hat{i}+\hat{j}+\frac12\hat{k}$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$\alpha,\beta\in\mathbb{R}-\{0\}$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origin.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$\left(\overrightarrow{OP}\times\overrightarrow{OQ}\right)\cdot\overrightarrow{OR}=0$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$3x+3y-z+l=0$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1792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Integer Type(0 to 9)(4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 (coplanarity) and a point on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zero triple product means the determinant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 reduces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plane needs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zero triple product means the determinant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 reduces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$\alpha+\beta+1=0$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plane needs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$\alpha+\beta$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scalar triple product, so the determinant of the three component rows must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α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α</m:t>
                                  </m:r>
                                </m:den>
                              </m:f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β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β</m:t>
                                  </m:r>
                                </m:den>
                              </m:f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the first row: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 the brackets: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$\left(\overrightarrow{OP}\times\overrightarrow{OQ}\right)\cdot\overrightarrow{OR}$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scalar triple product, so the determinant of the three component rows must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$\begin{vmatrix}\frac{\alpha-1}{\alpha}&amp;1&amp;1\\1&amp;\frac{\beta-1}{\beta}&amp;1\\1&amp;1&amp;\frac12\end{vmatrix}=0$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$\frac{\alpha-1}{\alpha}\left[\frac{\beta-1}{2\beta}-1\right]-1\left[\frac12-1\right]+1\left[1-\frac{\beta-1}{\beta}\right]=0$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 the brackets: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$\frac{\beta-1}{2\beta}-1=-\frac{\beta+1}{2\beta}$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$1-\frac{\beta-1}{\beta}=\frac1\beta$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$-\frac{(\alpha-1)(\beta+1)}{2\alpha\beta}+\frac12+\frac1\beta=0$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$-(\alpha-1)(\beta+1)+\alpha\beta+2\alpha=0$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$-\alpha\beta-\alpha+\beta+1+\alpha\beta+2\alpha=0$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$3x+3y-z+l=0$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$3(\alpha+\beta)-2+l=0$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$-3-2+l=0$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each vector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minus a multiple of a basis vector and expand the triple product multilinearly.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each vector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minus a multiple of a basis vector and expand the triple product multilinearly.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each slot. Any term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two slots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equal vectors).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with no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s=\hat{i}+\hat{j}+\hat{k}$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$\overrightarrow{OP}=\vec s-a\hat{i}$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$\overrightarrow{OQ}=\vec s-b\hat{j}$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$\overrightarrow{OR}=\vec s-c\hat{k}$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triple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s-a\hat{i},\ \vec s-b\hat{j},\ \vec s-c\hat{k}]$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each slot. Any term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two slots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equal vectors).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with no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$[-a\hat{i},-b\hat{j},-c\hat{k}]=-abc$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with one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each triple product picks one coordinate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condition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with one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$bc[\vec s,\hat{j},\hat{k}]+ac[\hat{i},\vec s,\hat{k}]+ab[\hat{i},\hat{j},\vec s]=bc+ac+ab$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each triple product picks one coordinate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$ab+bc+ca-abc=0$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$ab+\frac{a+b}{2}-\frac{ab}{2}=0$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$ab+a+b=0$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$1+\beta+\alpha=0$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$l=2-3(\alpha+\beta)=2+3=5$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exactly when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components vanishes.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triple product is linear in each slot and vanishes if two slots are equal or parallel.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Entries like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signal 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condition then becomes symmetric and simple.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later condition involves only a combination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solve for that combination rather than for each unknown.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$O,P,Q,R$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$\left[\overrightarrow{OP},\overrightarrow{OQ},\overrightarrow{OR}\right]=0$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components vanishes.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triple product is linear in each slot and vanishes if two slots are equal or parallel.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s-a\hat{i},\vec s-b\hat{j},\vec s-c\hat{k}]=ab+bc+ca-abc$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$a,b,c=1,2,3$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Entries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$\frac{\alpha-1}{\alpha}=1-\frac1\alpha$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signal 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condition then becomes symmetric and simple.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later condition involves only a combination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solve for that combination rather than for each unknown.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for some real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p=2\hat{i}+\hat{j}+3\hat{k}$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q=\hat{i}-\hat{j}+\hat{k}$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for some real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$15\hat{i}+10\hat{j}+6\hat{k}=\alpha(2\vec p+\vec q)+\beta(\vec p-2\vec q)+\gamma(\vec p\times\vec 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888739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Integer Type(0 to 9)(4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Vector (cross) product and resolving a vector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0(Easier than 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888739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Integer Type(0 to 9)(4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Vector (cross) product and resolving a vector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0(Easier than 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dotting with it isolates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p\times\vec 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$2\vec p+\vec 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p-2\vec 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dotting with it isolates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the given equation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</m:acc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 p+\vec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p-2\vec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the given equation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$(15\hat{i}+10\hat{j}+6\hat{k})\cdot(\vec p\times\vec q)=\alpha\cdot0+\beta\cdot0+\gamma\left|\vec p\times\vec q\right|^2$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q=\begin{vmatrix}\hat{i}&amp;\hat{j}&amp;\hat{k}\\2&amp;1&amp;3\\1&amp;-1&amp;1\end{vmatrix}=\hat{i}(1+3)-\hat{j}(2-3)+\hat{k}(-2-1)=4\hat{i}+\hat{j}-3\hat{k}$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</m:acc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 side: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$\left|\vec p\times\vec q\right|^2=16+1+9=26$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$(15,10,6)\cdot(4,1,-3)=60+10-18=52$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$52=26\gamma$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components: the vector equation is three linear equations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solved by elimination.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components: the vector equation is three linear equations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solved by elimination.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second,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this in the third: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 p+\vec q=(5,1,7)$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p-2\vec q=(0,3,1)$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q=(4,1,-3)$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$5\alpha+4\gamma=15$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 \alpha+3\beta+\gamma=10$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 7\alpha+\beta-3\gamma=6$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second,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$\beta=\frac{10-\alpha-\gamma}{3}$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this in the third: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$21\alpha+10-\alpha-\gamma-9\gamma=18$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$10\alpha-5\gamma=4$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second equation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third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$10\alpha=30-8\gamma$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$30-8\gamma-5\gamma=4$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$13\gamma=26$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$\beta=\frac{11}{5}$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second equation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$\frac75+\frac{33}{5}+2=10$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third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$\frac{49}{5}+\frac{11}{5}-6=6$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dotting a vector equation with it kills every term lying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p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leaves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non-parallel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basis of space whenever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coefficients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unique.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Triple-product (Cramer) form: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p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p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p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sSup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</m:acc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p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p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dotting a vector equation with it kills every term lying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$\mathrm{span}(\vec a,\vec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leaves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$\gamma=\frac{\vec v\cdot(\vec a\times\vec b)}{|\vec a\times\vec b|^2}$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non-parallel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$14\cdot3-4^2=26$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basis of space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a\nparallel\vec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coefficients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unique.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Triple-product (Cramer) form: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v=\alpha\vec a'+\beta\vec b'+\gamma\vec c'$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$\gamma=\frac{[\vec v,\vec a',\vec b']}{[\vec c',\vec a',\vec b']}$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such that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intersect.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the point of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denote a unit normal vector to the plane containing both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Match each entry in List-I to the correct entry in List-II.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List-I: (P)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equals; (Q) A possible choice for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is; (R)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sSub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  <m:sub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equals; (S) A possible value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sSub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  <m:sub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List-II: (1)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(2)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(3)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(4)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(5)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(3);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(3);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(3);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$\gamma\in\mathbb{R}$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such that the lines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$L_1:\frac{x+11}{1}=\frac{y+21}{2}=\frac{z+29}{3}$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$L_2:\frac{x+16}{3}=\frac{y+11}{2}=\frac{z+4}{\gamma}$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intersect.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be the point of intersection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$O=(0,0,0)$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denote a unit normal vector to the plane containing both the lines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Match each entry in List-I to the correct entry in List-II.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List-I: 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equals; (Q) A possible choice for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is; 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$\overrightarrow{OR_1}$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equals; (S) A possible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$\overrightarrow{OR_1}\cdot\hat n$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List-II: (1)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$-\hat{i}-\hat{j}+\hat{k}$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(2)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$\sqrt{\frac32}$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(3)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(4)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$\frac{1}{\sqrt6}\hat{i}-\frac{2}{\sqrt6}\hat{j}+\frac{1}{\sqrt6}\hat{k}$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(5)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$\sqrt{\frac23}$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(3); 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(5); 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(3); 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(3); 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Matching List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 lines, point of intersection and unit normal to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0(Easier than JEE Main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Intersecting lines are coplanar, so 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determinant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normal is the cross product of the directions.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Intersecting lines are coplanar, so 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determinant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normal is the cross product of the directions.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(P) Intersecting lines are coplanar: </a:t>
                </a:r>
                <a14:m>
                  <m:oMath xmlns:m="http://schemas.openxmlformats.org/officeDocument/2006/math"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𝑧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𝑧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sign flip of the first row does not change the condition).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(P) Intersecting lines are coplanar: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$\begin{vmatrix}x_2-x_1&amp;y_2-y_1&amp;z_2-z_1\\a_1&amp;b_1&amp;c_1\\a_2&amp;b_2&amp;c_2\end{vmatrix}=0$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sign flip of the first row does not change the condition).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differ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γ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(Q) Direction vectors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unit normal is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(R) Point of intersection: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$(-11,-21,-29)$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$(-16,-11,-4)$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differ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$(5,-10,-25)$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$\begin{vmatrix}5&amp;-10&amp;-25\\1&amp;2&amp;3\\3&amp;2&amp;\gamma\end{vmatrix}=5(2\gamma-6)+10(\gamma-9)-25(2-6)=20\gamma-20=0$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(Q) Direction vectors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q=(3,2,1)$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n=\vec p\times\vec q=(2-6,\ 9-1,\ 2-6)=-4\hat{i}+8\hat{j}-4\hat{k}$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n|=\sqrt{16+64+16}=4\sqrt6$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unit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n=\frac{1}{\sqrt6}\hat{i}-\frac{2}{\sqrt6}\hat{j}+\frac{1}{\sqrt6}\hat{k}$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(R) Point of 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$(\lambda-11,\ 2\lambda-21,\ 3\lambda-29)=(3\mu-16,\ 2\mu-11,\ \mu-4)$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second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agree: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(3),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(1),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(5), which is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$\lambda-11=3\mu-16$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$2\lambda-21=2\mu-11$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second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$\lambda=\mu+5$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$\mu-6=3\mu-16$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agree: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$R_1=(-1,-1,1)$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$\overrightarrow{OR_1}=-\hat{i}-\hat{j}+\hat{k}$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$\overrightarrow{OR_1}\cdot\hat n=(-1,-1,1)\cdot\frac{(1,-2,1)}{\sqrt6}=\frac{-1+2+1}{\sqrt6}=\frac{2}{\sqrt6}=\sqrt{\frac23}$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(3),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(1),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(5), which is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(3);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(P)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(3); (Q)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(R)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(1); (S)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two coordinates first,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third; find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sum and difference of the directions.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two coordinates first,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third;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sum and difference of the directions.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only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equations (no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needed):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Adding: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Subtracting: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only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equations (no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needed):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$\lambda-11=3\mu-16$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$2\lambda-21=2\mu-11$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$R_1=(-1,-1,1)$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$\frac{z+4}{\gamma}=\mu$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$5=5\gamma$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Adding: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n\cdot(4,4,4)=0$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$n_1+n_2+n_3=0$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n\cdot(2,0,-2)=0$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$n_1=n_3$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 is option (4).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point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plane,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of the plane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Result: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(3),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(1),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n\propto(1,-2,1)$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n=\pm\frac{1}{\sqrt6}(1,-2,1)$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 is option (4).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$d=-1+2+1=2$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plane,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$\overrightarrow{OR_1}\cdot\hat n=\frac{d}{\sqrt6}=\frac{2}{\sqrt6}=\sqrt{\frac23}$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of the plane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Result: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(3),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(1),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(3);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(P)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(3); (Q)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(R)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(1); (S)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they intersect iff coplanar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unit normal to the plane of the two lines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both signs are valid choices. For 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cross product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a_1+\lambda\vec 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a_2+\mu\vec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a_2-\vec a_1,\vec d_1,\vec d_2]=0$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they intersect iff coplanar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d_1\nparallel\vec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unit normal to the plane of the two lines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$\pm\frac{\vec d_1\times\vec d_2}{|\vec d_1\times\vec d_2|}$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both signs are valid choices. For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$(c,b,a)$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cross product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$(a-c)(b,-(a+c),b)$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$(-2)(2,-4,2)$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any point of a plane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unit normal,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(distance of the plane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same for every point of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intersect two lines, equate two coordinates to find the parameters and use the third as a check (or as the equation for an unknown constant).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any point of a plane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unit normal,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$\overrightarrow{OR}\cdot\hat n=\pm$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(distance of the plane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same for every point of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intersect two lines, equate two coordinates to find the parameters and use the third as a check (or as the equation for an unknown constant).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7437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2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be the line of intersection of the planes given by the equations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be the line passing through the point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denote the plane given by the equation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Suppose that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meets the plane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be the foot of perpendicular drawn from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Then which of the following statements is (are) TRUE?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(A) The length of the line segment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(B) The length of the line segment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(C) The 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234</m:t>
                        </m:r>
                      </m:e>
                    </m:rad>
                  </m:oMath>
                </a14:m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(D) The acute angle between the line segments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2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2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2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2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2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2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7437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2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be the line of intersection of the planes given by the equations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$2x+3y+z=4$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$x+2y+z=5$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be the line passing through the point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$P(2,-1,3)$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denote the plane given by the equation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$2x+y-2z=6$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Suppose that the line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meets the plane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be the foot of perpendicular drawn from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Then which of the following statements is (are) TRUE?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(A) The length of the line segment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$9\sqrt3$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(B) The length of the line segment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(C) The area of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$\frac32\sqrt{234}$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(D) The acute angle between the line segments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$\cos^{-1}\left(\frac{1}{2\sqrt3}\right)$</a:t>
                </a:r>
                <a:endParaRPr sz="22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of intersection of planes, foot of perpendicular and distance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area and the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$PR\perp 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$\triangle PRQ$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right-angled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area and the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cross product of the normals: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cross product of the normals: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d=(2,3,1)\times(1,2,1)=\hat{i}-\hat{j}+\hat{k}$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$Q=(2+\lambda,\,-1-\lambda,\,3+\lambda)$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true.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$2(2+\lambda)+(-1-\lambda)-2(3+\lambda)=6$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$-3-\lambda=6$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$Q=(-7,8,-6)$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$PR\perp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$R=(2+2\mu,\,-1+\mu,\,3-2\mu)$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$2(2+2\mu)+(-1+\mu)-2(3-2\mu)=6$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$9\mu-3=6$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$R=(4,0,1)$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$PQ=|\lambda|\sqrt3=9\sqrt3$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$PR=\left|(2,1,-2)\right|=3$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$PR\perp 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$QR=\sqrt{PQ^2-PR^2}=\sqrt{243-9}=\sqrt{234}$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$PQ=9\sqrt3$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true.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$QR=\sqrt{234}\approx15.3\neq15$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false. So the answer is (A, 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$=\frac12\,QR\cdot PR=\frac12\sqrt{234}\cdot3=\frac32\sqrt{234}$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$\cos\theta=\frac{PR}{PQ}=\frac{3}{9\sqrt3}=\frac{1}{3\sqrt3}\neq\frac{1}{2\sqrt3}$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false. So the answer is (A, 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 coordinates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=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angle between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 coordinates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$Q,R$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= distance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angle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normal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right triangle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$PRQ$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normal: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d=(2,3,1)\times(1,2,1)=(1,-1,1)$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n=(2,1,-2)$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$PR=\frac{|2\cdot2-1-2\cdot3-6|}{3}=\frac{9}{3}=3$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PRQ$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normal: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 d\cdot\vec n|}{|\vec d||\vec n|}=\frac{|2-1-2|}{\sqrt3\cdot3}=\frac{1}{3\sqrt3}$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false. Answer (A, 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$PQ=\frac{PR}{\cos\theta}=3\cdot3\sqrt3=9\sqrt3$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$\cos^2\theta=\frac{1}{27}$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$\tan^2\theta=\frac{26/27}{1/27}=26$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$QR=PR\tan\theta=3\sqrt{26}=\sqrt{234}\approx15.3$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$=\frac12\,PR\cdot QR=\frac12\cdot3\cdot3\sqrt{26}=\frac92\sqrt{26}=\frac32\sqrt{234}$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$\cos\theta=\frac{1}{3\sqrt3}$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false. Answer (A, 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planes with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foot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n_1,\vec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foot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$P-\frac{Ax_0+By_0+Cz_0+D}{A^2+B^2+C^2}(A,B,C)$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a plane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the line and the normal.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a line (direction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a plane (normal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equals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a plane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PRQ$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$PQ=\frac{PR}{|\cos\varphi|}$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$QR=PR\tan\varphi$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the line and the normal.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a line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a plane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$\sin\alpha=\frac{|\vec d\cdot\vec n|}{|\vec d||\vec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$90^\circ-\varphi$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334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two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-plane,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vector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zero vector.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distinct points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inside the triangle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mid-points of the 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Then 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𝑙𝑒𝑛𝑔𝑡ℎ 𝑜𝑓 𝑡ℎ𝑒 𝑙𝑖𝑛𝑒 𝑠𝑒𝑔𝑚𝑒𝑛𝑡 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𝑙𝑒𝑛𝑔𝑡ℎ 𝑜𝑓 𝑡ℎ𝑒 𝑙𝑖𝑛𝑒 𝑠𝑒𝑔𝑚𝑒𝑛𝑡 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334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two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-plane,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$\overrightarrow{MN}$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vector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zero vector.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distinct points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inside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$\overrightarrow{SP}+5\overrightarrow{SQ}+6\overrightarrow{SR}=\vec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mid-points of the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$\frac{\text{length of the line segment }EF}{\text{length of the line segment }ES}$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Position vectors: section formula, weighted centroid and midpoints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origin,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both multiples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origin,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$S=\frac{5\vec q+6\vec r}{12}$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$\overrightarrow{ES}$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$\overrightarrow{EF}$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both multiples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origin and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position vectors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origin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q,\vec r,\vec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position vectors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$Q,R,S$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$\overrightarrow{SP}=-\vec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$\overrightarrow{SQ}=\vec q-\vec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$\overrightarrow{SR}=\vec r-\vec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$-\vec x+5(\vec q-\vec x)+6(\vec r-\vec x)=\vec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$12\vec x=5\vec q+6\vec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x=\frac{5\vec q+6\vec r}{12}$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e=\frac{\vec r}{2}$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f=\frac{\vec q+\vec r}{2}$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$\overrightarrow{EF}=\vec f-\vec e=\frac{\vec q}{2}$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$\overrightarrow{ES}=\vec x-\vec e=\frac{5\vec q+6\vec r}{12}-\frac{6\vec r}{12}=\frac{5\vec q}{12}$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$\frac{EF}{ES}=\frac{|\vec q|/2}{5|\vec q|/12}=\frac{12}{10}=\frac65=1.2$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1.2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answer is claimed to be the same for every such triangle, so compute it for one convenient triangle in coordinates.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problem asks for a single number, so it does not depend on the triangle. Choose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inside the triangle: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problem asks for a single number, so it does not depend on the triangle. Choose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$(P-S)+5(Q-S)+6(R-S)=\vec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$S=\frac{P+5Q+6R}{12}=\frac{(10,0)+(0,12)}{12}=\left(\frac56,1\right)$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inside the triangle: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$x+y=\frac{11}{6}&lt;2$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segments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$E=\frac{P+R}{2}=(0,1)$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$F=\frac{Q+R}{2}=(1,1)$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$EF=1$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$ES=\frac56-0=\frac56$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segments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$\frac{EF}{ES}=\frac{1}{5/6}=\frac65=1.2$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1.2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(weights summing to a non-zero value);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inside the triangle iff all weights have the same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theorem: the segment joining the midpoints of two sides is parallel to the third side and half its length,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weights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(total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𝑊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𝑊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𝑅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𝑊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𝑊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problem promises a unique numerical value for any triangle, test one convenient coordinate triangle.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w_i\overrightarrow{SA_i}=\vec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$S=\frac{\sum w_iA_i}{\sum w_i}$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(weights summing to a non-zero value);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inside the triangle iff all weights have the same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theorem: the segment joining the midpoints of two sides is parallel to the third side and half its length,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$EF=\frac12PQ$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weights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$w_P,w_Q,w_R$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$\overrightarrow{ES}=\frac{w_Q}{W}\overrightarrow{PQ}+\left(\frac{w_R}{W}-\frac12\right)\overrightarrow{PR}$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$w_R=\frac W2$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problem promises a unique numerical value for any triangle, test one convenient coordinate triangle.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two distinct positive real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define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a plane,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x=\hat{i}+2\hat{j}+3\hat{k}$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y=2\hat{i}+3\hat{j}+\hat{k}$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z=3\hat{i}+\hat{j}+2\hat{k}$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two distinct positive real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define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X=\alpha\vec x+\beta\vec y-\vec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Y=\alpha\vec y+\beta\vec z-\vec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Z=\alpha\vec z+\beta\vec x-\vec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X,\vec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a plane,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vectors (scalar triple product), Determinants (circulant determinant)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needs the coefficient determinant to vanish; it factors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a factor that is never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needs the coefficient determinant to vanish; it factors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$(\alpha+\beta-1)$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a factor that is never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positive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terms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coefficient rows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determinant of these rows.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X,\vec Y,\vec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terms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x,\vec y,\vec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coefficient rows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$(-1,\alpha,\beta)$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$(\beta,-1,\alpha)$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X\,\vec Y\,\vec Z]=\Delta\,[\vec x\,\vec y\,\vec z]$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determinant of these rows.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x\,\vec y\,\vec z]=\begin{vmatrix}1&amp;2&amp;3\\2&amp;3&amp;1\\3&amp;1&amp;2\end{vmatrix}=1(6-1)-2(4-3)+3(2-9)=5-2-21=-18\neq0$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X,\vec Y,\vec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X\,\vec Y\,\vec Z]=0$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$\Delta=\begin{vmatrix}\alpha&amp;\beta&amp;-1\\-1&amp;\alpha&amp;\beta\\\beta&amp;-1&amp;\alpha\end{vmatrix}=0$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first row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$R_1\to R_1+R_2+R_3$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first row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$(\alpha+\beta-1)(1,1,1)$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$\Delta=(\alpha+\beta-1)\begin{vmatrix}1&amp;1&amp;1\\-1&amp;\alpha&amp;\beta\\\beta&amp;-1&amp;\alpha\end{vmatrix}=0$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$1(\alpha^2+\beta)-1(-\alpha-\beta^2)+1(1-\alpha\beta)=\alpha^2+\beta^2+\alpha+\beta+1-\alpha\beta$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$(\alpha+\beta-1)\left(\alpha^2+\beta^2+\alpha+\beta+1-\alpha\beta\right)=0$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$\alpha^2+(1-\beta)\alpha+\beta^2+\beta+1=0$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Treat the second as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discriminant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not possible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Treat the second as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discriminant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$(1-\beta)^2-4(\beta^2+\beta+1)=-3\beta^2-6\beta-3=-3(\beta+1)^2$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$(\beta+1)^2\le0$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not possible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$\alpha+\beta-3=-2$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-2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coefficient matrix is circulant,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product with a sum of squares.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coefficient matrix is circulant,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$\Delta=a^3+b^3+c^3-3abc$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$(a,b,c)=(\alpha,\beta,-1)$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product with a sum of squares.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rows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the form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circulant.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determinant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this determinant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rows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$(-1,\alpha,\beta)$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$(\beta,-1,\alpha)$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$(c,a,b)$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$(b,c,a)$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circulant.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determinant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$a^3+b^3+c^3-3abc=(a+b+c)\cdot\frac12\left[(a-b)^2+(b-c)^2+(c-a)^2\right]$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x\,\vec y\,\vec z]=-18\neq0$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X,\vec Y,\vec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this determinant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case contradicts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 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three vectors are dependent and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case contradicts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X+\vec Y+\vec Z=(\alpha+\beta-1)(\vec x+\vec y+\vec z)=\vec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three vectors are dependent and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$\alpha+\beta-3=-2$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-2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non-coplanar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coefficient matrix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basis,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coplanarity of the new vectors is just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Circulant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second factor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zero only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any linear relation) the three vectors are linearly dependent, hence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operation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 common factor appear in cyclic determinants; check by testing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x,\vec y,\vec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non-coplanar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X,\vec Y,\vec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coefficient matrix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basis,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X\,\vec Y\,\vec Z]=\det C\,[\vec x\,\vec y\,\vec z]$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coplanarity of the new vectors is just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$\det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Circulant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$\begin{vmatrix}a&amp;b&amp;c\\c&amp;a&amp;b\\b&amp;c&amp;a\end{vmatrix}=a^3+b^3+c^3-3abc=(a+b+c)\left(a^2+b^2+c^2-ab-bc-ca\right)$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second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$\frac12\sum(a-b)^2\ge0$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zero only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X+\vec Y+\vec Z=\vec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any linear relation) the three vectors are linearly dependent, hence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operation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$R_1\to R_1+R_2+R_3$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 common factor appear in cyclic determinants; check by testing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$\Delta=36-18=18$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$6\cdot\frac12(1+1+4)=18$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3298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2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be two vectors,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be real numbers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̂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Match each entry in List-I to the correct entry in List-II and choose the correct option.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List-I: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equal to; (Q) If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equal to; (R) If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2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equal to; (S) If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2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equal to.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List-II: (1)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; (2)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; (3)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; (4)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; (5) </a:t>
                </a:r>
                <a14:m>
                  <m:oMath xmlns:m="http://schemas.openxmlformats.org/officeDocument/2006/math">
                    <m:r>
                      <a:rPr lang="en-IN" sz="22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(A)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(2);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(1);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(4);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(5)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(B)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(2);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(3);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(5)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(C)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(2);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(1);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(4);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(3)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(D)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(5);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2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(3)</a:t>
                </a:r>
                <a:endParaRPr sz="22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3298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2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w=\hat{i}+\hat{j}-2\hat{k}$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be two vectors, such that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v=\vec w$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w=\vec u$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be real numbers such that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u=\alpha\hat{i}+\beta\hat{j}+\gamma\hat{k}$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$-t\alpha+\beta+\gamma=0$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$\alpha-t\beta+\gamma=0$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$\alpha+\beta-t\gamma=0$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 Match each entry in List-I to the correct entry in List-II and choose the correct option.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List-I: (P)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v|^2$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equal to; (Q) If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$\alpha=\sqrt3$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$\gamma^2$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equal to; (R) If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$\alpha=\sqrt3$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$(\beta+\gamma)^2$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equal to; (S) If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$\alpha=\sqrt2$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$t+3$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is equal to.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List-II: (1)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; (2)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; (3)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; (4)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; (5)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(A) (P)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(2); (Q)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(1); (R)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(4); (S)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(5)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(B) (P)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(2); (Q)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(3); (S)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(5)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(C) (P)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(2); (Q)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(1); (R)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(4); (S)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(3)</a:t>
                </a:r>
                <a:endParaRPr sz="22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200">
                    <a:solidFill>
                      <a:srgbClr val="111827"/>
                    </a:solidFill>
                  </a:defRPr>
                </a:pP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(D) (P)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(5); (Q)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:r>
                  <a:rPr lang="en-IN" sz="22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200" b="0">
                    <a:solidFill>
                      <a:srgbClr val="111827"/>
                    </a:solidFill>
                    <a:latin typeface="Arial"/>
                  </a:rPr>
                  <a:t> (3)</a:t>
                </a:r>
                <a:endParaRPr sz="22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Matching List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 and mutually perpendicular vectors, Homogeneous system of linear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mutually perpendicular, and subtracting the equations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u,\vec v,\vec 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mutually perpendicular, and subtracting the equations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$(1+t)(\alpha-\beta)=(1+t)(\beta-\gamma)=0$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 (all non-zero).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v=\vec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w\perp\vec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w=\vec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u\perp\vec v,\vec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v,\vec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 (all non-zero).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left side equals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the equations: (ii)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(iii)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either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v\times\vec w)\times\vec v=(\vec v\cdot\vec v)\vec w-(\vec w\cdot\vec v)\vec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left side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v=\vec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$\left(|\vec v|^2-1\right)\vec w-(\vec w\cdot\vec v)\vec v=\vec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w\perp\vec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w\cdot\vec v=0$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w\neq\vec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v|^2=1$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w=\vec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v\perp\vec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u|=|\vec v||\vec w|=1\cdot\sqrt{1+1+4}=\sqrt6$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u\cdot\vec w=0$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$\alpha+\beta-2\gamma=0$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the equations: (ii)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$\alpha(1+t)-\beta(1+t)=0$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(iii)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$\beta(1+t)-\gamma(1+t)=0$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$(1+t)(\alpha-\beta)=(1+t)(\beta-\gamma)=0$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either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(S)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equation (i)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(Q)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is the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every equation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subtracting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(R)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(1),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(S)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u|^2=3\alpha^2=6$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$\alpha=\pm\sqrt2$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equation (i)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$-t\alpha+2\alpha=0$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$t+3=5$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is the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every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$\alpha+\beta-2\gamma=0$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subtracting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(R)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$(\beta+\gamma)^2=\beta^2=\alpha^2=3$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(1),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(2);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(P)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(2); (Q)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(1); (R)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(S)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each equation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lengths and a cross product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each equation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$S=(t+1)\alpha$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$S=\alpha+\beta+\gamma$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w|=|\vec u||\vec v|$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lengths and a cross product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Equation (i)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likewise (ii)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(iii)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u\perp\vec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v\perp\vec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w|=|\vec u||\vec v|$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u|=|\vec v||\vec w|$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u|=|\vec v|^2|\vec u|$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v|^2=1$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u|=|\vec w|=\sqrt6$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Equation (i)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$S-(t+1)\alpha=0$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likewise (ii)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$S=(t+1)\beta$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(iii)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$S=(t+1)\gamma$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$t\neq-1$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$\alpha=\beta=\gamma=\frac{S}{t+1}$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u|^2=3\alpha^2=6$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$\alpha=\pm\sqrt2$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$S=3\alpha=(t+1)\alpha$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$t+3=5$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come from the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forced.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Answer: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(1),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u\perp(1,1,1)$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u\perp\vec w=(1,1,-2)$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u\parallel(1,1,1)\times(1,1,-2)=(-3,3,0)$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u=k(1,-1,0)$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$k=\pm\sqrt3$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u=(\sqrt3,-\sqrt3,0)$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$(\beta+\gamma)^2=3$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come from the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$t\neq-1$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$\alpha=\pm\sqrt2$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forced.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Answer: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(1),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(2);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(P)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(2); (Q)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(1); (R)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(S)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non-zero vectors,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holds.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Triple-product identities: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perpendicular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v=\vec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w=\vec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non-zero vectors,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v,\vec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u|=|\vec w|$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w\times\vec u=\vec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holds.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Triple-product identities: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b)\times\vec c=(\vec a\cdot\vec c)\vec b-(\vec b\cdot\vec c)\vec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b\times\vec c)=(\vec a\cdot\vec c)\vec b-(\vec a\cdot\vec b)\vec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perpendicular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b|=|\vec a||\vec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system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matrix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all ones), with determinant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Non-zero solutions: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Writing symmetric equations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splits cases immediately: either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all unknowns are equal.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system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$-t\alpha+\beta+\gamma=\alpha-t\beta+\gamma=\alpha+\beta-t\gamma=0$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matrix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$J-(t+1)I$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all ones), with determinant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$-(t-2)(t+1)^2$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Non-zero solutions: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$(\alpha,\beta,\gamma)\propto(1,1,1)$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Writing symmetric equations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$S=(t+1)\alpha$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$S=(t+1)\beta$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$S=(t+1)\gamma$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splits cases immediately: either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all unknowns are equal.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vectors,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points with position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respectively, with respect to the origin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to each other, then the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vectors,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points with position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respectively, with respect to the origin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b|=\sqrt{21}$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a-\vec b|=3$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a-\vec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to each other, then the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Dot and cross product: area of a triangle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a\perp(\vec a-\vec b)$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a|^2=\vec a\cdot\vec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a\times(\vec a+\vec b)=\vec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$\frac12|\vec a\times\vec b|$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b|^2=|\vec a|^2+|\vec b|^2+2\,\vec a\cdot\vec b=21$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a-\vec b|^2=|\vec a|^2+|\vec b|^2-2\,\vec a\cdot\vec b=9$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a|^2+|\vec b|^2=15$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$4\,\vec a\cdot\vec b=12$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a\perp(\vec a-\vec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a-\vec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a|^2=\vec a\cdot\vec 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b|^2=15-3=12$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OPR=\frac12\left|\overrightarrow{OP}\times\overrightarrow{OR}\right|=\frac12\left|\vec a\times(\vec a+\vec b)\right|=\frac12\left|\vec a\times\vec b\right|$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b|=\sqrt{|\vec a|^2|\vec b|^2-(\vec a\cdot\vec b)^2}=\sqrt{36-9}=3\sqrt3$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$=\frac12\cdot3\sqrt3=\frac{3\sqrt3}{2}$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$\frac{3\sqrt3}{2}$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Geometry: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parallelogram,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Geometry: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a\perp(\vec a-\vec b)$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$\triangle OPQ$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right-angled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$OPRQ$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parallelogram,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$[OPR]=[OPQ]$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parallelogram (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with diagonals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splits it into two equal triangles, but so does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$OPRQ$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parallelogram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$\vec{OR}=\vec{OP}+\vec{OQ}$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with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$OR=\sqrt{21}$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$PQ=|\vec a-\vec b|=3$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splits it into two equal triangles, but so does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$[OPR]=[OPQ]=\frac12[OPRQ]$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$\vec{PQ}=\vec b-\vec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a=\vec{OP}$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OPQ$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$OQ^2=OP^2+PQ^2=OP^2+9$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law: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law: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$OR^2+PQ^2=2(OP^2+OQ^2)$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$21+9=2\left(OP^2+OP^2+9\right)$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$[OPQ]=\frac12\cdot OP\cdot PQ=\frac12\cdot\sqrt3\cdot3=\frac{3\sqrt3}{2}$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$[OPR]=\frac{3\sqrt3}{2}$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$\frac{3\sqrt3}{2}$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law: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vertices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vanishes,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(half the parallelogram).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projects onto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length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right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law: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b|^2+|\vec a-\vec b|^2=2\left(|\vec a|^2+|\vec b|^2\right)$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b|^2-|\vec a-\vec b|^2=4\,\vec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$O,\vec a,\vec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$=\frac12|\vec a\times\vec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 a+\vec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vanishes,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$[O,\vec a,\vec a+\vec b]=[O,\vec a,\vec 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(half the parallelogram).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$36-9=27$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a\perp(\vec a-\vec b)\iff|\vec a|^2=\vec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projects onto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right angle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OPQ$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3217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such that it contains the straight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which passes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statements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equation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distance between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distance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acute angle between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3217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such that it contains the straight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$\frac{x-1}{2}=\frac{y-3}{3}=\frac{z+2}{1}$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which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statements is (are)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equation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$7x-5y+z=-10$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distance between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distance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acute angle between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$2x+2y+z=3$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$\cos^{-1}\left(\frac{1}{3\sqrt3}\right)$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a line perpendicular to a given plane; distance and angle between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perpendicular to the line direction and to the normal of the given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d\times\vec n_Q$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perpendicular to the line direction and to the normal of the given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lies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d=(2,3,1)$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n_P\perp\vec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n_Q=(1,2,3)$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n_P\perp\vec n_Q$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Distance between the parallel planes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n_P=\vec d\times\vec n_Q=\begin{vmatrix}\hat{i}&amp;\hat{j}&amp;\hat{k}\\2&amp;3&amp;1\\1&amp;2&amp;3\end{vmatrix}=7\hat{i}-5\hat{j}+\hat{k}$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$7(x-1)-5(y-3)+(z+2)=0$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$7x-5y+z+10=0$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$7x-5y+z=-10$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$7x-5y+z=k$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$k=28-10+2=20$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$7x-5y+z-20=0$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Distance between the parallel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$=\frac{|10-(-20)|}{\sqrt{49+25+1}}=\frac{30}{\sqrt{75}}=\frac{30}{5\sqrt3}=2\sqrt3\neq30$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$=\frac{|10|}{\sqrt{75}}=\frac{10}{5\sqrt3}=\frac{2}{\sqrt3}=\frac{2\sqrt3}{3}\neq2\sqrt3$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75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Answer: (A,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$\cos\theta=\frac{|(7,-5,1)\cdot(2,2,1)|}{\sqrt{75}\cdot3}=\frac{5}{5\sqrt3\cdot3}=\frac{1}{3\sqrt3}$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$\theta=\cos^{-1}\left(\frac{1}{3\sqrt3}\right)$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Answer: (A,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Write the line as an intersection of two planes and use the pencil of planes through it, imposing perpendicularity on the normals.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is their intersection.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plane through the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$\frac{x-1}{2}=\frac{y-3}{3}$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$3x-2y+3=0$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$\frac{y-3}{3}=\frac{z+2}{1}$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$y-3z-9=0$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is their intersection.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plane through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$(3x-2y+3)+\lambda(y-3z-9)=0$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$(3,\ \lambda-2,\ -3\lambda)$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$3+2(\lambda-2)-9\lambda=0$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$-1-7\lambda=0$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and 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normals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75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true. Answer (A,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and 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$21x-15y+3z+30=0$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$7x-5y+z+10=0$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$7x-5y+z+10$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$28-10+2+10=30$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$\frac{30}{\sqrt{75}}=2\sqrt3\neq30$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$\frac{10}{\sqrt{75}}=\frac{2\sqrt3}{3}\neq2\sqrt3$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$(7,-5,1)$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$\cos\theta=\frac{5}{\sqrt{75}\cdot3}=\frac{1}{3\sqrt3}$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true. Answer (A,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a line of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a plane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must be perpendicular to both).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Pencil of planes: planes through the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symmetric-form line is the intersection of two of its three equalities.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is also (value of one plane's expression at a point of the other)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(acute angle). Always sanity-check: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a line of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a plane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d\times\vec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must be perpendicular to both).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Pencil of planes: planes through the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$\pi_1+\lambda\pi_2=0$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symmetric-form line is the intersection of two of its three equalities.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$\frac{|D_1-D_2|}{\sqrt{A^2+B^2+C^2}}$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is also (value of one plane's expression at a point of the other)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$/|\vec n|$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 n_1\cdot\vec n_2|}{|\vec n_1||\vec n_2|}$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(acute angle). Always sanity-check: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d\cdot\vec n_P=14-15+1=0$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748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straight line joining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drawn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Another line passing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the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lengths of the line segments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Then which of the following statements is (are) TRUE: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orthocentre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orthocentre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748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straight line joining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$Q(2,3,1)$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drawn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$R(4,-1,5)$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Another line passing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$|PS|:|ST|=1:2$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$|PS|$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$|ST|$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lengths of the line segments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Then which of the following statements is (are) TRUE: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orthocentre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$\left(\frac{23}{5},-4,\frac{31}{5}\right)$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orthocentre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$(4,3,5)$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$6\sqrt5$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$18\sqrt5$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perpendicular, section formula, area and orthocentre of a triangle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altitude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area is a base-height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$RS\perp PT$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altitude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area is a base-height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$\overrightarrow{PQ}=(1,1,2)$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$S=(1+\lambda,\ 2+\lambda,\ -1+2\lambda)$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$\overrightarrow{RS}=(\lambda-3,\ \lambda+3,\ 2\lambda-6)$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$\overrightarrow{RS}\cdot(1,1,2)=0$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$(\lambda-3)+(\lambda+3)+2(2\lambda-6)=0$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$6\lambda-12=0$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true, (C)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$S=(3,4,3)$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$1:2$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$S=\frac{2P+T}{3}$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$\frac{2+x}{3}=3\Rightarrow x=7$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$\frac{4+y}{3}=4\Rightarrow y=8$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$\frac{-2+z}{3}=3\Rightarrow z=11$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$T=(7,8,11)$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$\overrightarrow{PR}=(3,-3,6)$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$\overrightarrow{RT}=(3,9,6)$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$\overrightarrow{PR}\times\overrightarrow{RT}=\begin{vmatrix}\hat{i}&amp;\hat{j}&amp;\hat{k}\\3&amp;-3&amp;6\\3&amp;9&amp;6\end{vmatrix}=-72\hat{i}+36\hat{k}=36(-2\hat{i}+\hat{k})$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PRT=\frac12\left|\overrightarrow{PR}\times\overrightarrow{RT}\right|=\frac12\cdot36\sqrt5=18\sqrt5$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true, (C)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Orthocentre: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it.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true, (B) false. Answer (A,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Orthocentre: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$RS\perp PT$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$\overrightarrow{RS}=(-1,5,-2)$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$H=(4-\mu,\ -1+5\mu,\ 5-2\mu)$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$\overrightarrow{PH}\cdot\overrightarrow{RT}=0$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$\overrightarrow{PH}=(3-\mu,\ -3+5\mu,\ 6-2\mu)$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$3(3-\mu)+9(-3+5\mu)+6(6-2\mu)=18+30\mu=0$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$\mu=-\frac35$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$H=\left(4+\frac35,\ -1-3,\ 5+\frac65\right)=\left(\frac{23}{5},-4,\frac{31}{5}\right)$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true, (B) false. Answer (A,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base and height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for the area, and place the triangle in plane coordinates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origin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base and height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for the area, and place the triangle in plane coordinates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origin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$SH\cdot SR=SP\cdot ST$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by projection: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true, (C)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by projection: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$\overrightarrow{PR}=(3,-3,6)$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$\frac{\overrightarrow{PR}\cdot\vec d}{|\vec d|^2}=\frac{12}{6}=2$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$S=P+2\vec d=(3,4,3)$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$T=3S-2P=(7,8,11)$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$PS=|(2,2,4)|=2\sqrt6$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$ST=2\,PS=4\sqrt6$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$PT=6\sqrt6$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$RS=|(1,-5,2)|=\sqrt{30}$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$RS\perp PT$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$=\frac12\cdot PT\cdot RS=\frac12\cdot6\sqrt6\cdot\sqrt{30}=3\sqrt{180}=18\sqrt5$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true, (C)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plane of the triangle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origin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altitude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plane of the triangle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origin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$P=(-2\sqrt6,0)$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$T=(4\sqrt6,0)$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$R=(0,\sqrt{30})$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altitude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$H=(0,y)$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$\overrightarrow{PH}\cdot\overrightarrow{RT}=0$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$(2\sqrt6,\ y)\cdot(4\sqrt6,\ -\sqrt{30})=48-\sqrt{30}\,y=0$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$y=\frac{48}{\sqrt{30}}$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same side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(beyond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the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obtuse: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true, (B) false. Answer (A,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$\frac{SH}{SR}=\frac{48/\sqrt{30}}{\sqrt{30}}=\frac{48}{30}=\frac85$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same side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(beyond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the angle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obtuse: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$\overrightarrow{RP}\cdot\overrightarrow{RT}=-18&lt;0$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$H=S+\frac85(R-S)=(3,4,3)+\frac85(1,-5,2)=\left(\frac{23}{5},-4,\frac{31}{5}\right)$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true, (B) false. Answer (A,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Orthocentre with altitude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 coordinates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orthocentre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ray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lies outside the triangle exactly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obtuse);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base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height when a foot of the altitude is known.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$S=P+\frac{(R-P)\cdot\vec d}{|\vec d|^2}\vec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$m:n$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$PS:ST=m:n$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$T=\frac{(m+n)S-nP}{m}$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$1:2$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$T=3S-2P$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Orthocentre with altitude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 coordinates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$P=(-p,0)$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$T=(t,0)$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$p,t,r&gt;0$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orthocentre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$(0,\frac{pt}{r})$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$SH\cdot SR=SP\cdot ST$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ray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lies outside the triangle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$pt&gt;r^2$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obtuse);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$48&gt;30$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$=\frac12|\overrightarrow{AB}\times\overrightarrow{AC}|$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base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height when a foot of the altitude is known.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For real numbers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consider the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matrix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0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0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0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ad>
                                    <m:radPr>
                                      <m:degHide m:val="on"/>
                                      <m:ctrlPr>
                                        <a:rPr lang="en-IN" sz="20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radPr>
                                    <m:deg/>
                                    <m:e>
                                      <m:r>
                                        <a:rPr lang="en-IN" sz="20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</m:rad>
                                </m:den>
                              </m:f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0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type m:val="bar"/>
                                  <m:ctrlPr>
                                    <a:rPr lang="en-IN" sz="20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0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ad>
                                    <m:radPr>
                                      <m:degHide m:val="on"/>
                                      <m:ctrlPr>
                                        <a:rPr lang="en-IN" sz="20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radPr>
                                    <m:deg/>
                                    <m:e>
                                      <m:r>
                                        <a:rPr lang="en-IN" sz="20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</m:rad>
                                </m:den>
                              </m:f>
                            </m:e>
                          </m:mr>
                          <m:mr>
                            <m:e>
                              <m:f>
                                <m:fPr>
                                  <m:type m:val="bar"/>
                                  <m:ctrlPr>
                                    <a:rPr lang="en-IN" sz="20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0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ad>
                                    <m:radPr>
                                      <m:degHide m:val="on"/>
                                      <m:ctrlPr>
                                        <a:rPr lang="en-IN" sz="20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radPr>
                                    <m:deg/>
                                    <m:e>
                                      <m:r>
                                        <a:rPr lang="en-IN" sz="20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e>
                                  </m:rad>
                                </m:den>
                              </m:f>
                            </m:e>
                            <m:e>
                              <m:r>
                                <a:rPr lang="en-IN" sz="20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0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0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ad>
                                    <m:radPr>
                                      <m:degHide m:val="on"/>
                                      <m:ctrlPr>
                                        <a:rPr lang="en-IN" sz="20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radPr>
                                    <m:deg/>
                                    <m:e>
                                      <m:r>
                                        <a:rPr lang="en-IN" sz="20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e>
                                  </m:rad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lang="en-IN" sz="20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γ</m:t>
                              </m:r>
                            </m:e>
                            <m:e>
                              <m:r>
                                <a:rPr lang="en-IN" sz="20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δ</m:t>
                              </m:r>
                            </m:e>
                            <m:e>
                              <m:r>
                                <a:rPr lang="en-IN" sz="20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Suppose that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the transpose of the matrix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the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identity matrix. Let the three column vectors be defined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Match each entry in List-I to the correct entry in List-II and choose the correct option.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List-I: (P) The value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is; (Q) If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⃗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for some real numbers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is; (R) The value of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is; (S) The value of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List-II: (1)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(2)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(3)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(4)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(5)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(3);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For real numbers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$\alpha,\beta,\gamma,\delta$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consider the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matrix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$M=\begin{pmatrix}\alpha&amp;\frac{1}{\sqrt2}&amp;-\frac{1}{\sqrt2}\\\frac{1}{\sqrt3}&amp;\beta&amp;\frac{1}{\sqrt3}\\\gamma&amp;\delta&amp;\mu\end{pmatrix}$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Suppose that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$MM^T=I$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$M^T$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the transpose of the matrix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the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identity matrix. Let the three column vectors be defined as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u=\alpha\hat{i}+\frac{1}{\sqrt3}\hat{j}+\gamma\hat{k}$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v=\frac{1}{\sqrt2}\hat{i}+\beta\hat{j}+\delta\hat{k}$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w=-\frac{1}{\sqrt2}\hat{i}+\frac{1}{\sqrt3}\hat{j}+\mu\hat{k}$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Match each entry in List-I to the correct entry in List-II and choose the correct option.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List-I: (P) The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$\gamma^2+\delta^2$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is; (Q) If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$x\vec u+y\vec v+z\vec w=\hat{j}$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for some real numbers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is; (R) The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$\left|\vec u\cdot(\vec v\times\vec w)\right|$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is; (S) The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$\left|\vec u\times(\vec v\times\vec w)\right|$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List-II: (1)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(2)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(3)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(4)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$\frac{1}{\sqrt3}$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(5)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$\frac56$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(5); 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(2); 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(5); 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(5); 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(3); 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(2); 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(5); 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(4); 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(1); 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(2)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List Type(3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Orthogonal matrix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Triple product and cross product of orthonormal vectors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4(A level above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List Type(3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Orthogonal matrix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$MM^T=I$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Triple product and cross product of orthonormal vectors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4(A level above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rows and the columns orthonormal,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form an orthonormal triad.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$MM^T=I$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rows and the columns orthonormal,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u,\vec v,\vec 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form an orthonormal triad.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orthogonal: its rows are orthonormal, and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too, so its columns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orthonormal.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1 has unit length: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$MM^T=I$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orthogonal: its rows are orthonormal,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$M^TM=I$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too, so its columns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v,\vec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orthonormal.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1 has unit length: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$\alpha^2+\frac12+\frac12=1$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1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Row 2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(P) Column 3 has unit length: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Row 3 has unit length: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1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Row 3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(consistent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(Q)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1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Row 2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$\frac{\alpha}{\sqrt3}+\frac{\beta}{\sqrt2}-\frac{1}{\sqrt6}=0$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(P) Column 3 has unit length: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$\frac12+\frac13+\mu^2=1$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$\mu^2=\frac16$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Row 3 has unit length: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$\gamma^2+\delta^2+\mu^2=1$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$\gamma^2+\delta^2=\frac56$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1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Row 3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$\alpha\gamma+\frac{\delta}{\sqrt2}-\frac{\mu}{\sqrt2}=0$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(consistent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$\mu^2=\frac16$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(Q)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u\cdot\vec 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u\cdot\vec v=0$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u\cdot\vec w=0$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$x\vec u+y\vec v+z\vec w=\hat{j}$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$x=\vec u\cdot\hat{j}=\frac{1}{\sqrt3}$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(R)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three mutually perpendicular unit vectors, so the volume of the parallelepiped is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(5),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v,\vec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three mutually perpendicular unit vectors, so the volume of the parallelepiped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$\left|\vec u\cdot(\vec v\times\vec w)\right|=1$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w=\pm\vec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u\times(\vec v\times\vec w)=\pm\,\vec u\times\vec u=\vec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$\left|\vec u\times(\vec v\times\vec w)\right|=0$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(5),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(2);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(P)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(5); (Q)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(R)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(2); (S)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matrix facts directly: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second row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matrix facts directly: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$M^{-1}=M^T$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$\det M=\pm1$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$M(x,y,z)^T=\hat{j}$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$(x,y,z)^T$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second row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Rows and columns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orthonormal;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(P) Column 3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unit length: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Row 3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has unit length,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 No need to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Rows and columns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orthonormal;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$M^{-1}=M^T$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$\det M=\pm1$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$(\det M)^2=\det(MM^T)=1$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(P) Column 3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w=\left(-\frac{1}{\sqrt2},\frac{1}{\sqrt3},\mu\right)$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unit length: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$\mu^2=1-\frac12-\frac13=\frac16$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Row 3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$=(\gamma,\delta,\mu)$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has unit length,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$\gamma^2+\delta^2=1-\frac16=\frac56$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(5). No need to 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(Q)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(columns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second row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column.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2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(R)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absolute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$x\vec u+y\vec v+z\vec w=M\begin{pmatrix}x\\y\\z\end{pmatrix}$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(columns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v,\vec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$M\begin{pmatrix}x\\y\\z\end{pmatrix}=\begin{pmatrix}0\\1\\0\end{pmatrix}$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$\begin{pmatrix}x\\y\\z\end{pmatrix}=M^{T}\begin{pmatrix}0\\1\\0\end{pmatrix}$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second row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column.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2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$\left(\frac{1}{\sqrt3},\beta,\frac{1}{\sqrt3}\right)$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u\cdot(\vec v\times\vec w)=\det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absolute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(A):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(5),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u\times(\vec v\times\vec w)=\vec v(\vec u\cdot\vec w)-\vec w(\vec u\cdot\vec v)=\vec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u\perp\vec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u\perp\vec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(A): (P)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(5), (Q)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(4), (R)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(S)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(5); (Q)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(R)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(2); 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(P)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(5); (Q)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(4); (R)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(2); (S)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$\to$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(1)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square matrix,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rows orthonormal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columns orthonormal;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Squared entries of any row or any column of an orthogonal matrix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fixes unknowns from partial data (row 1: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orthonormal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coordinates of any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basis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triple product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it vanishes.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square matrix,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$MM^T=I\iff M^TM=I\iff$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rows orthonormal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$\iff$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columns orthonormal;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$M^{-1}=M^T$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$\det M=\pm1$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Squared entries of any row or any column of an orthogonal matrix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fixes unknowns from partial data (row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$\alpha^2+\frac12+\frac12=1\Rightarrow\alpha=0$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v,\vec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orthonormal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u\cdot(\vec v\times\vec w)=\det[\vec u\,\vec v\,\vec w]=\pm1$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w=\pm\vec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coordinates of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basis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$x=\vec r\cdot\vec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$y=\vec r\cdot\vec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$z=\vec r\cdot\vec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triple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b\times\vec c)=(\vec a\cdot\vec c)\vec b-(\vec a\cdot\vec b)\vec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it vanishes.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Matching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Matching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Integer (0-9)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Matching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(4/13)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Integer (0-9)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(5/13)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(6/13)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2.5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little easier than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(7/13)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(8/13)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(9/13)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2.5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little easier than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(10/13)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Matching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(11/13)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Integer (0-9)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Integer (0-9)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Easier than JEE Main Level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Matching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Easier than JEE Main Level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(12/13)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Matching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(13/13)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Matching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31520" y="1417320"/>
            <a:ext cx="4754880" cy="3291840"/>
          </a:xfrm>
          <a:prstGeom prst="roundRect">
            <a:avLst>
              <a:gd name="adj" fmla="val 8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37160" bIns="73152"/>
          <a:lstStyle>
            <a:lvl1pPr>
              <a:defRPr sz="3000">
                <a:solidFill>
                  <a:srgbClr val="0B1F3A"/>
                </a:solidFill>
              </a:defRPr>
            </a:lvl1pPr>
          </a:lstStyle>
          <a:p>
            <a:pPr algn="ctr">
              <a:defRPr sz="3000">
                <a:solidFill>
                  <a:srgbClr val="0B1F3A"/>
                </a:solidFill>
              </a:defRPr>
            </a:pPr>
            <a:r>
              <a:rPr sz="3000" b="1">
                <a:solidFill>
                  <a:srgbClr val="0B1F3A"/>
                </a:solidFill>
                <a:latin typeface="Arial"/>
              </a:rPr>
              <a:t>Difficulty Index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8800" b="1">
                <a:solidFill>
                  <a:srgbClr val="0B1F3A"/>
                </a:solidFill>
                <a:latin typeface="Arial"/>
              </a:rPr>
              <a:t>2.32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2400" b="0">
                <a:solidFill>
                  <a:srgbClr val="0B1F3A"/>
                </a:solidFill>
                <a:latin typeface="Arial"/>
              </a:rPr>
              <a:t>out of 5</a:t>
            </a:r>
            <a:endParaRPr sz="3000">
              <a:solidFill>
                <a:srgbClr val="0B1F3A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5852160" y="1417320"/>
            <a:ext cx="5605272" cy="603504"/>
          </a:xfrm>
          <a:prstGeom prst="rect">
            <a:avLst/>
          </a:prstGeom>
          <a:solidFill>
            <a:srgbClr val="93C47D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JEE Main or easier:  10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852160" y="2093976"/>
            <a:ext cx="5605272" cy="603504"/>
          </a:xfrm>
          <a:prstGeom prst="rect">
            <a:avLst/>
          </a:prstGeom>
          <a:solidFill>
            <a:srgbClr val="FFD966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Below average:  27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852160" y="2770632"/>
            <a:ext cx="5605272" cy="603504"/>
          </a:xfrm>
          <a:prstGeom prst="rect">
            <a:avLst/>
          </a:prstGeom>
          <a:solidFill>
            <a:srgbClr val="F6B26B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Average Advanced:  18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852160" y="3447288"/>
            <a:ext cx="5605272" cy="603504"/>
          </a:xfrm>
          <a:prstGeom prst="rect">
            <a:avLst/>
          </a:prstGeom>
          <a:solidFill>
            <a:srgbClr val="E88080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Above average:  6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852160" y="4123944"/>
            <a:ext cx="5605272" cy="603504"/>
          </a:xfrm>
          <a:prstGeom prst="rect">
            <a:avLst/>
          </a:prstGeom>
          <a:solidFill>
            <a:srgbClr val="CC4125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FFFFFF"/>
                </a:solidFill>
              </a:defRPr>
            </a:lvl1pPr>
          </a:lstStyle>
          <a:p>
            <a:pPr algn="l">
              <a:defRPr sz="2400">
                <a:solidFill>
                  <a:srgbClr val="FFFFFF"/>
                </a:solidFill>
              </a:defRPr>
            </a:pPr>
            <a:r>
              <a:rPr sz="2400" b="1">
                <a:solidFill>
                  <a:srgbClr val="FFFFFF"/>
                </a:solidFill>
                <a:latin typeface="Arial"/>
              </a:rPr>
              <a:t>Very difficult:  0 questions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31520" y="5029200"/>
            <a:ext cx="10725912" cy="1097280"/>
          </a:xfrm>
          <a:prstGeom prst="rect">
            <a:avLst/>
          </a:prstGeom>
          <a:solidFill>
            <a:srgbClr val="FFFFFF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Total: 61 questions, 233 marks.  Index = Σ(marks × level) ÷ Σ marks, on the 0-5 scale.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Difficulty Profile of the Paper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Chart 2"/>
          <p:cNvGraphicFramePr>
            <a:graphicFrameLocks noGrp="1"/>
          </p:cNvGraphicFramePr>
          <p:nvPr/>
        </p:nvGraphicFramePr>
        <p:xfrm>
          <a:off x="457200" y="1280160"/>
          <a:ext cx="11274552" cy="5349240"/>
        </p:xfrm>
        <a:graphic>
          <a:graphicData uri="http://schemas.openxmlformats.org/drawingml/2006/chart">
            <c:chart xmlns:c="http://schemas.openxmlformats.org/drawingml/2006/chart" r:id="rId2"/>
          </a:graphicData>
        </a:graphic>
      </p:graphicFrame>
    </p:spTree>
  </p:cSld>
  <p:clrMapOvr>
    <a:masterClrMapping/>
  </p:clrMapOvr>
</p:sld>
</file>

<file path=ppt/slides/slide4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Comparison with JEE Advanced Papers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1661007" y="1371600"/>
          <a:ext cx="8869680" cy="4526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720"/>
                <a:gridCol w="3108960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Paper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Difficulty Index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2.76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2023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3.19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2024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2.59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2025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3.02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Vector &amp; 3D Geometry (Exercise J-A) Sheet Vector 3D · Exercise J-A · detailed solutions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2.32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731520" y="6080759"/>
            <a:ext cx="10725912" cy="45720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lvl1pPr>
              <a:defRPr sz="2000">
                <a:solidFill>
                  <a:srgbClr val="111827"/>
                </a:solidFill>
              </a:defRPr>
            </a:lvl1pPr>
          </a:lstStyle>
          <a:p>
            <a:pPr algn="ctr">
              <a:defRPr sz="2000">
                <a:solidFill>
                  <a:srgbClr val="111827"/>
                </a:solidFill>
              </a:defRPr>
            </a:pPr>
            <a:r>
              <a:rPr sz="2000" b="0">
                <a:solidFill>
                  <a:srgbClr val="111827"/>
                </a:solidFill>
                <a:latin typeface="Arial"/>
              </a:rPr>
              <a:t>Marks-weighted difficulty index on the 0-5 scale</a:t>
            </a:r>
            <a:endParaRPr sz="20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