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3.0</c:v>
                </c:pt>
                <c:pt idx="8">
                  <c:v>3.0</c:v>
                </c:pt>
                <c:pt idx="9">
                  <c:v>3.0</c:v>
                </c:pt>
                <c:pt idx="10">
                  <c:v>2.0</c:v>
                </c:pt>
                <c:pt idx="11">
                  <c:v>3.0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line for the by-parts step shows the inner integral with a minus sign in front of $\frac1{21k}\int(1-x^k)^{21}dx$; with $v=-\frac{(1-x^k)^{21}}{21k}$ the term is $+\frac1{21k}I_{21}$, and the minus sign belongs to the outer relation $I_{21}=I_{20}-\ldots$. The PDF also jumps from $(21k+1)I_{21}=21kI_{20}$ to $k=7$ without using $147I_{20}=148I_{21}$; this link is written out. Result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takes $\cos\left(2\cot^{-1}\sqrt{\frac{1-x}{1+x}}\right)=\cos2\theta$ and then writes $-2\int\cos2\theta\sin2\theta\,d\theta=\int\sin4\theta\,d\theta$. Both are slips: the integrand is $\cos(\pi-2\theta)=-\cos2\theta$, and $-2\cos2\theta\sin2\theta=-\sin4\theta$. The two sign errors cancel, so the final value $-\frac14$ is right. The corrected working shows the sign properly.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 the PDF's partial-fraction line the numerator is printed as $(x^2-1)-\left(x^2+\frac13\right)$; it must be $(x^2+1)-\left(x^2+\frac13\right)=\frac23$ (the factor that makes the $\frac13\cdot\frac32$ prefactor work). The final answer is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denominator of the first limit after the second L'Hopital step as $e^{x^2}+xe^{x^2}(2x)$, dropping the factor 2: the derivative of $2x\,e^{x^2}$ is $2e^{x^2}+4x^2e^{x^2}$. With the PDF's expression the first limit would be $\frac12$ and the total $\frac34$, contradicting its own result $\frac12$. Corrected denominator gives $\frac14+\frac14=\frac12$ as printed.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step for $g'(x)$ is printed as $x^{-x^2}(2x)$ (the factor should be $x\,e^{-x^2}\cdot2x$) and the last lines show $-e^{(\log_e9)^{-1}+1}$ instead of $1-e^{-\log_e9}=1-\frac19$. Both are notation slips; the sum $f'+g'=2xe^{-x^2}$ and the final value $8$ are right. The working above states them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changes the limits of $t=2x-1$ to $-\frac12$ and $\frac12$ and then writes $\frac12\int_{-1/2}^{1/2}$. For $x\in[0,1]$ the correct limits are $t\in[-1,1]$. Since the interval is still symmetric and the integrand is odd, the value $0$ and the answer (C) are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— Integral Calculus 03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Definite Integration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$\beta(m,n)=\int_0^1 x^{m-1}(1-x)^{n-1}dx,\ m,n&gt;0$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$\int_0^1(1-x^{10})^{20}dx=a\times\beta(b,c)$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$100(a+b+c)$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$1120$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Beta function: substitution to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Beta function: substitution to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$\beta(m,n)$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substitution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integral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$x^{10}=t$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integral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$\frac1{10}\beta\!\left(\frac1{10},21\right)$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stay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$I=\int_0^1(1-x^{10})^{20}dx$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$x^{10}=t\Rightarrow x=t^{1/10}$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$dx=\frac1{10}t^{-9/10}dt$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stay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$I=\frac1{10}\int_0^1 t^{-9/10}(1-t)^{20}dt$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$\beta(b,c)=\int_0^1t^{b-1}(1-t)^{c-1}dt$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$b-1=-\frac9{10}\Rightarrow b=\frac1{10}$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$c-1=20\Rightarrow c=21$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$100(a+b+c)=100\left(\frac1{10}+\frac1{10}+21\right)=10+10+2100=2120$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2120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integers,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a Beta integral.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$\int_0^1(1-x^p)^q\,dx=\frac1p\,\beta\!\left(\frac1p,q+1\right)$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$\beta(m,n)=\frac{\Gamma(m)\Gamma(n)}{\Gamma(m+n)}$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$\beta(m,n)=\beta(n,m)$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integers,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$\beta(m,n)=\frac{(m-1)!(n-1)!}{(m+n-1)!}$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$(1-x^{p})^{q}$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a Beta integral.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$p=2,q=1$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$\frac12\beta(\tfrac12,2)=\frac23$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$\int_0^1(1-x^2)dx=\frac23$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$\int_0^{\pi/4}\frac{\cos^2x\sin^2x}{(\cos^3x+\sin^3x)^2}dx$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$1/9$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$1/6$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$1/3$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$1/12$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by trigonometric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by trigonometric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numerator and denominator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$\cos^6x$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$3\tan^2x\sec^2x\,dx=d(1+\tan^3x)$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$\int_0^{\pi/4}\frac{\tan^2x\sec^2x}{(1+\tan^3x)^2}dx$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$1+\tan^3x=t$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$3\tan^2x\sec^2x\,dx=dt$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$x=0\Rightarrow 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$x=\frac\pi4\Rightarrow 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$I=\frac13\int_1^2\frac{dt}{t^2}$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$I=\frac13\left[-\frac1t\right]_1^2=-\frac13\left[\frac12-1\right]$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$I=\frac13\cdot\frac12=\frac16$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1/6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an antiderivative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integrand.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an antiderivative of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$\frac{u}{u+v}$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$\frac{d}{dx}\frac{\sin^3x}{3(\sin^3x+\cos^3x)}$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integrand.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$D=\sin^3x+\cos^3x$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$F=\frac{\sin^3x}{3D}$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$F'=\frac{3\sin^2x\cos x\cdot D-\sin^3x\,(3\sin^2x\cos x-3\cos^2x\sin x)}{3D^2}$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$3\sin^2x\cos^4x+3\sin^5x\cos x-3\sin^5x\cos x+3\sin^4x\cos^2x=3\sin^2x\cos^2x(\cos^2x+\sin^2x)=3\sin^2x\cos^2x$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exactly the integrand.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$F'=\frac{\sin^2x\cos^2x}{D^2}$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exactly the integrand.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$I=F\!\left(\frac\pi4\right)-F(0)=\frac{(1/\sqrt2)^3}{3\cdot2(1/\sqrt2)^3}-0=\frac16$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1/6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(ℎ𝑜𝑚𝑜𝑔𝑒𝑛𝑒𝑜𝑢𝑠 𝑖𝑛 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looks hard, divide by the highest power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quotient-rule derivative has a squared denominator, so test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an antiderivative.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0.1667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$\int\frac{\text{(homogeneous in }\sin,\cos)}{(\ldots)^2}$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looks hard, divide by the highest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$\frac{d}{dx}\!\left(\frac{u}{u+v}\right)=\frac{u'v-uv'}{(u+v)^2}$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quotient-rule derivative has a squared denominator, so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$\frac{u}{u+v}$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an antiderivative.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$\int_0^{\pi/4}\frac{\tan^2x\sec^2x}{(1+\tan^3x)^2}dx=\frac16\approx0.1667$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integral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$I_n=\int_0^1(1-x^k)^n dx,\ n\in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$147\,I_{20}=148\,I_{21}$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Reduction formula for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integration by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Reduction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$\int_0^1(1-x^k)^n 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integration by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 to link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$(1-x^k)^{21}=(1-x^k)(1-x^k)^{20}$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$x\cdot x^{k-1}(1-x^k)^{20}$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 to link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$I_{21}$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$I_{20}$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$I_{21}=\int_0^1(1-x^k)^{21}dx=\int_0^1(1-x^k)(1-x^k)^{20}dx$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$I_{21}=\int_0^1(1-x^k)^{20}dx-\int_0^1x^k(1-x^k)^{20}dx=I_{20}-\int_0^1x\cdot x^{k-1}(1-x^k)^{20}dx$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$dv=x^{k-1}(1-x^k)^{20}dx$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$v=-\frac{(1-x^k)^{21}}{21k}$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$t=1-x^k$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$dt=-kx^{k-1}dx$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$\int_0^1x^k(1-x^k)^{20}dx=\left[-\frac{x(1-x^k)^{21}}{21k}\right]_0^1+\frac1{21k}\int_0^1(1-x^k)^{21}dx=0+\frac{I_{21}}{21k}$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$I_{21}=I_{20}-\frac{I_{21}}{21k}$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$\left(\frac{21k+1}{21k}\right)I_{21}=I_{20}$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$(21k+1)I_{21}=21k\,I_{20}$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$148\,I_{21}=147\,I_{20}$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$\frac{I_{21}}{I_{20}}=\frac{147}{148}=\frac{21k}{21k+1}$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$21k=147$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the Beta/Gamma function and take the ratio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the Gamma functions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the Beta/Gamma function and take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$I_{21}/I_{20}$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the Gamma functions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(substituting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$I_n=\int_0^1(1-x^k)^ndx=\frac1k\beta\!\left(\frac1k,n+1\right)=\frac{\Gamma(1/k)\,\Gamma(n+1)}{k\,\Gamma\!\left(n+1+\frac1k\right)}$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$\frac{I_{21}}{I_{20}}=\frac{\Gamma(22)}{\Gamma(21)}\cdot\frac{\Gamma\!\left(21+\frac1k\right)}{\Gamma\!\left(22+\frac1k\right)}$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$\Gamma(z+1)=z\Gamma(z)$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$\frac{\Gamma(22)}{\Gamma(21)}=21$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$\frac{\Gamma(21+1/k)}{\Gamma(22+1/k)}=\frac1{21+1/k}$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this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$\frac{I_{21}}{I_{20}}=\frac{21}{21+\frac1k}=\frac{21k}{21k+1}$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this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$\frac{147}{148}$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$21k=147$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Reduction: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Special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formula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quick check.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when the integrand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split off one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by parts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part, or recognise a Beta integral.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$I_n=\frac{nk}{nk+1}\,I_{n-1}$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$I_n=\int_0^1(1-x^k)^ndx$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$\frac{21k}{21k+1}$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Special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$I_n=\frac1{n+1}$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formula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$\frac{n}{n+1}\cdot\frac1n=\frac1{n+1}$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quick check.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when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$(1-x^k)^n$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split off one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by parts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part, or recognise a Beta integral.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$\int_\alpha^{\log_e4}\frac{dx}{\sqrt{e^x-1}}=\frac\pi6$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$2x^2-5x-2=0$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$2x^2-5x+2=0$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$x^2+2x-8=0$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by substitution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by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$e^x-1=t^2$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integrand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inverse tangent.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$e^x-1=t^2$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integrand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$\frac{2\,dt}{t^2+1}$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inverse tangent.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$e^x-1=t^2$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$e^xdx=2t\,dt$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$dx=\frac{2t\,dt}{t^2+1}$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$\int\frac{dx}{\sqrt{e^x-1}}=\int\frac{2t\,dt}{(t^2+1)\,t}=\int\frac{2\,dt}{t^2+1}=2\tan^{-1}t$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$2\left[\tan^{-1}\sqrt{e^x-1}\right]_\alpha^{\log_e4}=\frac\pi6$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$x=\log_e4$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$\sqrt{4-1}=\sqrt3$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$2\left[\tan^{-1}\sqrt3-\tan^{-1}\sqrt{e^\alpha-1}\right]=\frac\pi6$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$\frac\pi3-\tan^{-1}\sqrt{e^\alpha-1}=\frac\pi{12}$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$\tan^{-1}\sqrt{e^\alpha-1}=\frac\pi4$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$\sqrt{e^\alpha-1}=1\Rightarrow e^\alpha=2$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$e^{-\alpha}=\frac12$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$=2+\frac12=\frac52$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$x^2-\left(2+\frac12\right)x+1=0$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$2x^2-5x+2=0$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$2x^2-5x+2=0$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antiderivative is an inverse sine.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$u=e^{-x/2}$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$\frac{dx}{\sqrt{e^x-1}}=-\frac{2\,du}{\sqrt{1-u^2}}$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antiderivative is an inverse sine.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$\frac{1}{\sqrt{e^x-1}}=\frac{e^{-x/2}}{\sqrt{1-e^{-x}}}$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$u=e^{-x/2}$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$du=-\frac12e^{-x/2}dx$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$\frac{dx}{\sqrt{e^x-1}}=-\frac{2\,du}{\sqrt{1-u^2}}$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$\int\frac{dx}{\sqrt{e^x-1}}=-2\sin^{-1}u$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$x=\log_e4\Rightarrow u=\frac12$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$x=\alpha\Rightarrow u=e^{-\alpha/2}$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$\int_\alpha^{\log_e4}=2\left[\sin^{-1}e^{-\alpha/2}-\sin^{-1}\frac12\right]=\frac\pi6\Rightarrow\sin^{-1}e^{-\alpha/2}=\frac\pi{12}+\frac\pi6=\frac\pi4$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$e^{-\alpha/2}=\frac1{\sqrt2}\Rightarrow e^\alpha=2$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$e^{-\alpha}=\frac12$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$2x^2-5x+2=0$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$2x^2-5x+2=0$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forms differ by a 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natural substitution; 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is always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$\int\frac{dx}{\sqrt{e^x-1}}=2\tan^{-1}\sqrt{e^x-1}+C=-2\sin^{-1}(e^{-x/2})+C$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forms differ by a 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$\sqrt{e^x-1}$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$e^x-1=t^2$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natural substitution;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$\sqrt{e^x+1}$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$e^x+1=t^2$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$x^2-(p+q)x+pq=0$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$p=e^\alpha$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$q=e^{-\alpha}$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is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$\lim_{x\to\frac\pi2}\dfrac{\int_{x^3}^{(\pi/2)^3}\left(\sin\left(2t^{1/3}\right)+\cos\left(t^{1/3}\right)\right)dt}{\left(x-\frac\pi2\right)^2}$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$\frac{11\pi^2}{10}$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$\frac{5\pi^2}{9}$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$\frac{9\pi^2}{8}$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377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Leibniz rule for differentiating an integral, Evaluating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 by L'Hopital's rule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377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Leibniz rule for differentiating an integral, Evaluating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$0/0$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 by L'Hopital's rule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numerator and denominator both vanish, so Leibniz's rule plus L'Hopital applies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numerator and denominator both vanish, so Leibniz's rule plus L'Hopital applies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limits) and the denominator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form, so use L'Hopital's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the numerator by Leibniz's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(upper limit is constant;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derivative: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limits) and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form, so use L'Hopital's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the numerator by Leibniz's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$-3x^2\left(\sin2x+\cos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(upper limit is constant;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$\frac{d}{dx}x^3=3x^2$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$t^{1/3}\to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$2\left(x-\frac\pi2\right)$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$\lim\frac{-3x^2(\sin2x+\cos x)}{2\left(x-\frac\pi2\right)}$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$\sin2x+\cos x=\cos x\,(2\sin 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still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last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(L'Hopital again).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$=\lim\frac{-3x^2(2\sin x+1)}{2}\cdot\frac{\cos x}{x-\frac\pi2}$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still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last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$\frac{-3x^2(2\sin x+1)}{2}\to\frac{-3\cdot\frac{\pi^2}{4}\cdot3}{2}=-\frac{9\pi^2}{8}$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$\lim\frac{\cos x}{x-\frac\pi2}=\lim\frac{-\sin x}{1}=-1$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(L'Hopital again).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$=-\frac{9\pi^2}{8}\times(-1)=\frac{9\pi^2}{8}$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$\frac{9\pi^2}{8}$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 the numerator;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(second-order Taylor).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 the numerator;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$\lim\frac{F}{(x-a)^2}=\frac{F''(a)}2$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(second-order Taylor).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$F(x)=\int_{x^3}^{(\pi/2)^3}g(t)dt$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$g(t)=\sin2t^{1/3}+\cos t^{1/3}$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$h(x)=\sin2x+\cos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$F'(x)=-3x^2h(x)$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$h(a)=\sin\pi+\cos\frac\pi2=0$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$F''(x)=-6x\,h(x)-3x^2h'(x)$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$h'(x)=2\cos2x-\sin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Taylor: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$F''(a)=0-3\cdot\frac{\pi^2}4\cdot\left(2\cos\pi-\sin\frac\pi2\right)=-\frac{3\pi^2}{4}(-3)=\frac{9\pi^2}{4}$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Taylor: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$F(x)\approx\frac{F''(a)}2(x-a)^2$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$\frac{F''(a)}2=\frac{9\pi^2}{8}$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$\frac{9\pi^2}{8}$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one-line replacement for two L'Hopital steps.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zero of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separated before taking the limit: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11.10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11.103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$\frac{d}{dx}\int_{u(x)}^{v(x)}g(t)dt=g(v)v'-g(u)u'$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$F(a)=F'(a)=0$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a}\frac{F(x)}{(x-a)^2}=\frac{F''(a)}{2}$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one-line replacement for two L'Hopital steps.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zero of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separated before taking the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 x}{x-\pi/2}\to-1$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$x=\frac\pi2+10^{-4}$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$\approx11.10$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$\frac{9\pi^2}8\approx11.103$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$\int_{1/4}^{3/4}\cos\left(2\cot^{-1}\sqrt{\frac{1-x}{1+x}}\right)dx$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Simplification of inverse trigonometric expressions, Definite integration by substitution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integrand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$x=\cos2\theta$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$\sqrt{\frac{1-x}{1+x}}=\tan\theta$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$2\cot^{-1}(\tan\theta)=\pi-2\theta$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integrand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$-\cos2\theta=-x$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taken between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$dx=-2\sin2\theta\,d\theta$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$\sqrt{\frac{1-x}{1+x}}=\sqrt{\frac{2\sin^2\theta}{2\cos^2\theta}}=\tan\theta$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$\cot^{-1}(\tan\theta)=\frac\pi2-\theta$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$2\cot^{-1}(\tan\theta)=\pi-2\theta$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$\cos(\pi-2\theta)=-\cos2\theta$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$I=\int(-\cos2\theta)(-2\sin2\theta)\,d\theta=\int2\sin2\theta\cos2\theta\,d\theta$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taken between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$x=\frac14,\frac34$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antiderivative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$=\int\sin4\theta\,d\theta=-\frac{\cos4\theta}{4}$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$\cos4\theta=2\cos^22\theta-1=2x^2-1$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antiderivative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$-\frac14(2x^2-1)$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$I=-\frac14\left[2x^2-1\right]_{1/4}^{3/4}=-\frac14\left(\frac{18}{16}-1-\frac2{16}+1\right)$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$I=-\frac14\cdot1=-\frac14$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integrand algebraically: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integrand algebraically: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$\cos(2\varphi)=\frac{1-\tan^2\varphi}{1+\tan^2\varphi}$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$\tan\varphi=\sqrt{\frac{1+x}{1-x}}$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$\varphi=\cot^{-1}\sqrt{\frac{1-x}{1+x}}$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$\tan\varphi=\sqrt{\frac{1+x}{1-x}}$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$\cos2\varphi=\frac{1-\tan^2\varphi}{1+\tan^2\varphi}=\frac{(1-x)-(1+x)}{(1-x)+(1+x)}=-x$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$I=\int_{1/4}^{3/4}(-x)\,dx=-\frac12\left[x^2\right]_{1/4}^{3/4}$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$I=-\frac12\left(\frac9{16}-\frac1{16}\right)=-\frac14$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reduce the inverse-trig expression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 the numerical value of the original integral.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$\cos\left(2\cot^{-1}\sqrt{\frac{1-x}{1+x}}\right)=-x$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$\cos\left(2\tan^{-1}\sqrt{\frac{1-x}{1+x}}\right)=x$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$\cos(2\tan^{-1}u)=\frac{1-u^2}{1+u^2}$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$\sin(2\tan^{-1}u)=\frac{2u}{1+u^2}$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reduce the inverse-trig expression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$\int_{1/4}^{3/4}(-x)dx=-\frac14$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 the numerical value of the original integral.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72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72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$\int_{-1}^{2}\log_e\left(x+\sqrt{x^2+1}\right)dx$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$\sqrt2-\sqrt5+\log_e\left(\frac{7+4\sqrt5}{1+\sqrt2}\right)$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$\sqrt5-\sqrt2+\log_e\left(\frac{9+4\sqrt5}{1+\sqrt2}\right)$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$\sqrt2-\sqrt5+\log_e\left(\frac{9+4\sqrt5}{1+\sqrt2}\right)$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$\sqrt5-\sqrt2+\log_e\left(\frac{7+4\sqrt5}{1+\sqrt2}\right)$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5816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parts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5816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parts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$\ln\left(x+\sqrt{x^2+1}\right)$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by parts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its derivative simplifies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by parts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$u=\ln(x+\sqrt{x^2+1})$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$dv=dx$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its derivative simplifies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$\frac1{\sqrt{x^2+1}}$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</m:e>
                            </m:d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simplifies: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part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$u=\log_e\left(x+\sqrt{x^2+1}\right)$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$dv=dx$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$\int=\left[x\log_e\left(x+\sqrt{x^2+1}\right)\right]_{-1}^{2}-\int_{-1}^{2}x\cdot\frac{1}{x+\sqrt{x^2+1}}\left(1+\frac{x}{\sqrt{x^2+1}}\right)dx$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simplifies: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$\frac{1}{x+\sqrt{x^2+1}}\cdot\frac{\sqrt{x^2+1}+x}{\sqrt{x^2+1}}=\frac1{\sqrt{x^2+1}}$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$\int_{-1}^2\frac{x}{\sqrt{x^2+1}}dx$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$2\log_e(2+\sqrt5)-(-1)\log_e(-1+\sqrt2)=2\log_e(2+\sqrt5)+\log_e(\sqrt2-1)$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$\int_{-1}^2\frac{x}{\sqrt{x^2+1}}dx=\left[\sqrt{x^2+1}\right]_{-1}^{2}=\sqrt5-\sqrt2$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$I=\log_e\left[(2+\sqrt5)^2(\sqrt2-1)\right]-\left(\sqrt5-\sqrt2\right)$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$(2+\sqrt5)^2=9+4\sqrt5$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$\sqrt2-1=\frac1{\sqrt2+1}$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$I=\sqrt2-\sqrt5+\log_e\left(\frac{9+4\sqrt5}{1+\sqrt2}\right)$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$\sqrt2-\sqrt5+\log_e\left(\frac{9+4\sqrt5}{1+\sqrt2}\right)$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$\ln\left(x+\sqrt{x^2+1}\right)=\sinh^{-1}x$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$x=\sinh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u\cosh u\,du$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$dx=\cosh u\,du$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$\log_e\left(x+\sqrt{x^2+1}\right)=u$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$x=2\Rightarrow u=\log_e(2+\sqrt5)$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$x=-1\Rightarrow u=-\log_e(1+\sqrt2)$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u\cosh u\,du=u\sinh u-\cosh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limit: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limit: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 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 u=\sqrt5$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$2\log_e(2+\sqrt5)-\sqrt5$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 u=-1$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 u=\sqrt2$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$\log_e(1+\sqrt2)-\sqrt2$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$I=2\log_e(2+\sqrt5)-\sqrt5-\log_e(1+\sqrt2)+\sqrt2=\sqrt2-\sqrt5+\log_e\frac{9+4\sqrt5}{1+\sqrt2}$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$\sqrt2-\sqrt5+\log_e\left(\frac{9+4\sqrt5}{1+\sqrt2}\right)$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sinh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Numerical check of the value above: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1.18404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$\frac{d}{dx}\log_e\left(x+\sqrt{x^2+1}\right)=\frac1{\sqrt{x^2+1}}$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$\int\log_e\left(x+\sqrt{x^2+1}\right)dx=x\log_e\left(x+\sqrt{x^2+1}\right)-\sqrt{x^2+1}+C$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$\sinh^{-1}x=\log_e\left(x+\sqrt{x^2+1}\right)$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$\int_{-1}^{1}\sinh^{-1}x\,dx=0$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$\int_{-1}^2=\int_1^2$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$\int\log_e\left(x+\sqrt{x^2-1}\right)dx=x\log_e\left(x+\sqrt{x^2-1}\right)-\sqrt{x^2-1}+C$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Numerical check of the value above: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$\approx1.18404$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orthocentre of the triangle whose vertices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orthocentre of the triangle whose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$(1,2),(2,3),(3,1)$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$I_1=\int_a^bx\sin\left(4x-x^2\right)dx$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$I_2=\int_a^b\sin\left(4x-x^2\right)dx$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$36\frac{I_1}{I_2}$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Orthocentre of a triangle, King property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Orthocentre of a triangle, King property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$\int_a^bf(x)dx=\int_a^bf(a+b-x)dx$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needed: it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symmetric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king property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needed: it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symmetric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 a+b-x$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king property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$I_1=4I_2-I_1$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altitude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orthocentre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this altitude,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altitude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$y-1=-1(x-3)\Rightarrow x+y=4$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orthocentre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this altitude,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$I_1=\int_a^bx\sin(4x-x^2)dx=\int_a^b(a+b-x)\sin\left(4(a+b-x)-(a+b-x)^2\right)dx$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integrand is negative on the interval).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$a+b-x=4-x$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$4(4-x)-(4-x)^2=4x-x^2$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$I_1=\int_a^b(4-x)\sin(4x-x^2)dx$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$I_1=4I_2-I_1\Rightarrow2I_1=4I_2\Rightarrow\frac{I_1}{I_2}=2$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integrand is negative on the interval).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$36\frac{I_1}{I_2}=72$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the axis of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interval is symmetric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into an odd part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even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the axis of symmetry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interval is symmetric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$x\sin(4x-x^2)$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into an odd part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even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limits become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$4x-x^2=4-(x-2)^2$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limits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$h=\frac{b-a}2$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$I_2=\int_{-h}^{h}\sin\left(4-u^2\right)du$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$I_1=\int_{-h}^{h}(u+2)\sin\left(4-u^2\right)du=\int_{-h}^{h}u\sin\left(4-u^2\right)du+2\int_{-h}^{h}\sin\left(4-u^2\right)du$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integrand is odd, so it vanishes;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integrand is odd, so it vanishes;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$I_1=2I_2$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$36\frac{I_1}{I_2}=72$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Orthocentre: intersect two altitudes.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𝑠𝑦𝑚𝑚𝑒𝑡𝑟𝑖𝑐 𝑒𝑥𝑝𝑟𝑒𝑠𝑠𝑖𝑜𝑛 𝑎𝑏𝑜𝑢𝑡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72.0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$f(x)=f(a+b-x)$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$\int_a^bx f(x)dx=\frac{a+b}2\int_a^bf(x)dx$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$I_1=2I_2$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Orthocentre: intersect two altitudes.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$y-2=\frac12(x-1)$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$\left(\frac53,\frac73\right)$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$x\,g(\text{symmetric expression about } 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$[m-h,m+h]$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$m\int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$36I_1/I_2=72.0$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$\int_0^\pi\frac{dx}{1-2a\cos x+a^2}$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$\frac\pi{1-a^2}$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$\frac{\pi^2}{\pi+a^2}$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$\frac{\pi^2}{\pi-a^2}$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$\frac\pi{1+a^2}$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$\frac{1}{1-2a\cos x+a^2}$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integral to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copy so the denominator becomes a function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integral to 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$x\to\pi-x$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copy so the denominator becomes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symmetric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$I=\int_0^\pi\frac{dx}{1-2a\cos x+a^2}$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$I=\int_0^\pi\frac{dx}{1+2a\cos x+a^2}$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$2I=\int_0^\pi\left[\frac1{(1+a^2)-2a\cos x}+\frac1{(1+a^2)+2a\cos x}\right]dx=\int_0^\pi\frac{2(1+a^2)}{(1+a^2)^2-4a^2\cos^2x}dx$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$2I=2\int_0^{\pi/2}\frac{2(1+a^2)}{(1+a^2)^2-4a^2\cos^2x}dx$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$I=\int_0^{\pi/2}\frac{2(1+a^2)}{(1+a^2)^2-4a^2\cos^2x}dx$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$I=\int_0^{\pi/2}\frac{2(1+a^2)\sec^2x}{(1+a^2)^2\sec^2x-4a^2}dx$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$\sec^2x=1+\tan^2x$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$=(1+a^2)^2\tan^2x+(1-a^2)^2$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$(1+a^2)^2-4a^2=(1-a^2)^2$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$I=\int_0^{\pi/2}\frac{\frac{2}{1+a^2}\sec^2x}{\tan^2x+\left(\frac{1-a^2}{1+a^2}\right)^2}dx$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$\int\frac{dt}{t^2+k^2}=\frac1k\tan^{-1}\frac tk$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$k=\frac{1-a^2}{1+a^2}$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$I=\frac2{1+a^2}\cdot\frac{1+a^2}{1-a^2}\left[\tan^{-1}\frac tk\right]_0^\infty=\frac{2}{1-a^2}\cdot\frac\pi2$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$I=\frac{\pi}{1-a^2}$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$\frac{\pi}{1-a^2}$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Poisson kernel: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integrates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Poisson kernel: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$\frac{1-a^2}{1-2a\cos x+a^2}=1+2\sum_{n\ge1}a^n\cos nx$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nx$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integrates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part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series converges uniformly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dominated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may be integrated term by term.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$\frac{1-a^2}{1-2a\cos x+a^2}=1+2\sum_{n=1}^\infty a^n\cos nx$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$\frac{1+ae^{ix}}{1-ae^{ix}}$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series converges uniformly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dominated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may be integrated term by term.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$\int_0^\pi\cos nx\,dx=\frac{\sin n\pi}{n}=0$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$\int_0^\pi1\,dx=\pi$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$(1-a^2)I=\pi$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$I=\frac\pi{1-a^2}$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$\frac{\pi}{1-a^2}$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Poisson kernel: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numerical integral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3.63989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0.37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3.63989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Poisson kernel: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$\int_0^\pi\frac{dx}{1-2a\cos x+a^2}=\frac\pi{|1-a^2|}$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$\int_0^{2\pi}\frac{dx}{1-2a\cos x+a^2}=\frac{2\pi}{|1-a^2|}$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$\int_0^\pi\frac{dx}{p+q\cos x}=\frac{\pi}{\sqrt{p^2-q^2}}$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$p&gt;|q|$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$p=1+a^2$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$\sqrt{p^2-q^2}=1-a^2$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$a=0.37$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numerical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$3.63989$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$\frac\pi{1-0.37^2}=3.63989$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value of 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2023</m:t>
                                        </m:r>
                                      </m:sup>
                                    </m:s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value of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$\int_{-\pi/2}^{\pi/2}\left(\frac{x^2\cos x}{1+\pi^x}+\frac{1+\sin^2x}{1+e^{\sin^{2023}x}}\right)dx=\frac\pi4(\pi+a)-2$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Even and odd functions in definite integrals, Integration by parts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term reduces to its numerator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$\frac1{1+k^x}+\frac1{1+k^{-x}}=1$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term reduces to its numerator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$[0,\frac\pi2]$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term: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term: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likewise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2023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$[-c,c]$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$\int_{-c}^{c}\frac{g(x)}{1+k^{\pm x}}dx$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$\frac1{1+k^{x}}+\frac1{1+k^{-x}}=1$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$\int_{-\pi/2}^{\pi/2}\frac{x^2\cos x}{1+\pi^x}dx=\int_0^{\pi/2}x^2\cos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$\sin^{2023}x$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$\int_{-\pi/2}^{\pi/2}\frac{1+\sin^2x}{1+e^{\sin^{2023}x}}dx=\int_0^{\pi/2}(1+\sin^2x)dx$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$I=\int_0^{\pi/2}\left(x^2\cos x+\sin^2x+1\right)dx=\int_0^{\pi/2}\left(x^2\cos x+\frac32-\frac{\cos2x}2\right)dx$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x^2\cos x\,dx=x^2\sin x-\int2x\sin x\,dx=x^2\sin x-\left[2x(-\cos x)-\int2(-\cos x)dx\right]$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$=x^2\sin x+2x\cos x-2\sin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$I=\left[x^2\sin x+2x\cos x-2\sin x+\frac{3x}2-\frac{\sin2x}4\right]_0^{\pi/2}$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$\frac{\pi^2}4+0-2+\frac{3\pi}4-0$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$I=\frac{\pi^2}4+\frac{3\pi}4-2=\frac\pi4(\pi+3)-2$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exponent's form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irrelevant.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Numerical check of the whole integral: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2.8236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$\int_{-c}^{c}\frac{g(x)}{1+k^x}dx=\int_0^cg(x)dx$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$\int_{-c}^{c}\frac{g(x)}{1+e^{s(x)}}dx=\int_0^cg(x)dx$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$\frac1{1+e^s}+\frac1{1+e^{-s}}=1$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exponent's form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$\sin^{2023}x$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irrelevant.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x^2\cos x\,dx=x^2\sin x+2x\cos x-2\sin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$\int_0^{\pi/2}x^2\cos x\,dx=\frac{\pi^2}4-2$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Numerical check of the whole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$\frac\pi4(\pi+3)-2\approx2.8236$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</m:nary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$\lim_{x\to\frac\pi2}\left(\frac1{\left(x-\frac\pi2\right)^2}\int_{x^3}^{(\pi/2)^3}\cos\left(t^{1/3}\right)dt\right)$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$\frac{3\pi^2}8$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377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Leibniz rule for differentiating an integral, Evaluating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 by L'Hopital's rule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377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Leibniz rule for differentiating an integral, Evaluating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$0/0$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 by L'Hopital's rule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form: Leibniz's rule gives numerator derivative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remaining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form: Leibniz's rule gives numerator derivative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$-3x^2\cos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remaining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$\frac{\cos x}{x-\pi/2}$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integral has equal limits, so the expression is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L'Hopital with Leibniz's rule: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integral has equal limits, so the expression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L'Hopital with Leibniz's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$\lim_{x\to\pi/2}\frac{\cos\left(\frac\pi2\right)\cdot0-\cos(x)\cdot3x^2}{2\left(x-\frac\pi2\right)}$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$\lim\frac{-3x^2\cos x}{2\left(x-\frac\pi2\right)}$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(replacing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its limit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$\lim_{t\to0}\frac{-\cos\left(\frac\pi2+t\right)\cdot3\left(\frac\pi2\right)^2}{2t}$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its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$-\cos\left(\frac\pi2+t\right)=\sin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$\lim_{t\to0}\frac{3\pi^2\sin t}{8t}$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$3\cdot\frac{\pi^2}4\cdot\frac12=\frac{3\pi^2}8$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$=\frac{3\pi^2}{8}$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t}{t}\to1$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$\frac{3\pi^2}{8}$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remove the cube root, then linearise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- no L'Hopital.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$u=t^{1/3}$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remove the cube root, then linearise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u\approx-(u-\frac\pi2)$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- no L'Hopital.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$u=t^{1/3}$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$dt=3u^2du$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$\int_{x^3}^{(\pi/2)^3}\cos t^{1/3}dt=3\int_x^{\pi/2}u^2\cos u\,du$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u=-\left(u-\frac\pi2\right)+O\left(\left(u-\frac\pi2\right)^3\right)$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$u^2\to\frac{\pi^2}4$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$3\int_x^{\pi/2}u^2\cos u\,du\approx-3\cdot\frac{\pi^2}4\int_x^{\pi/2}\left(u-\frac\pi2\right)du=\frac{3\pi^2}{4}\cdot\frac{\left(x-\frac\pi2\right)^2}2$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$\left(x-\frac\pi2\right)^2$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$\frac{3\pi^2}8$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$\frac{3\pi^2}{8}$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ϕ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integral over a short interval ending at a simple zero is quadratic.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 upper limit, variable lower limit with a sign change).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Numerical 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3.7014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3.7011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$\int_x^{c}\phi(u)\,du\approx\frac{\left|\phi'(c)\right|}{2}(x-c)^2$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integral over a short interval ending at a simple zero is quadratic.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$\frac{d}{dx}\int_{x^3}^{c}g(t)dt=-3x^2g(x^3)$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 upper limit, variable lower limit with a sign change).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$\cos\left(\frac\pi2+t\right)=-\sin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$\frac{-\cos x}{x-\pi/2}\to1$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$\approx3.7014$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$\frac{3\pi^2}8\approx3.7011$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$\lim_{n\to\infty}\sum_{k=1}^{n}\frac{n^3}{\left(n^2+k^2\right)\left(n^2+3k^2\right)}$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$\frac{(2\sqrt3+3)\pi}{24}$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$\frac{\pi}{8(2\sqrt3+3)}$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$\frac{13(2\sqrt3-3)\pi}{8}$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$\frac{13\pi}{8(4\sqrt3+3)}$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13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 sum as a definite integral (Riemann sum), Partial fractions and standard integrals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denominator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splits into two arctangents.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denominator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$\frac1n\sum f\!\left(\frac kn\right)$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$\int_0^1\frac{dx}{(1+x^2)(1+3x^2)}$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splits into two arctangents.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Riemann sum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$\lim_{n\to\infty}\frac1n\sum_{k=1}^{n}\frac{1}{\left(1+\frac{k^2}{n^2}\right)\left(1+\frac{3k^2}{n^2}\right)}$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Riemann sum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kn\to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$\int_0^1\frac{dx}{(1+x^2)(1+3x^2)}=\int_0^1\frac{dx}{3(1+x^2)\left(\frac13+x^2\right)}$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$(x^2+1)-\left(x^2+\frac13\right)=\frac23$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$\frac1{(1+x^2)\left(\frac13+x^2\right)}=\frac32\left[\frac1{x^2+\frac13}-\frac1{1+x^2}\right]$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type m:val="bar"/>
                                            <m:ctrlP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ad>
                                              <m:radPr>
                                                <m:degHide m:val="on"/>
                                                <m:ctrlPr>
                                                  <a:rPr lang="en-IN" sz="2400" i="1">
                                                    <a:solidFill>
                                                      <a:srgbClr val="11182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radPr>
                                              <m:deg/>
                                              <m:e>
                                                <m:r>
                                                  <a:rPr lang="en-IN" sz="2400" i="1">
                                                    <a:solidFill>
                                                      <a:srgbClr val="11182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e>
                                            </m:rad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$I=\frac13\cdot\frac32\int_0^1\left[\frac1{x^2+\left(\frac1{\sqrt3}\right)^2}-\frac1{1+x^2}\right]dx=\frac12\int_0^1\left[\ldots\right]dx$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$I=\frac12\left[\sqrt3\tan^{-1}\left(\sqrt3x\right)\right]_0^1-\frac12\left[\tan^{-1}x\right]_0^1$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$I=\frac{\sqrt3}2\cdot\frac\pi3-\frac12\cdot\frac\pi4=\frac\pi{2\sqrt3}-\frac\pi8$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$I=\frac\pi2\left(\frac1{\sqrt3}-\frac14\right)=\frac\pi2\cdot\frac{4-\sqrt3}{4\sqrt3}$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$\frac{4+\sqrt3}{4+\sqrt3}$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$I=\frac\pi2\cdot\frac{16-3}{4\sqrt3\,(4+\sqrt3)}=\frac{13\pi}{8(4\sqrt3+3)}$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$\frac{13\pi}{8(4\sqrt3+3)}$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integral becomes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handled with double-angle form, not partial fractions.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integral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$\int_0^{\pi/4}\frac{d\theta}{1+3\tan^2\theta}$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$\frac{1}{1+3\tan^2\theta}$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handled with double-angle form, not partial fractions.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Riemann step,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Riemann step,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$I=\int_0^1\frac{dx}{(1+x^2)(1+3x^2)}$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$dx=\sec^2\theta\,d\theta$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$I=\int_0^{\pi/4}\frac{d\theta}{1+3\tan^2\theta}=\int_0^{\pi/4}\frac{\cos^2\theta}{\cos^2\theta+3\sin^2\theta}d\theta=\int_0^{\pi/4}\frac{1+\cos2\theta}{2\left(2-\cos2\theta\right)}d\theta$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$\frac{1+\cos2\theta}{2-\cos2\theta}=-1+\frac{3}{2-\cos2\theta}$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$I=-\frac\pi8+\frac32\int_0^{\pi/4}\frac{d\theta}{2-\cos2\theta}$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$2-\cos2\theta=\frac{1+3s^2}{1+s^2}$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$\int\frac{d\theta}{2-\cos2\theta}=\int\frac{ds}{1+3s^2}=\frac1{\sqrt3}\tan^{-1}\left(\sqrt3\tan\theta\right)$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$\frac1{\sqrt3}\cdot\frac\pi3=\frac{\pi}{3\sqrt3}$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$I=-\frac\pi8+\frac32\cdot\frac\pi{3\sqrt3}=\frac\pi{2\sqrt3}-\frac\pi8=\frac{13\pi}{8(4\sqrt3+3)}$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$\frac{13\pi}{8(4\sqrt3+3)}$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divide by the highest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expose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Numerical check: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0.51420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0.51420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$\lim_{n\to\infty}\frac1n\sum_{k=1}^{n}f\left(\frac kn\right)=\int_0^1f(x)dx$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divide by the highest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$\frac{1}{(x^2+p^2)(x^2+q^2)}=\frac{1}{q^2-p^2}\left[\frac1{x^2+p^2}-\frac1{x^2+q^2}\right]$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$p\neq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$\int\frac{dx}{x^2+c^2}=\frac1c\tan^{-1}\frac xc$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$\int_0^1\frac{dx}{(1+x^2)(1+3x^2)}=0.51420$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$\frac{13\pi}{8(4\sqrt3+3)}=0.51420$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$f:\left[-\frac\pi2,\frac\pi2\right]\to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$\lim_{x\to0}\frac{x\int_0^xf(t)dt}{e^{x^2}-1}=\alpha$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Leibniz rule for differentiating an integral, Evaluating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 by L'Hopital's rule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Leibniz rule for differentiating an integral, Evaluating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$0/0$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 by L'Hopital's rule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numerator and denominator once leaves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nary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tending to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numerator and denominator once leaves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$\frac{\int_0^xf}{2x}$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$\frac{f(x)}{2}$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tending to a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use L'Hopital's rule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derivative (product rule and Leibniz):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denominator derivative: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limit: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use L'Hopital's rule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derivative (product rule and Leibniz):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$\int_0^xf(t)dt+xf(x)$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denominator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$2x\,e^{x^2}$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$\lim\frac{\int_0^xf(t)dt+xf(x)}{2x\,e^{x^2}}=\lim\frac{\int_0^xf(t)dt}{2x\,e^{x^2}}+\lim\frac{f(x)}{2\,e^{x^2}}$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$\frac{f(0)}{2}=\frac14$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limit is again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L'Hopital: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limit is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L'Hopital: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$\lim\frac{f(x)}{2e^{x^2}+4x^2e^{x^2}}=\frac{f(0)}2=\frac14$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$\alpha=\frac14+\frac14=\frac12$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$8\alpha^2=8\cdot\frac14=2$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first-order asymptotics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L'Hopital: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first-order asymptotics 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L'Hopital: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$\int_0^xf\approx f(0)x$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$e^{x^2}-1\approx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$\int_0^xf(t)dt=f(0)\,x+o(x)=\frac x2+o(x)$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$x\int_0^xf(t)dt=\frac{x^2}2+o(x^2)$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$e^{x^2}-1=x^2+o(x^2)$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$\alpha=\lim\frac{x^2/2}{x^2}=\frac12$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$8\alpha^2=2$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 infinitesimals),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nary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equivalents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replacing them is faster than L'Hopital for products and quotients.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nary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0.49983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tending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$\int_0^xf(t)dt\sim f(0)\,x$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 infinitesimals),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$\frac{\int_0^xf}{x}\to 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equivalents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$e^{u}-1\sim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u\sim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$\ln(1+u)\sim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replacing them is faster than L'Hopital for products and quotients.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$f(t)=\frac12+t$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$\frac{x\int_0^xf}{e^{x^2}-1}\approx0.49983$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$x=10^{-3}$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tending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$f:R\to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$f(x)=ae^{2x}+be^x+cx$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$f'(\log_e2)=21$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$\int_0^{\log_e4}(f(x)-cx)dx=\frac{39}2$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$|a+b+c|$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of exponential functions, Solving linear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of exponential functions, Solving linear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conditions are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integral removes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system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conditions are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integral removes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system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$f(0)=-1\Rightarrow a+b=-1$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$f'(x)=2ae^{2x}+be^x+c$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$f'(\log_e2)=21\Rightarrow8a+2b+c=21$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$\int_0^{\log_e4}(ae^{2x}+be^x)dx=\left[\frac{ae^{2x}}2+be^x\right]_0^{\log_e4}=\frac{39}2$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$e^{2\log_e4}=16$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$e^{\log_e4}=4$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$8a+4b-\frac a2-b=\frac{39}2$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$15a+6b=39$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$15a-6-6a=39\Rightarrow9a=45\Rightarrow 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$c=21-40+12=-7$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$a+b+c=5-6-7=-8$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$|a+b+c|=8$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parameter multiplies a term the integral removes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solve for the other unknowns first, then substitute back.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$\int_0^{\log_ek}e^{mx}dx=\frac{k^m-1}{m}$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$\int_0^{\log_e4}e^{2x}dx=\frac{15}2$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$\int_0^{\log_e4}e^xdx=3$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parameter multiplies a term the integral removes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solve for the other unknowns first, then substitute back.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$a=5,b=-6,c=-7$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$f'(\ln2)=40-12-7=21$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$\frac{75}2-18=\frac{39}2$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constants such that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constants such that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$f(x)=\begin{cases}x^2+3x+a,&amp;x\le1\\bx+2,&amp;x&gt;1\end{cases}$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$\int_{-2}^{2}f(x)dx$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a piecewise function, Definite integral of a piecewise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Differentiability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continuity and equal one-sided derivatives,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Differentiability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continuity and equal one-sided derivatives,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hence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hence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$f(1^-)=f(1)=f(1^+)$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$1+3+a=b+2\Rightarrow a+4=b+2\Rightarrow b=a+2$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$f'(1^-)=f'(1^+)$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$f'(1^-)=2+3=5$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$f'(1^+)=b$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$\int_{-2}^2f(x)dx=\int_{-2}^1\left(x^2+3x+3\right)dx+\int_1^2(5x+2)dx$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$\int_{-2}^1\left(x^2+3x+3\right)dx=\left[\frac{x^3}3+\frac{3x^2}2+3x\right]_{-2}^1=\frac{29}6-\left(-\frac83\right)=\frac{15}2$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$\int_1^2(5x+2)dx=\left[\frac{5x^2}2+2x\right]_1^2=(10+4)-\left(\frac52+2\right)=\frac{19}2$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$=\frac{15}2+\frac{19}2=17$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Read each piece geometrically: the line piece is a trapezoid, and completing the square turns the parabola piece into an easy power integral.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trapezoid with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trapezoid with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$=\frac{7+12}2\cdot1=\frac{19}2$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$x^2+3x+3=\left(x+\frac32\right)^2+\frac34$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$u=x+\frac32$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$\int_{-1/2}^{5/2}\left(u^2+\frac34\right)du=\frac13\left(\frac{125}8+\frac18\right)+\frac34\cdot3=\frac{21}4+\frac94=\frac{15}2$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$=\frac{15}2+\frac{19}2=17$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with a changing rule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pieces have equal values and equal derivatives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equations for two unknown constants).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average of the end values times the width.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the square,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shifts a parabola to a pure power. Numerical check: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17.0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with a changing rule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pieces have equal values and equal derivatives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equations for two unknown constants).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$\int_p^q(mx+n)dx=\frac{(mp+n)+(mq+n)}2\,(q-p)$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average of the end values times the width.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the square,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$x^2+px+r=\left(x+\frac p2\right)^2+\left(r-\frac{p^2}4\right)$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shifts a parabola to a pure power. Numerical check: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$=17.0$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thrice differentiable function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tangents to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angles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with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thrice differentiable function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tangents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$(1,f(1))$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$(3,f(3))$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with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$27\int_1^3\left(\left(f'(t)\right)^2+1\right)f''(t)\,dt=\alpha+\beta\sqrt3$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543552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Exact derivative in an integrand: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of a tangent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543552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Exact derivative in an integrand: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$z=f'(t)$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of a tangent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depends only on the end slopes, which the tangent angles give.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$f''(t)\,dt=dz$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$z=f'(t)$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depends only on the end slopes, which the tangent angles give.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the tangent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the tangent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$(1,f(1))$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$f'(1)=\tan\frac\pi6=\frac1{\sqrt3}$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$(3,f(3))$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$f'(3)=\tan\frac\pi4=1$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$I=\int_1^3\left(\left(f'(t)\right)^2+1\right)f''(t)dt$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$z=f'(t)$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$f''(t)dt=dz$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$t=1\Rightarrow z=\frac1{\sqrt3}$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$t=3\Rightarrow 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$I=\int_{1/\sqrt3}^{1}\left(z^2+1\right)dz=\left[\frac{z^3}3+z\right]_{1/\sqrt3}^{1}$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$I=\left(\frac13+1\right)-\left(\frac13\cdot\frac1{3\sqrt3}+\frac1{\sqrt3}\right)=\frac43-\frac{10}{9\sqrt3}=\frac43-\frac{10}{27}\sqrt3$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$27I=36-10\sqrt3$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integrand containing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function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exact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the end slopes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making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0.7006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18.679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$\int\left(f'(t)\right)^nf''(t)dt=\frac{\left(f'(t)\right)^{n+1}}{n+1}+C$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integrand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exact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$\int_a^b\left((f')^2+1\right)f''dt=\left[\frac{(f')^3}3+f'\right]_a^b$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the end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$f'(a),f'(b)$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making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$\frac43-\frac{10\sqrt3}{27}=0.7006$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$\times27=18.679=36-10\sqrt3$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</m:rad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$f:R\to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$f(x)=\frac{x}{(1+x^4)^{1/4}}$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$g(x)=f(f(f(f(x))))$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$18\int_0^{\sqrt{2\sqrt5}}x^2g(x)\,dx$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Composition of functions: pattern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Definite integration by substitution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Composition of functions: pattern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f\circ\cdots$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Definite integration by substitution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composition adds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 the root: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composition adds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 the root: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$f^{(n)}(x)=\frac{x}{(1+nx^4)^{1/4}}$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$g=\frac{x}{(1+4x^4)^{1/4}}$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$f(x)=\frac{x}{(1+x^4)^{1/4}}$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$f(f(x))=\frac{f(x)}{(1+f(x)^4)^{1/4}}$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$f(x)^4=\frac{x^4}{1+x^4}$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$1+f(x)^4=\frac{1+2x^4}{1+x^4}$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$f(f(x))=\frac{x}{(1+x^4)^{1/4}}\cdot\frac{(1+x^4)^{1/4}}{(1+2x^4)^{1/4}}=\frac{x}{(1+2x^4)^{1/4}}$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Repeating,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</m:rad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Repeating,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$f(f(f(f(x))))=\frac{x}{(1+4x^4)^{1/4}}$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$x^2g(x)=\frac{x^3}{(1+4x^4)^{1/4}}$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$18\int_0^{\sqrt{2\sqrt5}}\frac{x^3}{(1+4x^4)^{1/4}}dx$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$1+4x^4=t^4$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$16x^3dx=4t^3dt$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$x^3dx=\frac{t^3dt}4$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$x=0\Rightarrow 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$x^4=\left(2\sqrt5\right)^2=20\Rightarrow t^4=81\Rightarrow 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$\frac{18}4\int_1^3\frac{t^3\,dt}{t}=\frac92\int_1^3t^2dt=\frac92\left[\frac{t^3}3\right]_1^3$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$=\frac32\left[27-1\right]=\frac32\cdot26=39$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Track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composition just adds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once; then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Track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$\frac1{f^4}$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$\frac1{f(x)^4}=1+\frac1{x^4}$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composition just adds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$\frac1{g^4}=4+\frac1{x^4}$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once;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each application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four applications: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</m:rad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$\frac1{f(x)^4}=\frac{1+x^4}{x^4}=1+\frac1{x^4}$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$h=f(w)$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$\frac1{h^4}=1+\frac1{w^4}$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each application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$\frac1{(\cdot)^4}$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four applications: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$\frac1{g^4}=4+\frac1{x^4}=\frac{1+4x^4}{x^4}$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$g=\frac{x}{(1+4x^4)^{1/4}}$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$18\int_0^{\sqrt{2\sqrt5}}\frac{x^3dx}{(1+4x^4)^{1/4}}$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$x^3dx=\frac{du}4$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$=\frac{18}4\int_0^{20}(1+4u)^{-1/4}du=\frac92\cdot\frac14\cdot\frac43\left[(1+4u)^{3/4}\right]_0^{20}=\frac32\left[81^{3/4}-1\right]$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$=\frac32(27-1)=39$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composition.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compositions that look messy, find a quantity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that changes additively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Numerical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39.000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$f(x)=\frac{x}{(1+x^p)^{1/p}}$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$f^{(n)}(x)=\frac{x}{(1+nx^p)^{1/p}}$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$\frac1{f^p}=1+\frac1{x^p}$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composition.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compositions that look messy, find a quantity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$\frac1{f^4}$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that changes additively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$\int\frac{x^3}{(1+4x^4)^{1/4}}dx=\frac{1}{12}(1+4x^4)^{3/4}+C$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$18\int=39.000$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of all coefficients in 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∫"/>
                                <m:limLoc m:val="subSup"/>
                                <m:subHide m:val="off"/>
                                <m:supHide m:val="off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2024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nary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common root,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of all coefficients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$\left(1-2x+2x^2\right)^{2023}\left(3-4x^2+2x^3\right)^{2024}$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$b=\lim_{x\to0}\left(\frac{\int_0^x\frac{\log(1+t)}{t^{2024}+1}dt}{x^2}\right)$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$cx^2+dx+e=0$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$2bx^2+ax+4=0$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common root,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$c,d,e\in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$d:c:e$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$1:1:4$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$4:1:4$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$2:1:4$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$1:2:4$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Leibniz rule for a limit of an integral, Common root of two quadratics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second quadratic has negative discriminant, so a common root is non-real and its conjugate is common too, making the equations proportional.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coefficients =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2024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L'Hopital with Leibniz's rule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2024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roots are non-real.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coefficients =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$a=(1-2+2)^{2023}(3-4+2)^{2024}=1\cdot1=1$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$b=\lim_{x\to0}\frac{\int_0^x\frac{\log(1+t)}{t^{2024}+1}dt}{x^2}$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L'Hopital with Leibniz's rule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$\lim\frac{\frac{\log(1+x)}{x^{2024}+1}}{2x}$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$=\frac12\lim\frac{\log(1+x)}{x}\cdot\frac1{x^{2024}+1}=\frac12\cdot1\cdot\frac1{0+1}=\frac12$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$2bx^2+ax+4=0$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$1-16=-15&lt;0$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roots are non-real.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coefficients; if it shares one non-real root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shares the conjugate too, so both roots are common.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$cx^2+dx+e=0$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coefficients; if it shares one non-real root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shares the conjugate too, so both roots are common.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c1=\frac d1=\frac 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$d:c:e=1:1:4$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 : 1 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Estimate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 Taylor expansion of the integrand, and find the common root by elimination: 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the first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Estimate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 Taylor expansion of the integrand, and find the common root by elimination: 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$x^2=-x-4$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the first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non-real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common root: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$\frac{\log(1+t)}{t^{2024}+1}=t+O(t^2)$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$\int_0^x=\frac{x^2}2+O(x^3)$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$a=P(1)=1$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non-real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$\omega,\bar\omega$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common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$\omega^2=-\omega-4$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$c\omega^2+d\omega+e=0$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$c(-\omega-4)+d\omega+e=0$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real,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$(d-c)\,\omega+(e-4c)=0$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$c,d,e$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real,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$d-c=0$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$e-4c=0$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$d:c:e=1:1:4$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 : 1 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coefficients of a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with alternating signs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Real-coefficient quadratics sharing a non-real root are proportional (they share both roots).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common root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one of them,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2024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0.50005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coefficients of a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with alternating signs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Real-coefficient quadratics sharing a non-real root are proportional (they share both roots).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$a_1x^2+b_1x+c_1$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$a_2x^2+b_2x+c_2$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common root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$b^2-4ac&lt;0$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one of them,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$\frac{a_1}{a_2}=\frac{b_1}{b_2}=\frac{c_1}{c_2}$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$\lim_{x\to0}\frac{1}{x^2}\int_0^x\phi(t)dt$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$\phi(t)\sim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$\int_0^{10^{-3}}\frac{\ln(1+t)}{t^{2024}+1}dt\big/10^{-6}\approx0.50005$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functions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rad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$f,g:(0,\infty)\to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functions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$f(x)=\int_{-x}^{x}\left(|t|-t^2\right)e^{-t^2}dt$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$g(x)=\int_0^{x^2}t^{1/2}e^{-t}dt$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$9\left(f\left(\sqrt{\log_e9}\right)+g\left(\sqrt{\log_e9}\right)\right)$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Leibniz rule and Fundamental Theorem of Calculus, Even integrand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Leibniz rule and Fundamental Theorem of Calculus, Even integrand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cancel), which integrates in closed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$f'+g'=2xe^{-x^2}$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$x^2e^{-x^2}$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cancel), which integrates in closed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Leibniz,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$f(x)=\int_{-x}^{x}\left(|t|-t^2\right)e^{-t^2}dt$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Leibniz,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$f'(x)=\left(|x|-x^2\right)e^{-x^2}+\left(|-x|-x^2\right)e^{-x^2}=2\left(x-x^2\right)e^{-x^2}$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$g(x)=\int_0^{x^2}t^{1/2}e^{-t}dt$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$g'(x)=\left(x^2\right)^{1/2}e^{-x^2}\cdot2x=2x^2e^{-x^2}$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$f'(x)+g'(x)=2xe^{-x^2}-2x^2e^{-x^2}+2x^2e^{-x^2}=2xe^{-x^2}$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$f(x)+g(x)=\int_0^{x}2se^{-s^2}ds$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$\int_0^{x^2}e^{-u}du=\left[-e^{-u}\right]_0^{x^2}=1-e^{-x^2}$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$x=\sqrt{\log_e9}$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$e^{-x^2}=e^{-\log_e9}=\frac19$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$f+g=1-\frac19$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$9(f+g)=9\left(1-\frac19\right)=8$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an integral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before integrating: the integrands combine without differentiating.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$t=s^2$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an integral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add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before integrating: the integrands combine without differentiating.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$|t|-t^2$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$f(x)=2\int_0^x\left(t-t^2\right)e^{-t^2}dt$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$dt=2s\,ds$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$g(x)=\int_0^{x}s\,e^{-s^2}\cdot2s\,ds=\int_0^x2s^2e^{-s^2}ds$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$f(x)+g(x)=\int_0^x\left(2t-2t^2+2t^2\right)e^{-t^2}dt=\int_0^x2te^{-t^2}dt=1-e^{-x^2}$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$x^2=\log_e9$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$f+g=\frac89$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$9(f+g)=8$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incomplete Gamma function; it has no closed form alone, so look for a partner function whose derivative cancels the awkward 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Numerical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8.0000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$f(x)=\int_{-x}^{x}h(t)dt$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$f(x)=2\int_0^xh(t)dt$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$\int_0^{x^2}t^{1/2}e^{-t}dt$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incomplete Gamma function; it has no closed form alone, so look for a partner function whose derivative cancels the awkward 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$\int_0^x2se^{-s^2}ds=1-e^{-x^2}$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$9(f+g)=8.0000$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$x=\sqrt{\ln9}$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$\int_0^1\left(2x^3-3x^2-x+1\right)^{1/3}dx$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Symmetry of a cubic about its point of inflection in a definite integral, Odd-function property of integrals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Shifting by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cubic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odd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cube root keeps it odd.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Shifting by 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cubic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$\frac{t^3-5t}4$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odd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cube root keeps it odd.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sSup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$2x^3-3x^2-x+1=\frac14(2x-1)\left((2x-1)^2-5\right)$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$I=\int_0^1\left(\frac{(2x-1)\left((2x-1)^2-5\right)}4\right)^{1/3}dx$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$2x-1=t$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$dx=\frac{dt}2$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$x=0\Rightarrow 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$x=1\Rightarrow 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the real cube root of an odd function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of an odd function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$I=\frac12\int_{-1}^{1}\left(\frac{t\left(t^2-5\right)}4\right)^{1/3}dt$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$\phi(t)=\left(\frac{t(t^2-5)}4\right)^{1/3}$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$\phi(-t)=-\phi(t)$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$t(t^2-5)$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the real cube root of an odd function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of an odd function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King property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cubic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equals its own negative.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King property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$x\to1-x$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cubic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$h(1-x)=-h(x)$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equals its own negative.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$h(x)=2x^3-3x^2-x+1$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$h(1-x)=2(1-x)^3-3(1-x)^2-(1-x)+1$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$=2-6x+6x^2-2x^3-3+6x-3x^2-1+x+1=-2x^3+3x^2+x-1=-h(x)$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$I=\int_0^1h(x)^{1/3}dx=\int_0^1h(1-x)^{1/3}dx=\int_0^1\left(-h(x)\right)^{1/3}dx=-I$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symmetry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odd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(cube root,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...).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about its inflection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remove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numerical integral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$h(m-x)=-h(m+x)$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symmetry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$\int_{m-c}^{m+c}\phi(h(x))dx=0$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odd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(cube root,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...).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$px^3+qx^2+rx+s$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about its inflection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 q{3p}$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shift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$t=x+\frac q{3p}$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remove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$h(0.3)+h(0.7)=0$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numerical integral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2.50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Definite Integration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2.50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