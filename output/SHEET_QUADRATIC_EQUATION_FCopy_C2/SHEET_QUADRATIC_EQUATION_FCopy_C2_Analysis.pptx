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Sheet1!$A$2:$A$20</c:f>
              <c:strCache>
                <c:ptCount val="19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checks contain a typo: for x = -2 it writes '3x + 7 = 1 &lt; 0' (1 is positive; the root is still rejected because 2x+3 = -1 &lt; 0), and it evaluates 3x+7 at x = -1/4 as 11/2 (the correct value is 25/4, still positive). It also never checks that the bases differ from 1; added. Answer x = -1/4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Case II (0 &lt; p &lt; 4) with its diagram but never solves it, and in Case III it does not say why 5 - sqrt(10) and (in Case I) 1 + sqrt(2) are rejected. Added: Case II gives 2 - 2p = 3, p = -1/2, outside [0,4], so no solution; rejections stated. The final answer was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tests only the pair (k, w) for common factors and never computes f for k = 6, 9, 12; it also silently reads 'relatively prime' as pairwise coprime. Completed: f = 34, 19, 4 for k = 6, 9, 12 and noted that k = 9 fails because gcd(9,132) = 3. If 'relatively prime' meant only gcd(k,w,f) = 1, then k = 9 (9,132,19) would also qualify and give 160; the key's 96 corresponds to the pairwise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(D): the PDF factors x^3-5x+2 = (x-2)(x^2+2x-1) correctly but then gives the roots of x^2+2x-1 as -1 -/+ sqrt3; they are -1 +/- sqrt2, so the valid roots are x = 2 and x = sqrt2 - 1 (the PDF's 'Final x = 2, sqrt3 - 1' is wrong, though the count 2 and the match D-Q are unchanged). Part (A): the PDF does not justify why the common roots must be the complex pair; added.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Quadratic Equation Sheet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QUADRATIC EQUATION · FCopy C2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/ 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Find / solve / prove questions with a numerical or expression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Determine the numerical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$mx^2+x(2-m)+3=0$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pq+\dfrac qp=\dfrac23$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Determine the numerical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$\dfrac{m_1}{m_2^2}+\dfrac{m_2}{m_1^2}$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between roots and coefficients of a quadratic, Symmetric functions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an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Vieta on that equation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pq+\frac qp=\frac23$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an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Vieta on that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$p+q=\dfrac{m-2}{m}$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$pq=\dfrac3m$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$p^2+q^2=(p+q)^2-2pq=\dfrac{(m-2)^2}{m^2}-\dfrac6m=\dfrac{(m-2)^2-6m}{m^2}=\dfrac{m^2+4-10m}{m^2}$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pq+\dfrac qp=\dfrac23\Rightarrow\dfrac{p^2+q^2}{pq}=\dfrac23\Rightarrow 3(p^2+q^2)=2pq$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$3\cdot\dfrac{m^2+4-10m}{m^2}=2\cdot\dfrac3m\Rightarrow m^2+4-10m=2m\Rightarrow m^2-12m+4=0$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$m_1+m_2=12$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$m_1^3+m_2^3=(m_1+m_2)^3-3m_1m_2(m_1+m_2)=12^3-3\times4\times12=12^3-12^2=12^2(12-1)=144\times11$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$\dfrac{m_1}{m_2^2}+\dfrac{m_2}{m_1^2}=\dfrac{m_1^3+m_2^3}{m_1^2m_2^2}=\dfrac{144\times11}{4\times4}=99$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rewrite each term as a cube, then 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$m_1m_2=4$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rewrite each term as a cube, then 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$m^2=12m-4$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$m_2=\dfrac4{m_1}$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$\dfrac{m_1}{m_2^2}=\dfrac{m_1\cdot m_1^2}{16}=\dfrac{m_1^3}{16}$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$\dfrac{m_2}{m_1^2}=\dfrac{m_2^3}{16}$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$m^2=12m-4$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$m^3=12m^2-4m=12(12m-4)-4m=140m-48$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$m_1^3+m_2^3=140(m_1+m_2)-96=140\times12-96=1584$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$=\dfrac{1584}{16}=99$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higher powers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symmetric expressions need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 conditions on the roots (like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a new quadratic in the parameter; Vieta again then handles both parameter values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$\dfrac{m_1}{m_2^2}+\dfrac{m_2}{m_1^2}=\dfrac{m_1^3+m_2^3}{k^2}$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$\alpha^3+\beta^3=(\alpha+\beta)^3-3\alpha\beta(\alpha+\beta)$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$x^2=sx-t$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higher powers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$x^3=(s^2-t)x-st$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pq+\dfrac qp=\dfrac{(p+q)^2}{pq}-2$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symmetric expressions need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 conditions on the roots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pq+\frac qp=\frac23$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a new quadratic in the parameter; Vieta again then handles both parameter values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$\log_{(2x+3)}(6x^2+23x+21)=4-\log_{(3x+7)}(4x^2+12x+9)$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equations and change of base, Domain conditions of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both logs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$6x^2+23x+21=(2x+3)(3x+7)$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both logs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$t=\log_{(2x+3)}(3x+7)$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$6x^2+23x+21=(2x+3)(3x+7)$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$4x^2+12x+9=(2x+3)^2$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$\log_{(2x+3)}\big[(2x+3)(3x+7)\big]=4-\log_{(3x+7)}(2x+3)^2$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$1+\log_{(2x+3)}(3x+7)=4-2\log_{(3x+7)}(2x+3)$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$t=\log_{(2x+3)}(3x+7)$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$\log_{(3x+7)}(2x+3)=\dfrac1t$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$1+t=4-\dfrac2t$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$t+\dfrac2t-3=0$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$t^2-3t+2=0\Rightarrow t^2-2t-t+2=0\Rightarrow t(t-2)-1(t-2)=0\Rightarrow(t-1)(t-2)=0\Rightarrow t=1,2$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$\log_{(2x+3)}(3x+7)=1\Rightarrow 2x+3=3x+7\Rightarrow 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bases must be positive,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neither base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arguments are positive -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$(2x+3)^2=3x+7\Rightarrow4x^2+12x+9-3x-7=0\Rightarrow4x^2+9x+2=0\Rightarrow4x^2+8x+x+2=0\Rightarrow(x+2)(4x+1)=0$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$x=-2,-\dfrac14$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bases must be positive,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$2x+3=\dfrac52&gt;0$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$3x+7=7-\dfrac34=\dfrac{25}4&gt;0$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neither base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arguments are positive -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$x=-\dfrac14$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verify them on every candidate (here they killed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equation has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arguments: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two logs into one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valid bases),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verify them on every candidate (here they killed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equation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$\log_BA=\frac1t$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arguments: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$6x^2+23x+21=(2x+3)(3x+7)$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$4x^2+12x+9=(2x+3)^2$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two logs into one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$\log_AB=k\Leftrightarrow B=A^k$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valid bases),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$t=1\Rightarrow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$t=2\Rightarrow A^2=B$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$-3&lt;\dfrac{x^2+ax-2}{x^2+x+1}&lt;2$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Quadratic expressions: sign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condition), Quadratic inequalities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Quadratic expressions: sign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condition), Quadratic inequalities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multiply through and require two quadratics to be positive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$x^2+x+1&gt;0$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multiply through and require two quadratics to be positive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may multiply by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inequality: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may multiply by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$\dfrac{x^2+ax-2}{x^2+x+1}&gt;-3\Rightarrow x^2+ax-2&gt;-3x^2-3x-3\Rightarrow4x^2+(a+3)x+1&gt;0$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$(a+3)^2-16&lt;0\Rightarrow(a+3+4)(a+3-4)&lt;0\Rightarrow(a+7)(a-1)&lt;0\Rightarrow a\in(-7,1)$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inequality: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must hold: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$\dfrac{x^2+ax-2}{x^2+x+1}&lt;2\Rightarrow x^2+ax-2&lt;2x^2+2x+2\Rightarrow x^2+(2-a)x+4&gt;0$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$(a-2)^2-16&lt;0\Rightarrow(a-2+4)(a-2-4)&lt;0\Rightarrow(a+2)(a-6)&lt;0\Rightarrow a\in(-2,6)$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must hold: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$(-7,1)\cap(-2,6)=(-2,1)$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$-2&lt;a&lt;1$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condition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$y=\frac{x^2+ax-2}{x^2+x+1}$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condition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$(y-1)x^2+(y-a)x+(y+2)=0$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 real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between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this whole interval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$y=\dfrac{x^2+ax-2}{x^2+x+1}$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$(y-1)x^2+(y-a)x+(y+2)=0$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 real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$(y-a)^2-4(y-1)(y+2)\ge0$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$g(y)=3y^2+(2a+4)y-(a^2+8)\le0$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between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this whole interval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$y=-\dfrac{a+2}3\in(-3,2)$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$g(-3)=7-6a-a^2&gt;0\Rightarrow a^2+6a-7&lt;0\Rightarrow-7&lt;a&lt;1$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condition: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automatically true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$g(2)=12+4a-a^2&gt;0\Rightarrow a^2-4a-12&lt;0\Rightarrow-2&lt;a&lt;6$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$-3&lt;-\dfrac{a+2}3&lt;2\Rightarrow-8&lt;a&lt;7$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automatically true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$-2&lt;a&lt;1$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rational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can be cleared: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 and require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'discriminant method').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rational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can be cleared: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$\lambda&lt;\frac ND&lt;\mu\iff N-\lambda 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 D-N&gt;0$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$\frac{ax^2+bx+c}{px^2+qx+r}$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 and require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'discriminant method').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$\frac{x^2-2}{x^2+x+1}$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$-2.43$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$\dfrac{\left(x+\frac1x\right)^6-\left(x^6+\frac1{x^6}\right)-2}{\left(x+\frac1x\right)^3+x^3+\frac1{x^3}}$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Algebraic identities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Algebraic identities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$x^3+\frac1{x^3}$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AM-GM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is a difference of squares that cancels with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$x^6+\frac1{x^6}+2=\left(x^3+\frac1{x^3}\right)^2$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is a difference of squares that cancels with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$x^6+\dfrac1{x^6}=\left(x^3\right)^2+\left(\dfrac1{x^3}\right)^2=\left(x^3+\dfrac1{x^3}\right)^2-2$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$=\left(x+\dfrac1x\right)^6-\left[\left(x^3+\dfrac1{x^3}\right)^2-2\right]-2=\left[\left(x+\dfrac1x\right)^3\right]^2-\left(x^3+\dfrac1{x^3}\right)^2$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$=\left[\left(x+\dfrac1x\right)^3+x^3+\dfrac1{x^3}\right]\left[\left(x+\dfrac1x\right)^3-x^3-\dfrac1{x^3}\right]$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bracket is exactly the denominator, so the fraction equals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fraction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bracket is exactly the denominator, so the fraction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$\left(x+\dfrac1x\right)^3-x^3-\dfrac1{x^3}$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$\left(x+\dfrac1x\right)^3=x^3+\dfrac1{x^3}+3\left(x+\dfrac1x\right)$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$=3\left(x+\dfrac1x\right)$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$x+\dfrac1x\ge2$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everything in the single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the polynomial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everything in the single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$u=x+\frac1x$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the polynomial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expansion: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$u=x+\dfrac1x$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$x^2+\dfrac1{x^2}=u^2-2$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$x^4+\dfrac1{x^4}=u^4-4u^2+2$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$x^3+\dfrac1{x^3}=u^3-3u$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$u^6=\left(x^6+\dfrac1{x^6}\right)+6\left(x^4+\dfrac1{x^4}\right)+15\left(x^2+\dfrac1{x^2}\right)+20$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$=u^6-\left(x^6+\dfrac1{x^6}\right)-2=6(u^4-4u^2+2)+15(u^2-2)+18=6u^4-9u^2=3u^2(2u^2-3)$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AM-GM,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$=u^3+(u^3-3u)=2u^3-3u=u(2u^2-3)$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$=3u=3\left(x+\dfrac1x\right)\ge6$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AM-GM,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two workhorse identities.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always be written as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(Chebyshev-type recursion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hidden in expressions like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$\left(x+\frac1x\right)^3=x^3+\frac1{x^3}+3\left(x+\frac1x\right)$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$x^2+\frac1{x^2}=\left(x+\frac1x\right)^2-2$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two workhorse identities.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$x^n+\frac1{x^n}$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always be written as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(Chebyshev-type recursion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$s_{n+1}=u\,s_n-s_{n-1}$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hidden in 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$\left(x+\frac1x\right)^6-\left(x^6+\frac1{x^6}\right)-2$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all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of which the least value of the quadratic trinomial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all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of which the least value of the quadratic trinomial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$4x^2-4px+p^2-2p+2$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and minimum value of a quadratic on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least value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 where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lies: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inside, or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treat three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least value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 where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 p2$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lies: left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inside, or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treat three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opening upwards with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(vertex left of the interval):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$f(x)=4x^2-4px+p^2-2p+2$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opening upwards with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$x=\dfrac{4p}{8}=\dfrac 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(vertex left of the interval):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p2&lt;0\Rightarrow 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$f(0)=p^2-2p+2$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$f(0)=3\Rightarrow p^2-2p-1=0\Rightarrow p=1\pm\sqrt2$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(vertex inside):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 in this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 (vertex right of the interval):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(vertex inside):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$0\le\dfrac p2\le2\Rightarrow0\le p\le4$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$f\!\left(\dfrac p2\right)=p^2-2p^2+p^2-2p+2=2-2p$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$2-2p=3\Rightarrow p=-\dfrac12$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 in this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 (vertex right of the interval):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p2&gt;2\Rightarrow p&gt;4$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$f(2)=16-8p+p^2-2p+2=p^2-10p+18$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$f(2)=3\Rightarrow p^2-10p+15=0\Rightarrow p=5\pm\sqrt{10}$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$5+\sqrt{10}\approx8.16$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$5-\sqrt{10}\approx1.84$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$p=5+\sqrt{10}$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$p=1-\sqrt2$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$p=5+\sqrt{10}$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minimum is governed by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$s=2x\in[0,4]$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$f=(s-p)^2-2p+2$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minimum is governed by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Least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(nearest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s\le4$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$f=s^2-2ps+p^2-2p+2=(s-p)^2-2p+2$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Least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$=d^2-2p+2$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(nearest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$p^2-2p+2=3\Rightarrow p=1-\sqrt2$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p\le4$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$2-2p=3\Rightarrow p=-\dfrac12$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$d=p-4$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$(p-4)^2-2p+2=3\Rightarrow p^2-10p+15=0\Rightarrow p=5+\sqrt{10}$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$p=1-\sqrt2$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$p=5+\sqrt{10}$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Maximum is at the endpoint farther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position decides the case: always split into three cases and check each candidate against its case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the Case II value is not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$a(x-h)^2+k$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$h\in[m,n]$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Maximum is at the endpoint farther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position decides the case: always split into three cases and check each candidate against its case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the Case II value is not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$2\log_{\frac1{25}}(bx+28)=-\log_5(12-4x-x^2)$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equations with parameter and domain restrictions, Location of roots of a quadratic in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simplifying,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exactly one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simplifying,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$bx+28=12-4x-x^2$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$12-4x-x^2&gt;0$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exactly one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$x^2+(b+4)x+16=0$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$(-6,2)$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$\log_{1/25}u=-\tfrac12\log_5u$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$2\log_{1/25}(bx+28)=-\log_5(bx+28)$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$-\log_5(bx+28)=-\log_5(12-4x-x^2)$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$bx+28=12-4x-x^2&gt;0$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$x^2+(b+4)x+16=0$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$x^2+4x-12&lt;0\Rightarrow(x+6)(x-2)&lt;0$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$bx+28&gt;0$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$D=0\Rightarrow(b+4)^2=64\Rightarrow 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otherwise: the values at the end-points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opposite signs: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$x^2+8x+16=0\Rightarrow 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$bx+28=12&gt;0$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$12-4x-x^2=12+16-16=12&gt;0$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$x^2-8x+16=0\Rightarrow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$bx+28=-48+28=-20&lt;0$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otherwise: the values at the end-points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$f(x)=x^2+(b+4)x+16$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opposite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$f(-6)=28-6b$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$f(2)=28+2b$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$f(-6)f(2)&lt;0\Rightarrow(28-6b)(28+2b)&lt;0\Rightarrow b\in(-\infty,-14)\cup\left(\dfrac{14}3,\infty\right)$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End-point cases: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the domain)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End-point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the domain)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$x=-\dfrac83\in(-6,2)$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accepted.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$b\in(-\infty,-14)\cup\{4\}\cup\left[\dfrac{14}3,\infty\right)$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$b\in(-\infty,-14)\cup\{4\}\cup\left[\dfrac{14}3,\infty\right)$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how often each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$b=h(x)=-\left(x+4+\frac{16}x\right)$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$(-6,2)\setminus\{0\}$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how often each horizontal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reached).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$x^2+(b+4)x+16=0$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$b=-\dfrac{x^2+4x+16}{x}=-\left(x+4+\dfrac{16}x\right)$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$h'(x)=-1+\dfrac{16}{x^2}&gt;0$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reached).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decreases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once (only the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once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twice;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once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 the values with exactly one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$h=s+\dfrac{16}s-4$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$s\in(0,4]$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$h(6)=\dfrac{14}3$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once (only the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once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$\dfrac{14}3&gt;b&gt;4$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twice;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 the values with exactly one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$b&lt;-14$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$b\ge\dfrac{14}3$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$b\in(-\infty,-14)\cup\{4\}\cup\left[\dfrac{14}3,\infty\right)$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$b\in(-\infty,-14)\cup\{4\}\cup\left[\dfrac{14}3,\infty\right)$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automatically): only one positivity condition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the boundary checks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(is the other root inside?) and the double-root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'Separate the parameter'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root-counting into reading a graph - often safer than casework on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$\log_{a^k}u=\frac1k\log_au$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$\log_{1/25}u=-\frac12\log_5u$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$\log_5A=\log_5B\Leftrightarrow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automatically): only one positivity condition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$f(m)f(n)&lt;0$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the boundary checks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(is the other root inside?) and the double-root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'Separate the parameter'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root-counting into reading a graph - often safer than casework on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system of equations: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system of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$\log_ax\cdot\log_a(xyz)=48$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$\log_ay\cdot\log_a(xyz)=12$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$\log_az\cdot\log_a(xyz)=84$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logarithmic equations, Properties of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equations in pairs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equations in pairs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$\log_az$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$\log_ax\cdot\log_a(xyz)=48\ \dots(1)$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$\log_ay\cdot\log_a(xyz)=12\ \dots(2)$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$\log_az\cdot\log_a(xyz)=84\ \dots(3)$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$(3)\div(1)$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$\dfrac{\log_az}{\log_ax}=\dfrac{84}{48}\Rightarrow\log_xz=\dfrac74\Rightarrow z=x^{7/4}\Rightarrow x=z^{4/7}$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$(3)\div(2)$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$\log_yz=\dfrac{84}{12}=7\Rightarrow z=y^7\Rightarrow y=z^{1/7}$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 z^{4/7}\cdot\log_a\!\left(z^{4/7}\cdot z^{1/7}\cdot z\right)=48$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$\dfrac47(\log_az)\cdot\dfrac{12}7(\log_az)=48\Rightarrow(\log_az)^2=7^2$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$\log_az=\pm7$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$z=a^7$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$x=z^{4/7}=\left(a^7\right)^{4/7}=a^4$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$y=z^{1/7}=a$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$(a^4,a,a^7)$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$(a^{-4},a^{-1},a^{-7})$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$(x,y,z)=(a^4,a,a^7)$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$\left(\dfrac1{a^4},\dfrac1a,\dfrac1{a^7}\right)$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equations: the left side collapses to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equations: the left side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$\left[\log_a(xyz)\right]^2$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three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$L=\log_a(xyz)=\log_ax+\log_ay+\log_az$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three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$L\cdot(\log_ax+\log_ay+\log_az)=48+12+84$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$L=\pm12$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$\log_ax=\dfrac{48}{12}=4$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$\log_ay=\dfrac{12}{12}=1$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$\log_az=\dfrac{84}{12}=7$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$(x,y,z)=(a^4,a,a^7)$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$4+1+7=12=L$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two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$\log_az=-7$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$(x,y,z)=(a^{-4},a^{-1},a^{-7})$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two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$(x,y,z)=(a^4,a,a^7)$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$\left(\dfrac1{a^4},\dfrac1a,\dfrac1{a^7}\right)$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each equation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solves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- all three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logs change sign) always has solutions in reciprocal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each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$u_i\,S=c_i$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 u_i$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$S^2=\sum c_i$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$u_i=c_i/S$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$x(x+y+z)=c_1$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$y(x+y+z)=c_2$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$z(x+y+z)=c_3$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$(16,2,128)$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$\log_2x\cdot\log_2(xyz)=4\cdot12=48$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- all three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logs change sign) always has solutions in reciprocal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248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2192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$y=\sqrt{\log_23\cdot\log_212\cdot\log_248\cdot\log_2192+16}-\log_212\cdot\log_248+10$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logarithms, Perfect-square identity for a product of four terms in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four logs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pairing outer and inner terms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$x=\log_23$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four logs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$x,\,x+2,\,x+4,\,x+6$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pairing outer and inner terms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$t(t+8)+16=(t+4)^2$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2192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outer and inner factors: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$\log_212=\log_2(2^2\cdot3)=2+\log_23$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$\log_248=\log_2(2^4\cdot3)=4+\log_23$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$\log_2192=\log_2(2^6\cdot3)=6+\log_23$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$y=\sqrt{x(x+2)(x+4)(x+6)+16}-(x+2)(x+4)+10$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outer and inner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$x(x+6)=x^2+6x$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$(x+2)(x+4)=x^2+6x+8$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$y=\sqrt{(x^2+6x)(x^2+6x+8)+16}-(x^2+6x+8)+10$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square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$y=\sqrt{t(t+8)+16}-(t+8)+10$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$t(t+8)+16=t^2+8t+16=(t+4)^2$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square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$y=(t+4)-(t+8)+10=6$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four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four terms: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$m=x+3$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$m-3,m-1,m+1,m+3$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$(m^2-9)(m^2-1)$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four logs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four logs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$x,x+2,x+4,x+6$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$m-3,\ m-1,\ m+1,\ m+3$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$=(m^2-9)(m^2-1)=m^4-10m^2+9$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$m^4-10m^2+25=(m^2-5)^2$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$m=\log_23+3&gt;3$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 \cdot\ }=m^2-5$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$\log_212\cdot\log_248=(x+2)(x+4)=(m-1)(m+1)=m^2-1$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$y=(m^2-5)-(m^2-1)+10=6$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product of four terms in AP plus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trick: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and easy to complete into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writing each argument as a power of the base times a common factor turns the logs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3.585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5.585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whole expression evaluates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$a(a+d)(a+2d)(a+3d)+d^4=\left(a^2+3ad+d^2\right)^2$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product of four terms in AP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trick: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$m\pm d,\,m\pm3d$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$(m^2-d^2)(m^2-9d^2)$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and easy to complete into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$\log_2(2^k\cdot3)=k+\log_23$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writing each argument as a power of the base times a common factor turns the logs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$\log_23=1.585$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$1.585\cdot3.585\cdot5.585\cdot7.585$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whole expression evaluates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and unequal roots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$x^2+(a-b)x+(1-a-b)=0$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and unequal roots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$\forall\,b\in\mathbb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Discriminant of a quadratic and condition for distinct real roots, Quadratic positive for all real values of a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Distinct real roots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itself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must be positive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Distinct real roots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itself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must be positive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$D_b&lt;0$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real roots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real roots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$D=(a-b)^2-4(1-a-b)&gt;0\Rightarrow a^2+b^2-2ab-4+4a+4b&gt;0$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$b^2+b(4-2a)+(a^2+4a-4)&gt;0$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hold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discriminant must be negative (leading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must hold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discriminant must be negative (leading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$(4-2a)^2-4\cdot1\cdot(a^2+4a-4)&lt;0\Rightarrow16+4a^2-16a-4a^2-16a+16&lt;0$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$32-32a&lt;0\Rightarrow 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$a&gt;1$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minimum of the discriminant.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minimum of the discriminant.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$D(b)=(a-b)^2-4(1-a-b)=b^2+(4-2a)b+a^2+4a-4$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$D(b)=(b+2-a)^2+\left[a^2+4a-4-(2-a)^2\right]=(b+2-a)^2+8a-8$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$8a-8&gt;0\iff 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$a&gt;1$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'Condition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for an expression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leading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discriminant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(equivalently, its minimum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parameters can be viewed as a quadratic in either variable - choose the one the question quantifies over.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'complete the square' gives the answer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(repeated root),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'Condition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for an expression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discriminant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(equivalently, its minimum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parameters can be viewed as a quadratic in either variable - choose the one the question quantifies over.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$b^2+pb+q$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$q-\frac{p^2}4$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'complete the square' gives the answer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$D=(b)^2+\ldots=(b)^2+8&gt;0$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$D=(b+1)^2\ge0$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(repeated root),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always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$a^2x^2-bx-c=0$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$a^2x^2+2bx+2c=0$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always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$\alpha&lt;\gamma&lt;\beta$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Location of roots: sign change of a quadratic (intermediate value property)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two given relations; opposite signs trap a root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$f(x)=a^2x^2+2bx+2c$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two given relations; opposite signs trap a root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(1);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$a^2\alpha^2+b\alpha+c=0\Rightarrow b\alpha+c=-a^2\alpha^2\ \dots(1)$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$a^2x^2-bx-c=0$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$a^2\beta^2-b\beta-c=0\Rightarrow a^2\beta^2=b\beta+c\ \dots(2)$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$f(x)=a^2x^2+2bx+2c$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$f(\alpha)=a^2\alpha^2+2(b\alpha+c)=a^2\alpha^2-2a^2\alpha^2=-a^2\alpha^2&lt;0$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(1);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$a\ne0,\ 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(2)).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$f(\beta)=a^2\beta^2+2(b\beta+c)=a^2\beta^2+2a^2\beta^2=3a^2\beta^2&gt;0$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(2)).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$f(\alpha)&lt;0&lt;f(\beta)$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$f(\gamma)=0$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$\gamma\in(\alpha,\beta)$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$a^2x^2+2bx+2c=0$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$\alpha&lt;\gamma&lt;\beta$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a root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$f(\alpha)&lt;0&lt;f(\beta)$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$f(x)=a^2x^2+2bx+2c$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a root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lies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$(\alpha,\beta)$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(intermediate value theorem for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Build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combination of the given equations: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pattern: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('sign trapping').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and,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this triple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hypothesis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- the sign relations (1),(2) are what the proof uses, and the hypothesis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order of the two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$f(p)f(q)&lt;0$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(intermediate value theorem for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Build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combination of the given equations: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$f=2P-a^2x^2$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$P=a^2x^2+bx+c$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$f=3a^2x^2-2Q$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$Q=a^2x^2-bx-c$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$f(\alpha)=-a^2\alpha^2$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$f(\beta)=3a^2\beta^2$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pattern: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P+\mu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('sign trapping').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$a=1,b=-3,c=2$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$\beta=\frac{-3+\sqrt{17}}2$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this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hypothesis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- the sign relations (1),(2) are what the proof uses, and the hypothesis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order of the two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2135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quadratic equation whose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$(\tan^2135^\circ)x^2-(\operatorname{cosec}10^\circ-\sqrt3\sec10^\circ)x+\tan^2240^\circ=0$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quadratic equation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$(\alpha+2\beta)$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a quadratic equation with transformed roots, Trigonometric simplification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known, the new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shift of the original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$2\alpha+\beta=(\alpha+\beta)+\alpha$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known, the new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shift of the original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2135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2135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$\tan^2135^\circ=1$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$\tan^2240^\circ=\tan^260^\circ=3$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$\operatorname{cosec}10^\circ-\sqrt3\sec10^\circ=\dfrac{\cos10^\circ-\sqrt3\sin10^\circ}{\sin10^\circ\cos10^\circ}=\dfrac{2\cos70^\circ}{\tfrac12\sin20^\circ}=\dfrac{2\sin20^\circ}{\tfrac12\sin20^\circ}=4$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$\alpha+\beta=\dfrac{\operatorname{cosec}10^\circ-\sqrt3\sec10^\circ}{\tan^2135^\circ}=4$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$2\alpha+\beta=(\alpha+\beta)+\alpha=4+\alpha$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$\alpha+2\beta=4+\beta$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of the original equation,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of the original equation,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$(y-4)^2-4(y-4)+3=0$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$y^2-8y+16-4y+16+3=0\Rightarrow y^2-12y+35=0$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$x^2-12x+35=0$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sum and product of the new roots directly (Vieta) instead of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sum and product of the new roots directly (Vieta) instead of substituting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check).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$=8+(\alpha+\beta)=12$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$=16+4(\alpha+\beta)+\alpha\beta=16+16+3=35$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$x^2-(\text{sum})x+\text{product}=x^2-12x+35=0$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check).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$x^2-12x+35=0$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value worth remembering.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before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roots of a quadratic are shifted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scaled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symmetric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one root is a shifted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$\cos\theta-\sqrt3\sin\theta=2\cos(\theta+60^\circ)$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$\sin10^\circ\cos10^\circ=\tfrac12\sin20^\circ$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$\operatorname{cosec}10^\circ-\sqrt3\sec10^\circ$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value worth remembering.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$a\cos\theta+b\sin\theta=\sqrt{a^2+b^2}\cos(\theta-\phi)$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before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roots of a quadratic are shifted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scaled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$2\alpha+\beta=(\alpha+\beta)+\alpha$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symmetric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one root is a shifted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positive integers,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$\log_8(kx^2+wx+f)=2$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positive integers,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$k+w+f$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equation to a quadratic equation, Roots of a quadratic with integer coefficients and divisibility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Vieta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test the integer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$\log_8(\cdot)=2$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$kx^2+wx+f=64$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$\frac13,-15$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Vieta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$w=\frac{44k}3$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$f=64-5k$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test the integer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(pairwise coprime).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$\log_8(kx^2+wx+f)=2\Rightarrow kx^2+wx+f=64$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$kx^2+wx+(f-64)=0$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$\dfrac13-15=-\dfrac{44}3=-\dfrac wk\Rightarrow3w=44k\Rightarrow w=\dfrac{44k}3$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$\dfrac13\cdot(-15)=-5=\dfrac{f-64}k\Rightarrow f=64-5k$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$k=3,6,9,12$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$f=64-15=49$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$\gcd(3,44,49)=1$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(pairwise coprime).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relatively prime.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$\gcd(9,132)=3$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relatively prime.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$k=3,\ w=44,\ f=49$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$k+w+f=3+44+49=96$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factored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$kx^2+wx+f-64$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factored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k3(3x-1)(x+15)$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$w,f$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$kx^2+wx+f-64=\dfrac k3(3x-1)(x+15)=\dfrac k3\left(3x^2+44x-15\right)$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$w=\dfrac{44k}3$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$f-64=-5k$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$(k,w,f)=(3j,\,44j,\,64-15j)$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Pairwise coprime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Pairwise coprime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$\gcd(3j,44j)=j=1$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$(3,44,49)$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convert to a polynomial equation at once (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integrality of coefficients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clear denominators of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(lowest terms)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 the meaning of 'relatively prime' being used: pairwise (as here) is stronger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$\log_ab=c\iff b=a^c$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convert to a polynomial equation at once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$\log_8(\cdot)=2\Rightarrow(\cdot)=64$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$B=-A(r_1+r_2)$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integrality of coefficients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clear denominators of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pq,\frac 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(lowest terms)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$\lambda(qx-p)(sx-r)$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 the meaning of 'relatively prime' being used: pairwise (as here) is stronger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$\gcd(k,w,f)=1$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those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numbers)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$x^2-10cx-11d=0$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$x^2-10ax-11b=0$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numbers)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between roots and coefficients of quadratic equations, Roots of one equation satisfying another (elimination)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their own equations; subtracting the two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their own equations; subtracting the two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$(a-c)(a+c-121)=0$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$x^2-10cx-11d=0$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$a+b=10c\ \dots(1)$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$a^2-10ca-11d=0\ \dots(3)$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$x^2-10ax-11b=0$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$c+d=10a\ \dots(2)$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$c^2-10ca-11b=0\ \dots(4)$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$(1)-(2)$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$a+b-c-d=10c-10a\Rightarrow b-d=10c-10a+c-a=11(c-a)$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$(1)+(2)$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$a+b+c+d=10(a+c)$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$(3)-(4)$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$a^2-c^2-11d+11b=0\Rightarrow(a-c)(a+c)=-11(b-d)$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$b-d=11(c-a)$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$(a-c)(a+c)=-121(c-a)=121(a-c)$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$a+b+c+d=10\times121=1210$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for each root to create extra equations (not only Vieta).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such 'root-satisfies-equation' relations produces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distinctness lets you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solvable: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numbers and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four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 - find the needed combination, not each variable.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$r^2+pr+q=0$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for each root to create extra equations (not only Vieta).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such 'root-satisfies-equation' relations produces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distinctness lets you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solvable: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$a=\frac{121-33\sqrt{13}}2$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$c=\frac{121+33\sqrt{13}}2$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numbers and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four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$=10(a+c)$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 - find the needed combination, not each variable.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paragraph: Q14-Q16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cubic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cubic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$x^3-(1+\cos\theta+\sin\theta)x^2+(\cos\theta\sin\theta+\cos\theta+\sin\theta)x-\sin\theta\cos\theta=0$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$x_1^2+x_2^2+x_3^2$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$\sin\theta(\sin\theta+\cos\theta)$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Cubic equations: relations between roots and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both sums are read from the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x_i^2=(\sum x_i)^2-2\sum x_ix_j$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both sums are read from the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$S_1=x_1+x_2+x_3=1+\cos\theta+\sin\theta$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$S_2=\sum x_1x_2=\cos\theta\sin\theta+\cos\theta+\sin\theta$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$S_3=x_1x_2x_3=\sin\theta\cos\theta$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$x_1^2+x_2^2+x_3^2=(x_1+x_2+x_3)^2-2\sum x_1x_2=(1+\cos\theta+\sin\theta)^2-2(\cos\theta\sin\theta+\cos\theta+\sin\theta)$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$1+\cos^2\theta+\sin^2\theta+2\cos\theta+2\sin\theta+2\cos\theta\sin\theta-2\cos\theta\sin\theta-2\cos\theta-2\sin\theta$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the cubic first (see Q15):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squares is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the cubic first (see Q15):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$1,\cos\theta,\sin\theta$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squares is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cubic: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expands to the given polynomial,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answer, (D) - no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cubic: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$(x-1)(x-\cos\theta)(x-\sin\theta)$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expands to the given polynomial,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$1,\cos\theta,\sin\theta$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$x_1^2+x_2^2+x_3^2=1+\cos^2\theta+\sin^2\theta=2$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answer, (D) - no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$(1+\cos\theta+\sin\theta)^2$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cubic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recognise this pattern in the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analogous formula for cubes.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x_i^2=S_1^2-2S_2$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cubic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$S_1=1+p+q$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$S_2=pq+p+q$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recognise this pattern in the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x_i^3=S_1^3-3S_1S_2+3S_3$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analogous formula for cubes.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cubic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at least two roots are equal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5   (C) 4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cubic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$x^3-(1+\cos\theta+\sin\theta)x^2+(\cos\theta\sin\theta+\cos\theta+\sin\theta)x-\sin\theta\cos\theta=0$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at least two roots are equal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5   (C) 4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Cubic equations: factorisation and equal roots,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equal roots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$(x-1)(x-\cos\theta)(x-\sin\theta)$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equal roots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$x^3-x^2-x^2(\cos\theta+\sin\theta)+x(\cos\theta+\sin\theta)+x\cos\theta\sin\theta-\sin\theta\cos\theta=0$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$x^2(x-1)-x(\cos\theta+\sin\theta)(x-1)+(x-1)\sin\theta\cos\theta=0$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$(x-1)\left[x^2-x(\cos\theta+\sin\theta)+\sin\theta\cos\theta\right]=0\Rightarrow(x-1)(x-\cos\theta)(x-\sin\theta)=0$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\cos\theta,\ 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two roots equal: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is impossible, so no value is counted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two roots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$\sin\theta=1\Rightarrow\theta=\dfrac\pi2$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$\cos\theta=1\Rightarrow\theta=0,2\pi$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$\sin\theta=\cos\theta\Rightarrow\theta=\dfrac\pi4,\dfrac{5\pi}4$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is impossible, so no value is counted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 view: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unit circle must lie on one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 view: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$(\cos\theta,\sin\theta)$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unit circle must lie on one of the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fixed): equality of two roots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intersections of the unit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each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point, two parameter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$1,\cos\theta,\sin\theta$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fixed): equality of two roots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intersections of the unit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$X=\cos\theta,Y=\sin\theta$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each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point, two parameter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meets the circle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overlaps (the three lines meet the circle at different points), so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$\theta=\dfrac\pi2$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meets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$\left(\pm\dfrac1{\sqrt2},\pm\dfrac1{\sqrt2}\right)$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$\theta=\dfrac\pi4,\dfrac{5\pi}4$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overlaps (the three lines meet the circle at different points), so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(closed):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would be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overlaps between cases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$S_1=1+p+q$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$S_2=pq+p+q$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(closed):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would be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overlaps between cases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$\sin\theta=\cos\theta\iff\tan\theta=1$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$\iff\theta=\frac\pi4+n\pi$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cubic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possible difference between two of the roots,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cubic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$x^3-(1+\cos\theta+\sin\theta)x^2+(\cos\theta\sin\theta+\cos\theta+\sin\theta)x-\sin\theta\cos\theta=0$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possible difference between two of the roots,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Cubic equations: factorisation and roots, Range of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all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difference can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$1,\cos\theta,\sin\theta$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all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difference can exceed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factorisation in the previous question).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\cos\theta,\ 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factorisation in the previous question).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$d_1=|\sin\theta-\cos\theta|=\left|\sqrt2\sin\left(\theta-\tfrac\pi4\right)\right|\le\sqrt2$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$d_2=|1-\sin\theta|\le2$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of these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(greater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$d_3=|1-\cos\theta|\le2$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of these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d_2=\max d_3=2$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any difference is at most the length of that interval; exhibit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achieving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roots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any difference is at most the length of that interval; exhibit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achieving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difference of any two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difference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greatest possible difference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(A), with no need to compute the three differences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$1,\cos\theta,\sin\theta\in[-1,1]$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difference of any two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$\theta=\dfrac{3\pi}2$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difference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greatest possible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(A), with no need to compute the three differences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bounding argument plus one example (an extremal case) often beats optimising several expressions.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of values of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includes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spread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bounding argument plus one example (an extremal case) often beats optimising several expressions.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$\left[-\sqrt{a^2+b^2},\sqrt{a^2+b^2}\right]$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$[-\sqrt2,\sqrt2]$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of values of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$\{1,\cos\theta,\sin\theta\}$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includes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spread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$1-\min(\cos\theta,\sin\theta)\le2$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689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Column-I: (A)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to. (B)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non-negative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possible values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can be equal to. (C) If the parabola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lies above the parabola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integral values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can be equal to. (D) The number of real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Column-II: 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(R)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(T)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A-P,S; B-Q; C-Q,S; D-P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A-P; B-Q,S; C-Q; D-P,S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A-Q; B-P,S; C-Q,S; D-P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A-P; B-Q,S; C-P,S; D-Q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689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Column-I: (A)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$\alpha,\beta\in(0,\pi)$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$\alpha\ne\beta$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$\dfrac{1-\cos2\theta}{\sin\theta}=\dfrac12$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$\tan\dfrac\alpha2+\tan\dfrac\beta2$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to. (B)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$\dfrac{x^2+(2m+3)x+(m^2+3)}{\sqrt{x^2+(2m+1)x+m^2+2}}$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non-negative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 R$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possible values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can be equal to. (C) If the parabola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$y=5x^2+x-3$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lies above the parabola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$y=2x^2+6x-1$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integral values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can be equal to. (D) The number of real solutions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$x^{2\log_x(x+3)}=16$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Column-II: 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(T)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A-P,S; B-Q; C-Q,S; D-P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A-P; B-Q,S; C-Q; D-P,S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A-Q; B-P,S; C-Q,S; D-P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A-P; B-Q,S; C-P,S; D-Q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 and half-angle tangent, Quadratic inequalities and sign of a quadratic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Logarithms: equations with variable base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 and half-angle tangent, Quadratic inequalities and sign of a quadratic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Logarithms: equations with variable base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each part separately: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root sum; the other parts reduce to quadratic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each part separately: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$\tan\frac\alpha2+\tan\frac\beta2=8$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root sum; the other parts reduce to quadratic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$\dfrac{1-\cos2\theta}{\sin\theta}=\dfrac{2\sin^2\theta}{\sin\theta}=2\sin\theta=\dfrac12\Rightarrow\sin\theta=\dfrac14$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two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must be defined and positive: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Column-II the possible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$t=\tan\dfrac\theta2$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$\dfrac{2t}{1+t^2}=\dfrac14\Rightarrow t^2-8t+1=0$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two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$\tan\dfrac\beta2$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$\tan\dfrac\alpha2+\tan\dfrac\beta2=8$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$x^2+(2m+3)x+(m^2+3)\ge0$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$D\le0\Rightarrow(2m+3)^2-4(m^2+3)\le0\Rightarrow12m-3\le0\Rightarrow m\le\dfrac14$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must be defined and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$x^2+(2m+1)x+m^2+2&gt;0$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$D&lt;0\Rightarrow(2m+1)^2-4(m^2+2)&lt;0\Rightarrow4m-7&lt;0\Rightarrow m&lt;\dfrac74$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$m\in\left(-\infty,\dfrac14\right]$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Column-II 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values among Column-II: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this set;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rejected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allowed as a base;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number of real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A-Q; B-P,S; C-Q,S; D-P -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$5x^2+x-3&gt;2x^2+6x-1\Rightarrow3x^2-5x-2&gt;0\Rightarrow(3x+1)(x-2)&gt;0\Rightarrow x\in\left(-\infty,-\dfrac13\right)\cup(2,\infty)$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values among Column-II: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this set;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$x&gt;0,\ 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$x^{2\log_x(x+3)}=(x+3)^2=16\Rightarrow x^2+6x-7=0\Rightarrow x=1,-7$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rejected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allowed as a base;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number of real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A-Q; B-P,S; C-Q,S; D-P -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A-Q; B-P,S; C-Q,S; D-P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 tool in each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(A), completing squares for (B), testing the Column-II values for (C), and monotonicity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 tool in each part: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x+\cot x=\frac2{\sin2x}$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(A), completing squares for (B), testing the Column-II values for (C), and monotonicity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sine,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Numerator: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Denominator: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$\sin\theta=\dfrac14$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sine,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$\tan\dfrac\beta2=\cot\dfrac\alpha2$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$\tan\dfrac\alpha2+\cot\dfrac\alpha2=\dfrac2{\sin\alpha}=\dfrac2{1/4}=8$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$\left(x+m+\tfrac32\right)^2+\tfrac34-3m\ge0\ \forall x\iff m\le\tfrac14$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$\left(x+m+\tfrac12\right)^2+\tfrac74-m&gt;0\ \forall x\iff m&lt;\tfrac74$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$m\le\tfrac14$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$0,8,1,-1,2$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Test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excluded; so no solution.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matching: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Test directly: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$5-1-3=1&gt;-5=2-6-1$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$325&gt;$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$2\cdot64+48-1=175$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$19&gt;19$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$x&gt;0,x\ne1$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excluded; so no solution.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matching: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A-Q; B-P,S; C-Q,S; D-P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two roots of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(sum/product via Vieta).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$\dfrac{1-\cos2\theta}{\sin\theta}=2\sin\theta$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$\sin\theta=\dfrac{2t}{1+t^2}$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$t=\tan\dfrac\theta2$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two roots of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(sum/product via Vieta).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x+\cot x=\dfrac2{\sin2x}$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$\dfrac{P(x)}{\sqrt{Q(x)}}\ge0\ \forall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$a&gt;0,a\ne1,b&gt;0$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$x^{2\log_x(x+3)}=(x+3)^2$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49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Column-I: (A) The expression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when simplified reduces to. (B) 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equals. (C) The real value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holds true is.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</m:sub>
                    </m:sSub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simplifies to.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Column-II: (P)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(Q)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(R)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(S)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(T)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A-S; B-T; C-P; D-T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A-T; B-S; C-P; D-T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A-P; B-T; C-T; D-S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A-T; B-P; C-T; D-S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49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Column-I: (A) The expression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$x^{\ln y-\ln z}\cdot y^{\ln z-\ln x}\cdot z^{\ln x-\ln y}$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when simplified reduces to. (B)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$p=\log_5\log_5(3)$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$3^{C+5^{-p}}=45$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equals. (C) The real value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$\log_69-\log_927+\log_8x=\log_{64}x-\log_64$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holds true is. (D)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$\dfrac12\log_{\sqrt5}\sin\dfrac\pi5\cdot\log_{\sqrt{\sin\frac\pi5}}5$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simplifies to.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Column-II: (P)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$\dfrac18$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(Q)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$\dfrac14$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(R)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(S)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(T)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A-S; B-T; C-P; D-T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A-T; B-S; C-P; D-T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A-P; B-T; C-T; D-S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A-T; B-P; C-T; D-S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logarithms, Logarithmic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 in (A) so the exponents cancel cyclically; in (B) and (D) use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 in (A) so the exponents cancel cyclically; in (B) and (D)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$\log_ab\cdot\log_ba=1$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$P=x^{\ln y-\ln z}\,y^{\ln z-\ln x}\,z^{\ln x-\ln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P=(\ln y-\ln z)\ln x+(\ln z-\ln x)\ln y+(\ln x-\ln y)\ln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x\ln y-\ln z\ln x+\ln y\ln z-\ln x\ln y+\ln z\ln x-\ln y\ln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$p=\log_5\log_53$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$3^{C+5^{-p}}=45$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$C+5^{-p}=\log_345$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$C=\log_345-5^{-p}$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$5^{-p}=5^{-\log_5\log_53}=(\log_53)^{-1}=\log_35$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$C=\log_345-\log_35=\log_3\dfrac{45}5=\log_39=2$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$\log_69+\log_64-\log_927+\log_8x-\log_{64}x=0$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$\log_636-\dfrac32+\log_8x-\dfrac12\log_8x=0$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$2-\dfrac32+\dfrac12\log_8x=0\Rightarrow\dfrac12\log_8x=-\dfrac12\Rightarrow\log_8x=-1\Rightarrow x=\dfrac18$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$\log_{\sqrt5}\sin\dfrac\pi5=2\log_5\sin\dfrac\pi5$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$\log_{\sqrt{\sin\pi/5}}5=2\log_{\sin\pi/5}5$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A-S; B-T; C-P; D-T,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$=\dfrac12\cdot2\log_5\sin\dfrac\pi5\cdot2\log_{\sin\pi/5}5=2\times1=2$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A-S; B-T; C-P; D-T,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A-S; B-T; C-P; D-T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and (C) by exponent/base tricks: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(B)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and (C) by exponent/base tricks: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$3^{\log_35}=5$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(B)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$\log_8x=2\log_{64}x$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$5^{p}=\log_53$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$5^{-p}=\dfrac1{\log_53}=\log_35$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$3^{C+\log_35}=3^C\cdot3^{\log_35}=5\cdot3^C=45$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$\log_8x=\dfrac{\ln x}{3\ln2}=2\cdot\dfrac{\ln x}{6\ln2}=2\log_{64}x$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$\log_69+\log_64-\log_927+2\log_{64}x-\log_{64}x=0$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results as the main solution: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 (parts (A) and (D) have no shorter route than the one above).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$\log_636-\dfrac32+\log_{64}x=0\Rightarrow\log_{64}x=-\dfrac12\Rightarrow x=64^{-1/2}=\dfrac18$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results as the main solution: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 (parts (A) and (D) have no shorter route than the one above).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A-S; B-T; C-P; D-T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cyclic exponent patterns cancel after taking logs; each term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(chain of change of base).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all logs to a common base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summing;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$a^{\ln b-\ln c}b^{\ln c-\ln a}c^{\ln a-\ln 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cyclic exponent patterns cancel after taking logs; each term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 a\,(\ln b-\ln 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$a^{\log_ab}=b$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$\log_{a^m}b^n=\frac nm\log_ab$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$\log_ab\cdot\log_bc\cdot\log_ca=1$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(chain of change of base).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all logs to a common base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summing;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$\log_{64}x=\frac12\log_8x$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$64=8^2$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92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Column-I: A. If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two common roots,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B.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C. The number of real roots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D. The number of real roots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Column-II: 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Q.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A-R; B-S; C-Q; D-P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A-S; B-R; C-P; D-Q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A-Q; B-P; C-S; D-R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A-P; B-Q; C-S; D-R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92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Column-I: A. If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$x^3+3x^2+5x+3=0$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two common roots,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B.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$f(x)=4x^2+3x-7$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C. The number of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$\log_3(x^2+9)+\log_3(x^4+81)=6$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D. The number of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$\log_x(5x-2)=3$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Column-II: 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Q.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A-R; B-S; C-Q; D-P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A-S; B-R; C-P; D-Q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A-Q; B-P; C-S; D-R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A-P; B-Q; C-S; D-R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roots of two equations, Logarithmic equations with parameter-free roots, Number of real roots of an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438144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real quadratic sharing two roots with the cubic must share its complex-conjugate pair; the other parts are direct (common root, AM-GM style positivity, domain check).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roots are a conjugate pair of imaginary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$x^3+3x^2+5x+3=(x+1)(x^2+2x+3)$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$D=4-12&lt;0$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roots are a conjugate pair of imaginary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real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had the real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common root, its other common root would be a complex root whose conjugate would also be a root - three roots, impossible. So the common roots are the imaginary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Common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real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had the real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common root, its other common root would be a complex root whose conjugate would also be a root - three roots, impossible. So the common roots are the imaginary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$x^2+px+q=x^2+2x+3$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$x^2-3x+2=0\Rightarrow(x-2)(x-1)=0\Rightarrow x=1,2$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$x^2+2x-3=0\Rightarrow(x+3)(x-1)=0\Rightarrow x=-3,1$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Common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$f(\alpha)=f(1)=4+3-7=0$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$\log_3\left[(x^2+9)(x^4+81)\right]=6\Rightarrow(x^2+9)(x^4+81)=3^6=729$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$x^6+9x^4+81x^2+729=729\Rightarrow x^2\left(x^4+9x^2+81\right)=0$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no real roots. So there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A-S; B-R; C-P; D-Q: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$x^4+9x^2+81=0$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$t^2+9t+81=0$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no real roots. So there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$\log_x(5x-2)=3$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$x^3=5x-2\Rightarrow x^3-5x+2=0\Rightarrow(x-2)(x^2+2x-1)=0$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$x=\sqrt2-1\approx0.414$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$x=-1-\sqrt2&lt;0$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A-S; B-R; C-P; D-Q: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A-S; B-R; C-P; D-Q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 tool per part: polynomial division for (A), subtraction of the two equations for (B), and the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for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 tool per part: polynomial division for (A), subtraction of the two equations for (B), and the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$(x^2+9)(x^4+81)\ge729$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(equality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for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factor has no real root),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$x^3+3x^2+5x+3=(x^2+px+q)(x+r)$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$q+pr=5$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$q=5-p(3-p)=p^2-3p+5$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$qr=3\Rightarrow(p^2-3p+5)(3-p)=3\Rightarrow p^3-6p^2+14p-12=0\Rightarrow(p-2)(p^2-4p+6)=0$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factor has no real root),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$q=4-6+5=3$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Subtract the two quadratics: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has no shorter route than 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checking the domain: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 Same matching: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Subtract the two quadratics: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$(x^2-3x+2)-(x^2+2x-3)=-5x+5=0\Rightarrow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$x^2+9\ge9$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$x^4+81\ge81$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$(x^2+9)(x^4+81)\ge729$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has no shorter route than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checking the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 Same matching: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A-S; B-R; C-P; D-Q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polynomial has a non-real root, its conjugate is also a root; so a real quadratic sharing two roots with a cubic that has one real root must share the complex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 of two equations: subtract them to get a linear equation (when the leading coefficients match) and solve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recompute the power carefully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/ bounds: a product of terms each bounded below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its minimum only at the common minimiser - here the root count follows without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check each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polynomial has a non-real root, its conjugate is also a root; so a real quadratic sharing two roots with a cubic that has one real root must share the complex pair.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 of two equations: subtract them to get a linear equation (when the leading coefficients match) and solve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$\log_a(\cdot)=n\Rightarrow(\cdot)=a^n$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recompute the power carefully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$3^6=729$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/ bounds: a product of terms each bounded below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$x^2+9\ge9$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$x^4+81\ge81$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its minimum only at the common minimiser - here the root count follows without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$\log_x(f(x))=n$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check each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2.43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19 questions, 70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Quadratic Equation Sheet FCopy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