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  <p:sldId id="491" r:id="rId243"/>
    <p:sldId id="492" r:id="rId244"/>
    <p:sldId id="493" r:id="rId245"/>
    <p:sldId id="494" r:id="rId246"/>
    <p:sldId id="495" r:id="rId247"/>
    <p:sldId id="496" r:id="rId248"/>
    <p:sldId id="497" r:id="rId249"/>
    <p:sldId id="498" r:id="rId250"/>
    <p:sldId id="499" r:id="rId251"/>
    <p:sldId id="500" r:id="rId252"/>
    <p:sldId id="501" r:id="rId253"/>
    <p:sldId id="502" r:id="rId254"/>
    <p:sldId id="503" r:id="rId255"/>
    <p:sldId id="504" r:id="rId256"/>
    <p:sldId id="505" r:id="rId257"/>
    <p:sldId id="506" r:id="rId258"/>
    <p:sldId id="507" r:id="rId259"/>
    <p:sldId id="508" r:id="rId2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Relationship Id="rId233" Type="http://schemas.openxmlformats.org/officeDocument/2006/relationships/slide" Target="slides/slide226.xml"/><Relationship Id="rId234" Type="http://schemas.openxmlformats.org/officeDocument/2006/relationships/slide" Target="slides/slide227.xml"/><Relationship Id="rId235" Type="http://schemas.openxmlformats.org/officeDocument/2006/relationships/slide" Target="slides/slide228.xml"/><Relationship Id="rId236" Type="http://schemas.openxmlformats.org/officeDocument/2006/relationships/slide" Target="slides/slide229.xml"/><Relationship Id="rId237" Type="http://schemas.openxmlformats.org/officeDocument/2006/relationships/slide" Target="slides/slide230.xml"/><Relationship Id="rId238" Type="http://schemas.openxmlformats.org/officeDocument/2006/relationships/slide" Target="slides/slide231.xml"/><Relationship Id="rId239" Type="http://schemas.openxmlformats.org/officeDocument/2006/relationships/slide" Target="slides/slide232.xml"/><Relationship Id="rId240" Type="http://schemas.openxmlformats.org/officeDocument/2006/relationships/slide" Target="slides/slide233.xml"/><Relationship Id="rId241" Type="http://schemas.openxmlformats.org/officeDocument/2006/relationships/slide" Target="slides/slide234.xml"/><Relationship Id="rId242" Type="http://schemas.openxmlformats.org/officeDocument/2006/relationships/slide" Target="slides/slide235.xml"/><Relationship Id="rId243" Type="http://schemas.openxmlformats.org/officeDocument/2006/relationships/slide" Target="slides/slide236.xml"/><Relationship Id="rId244" Type="http://schemas.openxmlformats.org/officeDocument/2006/relationships/slide" Target="slides/slide237.xml"/><Relationship Id="rId245" Type="http://schemas.openxmlformats.org/officeDocument/2006/relationships/slide" Target="slides/slide238.xml"/><Relationship Id="rId246" Type="http://schemas.openxmlformats.org/officeDocument/2006/relationships/slide" Target="slides/slide239.xml"/><Relationship Id="rId247" Type="http://schemas.openxmlformats.org/officeDocument/2006/relationships/slide" Target="slides/slide240.xml"/><Relationship Id="rId248" Type="http://schemas.openxmlformats.org/officeDocument/2006/relationships/slide" Target="slides/slide241.xml"/><Relationship Id="rId249" Type="http://schemas.openxmlformats.org/officeDocument/2006/relationships/slide" Target="slides/slide242.xml"/><Relationship Id="rId250" Type="http://schemas.openxmlformats.org/officeDocument/2006/relationships/slide" Target="slides/slide243.xml"/><Relationship Id="rId251" Type="http://schemas.openxmlformats.org/officeDocument/2006/relationships/slide" Target="slides/slide244.xml"/><Relationship Id="rId252" Type="http://schemas.openxmlformats.org/officeDocument/2006/relationships/slide" Target="slides/slide245.xml"/><Relationship Id="rId253" Type="http://schemas.openxmlformats.org/officeDocument/2006/relationships/slide" Target="slides/slide246.xml"/><Relationship Id="rId254" Type="http://schemas.openxmlformats.org/officeDocument/2006/relationships/slide" Target="slides/slide247.xml"/><Relationship Id="rId255" Type="http://schemas.openxmlformats.org/officeDocument/2006/relationships/slide" Target="slides/slide248.xml"/><Relationship Id="rId256" Type="http://schemas.openxmlformats.org/officeDocument/2006/relationships/slide" Target="slides/slide249.xml"/><Relationship Id="rId257" Type="http://schemas.openxmlformats.org/officeDocument/2006/relationships/slide" Target="slides/slide250.xml"/><Relationship Id="rId258" Type="http://schemas.openxmlformats.org/officeDocument/2006/relationships/slide" Target="slides/slide251.xml"/><Relationship Id="rId259" Type="http://schemas.openxmlformats.org/officeDocument/2006/relationships/slide" Target="slides/slide252.xml"/><Relationship Id="rId260" Type="http://schemas.openxmlformats.org/officeDocument/2006/relationships/slide" Target="slides/slide25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Sheet1!$A$2:$A$46</c:f>
              <c:strCache>
                <c:ptCount val="4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  <c:pt idx="25">
                  <c:v>Q26</c:v>
                </c:pt>
                <c:pt idx="26">
                  <c:v>Q27</c:v>
                </c:pt>
                <c:pt idx="27">
                  <c:v>Q28</c:v>
                </c:pt>
                <c:pt idx="28">
                  <c:v>Q29</c:v>
                </c:pt>
                <c:pt idx="29">
                  <c:v>Q30</c:v>
                </c:pt>
                <c:pt idx="30">
                  <c:v>Q31</c:v>
                </c:pt>
                <c:pt idx="31">
                  <c:v>Q32</c:v>
                </c:pt>
                <c:pt idx="32">
                  <c:v>Q33</c:v>
                </c:pt>
                <c:pt idx="33">
                  <c:v>Q34</c:v>
                </c:pt>
                <c:pt idx="34">
                  <c:v>Q35</c:v>
                </c:pt>
                <c:pt idx="35">
                  <c:v>Q36</c:v>
                </c:pt>
                <c:pt idx="36">
                  <c:v>Q37</c:v>
                </c:pt>
                <c:pt idx="37">
                  <c:v>Q38</c:v>
                </c:pt>
                <c:pt idx="38">
                  <c:v>Q39</c:v>
                </c:pt>
                <c:pt idx="39">
                  <c:v>Q40</c:v>
                </c:pt>
                <c:pt idx="40">
                  <c:v>Q41</c:v>
                </c:pt>
                <c:pt idx="41">
                  <c:v>Q42</c:v>
                </c:pt>
                <c:pt idx="42">
                  <c:v>Q43</c:v>
                </c:pt>
                <c:pt idx="43">
                  <c:v>Q44</c:v>
                </c:pt>
                <c:pt idx="44">
                  <c:v>Q45</c:v>
                </c:pt>
              </c:strCache>
            </c:strRef>
          </c:cat>
          <c:val>
            <c:numRef>
              <c:f>Sheet1!$B$2:$B$46</c:f>
              <c:numCache>
                <c:formatCode>General</c:formatCode>
                <c:ptCount val="45"/>
                <c:pt idx="0">
                  <c:v>1.0</c:v>
                </c:pt>
                <c:pt idx="1">
                  <c:v>2.0</c:v>
                </c:pt>
                <c:pt idx="2">
                  <c:v>2.0</c:v>
                </c:pt>
                <c:pt idx="3">
                  <c:v>3.0</c:v>
                </c:pt>
                <c:pt idx="4">
                  <c:v>1.0</c:v>
                </c:pt>
                <c:pt idx="5">
                  <c:v>2.0</c:v>
                </c:pt>
                <c:pt idx="6">
                  <c:v>2.0</c:v>
                </c:pt>
                <c:pt idx="7">
                  <c:v>2.0</c:v>
                </c:pt>
                <c:pt idx="8">
                  <c:v>1.0</c:v>
                </c:pt>
                <c:pt idx="9">
                  <c:v>1.0</c:v>
                </c:pt>
                <c:pt idx="10">
                  <c:v>1.0</c:v>
                </c:pt>
                <c:pt idx="11">
                  <c:v>2.0</c:v>
                </c:pt>
                <c:pt idx="12">
                  <c:v>1.0</c:v>
                </c:pt>
                <c:pt idx="13">
                  <c:v>2.0</c:v>
                </c:pt>
                <c:pt idx="14">
                  <c:v>1.0</c:v>
                </c:pt>
                <c:pt idx="15">
                  <c:v>2.0</c:v>
                </c:pt>
                <c:pt idx="16">
                  <c:v>2.0</c:v>
                </c:pt>
                <c:pt idx="17">
                  <c:v>2.0</c:v>
                </c:pt>
                <c:pt idx="18">
                  <c:v>2.0</c:v>
                </c:pt>
                <c:pt idx="19">
                  <c:v>1.0</c:v>
                </c:pt>
                <c:pt idx="20">
                  <c:v>2.0</c:v>
                </c:pt>
                <c:pt idx="21">
                  <c:v>2.0</c:v>
                </c:pt>
                <c:pt idx="22">
                  <c:v>2.0</c:v>
                </c:pt>
                <c:pt idx="23">
                  <c:v>2.0</c:v>
                </c:pt>
                <c:pt idx="24">
                  <c:v>1.0</c:v>
                </c:pt>
                <c:pt idx="25">
                  <c:v>2.0</c:v>
                </c:pt>
                <c:pt idx="26">
                  <c:v>3.0</c:v>
                </c:pt>
                <c:pt idx="27">
                  <c:v>3.0</c:v>
                </c:pt>
                <c:pt idx="28">
                  <c:v>3.0</c:v>
                </c:pt>
                <c:pt idx="29">
                  <c:v>3.0</c:v>
                </c:pt>
                <c:pt idx="30">
                  <c:v>3.0</c:v>
                </c:pt>
                <c:pt idx="31">
                  <c:v>3.0</c:v>
                </c:pt>
                <c:pt idx="32">
                  <c:v>2.0</c:v>
                </c:pt>
                <c:pt idx="33">
                  <c:v>2.0</c:v>
                </c:pt>
                <c:pt idx="34">
                  <c:v>2.0</c:v>
                </c:pt>
                <c:pt idx="35">
                  <c:v>2.0</c:v>
                </c:pt>
                <c:pt idx="36">
                  <c:v>2.0</c:v>
                </c:pt>
                <c:pt idx="37">
                  <c:v>2.0</c:v>
                </c:pt>
                <c:pt idx="38">
                  <c:v>2.0</c:v>
                </c:pt>
                <c:pt idx="39">
                  <c:v>2.0</c:v>
                </c:pt>
                <c:pt idx="40">
                  <c:v>1.0</c:v>
                </c:pt>
                <c:pt idx="41">
                  <c:v>2.0</c:v>
                </c:pt>
                <c:pt idx="42">
                  <c:v>2.0</c:v>
                </c:pt>
                <c:pt idx="43">
                  <c:v>2.0</c:v>
                </c:pt>
                <c:pt idx="44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numerator series is printed as $\left(\frac{5}{6}\right)^5+\left(\frac{5}{6}\right)^5\frac{1}{6}+\cdots$; the term for $X=5$ is $\left(\frac{5}{6}\right)^4\frac{1}{6}$ (four failures, then a six). Rewritten correctly; the answer $\frac{25}{36}$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$^{33}C_{16}$ in the denominator of the second ratio, where $P(X=17)$ has $^{33}C_{17}$. The two are equal ($16+17=33$), so the value $1320$ is unchanged; written correctly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Option (B) is printed as $P(E_1'\cap E_2')=P(E_1')\cdot P(E_2)$, but the PDF evaluates the right side as $\frac{5}{6}\cdot\frac{3}{4}=\frac{15}{24}$ (using $P(E_2')$). With the printed $P(E_2)=\frac{1}{4}$ it is $\frac{5}{24}$. Either value differs from $\frac{17}{24}$, so the verdict and the answer (C)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says the number is 'divisible by 21 when divided by 3' and lists three cases (all 1s, all 8s, three of each) without showing why divisibility by 7 is automatic or why these are the only possibilities. Added the argument $N=111111+7M$ (always a multiple of 7) and the digit-sum test for 3 ($k=0,3,6$). Count 22 and answer 33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count by size is $n(A)=5:2$, $n(A)=6:9$, $n(A)=7:4$, $n(A)=8:1$, which adds up to 16, not 19. For $n(A)=7$ the missing index can be any of $E_1,\ldots,E_7$: 7 ways, not 4. With 7 the total is $2+9+7+1=19$, which matches the key; the PDF's final answer 19 is right, one of its intermediate numbers was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second line reads $0\le\frac{2-3P}{8}\le1$ although $P(E_2)=\frac{2-p}{8}$; the interval it quotes, $[-6,2]$, is the one for $\frac{2-p}{8}$. Typographical slip corrected; the sum condition $\frac{26-3p}{24}$ and the answer $\frac{5}{3}$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Probability (Exercise J-M)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XII SHEET PROBABILITY · Exercise J-M (JEE Main)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Words, with or without meaning, are to be formed using all the letters of the word EXAMINATION. The probability that the letter M appears at the fourth position in any such word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Words, with or without meaning, are to be formed using all the letters of the word EXAMINATION. The probability that the letter M appears at the fourth position in any such word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$\frac{1}{66}$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$\frac{1}{11}$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Classical probability: arrangements of letters with repetition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 occurs once, so fixing it leaves the same repeated letters in the numerator and the ratio collapses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 occurs once, so fixing it leaves the same repeated letters in the numerator and the ratio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$\frac{10!}{11!}$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letters of EXAMINATION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11 letters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repeated twice.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words: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letter M is at the 4th place. M occurs only once, so fix it and arrange the other 10 letters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letters of EXAMINATION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$A,A,I,I,N,N,E,O,X,M,T$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11 letters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repeated twice.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words: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$n(S)=\frac{11!}{2!\,2!\,2!}$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letter M is at the 4th place. M occurs only once, so fix it and arrange the other 10 letters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$A,A,I,I,N,N,E,O,X,T$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probability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$n(E)=\frac{10!}{2!\,2!\,2!}$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$P(E)=\frac{n(E)}{n(S)}=\frac{10!}{11!}=\frac{1}{11}$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probability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$\frac{1}{11}$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Symmetry: in a random arrangement the single letter M is equally likely to sit in any of the 11 places.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arrangement of the 11 letters is equally likely, and the position occupied by M does not depend on how the other letters are arranged.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M is equally likely to be at any of the 11 positions.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 𝑎𝑡 𝑡ℎ𝑒 4𝑡ℎ 𝑝𝑜𝑠𝑖𝑡𝑖𝑜𝑛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arrangement of the 11 letters is equally likely, and the position occupied by M does not depend on how the other letters are arranged.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M is equally likely to be at any of the 11 positions.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$P(\text{M at the 4th position})=\frac{1}{11}$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$\frac{1}{11}$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letter that occurs exactly once is equally likely to be at any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positions,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whatever the other letters 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letter occurs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in a word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letters, the chance that a fixed position carries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example,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4th place here: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ratio of two arrangement counts, the repeated-letter factorials cancel when the same letters are repeated in both - cancel them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letter that occurs exactly once is equally likely to be at any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positions,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$P=\frac{1}{n}$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whatever the other letters 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letter occurs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in a word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letters, the chance that a fixed position carries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example,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4th place 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ratio of two arrangement counts, the repeated-letter factorials cancel when the same letters are repeated in both - cancel them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probability of selecting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probability of selecting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$a\in[-5,30]$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$x^2+2(a+4)x-5a+64&gt;0$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$\frac{2}{9}$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Classical probability: counting favourable integers, Quadratic inequality: positive definite quadratic (discriminant)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quadratic with positive leading coefficient is positive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when its discriminant is negative.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quadratic with positive leading coefficient is positive for all real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when its discriminant is negative.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integers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integers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$[-5,30]$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$-5,-4,\ldots,30$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$x^2+2(a+4)x-5a+64&gt;0$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$4(a+4)^2-4(64-5a)&lt;0$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$a^2+8a+16-64+5a&lt;0\Rightarrow a^2+13a-48&lt;0$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this interval: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$(a+16)(a-3)&lt;0\Rightarrow a\in(-16,3)$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$[-5,30]$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this interval: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$a\in\{-5,-4,-3,-2,-1,0,1,2\}$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$n(E)=8$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$P=\frac{n(E)}{n(S)}=\frac{8}{36}=\frac{2}{9}$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$\frac{2}{9}$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Vertex view: the quadratic is positive everywhere iff its minimum value (at the vertex) is positive.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square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integers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8 values,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$x^2+2(a+4)x-5a+64=\left(x+a+4\right)^2+\left[64-5a-(a+4)^2\right]$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square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$x=-(a+4)$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$64-5a-(a+4)^2&gt;0$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$64-5a-a^2-8a-16&gt;0\Rightarrow a^2+13a-48&lt;0\Rightarrow(a+16)(a-3)&lt;0$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$-16&lt;a&lt;3$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integers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$[-5,30]$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$-5,\ldots,2$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8 values,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$P=\frac{8}{36}=\frac{2}{9}$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$\frac{2}{9}$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the vertex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integers in an open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integer end points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the end points carefully for a closed interval 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condition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equality case matters when counting integers.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$x^2+bx+c&gt;0$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$b^2&lt;4c$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the vertex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$c-\frac{b^2}{4}&gt;0$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integers in an open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integer end points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$q-p-1$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the end points carefully for a closed interval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$[-5,30]$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$x^2+bx+c\ge0$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$b^2\le4c$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equality case matters when counting integers.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93217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events such that the probability that exactly one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probability that exactly one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probability that exactly one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probability that all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 simultaneously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probability that at least one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greater than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greater than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less than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exactly equal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greater than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less than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93217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events such that the probability that exactly one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probability that exactly one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$(1-2k)$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probability that exactly one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probability that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 simultaneously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$0&lt;k&lt;1$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probability that at least one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greater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greater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$\frac{1}{4}$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exactly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greater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Events: probability of exactly one, union of three events (inclusion-exclusion)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Add the three 'exactly one' conditions: the pair-intersections and the single probabilities combine into the inclusion-exclusion sum.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𝑒𝑥𝑎𝑐𝑡𝑙𝑦 𝑜𝑛𝑒 𝑜𝑓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$P(\text{exactly one of }A,B)=P(A)+P(B)-2P(A\cap B)=1-k$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$P(B)+P(C)-2P(B\cap C)=1-2k$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$P(C)+P(A)-2P(A\cap C)=1-k$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$2\left[P(A)+P(B)+P(C)-P(A\cap B)-P(B\cap C)-P(A\cap C)\right]=3-4k$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$P(A\cap B\cap C)=k^2$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$P(A\cup B\cup C)=P(A)+P(B)+P(C)-P(A\cap B)-P(B\cap C)-P(A\cap C)+P(A\cap B\cap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$P(A\cup B\cup C)=\frac{3-4k}{2}+k^2=k^2-2k+\frac{3}{2}$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$=(k-1)^2+\frac{1}{2}$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$0&lt;k&lt;1$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$(k-1)^2&gt;0$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$P(A\cup B\cup C)&gt;\frac{1}{2}$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greater than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greater than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Count how many of the three 'pair' conditions each outcome contributes to: exactly-one-or-two events give 2, three events or none give 0.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𝑒𝑥𝑎𝑐𝑡𝑙𝑦 𝑜𝑛𝑒 𝑜𝑓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𝑜𝑐𝑐𝑢𝑟𝑠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𝑒𝑥𝑎𝑐𝑡𝑙𝑦 𝑡𝑤𝑜 𝑜𝑐𝑐𝑢𝑟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𝑎𝑙𝑙 𝑡ℎ𝑟𝑒𝑒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outcome in which exactly one event occurs makes exactly 2 of the 3 pair-conditions 'exactly one of the pair' true; an outcome with exactly two events occurring also makes exactly 2 pairs true; with none or all three, 0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$P(\text{exactly one of }A,B,C\text{ occurs})$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$P(\text{exactly two occur})$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$c=P(\text{all three})=k^2$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outcome in which exactly one event occurs makes exactly 2 of the 3 pair-conditions 'exactly one of the pair' true; an outcome with exactly two events occurring also makes exactly 2 pairs true; with none or all three, 0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of the three given probabilities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𝑎𝑡 𝑙𝑒𝑎𝑠𝑡 𝑜𝑛𝑒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of the three given probabilities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$2a+2b=(1-k)+(1-2k)+(1-k)=3-4k$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$a+b=\frac{3-4k}{2}$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$P(\text{at least one})=a+b+c=\frac{3-4k}{2}+k^2=(k-1)^2+\frac{1}{2}&gt;\frac{1}{2}$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greater than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greater than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𝑒𝑥𝑎𝑐𝑡𝑙𝑦 𝑜𝑛𝑒 𝑜𝑓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three events: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𝑝𝑎𝑖𝑟𝑠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𝑒𝑥𝑎𝑐𝑡𝑙𝑦 𝑜𝑛𝑒 𝑜𝑓 𝑡ℎ𝑒 𝑝𝑎𝑖𝑟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three independent events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to bound a quadratic in the parameter: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$P(\text{exactly one of }A,B)=P(A)+P(B)-2P(A\cap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three events: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$P(A\cup B\cup C)=\frac{1}{2}\sum_{\text{pairs}}P(\text{exactly one of the pair})+P(A\cap B\cap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three independent events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$\frac{1}{2}\cdot\frac{3}{2}+\frac{1}{8}=\frac{7}{8}$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$1-\frac{1}{8}$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to bound a quadratic in the parameter: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$k^2-2k+\frac{3}{2}=(k-1)^2+\frac{1}{2}\ge\frac{1}{2}$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dice are thrown simultaneously and the numbers shown on these dice are recorded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 The probability that such formed matrices have all different entries and are non-singular,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dice are thrown simultaneously and the numbers shown on these dice are recorded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 The probability that such formed matrices have all different entries and are non-singular,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$\frac{23}{81}$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$\frac{45}{162}$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$\frac{22}{81}$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$\frac{43}{162}$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Classical probability: counting arrangements with distinct entries, Determinants: singular 2×2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Singular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four distinct entries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the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equal products, 16 matrices in all.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Singular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$ad=bc$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four distinct entries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the pairs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$(1,6),(2,3)$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$(2,6),(3,4)$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equal products, 16 matrices in all.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matrices with all four entries different: choose the 4 distinct numbers and arrange them: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products from four distinct numbers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matrices with all four entries different: choose the 4 distinct numbers and arrange them: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$^6C_4\times4!=360$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$X=\begin{pmatrix}a&amp;b\\c&amp;d\end{pmatrix}$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$|X|=ad-bc=0$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products from four distinct numbers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$1\cdot6=2\cdot3$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$\{3,2\}$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$2\cdot6=3\cdot4$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$\{6,2\}$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of the two choices, either pair may be the diagonal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 ways), and each pair can be written in 2 orders on its diagonal: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singular matrices with different entries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Non-singular matrices with different entries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number of outcomes of four dice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of the two choices, either pair may be the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 ways), and each pair can be written in 2 orders on its diagonal: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$2\times2\times2=8$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singular matrices with different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$=8+8=16$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Non-singular matrices with different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$=360-16=344$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number of outcomes of four dice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$6^4=1296$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$P=\frac{344}{6^4}=\frac{43}{162}$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162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$\frac{43}{162}$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Singular means the rows are proportional: count ordered row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Singular means the rows are proportional: count ordered row pairs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$(a,b),(c,d)=r(a,b)$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second row is a multiple of the first: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Entries are distinct,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double by swapping the rows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all four entries different: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repeat a 2): 4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2 matrices.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$|X|=0\iff$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second row is a multiple of the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$(c,d)=r(a,b)$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Entries are distinct,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double by swapping the rows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all four entries different: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$(1,3)\to(2,6)$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$(3,1)\to(6,2)$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$(2,3)\to(4,6)$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$(3,2)\to(6,4)$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$(1,2)\to(2,4)$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$(2,1)\to(4,2)$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repeat a 2): 4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$(a,b)\in\{(1,2),(2,1)\}\to(3,6),(6,3)$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2 matrices.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2 matrices. No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matrices; swapping the two rows gives the 8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16 singular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1296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$(a,b)\in\{(2,4),(4,2)\}\to(3,6),(6,3)$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2 matrices. No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$4+2+2=8$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matrices; swapping the two rows gives the 8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16 singular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$P=\frac{360-16}{1296}=\frac{43}{162}$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162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$\frac{43}{162}$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is singular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its rows (equivalently columns) are proportional.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with four different entries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distinct numbers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only 'equal-product' quadruples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useful to remember for dice problems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is singular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its rows (equivalently columns) are proportional.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with four different entries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$^nP_4$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$^6P_4=360$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distinct numbers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$\{1,\dots,6\}$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only 'equal-product' quadruples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$\{2,3,4,6\}$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useful to remember for dice problems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9 distinct balls be distributed among 4 boxes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probability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exactly 3 balls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set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9 distinct balls be distributed among 4 boxes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$B_1,B_2,B_3$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probability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exactly 3 balls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$k\left(\frac{3}{4}\right)^9$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set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$\{x\in\mathbb{R}:|x-3|&lt;1\}$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$\{x\in\mathbb{R}:|x-2|\le1\}$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$\{x\in\mathbb{R}:|x-1|\le1\}$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$\{x\in\mathbb{R}:|x-5|\le1\}$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99617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Probability: occupancy of distinct balls in boxes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Choose which 3 balls go into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send each of the other 6 balls to any of the other 3 boxes.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Choose which 3 balls go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send each of the other 6 balls to any of the other 3 boxes.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the 9 distinct balls can go into any of the 4 boxes: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equally likely distributions.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Favourable: choose the 3 balls that go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each of the remaining 6 balls goes to one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the 9 distinct balls can go into any of the 4 boxes: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equally likely distributions.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Favourable: choose the 3 balls that go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$^9C_3$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each of the remaining 6 balls goes to one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$B_1,B_2,B_4$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$P=\frac{^9C_3\cdot3^6}{4^9}=\frac{84\cdot3^6}{4^9}$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others: (B)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(D)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none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$3^6=\frac{3^9}{27}$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$P=\frac{84}{27}\cdot\frac{3^9}{4^9}=\frac{28}{9}\left(\frac{3}{4}\right)^9$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$k=\frac{28}{9}$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$\frac{28}{9}\approx3.11$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$|k-3|=\frac{1}{9}&lt;1$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$k\in\{x:|x-3|&lt;1\}$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others: (B)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(D)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$[4,6]$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none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$3.11$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$\{x\in\mathbb{R}:|x-3|&lt;1\}$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ball independently falls 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number of balls 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binomial.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ball independently falls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probability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number of balls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binomial.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balls 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9 balls are placed independently and each lands 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balls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9 balls are placed independently and each lands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$X\sim B\left(9,\frac{1}{4}\right)$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$P(X=3)=\,^9C_3\left(\frac{1}{4}\right)^3\left(\frac{3}{4}\right)^6=84\cdot\frac{1}{27}\left(\frac{3}{4}\right)^3\left(\frac{3}{4}\right)^6$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$\left(\frac{1}{4}\right)^3=\frac{1}{27}\left(\frac{3}{4}\right)^3$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$=\frac{84}{27}\left(\frac{3}{4}\right)^9=\frac{28}{9}\left(\frac{3}{4}\right)^9$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$k=\frac{28}{9}\approx3.11\in(2,4)$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$|k-3|&lt;1$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$\{x\in\mathbb{R}:|x-3|&lt;1\}$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objects are placed independently and uniformly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boxes, the number in a given box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𝑒𝑥𝑎𝑐𝑡𝑙𝑦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Rewriting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trick to match the target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expected number of balls in a box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3 balls is near the middle of the distribution.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objects are placed independently and uniformly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boxes, the number in a given box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$B\left(n,\frac{1}{m}\right)$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$P(\text{exactly }r)=\,^nC_r\frac{(m-1)^{n-r}}{m^n}$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$\left(\frac{1}{4}\right)^3$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$\frac{1}{27}\left(\frac{3}{4}\right)^3$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trick to match the target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$k\left(\frac{3}{4}\right)^9$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expected number of balls in a box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$\frac{n}{m}$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3 balls is near the middle of the distribution.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0791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random variable such that the probability function of a distribution is given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mean of the distribution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𝑖𝑠 𝑝𝑜𝑠𝑖𝑡𝑖𝑣𝑒 𝑎𝑛𝑑 𝑒𝑣𝑒𝑛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are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0791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random variable such that the probability function of a distribution is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$P(X=0)=\frac{1}{2}$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$P(X=j)=\frac{1}{3^j}$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$(j=1,2,3,\ldots,\infty)$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mean of the distribution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$P(X\text{ is positive and even})$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are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$\frac{1}{8}$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$\frac{1}{9}$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$\frac{3}{16}$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$\frac{1}{8}$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Random variable: mean of a discrete distribution, Sequences and series: infinite geometric / arithmetico-geometric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mean is an arithmetico-geometric series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even-valued probability is a geometric series with first term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mean is an arithmetico-geometric series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r\,3^{-r}$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even-valued probability is a geometric series with first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$\frac{1}{9}$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$\frac{1}{9}$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495544"/>
                <a:ext cx="10725912" cy="11795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495544"/>
                <a:ext cx="10725912" cy="11795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$=\sum_{r\ge0}r\,p_r=\sum_{r=1}^{\infty}\frac{r}{3^r}=\frac{1}{3}+\frac{2}{3^2}+\frac{3}{3^3}+\cdots$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𝑖𝑠 𝑝𝑜𝑠𝑖𝑡𝑖𝑣𝑒 𝑎𝑛𝑑 𝑒𝑣𝑒𝑛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$S=\frac{1}{3}+\frac{2}{9}+\frac{3}{27}+\cdots$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$\frac{S}{3}=\frac{1}{9}+\frac{2}{27}+\cdots$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$\frac{2S}{3}=\frac{1}{3}+\frac{1}{9}+\frac{1}{27}+\cdots=\frac{1/3}{1-1/3}=\frac{1}{2}$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$P(X\text{ is positive and even})=P(X=2)+P(X=4)+\cdots=\frac{1}{3^2}+\frac{1}{3^4}+\cdots$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GP with first term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GP with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$=\frac{1/9}{1-1/9}=\frac{1}{8}$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$\frac{3}{4}$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non-negative integer-valued variable, which turns the mean into a plain GP.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$E(X)=\sum_{k\ge1}P(X\ge k)$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non-negative integer-valued variable, which turns the mean into a plain GP.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even-valued probability is the GP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pair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 k)=\sum_{j\ge k}\frac{1}{3^j}=\frac{3^{-k}}{1-\frac{1}{3}}=\frac{3}{2}\cdot3^{-k}$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$E(X)=\sum_{k=1}^{\infty}P(X\ge k)=\frac{3}{2}\sum_{k=1}^{\infty}3^{-k}=\frac{3}{2}\cdot\frac{1}{2}=\frac{3}{4}$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even-valued probability is the GP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$\frac{1}{9}+\frac{1}{81}+\cdots=\frac{1}{8}$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pair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$\frac{3}{4}$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random variable taking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(tail-sum formula).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Probabilities of even values of a geometric-type distribution form a GP with ratio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Always check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$\sum_{r\ge1}r\,x^r=\frac{x}{(1-x)^2}$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$\frac{1/3}{4/9}=\frac{3}{4}$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random variable taking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$0,1,2,\ldots$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$E(X)=\sum_{k\ge1}P(X\ge 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(tail-sum formula).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Probabilities of even values of a geometric-type distribution form a GP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$\frac{x^2}{1-x^2}=\frac{1/9}{8/9}=\frac{1}{8}$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Always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p=1$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$\frac{1}{2}+\frac{1/3}{1-1/3}=1$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probability that a randomly selected 2-digit number belongs to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𝑖𝑠 𝑎 𝑚𝑢𝑙𝑡𝑖𝑝𝑙𝑒 𝑜𝑓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probability that a randomly selected 2-digit number belongs to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$\{n\in\mathbb{N}:(2^n-2)\text{ is a multiple of }3\}$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$\frac{1}{6}$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1716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Classical probability: counting favourable numbers, Number theory: divisibility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3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1716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Classical probability: counting favourable numbers, Number theory: divisibility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3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modulo 3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survives,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multiple of 3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$2^n=(3-1)^n$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modulo 3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$(-1)^n$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survives,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$2^n-2$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multiple of 3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2-digit numbers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03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2-digit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$2^n-2=(3-1)^n-2=\,^nC_03^n-\,^nC_13^{n-1}+\,^nC_23^{n-2}-\cdots+\,^nC_n(-1)^n-2$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$=3\left(^nC_03^{n-1}-\,^nC_13^{n-2}+\cdots\right)+(-1)^n-2$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3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3, i.e.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2-digit numbers: the odd ones,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3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$(-1)^n-2$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3, i.e.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$(-1)^n=-1$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2-digit numbers: the odd ones,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$11,13,\ldots,99$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$P=\frac{45}{90}=\frac{1}{2}$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modulo 3: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residue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read off from the parity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modulo 3: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$2\equiv-1\pmod 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$2^n\equiv(-1)^n$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residue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$2^n-2$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read off from the parity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$2\equiv-1\pmod 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$2^n\equiv(-1)^n\pmod 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$2^n-2\equiv(-1)^n-2\pmod 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$-1\not\equiv0$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(Quick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multiples of 3;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not.)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set is the set of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there are 45 odd numbers among the 90 two-digit numbers,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(Quick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$n=1,3,5$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$0,6,30$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multiples of 3;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not.)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set is the set of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there are 45 odd numbers among the 90 two-digit numbers,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a small congruent residue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cycles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(period 2)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cycles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(period 3):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periodic modulo any odd number.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 90 two-digit numbers exactly 45 are odd and 45 are even; a condition on parity gives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$a^n-b^n$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a small congruent residue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$2\equiv-1\pmod3$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$2^n\bmod3$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cycles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$2,1,2,1,\ldots$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(period 2)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$2^n\bmod7$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cycles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$2,4,1$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(period 3):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periodic modulo any odd number.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 90 two-digit numbers exactly 45 are odd and 45 are even; a condition on parity gives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student appeared in an examination consisting of 8 true-false type questions. The student guesses the answers with equal probability. The smallest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that the probability of guessing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correct answers is less than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student appeared in an examination consisting of 8 true-false type questions. The student guesses the answers with equal probability. The smallest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that the probability of guessing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correct answers is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43382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Binomial distribution: probability of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successes, Binomial theorem: sum of binomial coefficients and symmetry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43382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Binomial distribution: probability of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successes, Binomial theorem: sum of binomial coefficients and symmetry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$B\left(8,\frac{1}{2}\right)$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$P(X\ge n)&lt;\frac{1}{2}$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$\sum_{r\ge n}\,^8C_r&lt;2^7$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test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a correct guess as a success: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a correct guess as a success: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$X\sim B\left(8,\frac{1}{2}\right)$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 n)=\sum_{r=n}^{8}\,^8C_r\left(\frac{1}{2}\right)^r\left(\frac{1}{2}\right)^{8-r}=\frac{1}{2^8}\sum_{r=n}^{8}\,^8C_r$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$\frac{1}{2^8}\sum_{r=n}^{8}\,^8C_r&lt;\frac{1}{2}$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$\sum_{r=n}^{8}\,^8C_r&lt;2^7=128$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False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smaller fail).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smallest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 (The PDF's answer key shows '(3)', meaning the third option,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$^8C_5+\,^8C_6+\,^8C_7+\,^8C_8=56+28+8+1=93&lt;128$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$70+93=163&gt;128$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False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smaller fail).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smallest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 (The PDF's answer key shows '(3)', meaning the third option,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Symmetry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middle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splits the rest evenly.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Symmetry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$B\left(8,\frac{1}{2}\right)$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$P(X\ge5)=P(X\le3)$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middle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$P(X=4)$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splits the rest evenly.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$^8C_r=\,^8C_{8-r}$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$P(X=r)=P(X=8-r)$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$P(X\ge5)=P(X\le3)$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$P(X\ge5)+P(X=4)+P(X\le3)=1\Rightarrow P(X\ge5)=\frac{1-P(X=4)}{2}=\frac{1}{2}\left(1-\frac{70}{256}\right)=\frac{93}{256}&lt;\frac{1}{2}$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probability drops below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$P(X\ge4)=P(X\ge5)+P(X=4)=\frac{93+70}{256}=\frac{163}{256}&gt;\frac{1}{2}$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probability drops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so the smallest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 half-sums into powers of 2.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answer keys such as '(3)' carefully: it may be the option number, not the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$B\left(2m,\frac{1}{2}\right)$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$P(X&gt;m)=\frac{1}{2}\left(1-\frac{^{2m}C_m}{2^{2m}}\right)&lt;\frac{1}{2}$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 m)=\frac{1}{2}\left(1+\frac{^{2m}C_m}{2^{2m}}\right)&gt;\frac{1}{2}$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so the smallest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 n)&lt;\frac{1}{2}$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$\sum_{r=0}^{n}\,^nC_r=2^n$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$^nC_r=\,^nC_{n-r}$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 half-sums into powers of 2.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answer keys such as '(3)' carefully: it may be the option number, not the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fair coin is tossed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such that the probability of getting at least one head is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minimum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fair coin is tossed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such that the probability of getting at least one head is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Probability of at least one success: complementary probability, Inequalities with powers of 2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'At least one head' is the complement of 'all tails', so the condition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0.9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'At least one head' is the complement of 'all tails', so the condition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$1-\frac{1}{2^n}\ge0.9$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ℎ𝑒𝑎𝑑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𝑎𝑡 𝑙𝑒𝑎𝑠𝑡 𝑜𝑛𝑒 ℎ𝑒𝑎𝑑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𝑎𝑙𝑙 𝑡𝑎𝑖𝑙𝑠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$P(\text{head})=\frac{1}{2}$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$P(\text{at least one head})=1-P(\text{all tails})$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$1-\frac{1}{2^n}\ge0.9$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$\frac{1}{2^n}\le\frac{1}{10}\Rightarrow2^n\ge10$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$2^3=8&lt;10$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$2^4=16\ge10$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𝑎𝑡 𝑙𝑒𝑎𝑠𝑡 𝑜𝑛𝑒 𝑠𝑢𝑐𝑐𝑒𝑠𝑠 𝑖𝑛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𝑡𝑟𝑖𝑎𝑙𝑠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fair coin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0.9375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estimate: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answer is the next integer, 4.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$P(\text{at least one success in }n\text{ trials})=1-q^n\ge\alpha\iff n\ge\frac{\ln(1-\alpha)}{\ln 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fair coin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$n\ge\log_2\frac{1}{1-\alpha}$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$0.875&lt;0.9$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$0.9375\ge0.9$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estimate: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$2^{10}\approx10^3$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$\log_210\approx3.32$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answer is the next integer, 4.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Q10 – Q15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independent events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largest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𝑒𝑥𝑎𝑐𝑡𝑙𝑦 𝑜𝑛𝑒 𝑜𝑓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𝑜𝑐𝑐𝑢𝑟𝑠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independent events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$P(B)=2p$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largest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$P(\text{exactly one of }A,B\text{ occurs})=\frac{5}{9}$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$\frac{4}{9}$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Independent events: probability that exactly one occurs, Quadratic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independent events 'exactly one occurs' has probability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independent events 'exactly one occurs' has probability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$p(1-2p)+2p(1-p)$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𝑒𝑥𝑎𝑐𝑡𝑙𝑦 𝑜𝑛𝑒 𝑜𝑓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independence: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$P(\text{exactly one of }A,B)=P(A\cap\bar B)+P(\bar A\cap B)=\frac{5}{9}$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independence: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$p(1-2p)+2p(1-p)=\frac{5}{9}$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$3p-4p^2=\frac{5}{9}$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$36p^2-27p+5=0$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values are admissible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largest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$(12p-5)(3p-1)=0$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$p=\frac{5}{12}$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values are admissible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$P(B)=2p\le1$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$2p=\frac{5}{6}$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largest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$\frac{5}{12}$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independent events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𝑒𝑥𝑎𝑐𝑡𝑙𝑦 𝑜𝑛𝑒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a product form with no expanding of complements.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independent events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$P(\text{exactly one})=\frac{1-(1-2a)(1-2b)}{2}$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a product form with no expanding of complements.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Independent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𝑒𝑥𝑎𝑐𝑡𝑙𝑦 𝑜𝑛𝑒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Independent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$P(B)=b$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$P(\text{exactly one})=a+b-2ab=\frac{1-(1-2a)(1-2b)}{2}$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$\frac{1-(1-2p)(1-4p)}{2}=\frac{5}{9}\Rightarrow(1-2p)(1-4p)=-\frac{1}{9}$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largest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holds),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$8p^2-6p+1=-\frac{1}{9}\Rightarrow72p^2-54p+10=0\Rightarrow36p^2-27p+5=0$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$\frac{5}{12},\frac{1}{3}$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largest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holds),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$\frac{5}{12}$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independent events: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𝑥𝑜𝑟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More generally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𝑜𝑑𝑑 𝑛𝑢𝑚𝑏𝑒𝑟 𝑜𝑓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𝑖𝑛𝑑𝑒𝑝𝑒𝑛𝑑𝑒𝑛𝑡 𝑒𝑣𝑒𝑛𝑡𝑠 𝑜𝑐𝑐𝑢𝑟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two fair events: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solving a quadratic for a probability parameter, always test each root against the domain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every probability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independent events: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 \text{xor}\ B)=P(A)+P(B)-2P(A)P(B)=\frac{1-(1-2a)(1-2b)}{2}$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More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$P(\text{odd number of } n \text{ independent events occur})=\frac{1-\prod(1-2p_i)}{2}$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two fair events: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$\frac{1-0}{2}=\frac{1}{2}$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solving a quadratic for a probability parameter, always test each root against the domain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p\le1$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every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fair die is tossed until six is obtained on it.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required tosses, then the conditional probability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fair die is tossed until six is obtained on it.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required tosses, then the conditional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$P(X\ge5\mid X&gt;2)$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$\frac{125}{216}$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$\frac{5}{6}$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Conditional probability for a geometric (waiting-time) distribution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conditional probability is the ratio of two geometric tails.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$P(X=r)=\left(\frac{5}{6}\right)^{r-1}\frac{1}{6}$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$X\ge5\Rightarrow X&gt;2$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conditional probability is the ratio of two geometric tails.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𝑠𝑖𝑥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𝑛𝑜𝑡 𝑠𝑖𝑥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$P(\text{six})=\frac{1}{6}$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$P(\text{not six})=\frac{5}{6}$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$P(X=r)=\left(\frac{5}{6}\right)^{r-1}\frac{1}{6}$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$P(X\ge5\mid X&gt;2)=\frac{P(X\ge5)}{P(X&gt;2)}$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$P(X\ge5)=\left(\frac{5}{6}\right)^4\frac{1}{6}+\left(\frac{5}{6}\right)^5\frac{1}{6}+\cdots$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are infinite GPs with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probability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$P(X&gt;2)=\left(\frac{5}{6}\right)^2\frac{1}{6}+\left(\frac{5}{6}\right)^3\frac{1}{6}+\cdots$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are infinite GPs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$P(X\ge5)=\left(\frac{5}{6}\right)^4$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$P(X&gt;2)=\left(\frac{5}{6}\right)^2$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$=\frac{(5/6)^4}{(5/6)^2}=\left(\frac{5}{6}\right)^2=\frac{25}{36}$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$\frac{25}{36}$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Memorylessness: after two failures the waiting time starts afresh,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again geometric.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Memorylessness: after two failures the waiting time starts afresh,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again geometric.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first two tosses were not sixes; the die has no memory,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same distribution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first two tosses are not sixes: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first two tosses were not sixes; the die has no memory,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same distribution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$P(X\ge5\mid X&gt;2)=P(X-2\ge3)=P(X\ge3)$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first two tosses are not sixes: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$\left(\frac{5}{6}\right)^2=\frac{25}{36}$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$\frac{25}{36}$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geometric variable with failure probability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Memoryless property: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one event contains the other,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geometric variable with failure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$P(X&gt;m)=q^m$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 m)=q^{m-1}$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Memoryless property: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$P(X&gt;m+n\mid X&gt;m)=q^n$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 m+n\mid X&gt;m)=P(X\ge n)=q^{n-1}$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$m=2,n=3$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$q^2=\frac{25}{36}$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one event contains the other,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$P(A\mid B)=\frac{P(A)}{P(B)}$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455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certain biased die is rolled, a particular face occurs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opposite face occurs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All other faces occur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Note that opposite faces sum to 7 in any die.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probability of obtaining total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when such a die is rolled twice,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455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certain biased die is rolled, a particular face occurs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$\frac{1}{6}-x$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opposite face occurs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$\frac{1}{6}+x$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All other faces occur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Note that opposite faces sum to 7 in any die.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$0&lt;x&lt;\frac{1}{6}$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probability of obtaining total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when such a die is rolled twice,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$\frac{13}{96}$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$\frac{1}{8}$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Biased die: probability of a sum of 7 in two throws, Quadratic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the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involve the biased faces,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the pairs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$(1,6)$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$(6,1)$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involve the biased faces,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$\left(\frac{1}{6}-x\right)\left(\frac{1}{6}+x\right)=\frac{1}{36}-x^2$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$P(1)=\frac{1}{6}-x$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$P(6)=\frac{1}{6}+x$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$P(2)=P(3)=P(4)=P(5)=\frac{1}{6}$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of 7 in two throws: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𝑠𝑢𝑚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of 7 in two throws: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$(1,6),(2,5),(3,4),(4,3),(5,2),(6,1)$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$P(\text{sum}=7)=\left(\frac{1}{6}-x\right)\left(\frac{1}{6}+x\right)+4\cdot\frac{1}{6}\cdot\frac{1}{6}+\left(\frac{1}{6}+x\right)\left(\frac{1}{6}-x\right)=\frac{13}{96}$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$2\left(\frac{1}{36}-x^2\right)+\frac{4}{36}=\frac{13}{96}\Rightarrow\frac{1}{6}-2x^2=\frac{13}{96}$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$2x^2=\frac{16}{96}-\frac{13}{96}=\frac{3}{96}\Rightarrow x^2=\frac{1}{64}$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$\frac{1}{8}&lt;\frac{1}{6}$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die whose faces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probabilities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𝑠𝑢𝑚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𝑖𝑛 𝑡𝑤𝑜 𝑡ℎ𝑟𝑜𝑤𝑠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the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bias on one opposite pair this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bias always lowers the chance of a sum of 7 below the fair value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that all given probabilities stay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 up to 1: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die whose faces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$7-f$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probabilities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$p_{7-f}$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$P(\text{sum }7\text{ in two throws})=\sum_{f=1}^{6}p_fp_{7-f}$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$\frac{1}{6}\mp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bias on one opposite pair 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$\frac{1}{6}-2x^2$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bias always lowers the chance of a sum of 7 below the fair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that all given probabilities stay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 up to 1: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$4\cdot\frac{1}{6}+\left(\frac{1}{6}-x\right)+\left(\frac{1}{6}+x\right)=1$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the persons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independently tosses three fair coins. The probability that both of them get the same number of heads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the persons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independently tosses three fair coins. The probability that both of them get the same number of heads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distribution: equal number of heads for two persons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the four cases 0, 1, 2, 3 heads; each case has probability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the four cases 0, 1, 2, 3 heads; each case has probability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$\left[\frac{^3C_k}{8}\right]^2$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person's number of heads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probabilities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0 heads each: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1 head each: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person's number of heads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probabilities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$\frac{1}{8},\frac{3}{8},\frac{3}{8},\frac{1}{8}$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0 heads each: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$\frac{1}{8}\cdot\frac{1}{8}=\frac{1}{64}$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1 head each: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$\frac{3}{8}\cdot\frac{3}{8}=\frac{9}{64}$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III: 2 heads each: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IV: 3 heads each: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III: 2 heads each: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$\frac{3}{8}\cdot\frac{3}{8}=\frac{9}{64}$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IV: 3 heads each: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$\frac{1}{8}\cdot\frac{1}{8}=\frac{1}{64}$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$=\frac{1+9+9+1}{64}=\frac{20}{64}=\frac{5}{16}$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$\frac{5}{16}$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's heads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's tails: equal heads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(heads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+ (tails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single binomial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's heads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's tails: equal heads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(heads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+ (tails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single binomial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$B\left(6,\frac{1}{2}\right)$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heads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heads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tails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heads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heads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tails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$B\left(3,\frac{1}{2}\right)$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$X=Y\iff X+(3-Y)=3$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'successes' in 6 independent fair trials: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$X+(3-Y)$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'successes' in 6 independent fair trials: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$B\left(6,\frac{1}{2}\right)$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$P=\frac{^6C_3}{2^6}=\frac{20}{64}=\frac{5}{16}$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$\frac{5}{16}$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Vandermonde: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two persons tossing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fair coins each get equal heads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(correct).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fair coins, heads and tails are interchangeable: 'heads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heads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the same as 'total heads in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after flipping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faces.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Vandermonde: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$\sum_k\left(^nC_k\right)^2=\,^{2n}C_n$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two persons tossing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fair coins each get equal heads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$\frac{^{2n}C_n}{4^n}$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$\frac{20}{64}$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$\frac{2}{4}=\frac{1}{2}$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(correct).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fair coins, heads and tails are interchangeable: 'heads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heads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the same as 'total heads in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after flipping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faces.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probability that a randomly chosen onto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$S=\{1,2,3,4,5,6\}$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probability that a randomly chosen onto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$g(3)=2g(1)$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$\frac{1}{30}$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$\frac{1}{10}$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Onto functions (permutations) and classical probability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 onto map of a finite set to itself is a permutation;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only three choices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 onto map of a finite set to itself is a permutation;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$g(3)=2g(1)$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only three choices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$(g(1),g(3))$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onto function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bijection, so the total number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values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- 3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4 elements can be mapped onto the remaining 4 values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onto function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bijection, so the total number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$6!=720$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$g(3)=2g(1)$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values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$\{1,\ldots,6\}$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$2g(1)\le6$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$g(1)\in\{1,2,3\}$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$(g(1),g(3))=(1,2),(2,4),(3,6)$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- 3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4 elements can be mapped onto the remaining 4 values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onto functions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onto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$=3\times4!=72$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$P=\frac{3\times4!}{6!}=\frac{3}{6\cdot5}=\frac{1}{10}$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$\frac{1}{10}$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a random permutation the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uniformly random ordered pair of distinct values; just count good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a random permutation the pair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$(g(1),g(3))$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uniformly random ordered pair of distinct values; just count good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random bijection,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equally likely to be any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 of distinct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with second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three of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random bijection,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$(g(1),g(3))$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equally likely to be any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$6\times5=30$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 of distinct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with second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$(1,2),(2,4),(3,6)$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three of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answer, without counting the other four images.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$P=\frac{3}{30}=\frac{1}{10}$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answer, without counting the other four images.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$\frac{1}{10}$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random permutation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symbols sends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chosen positions to a uniformly random ordered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-tuple of distinct values: probability of a condition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𝑔𝑜𝑜𝑑 𝑡𝑢𝑝𝑙𝑒𝑠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Onto functions from a finite set to itself are exactly the one-one functions, i.e. permutations; if the sets differ in size,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(Stirling) instead.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by 'fix the constrained positions, permute the rest'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random permutation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symbols sends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chosen positions to a uniformly random ordered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-tuple of distinct values: probability of a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$=\frac{\#\text{good tuples}}{^nP_k}$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Onto functions from a finite set to itself are exactly the one-one functions, i.e. permutations; if the sets differ in size,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$S(n,m)\,m!$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(Stirling) instead.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by 'fix the constrained positions, permute the rest'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$\frac{3\cdot4!}{6!}=\frac{3}{^6P_2}$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squares are chosen at random on a chessboard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64 squares). The probability that they have a side in common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squares are chosen at random on a chessboard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$8\times8$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64 squares). The probability that they have a side in common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$\frac{2}{7}$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Classical probability: counting adjacent squares of a chessboard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unordered pairs of squares sharing a side: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horizontally plus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vertically.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unordered pairs of squares sharing a side: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$8\times7$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horizontally plus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$8\times7$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vertically.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ways of choosing two squares: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sharing a side: horizontal neighbours - each of the 8 rows has 7 adjacent pairs: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ways of choosing two squares: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$^{64}C_2=\frac{64\cdot63}{2}=32\times63=2016$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sharing a side: horizontal neighbours - each of the 8 rows has 7 adjacent pairs: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$8\times7=56$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Vertical neighbours - each of the 8 columns has 7 adjacent pairs: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Vertical neighbours - each of the 8 columns has 7 adjacent pairs: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$2\times(7\times8)=112$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$P=\frac{112}{32\times63}=\frac{112}{2016}=\frac{1}{18}$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$\frac{1}{18}$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Handshake count: add the number of side-neighbours of every square and halve it.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corner square has 2 neighbours (4 corners), a non-corner edge square has 3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squares), an interior square has 4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neighbour counts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adjacent pair is counted twice, so the number of pairs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corner square has 2 neighbours (4 corners), a non-corner edge square has 3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$4\times6=24$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squares), an interior square has 4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$6\times6=36$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neighbour counts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$=4\cdot2+24\cdot3+36\cdot4=8+72+144=224$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adjacent pair is counted twice, so the number of pairs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$\frac{224}{2}=112$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$P=\frac{112}{2016}=\frac{1}{18}$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$\frac{1}{18}$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side-adjacent pairs in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grid: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grid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Handshake lemma: (sum of degrees)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(number of pairs) - a quick cross-check for adjacency counts.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probability of adjacency in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board the answer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side-adjacent pairs in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grid: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$m(n-1)+n(m-1)$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grid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$8\times8$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Handshake lemma: (sum of degrees)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(number of pairs) - a quick cross-check for adjacency counts.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probability of adjacency in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board the answer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$\frac{4n(n-1)}{n^2(n^2-1)}=\frac{4}{n(n+1)}$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$\frac{4}{72}=\frac{1}{18}$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Q16 – Q17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probability distribution of a random variable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probability distribution of a random variable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$P(X=1)=K$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$P(X=2)=2K$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$P(X=3)=2K$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$P(X=4)=3K$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$P(X=5)=K$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$p=P(1&lt;X&lt;4\mid X&lt;3)$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$5p=\lambda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Probability distribution: conditional probability and normalisation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overlap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$1&lt;X&lt;4$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overlap only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$p=\frac{P(X=2)}{P(X=1)+P(X=2)}$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P=1$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intersection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 𝑎𝑛𝑑 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probabilities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$1&lt;X&lt;4$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$X\in\{2,3\}$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$X\in\{1,2\}$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intersection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$p=\frac{P(1&lt;X&lt;4\text{ and }X&lt;3)}{P(X&lt;3)}=\frac{P(X=2)}{P(X=1)+P(X=2)}=\frac{2K}{K+2K}=\frac{2}{3}$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probabilities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$K+2K+2K+3K+K=1\Rightarrow9K=1\Rightarrow K=\frac{1}{9}$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$5p=\lambda K\Rightarrow5\cdot\frac{2}{3}=\lambda\cdot\frac{1}{9}$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$\lambda=\frac{10}{3}\times9=30$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Conditioning on an event just restricts the outcomes to that event and renormalises;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free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Strict inequalities on a discrete variable: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find the normalising constant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using a relation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Conditioning on an event just restricts the outcomes to that event and renormalises;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free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Strict inequalities on a discrete variable: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$1&lt;X&lt;4$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find the normalising constant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P(x_i)=1$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using a relation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$5p=\lambda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electric instrument consists of two units. Each unit must function independently for the instrument to operate. The probability that the first unit functions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that of the second unit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instrument is switched on and it fails to operate. If the probability that only the first unit failed and the second unit is functioning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electric instrument consists of two units. Each unit must function independently for the instrument to operate. The probability that the first unit functions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that of the second unit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instrument is switched on and it fails to operate. If the probability that only the first unit failed and the second unit is functioning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$98p$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Conditional probability (Bayes' theorem) for independent units in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instrument fails exactly when at least one unit fails, so condition on that event: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𝑜𝑛𝑙𝑦 𝑓𝑖𝑟𝑠𝑡 𝑓𝑎𝑖𝑙𝑠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𝑓𝑎𝑖𝑙𝑠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instrument fails exactly when at least one unit fails, so condition on that event: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$P(\text{only first fails}\mid\text{fails})$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first unit functions,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second unit functions: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independent.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instrument does not work in three exclusive cases: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𝑛𝑜𝑡 𝑤𝑜𝑟𝑘𝑖𝑛𝑔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first unit functions,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second unit functions: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$P(A)=0.9$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$P(B)=0.8$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independent.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instrument does not work in three exclusive cases: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A\cap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A\cap\bar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$A\cap\bar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$p=P\left(\bar A\cap B\mid\text{not working}\right)=\frac{P(\bar A\cap B)}{P(\bar A\cap B)+P(\bar A\cap\bar B)+P(A\cap\bar B)}$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0.08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0.08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0.02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0.08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0.28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$P(\bar A\cap B)=0.1\times0.8=0.08$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$P(\bar A\cap\bar B)=0.1\times0.2=0.02$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$P(A\cap\bar B)=0.9\times0.2=0.18$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$p=\frac{0.08}{0.08+0.02+0.18}=\frac{0.08}{0.28}=\frac{2}{7}$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$98p=98\times\frac{2}{7}=28$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denominator is just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𝑖𝑛𝑠𝑡𝑟𝑢𝑚𝑒𝑛𝑡 𝑓𝑎𝑖𝑙𝑠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𝑏𝑜𝑡ℎ 𝑤𝑜𝑟𝑘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three-case sum is not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denominator is just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$P(\text{instrument fails})=1-P(\text{both work})$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three-case sum is not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instrument works only if both units work: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𝑤𝑜𝑟𝑘𝑠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𝑓𝑎𝑖𝑙𝑠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event 'only first failed and second works'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probability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lies inside 'fails'.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0.08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0.28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instrument works only if both units work: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$P(\text{works})=0.9\times0.8=0.72$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$P(\text{fails})=1-0.72=0.28$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event 'only first failed and second works'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$=\bar A\cap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$0.1\times0.8=0.08$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lies inside 'fails'.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$p=\frac{0.08}{0.28}=\frac{2}{7}$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$98p=28$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series system fails with probability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condition on failure by dividing by this complement, not by adding all failure patterns.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the three failure patterns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failure, the pattern probabilities are proportional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chance that exactly unit 1 failed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series system fails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$1-\prod p_i$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condition on failure by dividing by this complement, not by adding all failure patterns.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the three failure patterns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$0.08+0.02+0.18=0.28=1-0.72$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failure, the pattern probabilities are proportional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$8:2:18$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chance that exactly unit 1 failed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$\frac{8}{28}=\frac{2}{7}$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Q18 – Q29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2 white, 1 black and 3 red balls and bag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3 black, 2 red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white balls. One bag is chosen at random and 2 balls drawn from it at random, are found to be 1 red and 1 black. If the probability that both balls come from Bag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2 white, 1 black and 3 red balls and bag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3 black, 2 red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white balls. One bag is chosen at random and 2 balls drawn from it at random, are found to be 1 red and 1 black. If the probability that both balls come from Bag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Bayes' theorem, Combinations: drawing balls from a bag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Bayes' theorem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Bayes' theorem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$P(A\mid E)$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$P(E\mid A)=\frac{3}{15}$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$P(E\mid B)=\frac{12}{(n+5)(n+4)}$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solve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bag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chosen,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bag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chosen (each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1 red and 1 black ball drawn. 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balls: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bag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chosen,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bag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chosen (each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1 red and 1 black ball drawn.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$P(A\mid E)=\frac{6}{11}$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$P(E\mid A)=\frac{^3C_1\,^1C_1}{^6C_2}=\frac{3}{15}$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balls: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$P(E\mid B)=\frac{^2C_1\,^3C_1}{^{n+5}C_2}=\frac{6\times2}{(n+5)(n+4)}$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(rejected,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$P(A\mid E)=\frac{P(A)P(E\mid A)}{P(A)P(E\mid A)+P(B)P(E\mid B)}=\frac{\frac{1}{2}\cdot\frac{3}{15}}{\frac{1}{2}\cdot\frac{3}{15}+\frac{1}{2}\cdot\frac{6\times2}{(n+5)(n+4)}}=\frac{6}{11}$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$11\cdot\frac{1}{5}=6\left[\frac{1}{5}+\frac{12}{(n+5)(n+4)}\right]\Rightarrow1=\frac{72}{(n+5)(n+4)}$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$(n+5)(n+4)=72\Rightarrow 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$n=-13$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(rejected,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odds form of Bayes: with equal priors,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odds form of Bayes: with equal priors,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$\frac{P(A\mid E)}{P(B\mid E)}=\frac{P(E\mid A)}{P(E\mid B)}$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posterior odds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bags are chosen with equal probability, so the likelihood ratio equals the odds: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$P(A\mid E)=\frac{6}{11}\Rightarrow P(B\mid E)=\frac{5}{11}$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posterior odds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$6:5$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bags are chosen with equal probability, so the likelihood ratio equals the odds: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$\frac{P(E\mid A)}{P(E\mid B)}=\frac{6}{5}$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$\frac{3/15}{12/[(n+5)(n+4)]}=\frac{(n+5)(n+4)}{60}=\frac{6}{5}\Rightarrow(n+5)(n+4)=72$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Odds form of Bayes: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equal priors only the likelihoods matter, and the prior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solving a quadratic for a count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reject negative or non-integer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Odds form of Bayes: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$\frac{P(A\mid E)}{P(B\mid E)}=\frac{P(A)}{P(B)}\cdot\frac{P(E\mid A)}{P(E\mid B)}$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equal priors only the likelihoods matter, and the prior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$P(E\mid B)=\frac{12}{72}=\frac{1}{6}$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$\frac{1/5}{1/5+1/6}=\frac{6}{11}$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solving a quadratic for a count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reject negative or non-integer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random variable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follows the Binomial distribution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1331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1089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random variable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follows the Binomial distribution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$B(33,p)$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$3P(X=0)=P(X=1)$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$\frac{P(X=15)}{P(X=18)}-\frac{P(X=16)}{P(X=17)}$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$\frac{120}{1331}$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$\frac{1088}{1089}$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distribution: ratios of probabilities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condition fixes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for indices adding up to 33 the binomial coefficients cancel, leaving powers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condition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$\frac{1-p}{p}=11$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for indices adding up to 33 the binomial coefficients cancel, leaving powers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$\frac{1-p}{p}$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33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33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$3P(X=0)=P(X=1)$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$3\,^{33}C_0(1-p)^{33}=\,^{33}C_1\,p(1-p)^{32}$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$3(1-p)=33p\Rightarrow p=\frac{1}{12}$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$\frac{1-p}{p}=\frac{1}{p}-1=11$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$\frac{P(X=15)}{P(X=18)}=\frac{^{33}C_{15}\,p^{15}(1-p)^{18}}{^{33}C_{18}\,p^{18}(1-p)^{15}}=\left(\frac{1-p}{p}\right)^3$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$^{33}C_{15}=\,^{33}C_{18}$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33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33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$\frac{P(X=16)}{P(X=17)}=\frac{^{33}C_{16}\,p^{16}(1-p)^{17}}{^{33}C_{17}\,p^{17}(1-p)^{16}}=\frac{1-p}{p}$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$^{33}C_{16}=\,^{33}C_{17}$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$=\left(\frac{1-p}{p}\right)^3-\frac{1-p}{p}=11^3-11=1331-11=1320$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1320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$1320$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recurrence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multiply the successive ratios.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recurrence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$\frac{P(r+1)}{P(r)}=\frac{n-r}{r+1}\cdot\frac{p}{q}$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multiply the successive ratios.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given condition.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$q=1-p$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$\frac{P(r)}{P(r+1)}=\frac{r+1}{33-r}\cdot\frac{q}{p}$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$\frac{q}{p}=11$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given condition.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$\frac{P(15)}{P(18)}=\frac{P(15)}{P(16)}\cdot\frac{P(16)}{P(17)}\cdot\frac{P(17)}{P(18)}=\frac{16}{18}\cdot\frac{17}{17}\cdot\frac{18}{16}\left(\frac{q}{p}\right)^3=11^3=1331$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$\frac{P(16)}{P(17)}=\frac{17}{17}\cdot\frac{q}{p}=11$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$=1331-11=1320$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1320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$1320$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recurrence: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useful for the mode and for comparing neighbouring terms.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$B(n,p)$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$r+s=n$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$\frac{P(X=r)}{P(X=s)}=\left(\frac{q}{p}\right)^{s-r}$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$^nC_r=\,^nC_s$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$\frac{P(0)}{P(2)}=\frac{q^2}{p^2}=4$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$kP(X=0)=P(X=1)$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$\frac{np}{q}=k$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$\frac{q}{p}=\frac{n}{k}=\frac{33}{3}=11$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recurrence: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$\frac{P(r+1)}{P(r)}=\frac{n-r}{r+1}\cdot\frac{p}{q}$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useful for the mode and for comparing neighbouring terms.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random variable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following probability distribution: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random variable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following probability distribution: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$P(X=0)=k$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$P(X=1)=2k$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$P(X=2)=4k$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$P(X=3)=6k$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$P(X=4)=8k$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$P(1&lt;X&lt;4\mid X\le2)$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$\frac{4}{5}$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Conditional probability for a discrete distribution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only value also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$X\le2$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only value also satisfying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$1&lt;X&lt;4$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probability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$1&lt;X&lt;4$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$X\in\{2,3\}$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$X\in\{0,1,2\}$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$P(A\mid B)=\frac{P(A\cap B)}{P(B)}=\frac{4k}{k+2k+4k}$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$=\frac{4k}{7k}=\frac{4}{7}$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$\frac{4}{7}$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Conditioning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restrict to the outcomes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renormalise: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weights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needs to be found when the condition is on ratios of weights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irrelevant).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carefully on discrete variables: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this question.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restrict to the outcomes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renormalise: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weights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$1:2:4$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needs to be found when the condition is on ratios of weights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$k=\frac{1}{21}$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irrelevant).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carefully on discrete variables: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$\frac{0}{3}=0$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this question.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06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events such that the conditional probabilities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06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events such that the conditional probabilities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$P(E_1\mid E_2)=\frac{1}{2}$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$P(E_2\mid E_1)=\frac{3}{4}$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$P(E_1\cap E_2)=\frac{1}{8}$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$P(E_1\cap E_2)=P(E_1)\cdot P(E_2)$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$P(E_1'\cap E_2')=P(E_1')\cdot P(E_2)$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$P(E_1\cap E_2')=P(E_1)\cdot P(E_2)$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$P(E_1'\cap E_2)=P(E_1)\cdot P(E_2)$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Conditional probability and independence of events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multiplication rule and test each option;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$P(E_1)=\frac{1}{6}$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$P(E_2)=\frac{1}{4}$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multiplication rule and test each option;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$P(E_1\cap E_2')=P(E_1)-P(E_1\cap E_2)$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$P(E_1\cap E_2)=\frac{1}{8}=P(E_1)\,P(E_2\mid E_1)=P(E_1)\cdot\frac{3}{4}\Rightarrow P(E_1)=\frac{1}{6}$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False (using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still not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$P(E_1\cap E_2)=\frac{1}{8}=P(E_2)\,P(E_1\mid E_2)=P(E_2)\cdot\frac{1}{2}\Rightarrow P(E_2)=\frac{1}{4}$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$P(E_1)P(E_2)=\frac{1}{6}\cdot\frac{1}{4}=\frac{1}{24}\ne\frac{1}{8}=P(E_1\cap E_2)$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$P(E_1'\cap E_2')=1-P(E_1\cup E_2)=1-\left(\frac{1}{6}+\frac{1}{4}-\frac{1}{8}\right)=1-\frac{7}{24}=\frac{17}{24}$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$P(E_1')P(E_2)=\frac{5}{6}\cdot\frac{1}{4}=\frac{5}{24}$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False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$P(E_2')=\frac{3}{4}$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still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$P(E_1'\cap E_2)=P(E_2)-P(E_1\cap E_2)=\frac{1}{4}-\frac{1}{8}=\frac{1}{8}\ne\frac{1}{24}=P(E_1)P(E_2)$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$P(E_1\cap E_2')=P(E_1)-P(E_1\cap E_2)=\frac{1}{6}-\frac{1}{8}=\frac{1}{24}=P(E_1)P(E_2)$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$P(E_1\cap E_2')=P(E_1)\cdot P(E_2)$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(C) with a conditional probability: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(C)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(C) with a conditional probability: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$P(E_1\cap E_2')=P(E_1)P(E_2'\mid E_1)$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(C) says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$P(E_2'\mid E_1)=P(E_2)$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need to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$P(E_2'\mid E_1)=1-P(E_2\mid E_1)=1-\frac{3}{4}=\frac{1}{4}$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need to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$P(E_2)=\frac{P(E_1\cap E_2)}{P(E_1\mid E_2)}=\frac{1/8}{1/2}=\frac{1}{4}$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single equality being true does not make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false, and (B), (D) fail as in the main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$P(E_2'\mid E_1)=P(E_2)=\frac{1}{4}$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$P(E_1\cap E_2')=P(E_1)\,P(E_2)$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single equality being true does not make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$E_1,E_2$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$P(E_1\cap E_2)=\frac{1}{8}\ne\frac{1}{24}$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false, and (B), (D) fail as in the main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$P(E_1\cap E_2')=P(E_1)\cdot P(E_2)$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coincidence of the numbers, not independence.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you can always recover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quantities: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$P(A\cap B')=P(A)-P(A\cap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$P(A'\cap B')=1-P(A\cup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$P(A\cap B)=P(A)P(B)$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$P(A\cap B')=P(A)P(B')$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$P(E_1\cap E_2')=P(E_1)P(E_2)$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coincidence of the numbers, not independence.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$P(A\mid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$P(B\mid 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$P(A\cap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you can always recover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$P(A)=\frac{P(A\cap B)}{P(A\mid B)}$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quantities: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$P(E_1)=\frac{1}{6}$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$P(E_2)=\frac{1}{4}$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biased die is marked with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its faces and the probability of getting a face with mark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die is thrown thrice, then the probability that the sum of the numbers obtained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biased die is marked with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$2,4,8,16,32,32$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its faces and the probability of getting a face with mark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die is thrown thrice, then the probability that the sum of the numbers obtained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$\frac{7}{2^{11}}$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$\frac{7}{2^{12}}$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$\frac{3}{2^{10}}$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$\frac{13}{2^{12}}$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Probability distribution of a biased die: sum of three throws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(in 3 orders) reach 48; remember that the mark 32 appears on two faces,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$16+16+16$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$32+8+8$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(in 3 orders) reach 48; remember that the mark 32 appears on two faces,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$P(32)=\frac{2}{32}$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Probabilities of a throw: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(they add to 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three throws: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other triple of marks gives 48).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probability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Probabilities of a throw: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$P(2)=\frac{1}{2}$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$P(4)=\frac{1}{4}$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$P(8)=\frac{1}{8}$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$P(16)=\frac{1}{16}$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$P(32)=\frac{1}{32}+\frac{1}{32}=\frac{1}{16}$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(they add to 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three throws: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$16,16,16$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$32,8,8$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other triple of marks gives 48).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$16,16,16$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$\left(\frac{1}{16}\right)^3$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any order: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4096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4096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4096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$32,8,8$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any order: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$\frac{3!}{2!}\cdot\frac{2}{32}\left(\frac{1}{8}\right)^2=3\cdot\frac{1}{16}\cdot\frac{1}{64}$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$P=\frac{1}{16^3}+\frac{3}{16\cdot64}=\frac{1}{4096}+\frac{12}{4096}=\frac{13}{4096}=\frac{13}{2^{12}}$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$\frac{13}{2^{12}}$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Binary representation: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110000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two 1-bits, so three powers of 2 can add to it only by splitting one of them in half.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Binary representation: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$48=110000_2$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two 1-bits, so three powers of 2 can add to it only by splitting one of them in half.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powers of 2 (with repeats allowed) add to 48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sum of three powers of 2 with only two binary 1-bits must contain two equal terms that merge into one power.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Start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split one term into two equal halves: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powers of 2 (with repeats allowed) add to 48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$=32+16$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sum of three powers of 2 with only two binary 1-bits must contain two equal terms that merge into one power.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Start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$32+16$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split one term into two equal halves: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$32\to16+16$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$16,16,16$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$16\to8+8$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$32,8,8$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other split is possible (splitting a 2 or 4 would not use all of 48), so the multisets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same two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4096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other split is possible (splitting a 2 or 4 would not use all of 48), so the multisets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$\{16,16,16\}$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$\{32,8,8\}$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same two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$P=\left(\frac{1}{16}\right)^3+3\cdot\frac{1}{16}\cdot\left(\frac{1}{8}\right)^2=\frac{13}{4096}$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$\frac{13}{2^{12}}$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several faces carry the same mark, add their probabilities: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Verify that the probabilities sum to 1.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orderings of a multiset: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sums built from powers of 2, think in binary: the number of terms is at least the number of 1-bits, and extra terms come from splitting a power into two halves.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several faces carry the same mark, add their probabilities: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$P(32)=\frac{2}{32}$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Verify that the probabilities sum to 1.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orderings of a multiset: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$\frac{3!}{2!}=3$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$\{32,8,8\}$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$\{16,16,16\}$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sums built from powers of 2, think in binary: the number of terms is at least the number of 1-bits, and extra terms come from splitting a power into two halves.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biased coin be tossed 5 times. If the probability of getting 4 heads is equal to the probability of getting 5 heads, then the probability of getting at most two heads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biased coin be tossed 5 times. If the probability of getting 4 heads is equal to the probability of getting 5 heads, then the probability of getting at most two heads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$\frac{275}{6^5}$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$\frac{36}{5^4}$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$\frac{181}{5^5}$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$\frac{46}{6^4}$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distribution: biased coin, at most two heads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add the cases 0, 1, 2 heads.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$P(4H)=P(5H)$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$5(1-x)=x$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$P(H)=\frac{5}{6}$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add the cases 0, 1, 2 heads.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rejected: it would make both probabilities 0).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𝑎𝑡 𝑚𝑜𝑠𝑡 2 ℎ𝑒𝑎𝑑𝑠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$P(H)=x$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$P(T)=1-x$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$P(4H,1T)=P(5H)$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$^5C_1x^4(1-x)=\,^5C_5x^5$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$5(1-x)=x\Rightarrow6x=5\Rightarrow x=\frac{5}{6}$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rejected: it would make both probabilities 0).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$P(\text{at most 2 heads})=P(0H,5T)+P(1H,4T)+P(2H,3T)$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$=\,^5C_0\left(\frac{1}{6}\right)^5+\,^5C_1\cdot\frac{5}{6}\left(\frac{1}{6}\right)^4+\,^5C_2\left(\frac{5}{6}\right)^2\left(\frac{1}{6}\right)^3$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$=\frac{1}{6^5}\left(1+25+250\right)=\frac{276}{6^5}$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$=\frac{46}{6^4}$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$\frac{46}{6^4}$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heads' = 'at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tails' - the same sum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swapped; use whichever side has the smaller probabilities.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answer is a valid probability: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1296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0.0355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small, as expected for a coin that mostly shows heads.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$B(n,p)$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$P(X=r)=P(X=r+1)\iff(r+1)(1-p)=(n-r)p$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$n(1-p)=p$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$p=\frac{n}{n+1}$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$p=\frac{5}{6}$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heads' = 'at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tails' - the same sum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swapped; use whichever side has the smaller probabilities.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answer is a valid probability: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$\frac{46}{6^4}=\frac{46}{1296}\approx0.0355$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small, as expected for a coin that mostly shows heads.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Five numbers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randomly selected from the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 arranged in increasing order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probability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Five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$x_1,x_2,x_3,x_4,x_5$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randomly selected from the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$1,2,3,\ldots,18$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 arranged in increasing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$x_1&lt;x_2&lt;x_3&lt;x_4&lt;x_5$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probability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$x_4=11$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$\frac{1}{72}$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$\frac{1}{68}$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$\frac{1}{34}$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Probability: selecting numbers and ordering (positional counting), Combinations: choosing from ranges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Fixing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choose one number from each of three ranges.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Fixing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$x_2=7$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$x_4=11$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$x_1&lt;7&lt;x_3&lt;11&lt;x_5$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choose one number from each of three ranges.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ways to select 5 numbers from 18 (the order is then fixed):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8568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6 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ways to select 5 numbers from 18 (the order is then fixed):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$^{18}C_5=8568$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$x_4=11$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$x_1&lt;7&lt;x_3&lt;11&lt;x_5$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$x_1\in\{1,\ldots,6\}$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6 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3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7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8568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$x_3\in\{8,9,10\}$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3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$x_5\in\{12,\ldots,18\}$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7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$P(E)=\frac{6\times3\times7}{^{18}C_5}=\frac{126}{8568}=\frac{1}{68}$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$\frac{1}{68}$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smallest element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several order statistics are fixed, choose the free numbers separately from each gap between them (product rule).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Selecting a set and then listing it in increasing order loses no probability: every 5-subset corresponds to exactly one increasing arrangement.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$\{1,\ldots,N\}$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smallest element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$^{m-1}C_{j-1}\cdot\,^{N-m}C_{k-j}$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$3+2+1=6=\,^4C_2$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several order statistics are fixed, choose the free numbers separately from each gap between them (product rule).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Selecting a set and then listing it in increasing order loses no probability: every 5-subset corresponds to exactly one increasing arrangement.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random variable having binomial distribution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the mean and the variance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random variable having binomial distribution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$B(7,p)$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$P(X=3)=5P(X=4)$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the mean and the variance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$\frac{105}{16}$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$\frac{77}{36}$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$\frac{49}{16}$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distribution: mean and variance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$P(X=3)=5P(X=4)$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$1-p=5p$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mean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$=np$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variance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$=npq$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cancel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$P(X=3)=5P(X=4)$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$^7C_3p^3(1-p)^4=5\,^7C_4p^4(1-p)^3$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$^7C_3=\,^7C_4$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$p^3(1-p)^3$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$1-p=5p$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$6p=1\Rightarrow p=\frac{1}{6}$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$q=\frac{5}{6}$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$=np=7\cdot\frac{1}{6}=\frac{7}{6}$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$=npq=7\cdot\frac{1}{6}\cdot\frac{5}{6}=\frac{35}{36}$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$=\frac{7}{6}+\frac{35}{36}=\frac{42+35}{36}=\frac{77}{36}$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$\frac{77}{36}$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ratio recurrence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writing both binomial terms.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ratio recurrence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$\frac{P(r+1)}{P(r)}=\frac{n-r}{r+1}\cdot\frac{p}{q}$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writing both binomial terms.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says this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$\frac{P(X=4)}{P(X=3)}=\frac{7-3}{3+1}\cdot\frac{p}{q}=\frac{p}{q}$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$P(X=3)=5P(X=4)$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says this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$\frac{p}{q}=\frac{1}{5}$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$=np(1+q)=\frac{7}{6}\left(1+\frac{5}{6}\right)=\frac{7}{6}\cdot\frac{11}{6}=\frac{77}{36}$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$\frac{77}{36}$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factor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1 (a quick check on symmetric positions).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from the sum and product of mean and variance one recovers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(see Q33, Q39).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$\frac{P(X=r+1)}{P(X=r)}=\frac{n-r}{r+1}\cdot\frac{p}{q}$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$\frac{n-r}{r+1}$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1 (a quick check on symmetric positions).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$=np+npq=np(1+q)$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$\frac{77}{36}$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$=n^2p^2q$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$=np(1-q)=np^2$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from the sum and product of mean and variance one recovers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(see Q33, Q39).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probability that in a randomly selected 3-digit number at least two digits are odd,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probability that in a randomly selected 3-digit number at least two digits are odd,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$\frac{19}{36}$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$\frac{23}{36}$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Classical probability: digits of a random number (parity)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first digit has 5 odd and 4 even choices (0 excluded); the other two digits have 5 odd and 5 even choices. Add the patterns OOO, EOO, OEO, OOE.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3-digit numbers: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odd digit (5 choices: 1,3,5,7,9),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even digit (5 choices: 0,2,4,6,8; but only 4 choices 2,4,6,8 for the first place).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'At least two odd digits' means the pattern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3-digit numbers: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$9\times10\times10=900$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odd digit (5 choices: 1,3,5,7,9),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even digit (5 choices: 0,2,4,6,8; but only 4 choices 2,4,6,8 for the first place).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'At least two odd digits' means the pattern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$OOO$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$EOO$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$OEO$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$OOE$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475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$OOO$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$5\times5\times5=125$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$EOO$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$4\times5\times5=100$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$OEO$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$5\times5\times5=125$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$OOE$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$5\times5\times5=125$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$=125+100+125+125=475$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$P=\frac{475}{900}=\frac{19}{36}$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$\frac{19}{36}$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Digits are independent: the first digit is odd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each other digit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condition on the first digit.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Digits are independent: the first digit is odd with probability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$\frac{5}{9}$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each other digit with probability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condition on the first digit.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𝑓𝑖𝑟𝑠𝑡 𝑑𝑖𝑔𝑖𝑡 𝑜𝑑𝑑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𝑓𝑖𝑟𝑠𝑡 𝑒𝑣𝑒𝑛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each of the last two digits is odd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independently.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first digit is odd, we need at least one more odd digit: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$P(\text{first digit odd})=\frac{5}{9}$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$P(\text{first even})=\frac{4}{9}$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each of the last two digits is odd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independently.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first digit is odd, we need at least one more odd digit: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$1-\left(\frac{1}{2}\right)^2=\frac{3}{4}$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first digit is even, both others must be odd: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first digit is even, both others must be odd: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$\left(\frac{1}{2}\right)^2=\frac{1}{4}$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$P=\frac{5}{9}\cdot\frac{3}{4}+\frac{4}{9}\cdot\frac{1}{4}=\frac{15}{36}+\frac{4}{36}=\frac{19}{36}$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$\frac{19}{36}$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random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-digit number the leading digit is odd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(1-9 range) and every other digit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independently.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on the asymmetric digit (the leading one) and treat the rest as fair coin flips.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the count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complementary count (at most one odd)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random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-digit number the leading digit is odd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(1-9 range) and every other digit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independently.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on the asymmetric digit (the leading one) and treat the rest as fair coin flips.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the count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$900\cdot\frac{19}{36}$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complementary count (at most one odd)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probability that a randomly chosen one-one function from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probability that a randomly chosen one-one function from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$\{a,b,c,d\}$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$f(a)+2f(b)-f(c)=f(d)$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$\frac{1}{40}$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$\frac{1}{30}$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$\frac{1}{20}$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Classical probability: one-one functions, Permutations: counting solutions of a linear condition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Total one-one functions: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condition forces exactly six of them (found by listing the values).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Total one-one functions: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$^5P_4=120$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condition forces exactly six of them (found by listing the values).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total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four different values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$f:A\to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$A=\{a,b,c,d\}$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$B=\{1,2,3,4,5\}$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$^5P_4=5!=120$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$f(a)+2f(b)=f(c)+f(d)$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four different values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$f(c)+f(d)-f(a)=2$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$\{2,3,4,5\}$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$\{f(c),f(d)\}=\{3,4\}$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$f(c)+f(d)=f(a)+4$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$\{3,5\}$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$f(c)+f(d)=f(a)+6$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$\{2,5\}$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already used.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6 functions.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$f(c)+f(d)=f(a)+8\ge9$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$\{f(c),f(d)\}=\{4,5\}$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$4=f(b)$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already used.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$f(c)+f(d)\ge11&gt;9$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$(f(a),f(b),f(c),f(d))$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$(5,1,3,4),(5,1,4,3),(4,2,3,5),(4,2,5,3),(1,3,2,5),(1,3,5,2)$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6 functions.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$P=\frac{6}{120}=\frac{1}{20}$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$\frac{1}{20}$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four values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one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missing, so their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combine this with the equation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four values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one 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missing, so their sum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$15-m$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combine this with the equation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$2f(a)+3f(b)=15-m$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used.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(others make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$\{1,\ldots,5\}$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used.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$f(a)+f(b)+f(c)+f(d)=15-m$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$f(c)+f(d)=f(a)+2f(b)$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$2f(a)+3f(b)=15-m$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$m\notin\{f(a),f(b)\}$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$m=12-2f(a)$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(others make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$m=9-2f(a)$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$m=6-2f(a)$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$f(b)=4,5$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two values go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either order (the equation is symmetric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- each pair really sums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functions,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two values go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either order (the equation is symmetric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$f(c),f(d)$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$\{3,5\}$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$\{2,5\}$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- each pair really sums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$f(a)+2f(b)=7,\,8,\,7$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functions,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$P=\frac{6}{120}=\frac{1}{20}$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$\frac{1}{20}$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one-one functions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used values sum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the missing value - combine with the given linear relation to cut down casework.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condition is symmetric in two variables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here), count unordered pairs and multiply by 2.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Exhaustive listing is safest when the count is small: always fix the variable with the largest coefficient first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test the range.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one-one functions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$\{1,\ldots,n\}$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used values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$\frac{n(n+1)}{2}$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the missing value - combine with the given linear relation to cut down casework.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condition is symmetric in two variables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here), count unordered pairs and multiply by 2.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Exhaustive listing is safest when the count is small: always fix the variable with the largest coefficient first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test the range.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probability that a randomly chosen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all the entries from the set of first 10 primes, is singular,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probability that a randomly chosen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all the entries from the set of first 10 primes, is singular,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$\frac{133}{10^4}$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$\frac{18}{10^3}$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$\frac{19}{10^3}$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$\frac{271}{10^4}$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17169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Classical probability: singular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matrices, Number theory: unique prime factorisation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17169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Classical probability: singular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matrices, Number theory: unique prime factorisation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primes,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unique factorisation,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primes,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$ad=bc$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$\{a,d\}=\{b,c\}$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unique factorisation,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$a=b,\,d=c$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$a=c,\,d=b$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total matrices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primes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product only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(unique factorisation): either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two different primes used,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$a,b,c,d\in\{2,3,5,7,11,13,17,19,23,29\}$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total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$A=\begin{pmatrix}a&amp;b\\c&amp;d\end{pmatrix}$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$|A|=ad-bc=0$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primes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product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$\{a,d\}=\{b,c\}$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(unique factorisation): either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two different primes used,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$a=b\ne c=d$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$a=c\ne b=d$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$10\times9\times2=180$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all entries equal,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all entries equal,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$m=180+10=190=10\times19$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$P=\frac{190}{10^4}=\frac{19}{10^3}$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$\frac{19}{10^3}$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each choice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count the choices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are a rearrangement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each choice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$(a,d)$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count the choices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$(b,c)$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are a rearrangement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$(a,d)$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Singular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multisets (primes).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pairs),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2 ways,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(10 pairs),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only: 1 way, giving 10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ad=bc\iff\{b,c\}=\{a,d\}$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multisets (primes).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$10\times9=90$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pairs),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$(d,a)$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2 ways,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$90\times2=180$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(10 pairs),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$(b,c)=(a,a)$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only: 1 way, giving 10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$P=\frac{190}{10^4}=\frac{19}{10^3}$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$\frac{19}{10^3}$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entries that are distinct primes (or any numbers with unique factorisation into coprime pieces),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Number of singular matrices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primes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(primes 2, 3):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singular matrices; listing all 16 matrices finds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(entries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singular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has proportional rows; with primes the ratio is 1 or its entries repeat, so the only singular matrices have repeated primes.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entries that are distinct primes (or any numbers with unique factorisation into coprime pieces),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$ad=bc\iff\{a,d\}=\{b,c\}$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Number of singular matrices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primes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$=2n^2-n$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(primes 2, 3):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$2\cdot4-2=6$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singular matrices; listing all 16 matrices finds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$2222,3333,2233,3322,2323,3232$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singular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has proportional rows; with primes the ratio is 1 or its entries repeat, so the only singular matrices have repeated primes.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probability that a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both symmetric and transitive,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probability that a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$\{x,y\}$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$\{x,y\}$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both symmetric and transitive,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$\frac{13}{16}$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Relations: symmetric and transitive relations, Classical probability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symmetry and transitivity force all four ordered pairs; otherwise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any subset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$(x,y)\in 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symmetry and transitivity force all four ordered pairs; otherwise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any subset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$\{(x,x),(y,y)\}$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relations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(every subset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Symmetry gives both; transitivity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the full set of four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Otherwise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each of these four subsets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and transitive.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relations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$\{x,y\}$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$2^{2\times2}=2^4=16$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(every subset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$\{x,y\}\times\{x,y\}$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$(y,x)\in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Symmetry gives both; transitivity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$(x,y),(y,x)\Rightarrow(x,x)$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$(y,x),(x,y)\Rightarrow(y,y)$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the full set of four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Otherwise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$R\subseteq\{(x,x),(y,y)\}$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each of these four subsets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$\{(x,x)\}$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$\{(y,y)\}$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$\{(x,x),(y,y)\}$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and transitive.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relations: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relations: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$P=\frac{5}{16}$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$\frac{5}{16}$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symmetric and transitive relation is an equivalence relation on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elements that are related to themselves; count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symmetric and transitive relation is an equivalence relation on the set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elements that are related to themselves; count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(symmetry then transitivity),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relates nothing outside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1 relation.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1.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1.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equivalence relations on a 2-element set - 2 (two singleton classes, or one class).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$(b,b)\in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(symmetry then transitivity),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$D=\{a:(a,a)\in R\}$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relates nothing 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$D=\{\}$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1 relation.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1.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$D=\{y\}$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1.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$D=\{x,y\}$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equivalence relations on a 2-element set - 2 (two singleton classes, or one class).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$1+1+1+2=5$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$P=\frac{5}{16}$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$\frac{5}{16}$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transitive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 related element is related to itself,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 on a subset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set. Count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(Bell numbers)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Reflexivity is the only property missing: symmetric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transitive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reflexive gives an equivalence relation,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this question).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transitive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 related element is related to itself,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 on a subset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set. Count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$=\sum_{k}\,^nC_k\,B_k$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(Bell numbers)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$=B_{n+1}$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$1+2\cdot1+2=5=B_3$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$1+3+3\cdot2+5=15=B_4$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Reflexivity is the only property missing: 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transitive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reflexive gives an equivalence relation,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this question).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Q30 – Q32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81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examination, there are 10 true-false type questions. Out of 10, a student can guess the answer of 4 questions correctly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remaining 6 questions correctly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probability that the student guesses the answers of exactly 8 questions correctly out of 10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81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examination, there are 10 true-false type questions. Out of 10, a student can guess the answer of 4 questions correctly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remaining 6 questions correctly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probability that the student guesses the answers of exactly 8 questions correctly out of 10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$\frac{27k}{4^{10}}$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8977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Binomial-type distribution with unequal probabilities (casework)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Exactly 8 correct means exactly 2 wrong; split the two wrong answers over the two groups: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Exactly 8 correct means exactly 2 wrong; split the two wrong answers over the two groups: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8 correct means exactly 2 wrong. Group 1 (4 questions): correct w.p.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wrong w.p.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Group 2 (6 questions): correct w.p.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wrong w.p.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Both wrong from group 1: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Both wrong from group 2: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10935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8 correct means exactly 2 wrong. Group 1 (4 questions): correct w.p.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wrong w.p.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Group 2 (6 questions): correct w.p.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wrong w.p.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Both wrong from group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$^4C_2\left(\frac{1}{4}\right)^2\left(\frac{3}{4}\right)^2\cdot\left(\frac{1}{4}\right)^6=\frac{54}{4^{10}}$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Both wrong from group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$\left(\frac{3}{4}\right)^4\cdot\,^6C_2\left(\frac{3}{4}\right)^2\left(\frac{1}{4}\right)^4=\frac{81\cdot135}{4^{10}}=\frac{10935}{4^{10}}$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One wrong from each group: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1944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10935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1944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12933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479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One wrong from each group: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$^4C_1\cdot\frac{1}{4}\left(\frac{3}{4}\right)^3\cdot\,^6C_1\cdot\frac{3}{4}\left(\frac{1}{4}\right)^5=\frac{108\cdot18}{4^{10}}=\frac{1944}{4^{10}}$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$=\frac{54+10935+1944}{4^{10}}=\frac{12933}{4^{10}}=\frac{27\times479}{4^{10}}$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$\frac{27k}{4^{10}}$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479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$479$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Generating polynomial: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𝑒𝑥𝑎𝑐𝑡𝑙𝑦 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 𝑐𝑜𝑟𝑟𝑒𝑐𝑡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Generating polynomial: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$P(\text{exactly }j\text{ correct})$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coefficient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$\left(\frac{1+3x}{4}\right)^4\left(\frac{3+x}{4}\right)^6$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1: each question contributes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group 2: each contributes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terms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1: each question contributes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$\frac{1}{4}+\frac{3}{4}x$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group 2: each contributes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$\frac{3}{4}+\frac{1}{4}x$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$=\frac{(1+3x)^4(3+x)^6}{4^{10}}$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$(1+3x)^4$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$x^{8-i}$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$(3+x)^6$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$8-i\le6$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10935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12933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$^4C_2\,3^2\cdot\,^6C_6\,3^0=54$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$^4C_3\,3^3\cdot\,^6C_5\,3^1=108\cdot18=1944$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$3^4\cdot\,^6C_4\,3^2=81\cdot135=10935$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$=12933=27\times479$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479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$479$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trials have different success probabilities, the number of successes has generating polynomial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𝑒𝑥𝑎𝑐𝑡𝑙𝑦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product is 1.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is often easier to count the failures when the target is 'almost all correct' (exactly 2 wrong instead of exactly 8 right).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the questions by probability and enumerate how the failures are split among the groups: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trials have different success probabilities, the number of successes has generating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$\prod_i(q_i+p_ix)$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$P(\text{exactly }j)$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product is 1.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is often easier to count the failures when the target is 'almost all correct' (exactly 2 wrong instead of exactly 8 right).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the questions by probability and enumerate how the failures are split among the groups: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$(2,0),(1,1),(0,2)$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probability that a randomly chosen 6-digit number formed by using digits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probability that a randomly chosen 6-digit number formed by using digits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Classical probability: counting numbers from digits 1 and 8, Number theory: divisibility by 3 and 7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every such number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111111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is always divisible by 7; divisibility by 3 then depends only on the number of 8s being a multiple of 3.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$8=1+7$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every such number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$111111+7M$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is always divisible by 7; divisibility by 3 then depends only on the number of 8s being a multiple of 3.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the 6 places is 1 or 8: total cases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divisible by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Divisibility by 7: write each 8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111111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sum of powers of 10,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111111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7, so every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7.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Divisibility by 3: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digits are 8, the digit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multiple of 3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3: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the 6 places is 1 or 8: total cases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$2^6=64$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divisible by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Divisibility by 7: write each 8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$N=111111+7M$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sum of powers of 10,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$111111=3\cdot7\cdot11\cdot13\cdot37$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7, so every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7.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Divisibility by 3: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digits are 8, the digit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$(6-k)+8k=6+7k$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multiple of 3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$k=0,3,6$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1s): 1 number.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8s): 1 number.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(three 1s, three 8s):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1s): 1 number.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8s): 1 number.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(three 1s, three 8s):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$\frac{6!}{3!\,3!}=20$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$=1+1+20=22$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$p=\frac{22}{64}$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$96p=96\times\frac{22}{64}=33$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every digit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repunit;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111111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such 6-digit numbers are always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Digit-sum test: with digits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digit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divisibility by 3 means the count of 8s is a multiple of 3.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by brute force over the 64 numbers: exactly 22 are multiples of 21.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every digit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$\{a,a+7\}$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$N=a\cdot R+7M$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$R=111\ldots1$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repunit;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$111111=3\cdot7\cdot11\cdot13\cdot37$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$3,7,11,13,37$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such 6-digit numbers are always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$7,11,13$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Digit-sum test: with digits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digit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$6+7k\equiv k\pmod3$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divisibility by 3 means the count of 8s is a multiple of 3.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by brute force over the 64 numbers: exactly 22 are multiples of 21.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sample space of a random experiment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the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⊆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$S=\{E_1,E_2,\ldots,E_8\}$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sample space of a random experiment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$P(E_n)=\frac{n}{36}$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$n=1,2,\ldots,8$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$\left\{A\subseteq S:P(A)\ge\frac{4}{5}\right\}$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Probability: sample space and events (subsets), Counting subsets by sum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the indices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add to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28.8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count the subsets by their size.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$P(A)\ge\frac{4}{5}$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the indices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add to at least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$28.8$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at least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count the subsets by their size.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𝑠𝑢𝑚 𝑜𝑓 𝑡ℎ𝑒 𝑖𝑛𝑑𝑖𝑐𝑒𝑠 𝑖𝑛 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the index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largest indices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3 missing indices must add to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- 2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2 missing indices add to at most 7: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 - 9 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$A\subseteq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$P(A)=\frac{\text{sum of the indices in }A}{36}$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$P(A)\ge\frac{4}{5}$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the index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$\ge28.8$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largest indices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$5+6+7+8=26&lt;28.8$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$n(A)\ge5$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3 missing indices must add to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$36-29=7$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$\{1,2,3\},\{1,2,4\}$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- 2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2 missing indices add to at most 7: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$\{1,2\},\ldots,\{1,6\}$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$\{2,3\},\{2,4\},\{2,5\}$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 - 9 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one missing index is at most 7: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- 7 ways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missing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whole set - 1 way.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one missing index is at most 7: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$E_1,\ldots,E_7$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- 7 ways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missing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$28&lt;28.8$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whole set - 1 way.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$=2+9+7+1=19$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Complement: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the missing events have index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count subsets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partitions into distinct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Complement: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$P(A)\ge\frac{4}{5}$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the missing events have index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count subsets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$\{1,\dots,8\}$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partitions into distinct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𝑠𝑢𝑚 𝑜𝑓 𝑖𝑛𝑑𝑖𝑐𝑒𝑠 𝑖𝑛 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 one to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subsets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index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(partitions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distinct parts, all parts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1;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1;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1;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2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2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3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4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5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$P(A)\ge\frac{4}{5}\iff P(A^c)\le\frac{1}{5}\iff\text{sum of indices in }A^c\le7.2$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 one to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subsets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$\{1,\ldots,8\}$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index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(partitions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distinct parts, all parts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$\le7&lt;8$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1;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1;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1;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2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2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3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4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5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$1+1+1+2+2+3+4+5=19$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subsets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number of partitions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distinct parts: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condition is 'large probability', switch to the complement: the small set of missing events is easier to enumerate.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sizes: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two methods must agree.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subsets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$\{1,2,\ldots,N\}$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$s\le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number of partitions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distinct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$1,1,1,2,2,3,4,5$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$s=0,\ldots,7$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condition is 'large probability', switch to the complement: the small set of missing events is easier to enumerate.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sizes: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$2+9+7+1=19$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$1+1+1+2+2+3+4+5=19$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two methods must agree.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Q33 – Q44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and the product of mean and variance of a binomial distribution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the probability of one or two successes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28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and the product of mean and variance of a binomial distribution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the probability of one or two successes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$\frac{33}{2^{32}}$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$\frac{33}{2^{29}}$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$\frac{33}{2^{28}}$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$\frac{33}{2^{27}}$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distribution: mean and variance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variance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variance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$t^2-24t+128=0$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$np=16$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$npq=8$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$q=\frac{1}{2}$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$n=32$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$=np$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$=npq$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$np+npq=24$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$np\cdot npq=128$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$t^2-24t+128=0$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$(t-16)(t-8)=0$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$np=16$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$npq=8$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$q=\frac{npq}{np}=\frac{1}{2}$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$n=\frac{16}{p}=32$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528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28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$P(X=1)+P(X=2)=\,^{32}C_1\,p\,q^{31}+\,^{32}C_2\,p^2q^{30}=\frac{32+496}{2^{32}}$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$=\frac{528}{2^{32}}=\frac{33}{2^{28}}$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28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$\frac{33}{2^{28}}$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the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mean and variance, they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larger root is the mean (variance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mean).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𝑣𝑎𝑟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𝑚𝑒𝑎𝑛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𝑚𝑒𝑎𝑛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Integer-valued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consistency check on the choice of the larger root as the mean (the other assignment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mean and variance, they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$t^2-st+m=0$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larger root is the mean (variance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$=\text{mean}\cdot q&lt;$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mean).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$q=\frac{\text{var}}{\text{mean}}$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$p=1-q$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$n=\frac{\text{mean}}{p}$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$P(X=k)=\frac{^nC_k}{2^n}$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$32+496=528=16\times33$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Integer-valued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consistency check on the choice of the larger root as the mean (the other assignment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$q=2&gt;1$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numbers appeared on two throws of a fair six faced die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probability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numbers appeared on two throws of a fair six faced die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probability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$x^2+\alpha x+\beta&gt;0$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$\frac{19}{36}$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1716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Classical probability: two throws of a die, Quadratic: condition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1716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Classical probability: two throws of a die, Quadratic: condition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$x^2+\alpha x+\beta&gt;0$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quadratic is positive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count the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among the 36 outcomes by fixing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quadratic is positive for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$\alpha^2&lt;4\beta$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count the pairs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among the 36 outcomes by fixing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6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5 choices.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4 choices.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$x^2+\alpha x+\beta&gt;0$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$\alpha^2-4\beta&lt;0$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$\beta&gt;\frac{\alpha^2}{4}$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$\beta&gt;\frac{1}{4}$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$\beta=1,2,3,4,5,6$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6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$\beta=2,\ldots,6$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5 choices.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$\beta&gt;\frac{9}{4}$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$\beta=3,4,5,6$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4 choices.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2 choices.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0 choices.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0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outcomes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$\beta=5,6$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2 choices.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$\beta&gt;\frac{25}{4}=6.25$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0 choices.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$\beta&gt;9$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0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outcomes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$=6+5+4+2+0+0=17$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$=6\times6=36$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$P=\frac{17}{36}$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$\frac{17}{36}$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 fair die: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so real roots occur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Cross-check by counting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strict inequality matters: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double root, so the quadratic touches the axis and the inequality fails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 fair die: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$P(\alpha^2&lt;4\beta)=\frac{17}{36}$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$P(\alpha^2=4\beta)=\frac{2}{36}$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$(2,1),(4,4)$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$P(\alpha^2&gt;4\beta)=\frac{17}{36}$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so real roots occur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$\frac{19}{36}$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Cross-check by counting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$\beta=1,\ldots,6$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$\alpha&lt;2\sqrt\beta$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$1,2,3,3,4,4$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$1+2+3+3+4+4=17$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strict inequality matters: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$\alpha^2=4\beta$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double root, so the quadratic touches the axis and the inequality fails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two events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two events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$P(A)=\frac{1}{3}$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$P(B)=\frac{1}{5}$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$P(A\cup B)=\frac{1}{2}$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$P(A\mid B')+P(B\mid A')$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$\frac{7}{8}$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0087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Conditional probability with complements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$P(A\cap B)=P(A)+P(B)-P(A\cup B)=\frac{1}{30}$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$P(A\cap B')=P(A)-P(A\cap 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$P(B\cap A')=P(B)-P(A\cap 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Regions of the Venn diagram (in thirtieths):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$P(A\cap B)=P(A)+P(B)-P(A\cup B)=\frac{1}{3}+\frac{1}{5}-\frac{1}{2}=\frac{1}{30}$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Regions of the Venn diagram (in thirtieths):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$=\frac{1}{3}-\frac{1}{30}=\frac{9}{30}$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$=\frac{1}{5}-\frac{1}{30}=\frac{5}{30}$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$=\frac{1}{30}$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$P(A\mid B')=\frac{P(A\cap B')}{P(B')}=\frac{9/30}{4/5}=\frac{3}{8}$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$P(B\mid A')=\frac{P(B\cap A')}{P(A')}=\frac{5/30}{2/3}=\frac{1}{4}$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$=\frac{3}{8}+\frac{1}{4}=\frac{5}{8}$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$\frac{5}{8}$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of regions: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+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+ both + neither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(neither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a common denominator (here 30) for all Venn regions turns conditional probabilities into ratios of whole numbers: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$P(A\mid B')=\frac{P(A)-P(A\cap B)}{1-P(B)}$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$P(B\mid A')=\frac{P(B)-P(A\cap B)}{1-P(A)}$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of regions: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+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+ both + neither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$=\frac{9+5+1+15}{30}=1$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$=1-\frac{1}{2}=\frac{15}{30}$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a common denominator (here 30) for all Venn regions turns conditional probabilities into ratios of whole numbers: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$\frac{9}{9+15}+\frac{5}{5+15}=\frac{3}{8}+\frac{1}{4}$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mutually exclusive events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maximum and minimum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$E_1,E_2,E_3$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mutually exclusive events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$P(E_1)=\frac{2+3p}{6}$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$P(E_2)=\frac{2-p}{8}$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$P(E_3)=\frac{1-p}{2}$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maximum and minimum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$(p_1+p_2)$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Mutually exclusive events: range of a parameter, Inequalities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probability must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and, the events being mutually exclusive, the three probabilities must add up to at most 1.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probability must lie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and, the events being mutually exclusive, the three probabilities must add up to at most 1.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Mutually exclusive: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$0\le\frac{2+3p}{6}\le1\Rightarrow p\in\left[-\frac{2}{3},\frac{4}{3}\right]$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$0\le\frac{2-p}{8}\le1\Rightarrow p\in[-6,2]$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$0\le\frac{1-p}{2}\le1\Rightarrow p\in[-1,1]$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Mutually exclusive: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P(E_1)+P(E_2)+P(E_3)\le1$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$\frac{4(2+3p)+3(2-p)+12(1-p)}{24}=\frac{26-3p}{24}$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all the conditions: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$0\le\frac{26-3p}{24}\le1\Rightarrow\frac{2}{3}\le p\le\frac{26}{3}$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all the conditions: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$p\in\left[\frac{2}{3},1\right]$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$p_2=\frac{2}{3}$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$p_1+p_2=\frac{5}{3}$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mutually exclusive events: every probability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to 1 only if they are exhaustive).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the tightest constraints matter: the upper bound comes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lower bound from the 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end points: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exactly 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mutually exclusive events: every probability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to 1 only if they are exhaustive).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the tightest constraints matter: the upper bound comes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$P(E_3)\ge0$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lower bound from the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$p\ge\frac{2}{3}$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end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$\frac{5}{6},\frac{1}{8},0$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$\frac{23}{24}$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$\frac{2}{3},\frac{1}{6},\frac{1}{6}$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exactly 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binomially distributed random variable with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variance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binomially distributed random variable with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$54\,P(X\le2)$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$\frac{73}{27}$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$\frac{146}{27}$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$\frac{146}{81}$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$\frac{126}{81}$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Binomial distribution: mean, variance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Binomial distribution: mean, variance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$P(X\le2)$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add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$np=4$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$npq=\frac{4}{3}$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$q=\frac{1}{3}$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$p=\frac{2}{3}$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add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$P(X=0)+P(X=1)+P(X=2)$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$np=4$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$npq=\frac{4}{3}$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$P(X\le2)=P(X=0)+P(X=1)+P(X=2)$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$P(X=0)=\,^6C_0\left(\frac{1}{3}\right)^6=\frac{1}{729}$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$P(X=1)=\,^6C_1\cdot\frac{2}{3}\left(\frac{1}{3}\right)^5=\frac{12}{729}$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$P(X=2)=\,^6C_2\left(\frac{2}{3}\right)^2\left(\frac{1}{3}\right)^4=\frac{60}{729}$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$54\,P(X\le2)=54\cdot\frac{1+12+60}{729}=\frac{54\times73}{729}=\frac{146}{27}$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146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$\frac{146}{27}$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𝑣𝑎𝑟𝑖𝑎𝑛𝑐𝑒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𝑚𝑒𝑎𝑛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𝑚𝑒𝑎𝑛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mean and variance of a binomial are given.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small-count probabilities are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 common denominator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keeps the arithmetic simple.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all seven probabilities add to 1;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$q=\frac{\text{variance}}{\text{mean}}$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$p=1-q$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$n=\frac{\text{mean}}{p}$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mean and variance of a binomial are given.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small-count probabilities are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 common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$3^6=729$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keeps the arithmetic simple.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all seven probabilities add to 1;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$P(X\ge3)=1-\frac{73}{729}=\frac{656}{729}$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sample space of all five digit numbers.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probability that a randomly selected number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not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1.0146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1.2085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1.0285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1.1521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sample space of all five digit numbers.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probability that a randomly selected number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not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$1.0146$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$1.2085$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$1.0285$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$1.1521$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Classical probability: counting multiples in a range, Inclusion-exclusion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Count multiples of 7 minus multiples of 35 with the arithmetic-progression formula (or floors).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five-digit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Multiples of 7: smallest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largest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99995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99995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Multiples of 35 (multiples of 7 and 5): smallest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largest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99995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99995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$n(S)=9\times10^4=90000$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five-digit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Multiples of 7: smallest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$10003$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largest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$99995$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$99995=10003+(n-1)7\Rightarrow n=12857$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Multiples of 35 (multiples of 7 and 5): smallest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largest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$99995$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$99995=10010+(P-1)35\Rightarrow P=2572$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Multiples of 7 but not divisible by 5: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12857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10285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90000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10285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1.0285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Multiples of 7 but not divisible by 5: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$12857-2572=10285$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$p=\frac{10285}{90000}$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$9p=\frac{10285}{10000}=1.0285$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1.0285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$1.0285$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Periodicity: every 35 consecutive integers contain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multiples of 7, of which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multiple of 35,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qualifying numbers; handle the leftover tail separately.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Periodicity: every 35 consecutive integers contain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multiples of 7, of which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multiple of 35,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qualifying numbers; handle the leftover tail separately.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90000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2571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2571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89985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99984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form 2571 complete blocks of 35, each with exactly 4 multiples of 7 that are not multiples of 5: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2571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last 15 numbers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99985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99999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Multiples of 7 in them: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99988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99995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99995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5, so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99988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counts: 1.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$90000=2571\times35+15$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$2571\times35=89985$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$99984$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form 2571 complete blocks of 35, each with exactly 4 multiples of 7 that are not multiples of 5: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$2571\times4=10284$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last 15 numbers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$99985,\ldots,99999$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Multiples of 7 in them: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$99988$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$99995$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$99995$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5, so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$99988$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counts: 1.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10284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count,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1.0285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$=10284+1=10285$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count,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$9p=1.0285$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1.0285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$1.0285$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14285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2857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'Multiple of 7 but not of 5'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multiples of 7 minus multiples of 35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Density: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0.1143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1.0286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options differ in the 2nd decimal, so the exact count is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$[L,U]$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$\left\lfloor\frac{U}{m}\right\rfloor-\left\lfloor\frac{L-1}{m}\right\rfloor$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$14285-1428=12857$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$2857-285=2572$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'Multiple of 7 but not of 5'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multiples of 7 minus multiples of 35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$\gcd(7,5)=1$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Density: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$\frac{1}{7}\cdot\frac{4}{5}=\frac{4}{35}\approx0.1143$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$p\approx\frac{4}{35}$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$9p\approx1.0286$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options differ in the 2nd decimal, so the exact count is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a binomial distribution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sum and the product of the mean and variance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a binomial distribution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$B(n,p)$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sum and the product of the mean and variance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$P(X&gt;n-3)=\frac{k}{2^n}$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$630$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distribution: mean, variance and tail probability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in Q33;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$n=32$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$p=\frac{1}{2}$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in Q33;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$P(X&gt;n-3)$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$X\in\{n-2,n-1,n\}$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variance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variance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$np=16$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$npq=8\Rightarrow q=\frac{1}{2}$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$P(X&gt;n-3)=P(X\ge n-2)=\,^nC_{n-2}\left(\frac{1}{2}\right)^n+\,^nC_{n-1}\left(\frac{1}{2}\right)^n+\,^nC_n\left(\frac{1}{2}\right)^n$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529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$=\frac{1}{2^{32}}\left(\,^{32}C_{30}+\,^{32}C_{31}+\,^{32}C_{32}\right)=\frac{1}{2^{32}}\left(\frac{32\cdot31}{2}+32+1\right)$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$=\frac{496+33}{2^{32}}=\frac{529}{2^{32}}$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$k=529$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529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$529$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upper tail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careful with the strict inequality: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included.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same tail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for 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$P(X&gt;n-3)$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upper tail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$X\in\{n-2,n-1,n\}$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careful with the strict inequality: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included.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$B\left(n,\frac{1}{2}\right)$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 n-r)=\frac{1}{2^n}\sum_{j=0}^{r}\,^nC_j$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$\frac{1+n+\frac{n(n-1)}{2}}{2^n}$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$1+32+496=529$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$X&gt;n-3$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 n-2$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same tail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$1+n+\frac{n(n-1)}{2}$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for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six faced die is biased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 𝑝𝑟𝑖𝑚𝑒 𝑛𝑢𝑚𝑏𝑒𝑟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 𝑐𝑜𝑚𝑝𝑜𝑠𝑖𝑡𝑒 𝑛𝑢𝑚𝑏𝑒𝑟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random variable that counts the number of times one gets a perfect square on some throws of this die. If the die is thrown twice, then the mean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six faced die is biased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 P(\text{a prime number})=6\times P(\text{a composite number})=2\times P(1)$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random variable that counts the number of times one gets a perfect square on some throws of this die. If the die is thrown twice, then the 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$\frac{8}{11}$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Biased die: probabilities from proportional conditions, Binomial distribution: mean of a count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𝑝𝑟𝑖𝑚𝑒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𝑐𝑜𝑚𝑝𝑜𝑠𝑖𝑡𝑒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probability of each such face;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𝑝𝑒𝑟𝑓𝑒𝑐𝑡 𝑠𝑞𝑢𝑎𝑟𝑒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mean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$P(\text{prime})$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$P(\text{composite})$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probability of each such face;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$P(\text{perfect square})=P(1)+P(4)$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mean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 𝑝𝑟𝑖𝑚𝑒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 𝑐𝑜𝑚𝑝𝑜𝑠𝑖𝑡𝑒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each prime face (2, 3, 5) has probability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composite face (4, 6) has probability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$\frac{P(\text{a prime})}{2}=\frac{P(\text{a composite})}{1}=\frac{P(1)}{3}=k$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each prime face (2, 3, 5) has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composite face (4, 6) has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$P(1)=3k$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$=3\times2k+2\times k+3k=11k=1\Rightarrow k=\frac{1}{11}$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Perfect squares on a die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𝑠𝑢𝑐𝑐𝑒𝑠𝑠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counts successes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throws: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Perfect squares on a die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$P(\text{success})=3k+k=\frac{4}{11}$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counts successes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throws: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$X\sim B\left(2,\frac{4}{11}\right)$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$=np=2\times\frac{4}{11}=\frac{8}{11}$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$\frac{8}{11}$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Expected number of successes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𝑠𝑢𝑐𝑐𝑒𝑠𝑠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(linearity of expectation) - no distribution table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𝑡𝑦𝑝𝑒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𝑡𝑦𝑝𝑒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𝑡𝑦𝑝𝑒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probabilities are proportional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total: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Expected number of successes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$=n\cdot P(\text{success})$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(linearity of expectation) - no distribution table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$a\,P(\text{type }1)=b\,P(\text{type }2)=c\,P(\text{type }3)$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probabilities are proportional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$\frac{1}{a},\frac{1}{b},\frac{1}{c}$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$\frac{1}{3}:\frac{1}{6}:\frac{1}{2}=2:1:3$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total: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$\frac{6+2+3}{11}=1$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Out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female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male candidates appearing in an exam,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candidates qualify it. The number of females qualifying the exam is twice the number of males qualifying it. A candidate is randomly chosen from the qualified candidates. The probability that the chosen candidate is a female,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Out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$60\%$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female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$40\%$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male candidates appearing in an exam,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$60\%$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candidates qualify it. The number of females qualifying the exam is twice the number of males qualifying it. A candidate is randomly chosen from the qualified candidates. The probability that the chosen candidate is a female,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$\frac{23}{32}$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$\frac{13}{16}$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Conditional probability with percentages (Bayes' theorem)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Take 100 candidates: 60 qualify, and females qualifying are twice males qualifying.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100 candidates: 60 female and 40 male.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qualify: 60 candidates qualify.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males qualify; females qualifying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females qualified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100 candidates: 60 female and 40 male.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$60\%$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qualify: 60 candidates qualify.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males qualify; females qualifying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$M+2M=60\Rightarrow M=20$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females qualified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(Consistent: 40 of the 60 females and 20 of the 40 males qualify.)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Probability that the chosen qualified candidate is female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(Consistent: 40 of the 60 females and 20 of the 40 males qualify.)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Probability that the chosen qualified candidate is female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$=\frac{40}{60}=\frac{2}{3}$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statement 'females qualifying are twice males qualifying' already gives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qualified pool, so the percentages are not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statement 'females qualifying are twice males qualifying' already gives the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qualified pool, so the percentages are not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 qualified candidates, females : males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given statement.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candidate chosen at random from the qualified pool is female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 qualified candidates, females : males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given statement.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candidate chosen at random from the qualified pool is female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$\frac{2}{2+1}=\frac{2}{3}$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60%/40%/60% data only show the situation is consistent (pass rates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females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males, 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60%/40%/60% data only show the situation is consistent (pass rates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females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males,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conditional probability over a pool equals the share of that group in the pool; if the ratio in the pool is given, the answer follows immediately.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Beware of redundant data in a word problem: check that it is consistent (here pass rates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valid) and then ignore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overall data, the formula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conditional probability over a pool equals the share of that group in the pool; if the ratio in the pool is given, the answer follows immediately.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Beware of redundant data in a word problem: check that it is consistent (here pass rates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$\frac{40}{60}$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$\frac{20}{40}$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valid) and then ignore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overall data, the formula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$P(F\mid Q)=\frac{P(F)P(Q\mid F)}{P(Q)}=\frac{0.6\times\frac{2}{3}}{0.6}=\frac{2}{3}$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06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events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(S1)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(S2)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(S1) and (S2)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(S1) and (S2) are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(S1)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(S2)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06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events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$P(B\mid A)=\frac{2}{5}$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$P(A\mid B)=\frac{1}{7}$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$P(A\cap B)=\frac{1}{9}$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(S1)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$P(A'\cup B)=\frac{5}{6}$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(S2)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$P(A'\cap B')=\frac{1}{18}$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(S1) and (S2)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(S1) and (S2) are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(S1)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(S2)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Conditional probability and De Morgan's laws for events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conditional probabilities, then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$P(B)=\frac{7}{9}$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$P(A)=\frac{5}{18}$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conditional probabilities,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$P(A'\cup B)=1-P(A)+P(A\cap 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$P(A'\cap B')=1-P(A\cup 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495544"/>
                <a:ext cx="10725912" cy="11795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495544"/>
                <a:ext cx="10725912" cy="11795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$P(A\mid B)=\frac{P(A\cap B)}{P(B)}=\frac{1}{7}\Rightarrow P(B)=\frac{7}{9}$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statements are true,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$P(B\mid A)=\frac{P(A\cap B)}{P(A)}=\frac{2}{5}\Rightarrow P(A)=\frac{5}{18}$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$P(A'\cup B)=1-P(A\cap B')=1-P(A)+P(A\cap B)=1-\frac{5}{18}+\frac{1}{9}=\frac{15}{18}=\frac{5}{6}$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$P(A\cup B)=P(A)+P(B)-P(A\cap B)=\frac{5}{18}+\frac{14}{18}-\frac{2}{18}=\frac{17}{18}$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$P(A'\cap B')=1-\frac{17}{18}=\frac{1}{18}$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statements are true,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Both (S1) and (S2) are true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Fill the four cells of the two-way table (in eighteenths): they give every combination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their complements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Fill the four cells of the two-way table (in eighteenths): they give every combination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their complements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(S2)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$P(A\cap B)=\frac{2}{18}$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$P(A)=\frac{5}{18}$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$P(A\cap B')=\frac{3}{18}$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$P(B)=\frac{14}{18}$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$P(A'\cap B)=\frac{12}{18}$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$P(A'\cap B')=1-\frac{2+3+12}{18}=\frac{1}{18}$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(S2)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(S1) true;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$P(A'\cup B)=1-P(A\cap B')=1-\frac{3}{18}=\frac{15}{18}=\frac{5}{6}$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(S1) true;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Both (S1) and (S2) are true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conditional probabilities plus the intersection give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 Morgan).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table of the four cells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a common denominator settles every statement of this kind; the cells must add to 1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$P(A\cap B)=P(A\mid B)P(B)=P(B\mid A)P(A)$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conditional probabilities plus the intersection give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$P(A'\cup B)=1-P(A\cap B')$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$P(A'\cap B')=1-P(A\cup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 Morgan).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table of the four cells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$A'\cap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$A'\cap B'$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a common denominator settles every statement of this kind; the cells must add to 1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$2+3+12+1=18$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probability that a randomly chosen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337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$S=\{1,2,3,\ldots,2022\}$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probability that a randomly chosen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$\mathrm{HCF}(n,2022)=1$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$\frac{128}{1011}$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$\frac{166}{1011}$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$\frac{127}{337}$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$\frac{112}{337}$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Probability: integers coprime to a given number, Inclusion-exclusion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337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divisible by none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337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inclusion-exclusion counts.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$2022=2\times3\times337$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$\mathrm{HCF}(n,2022)=1$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divisible by none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$2,3,337$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inclusion-exclusion counts.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multiples of 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multiples of 3: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multiples of 6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$n(S)=2022$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$2022=2\times3\times337$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$\mathrm{HCF}(n,2022)=1$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multiples of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$n(A)=1011$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multiples of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$n(B)=674$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multiples of 6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$6,12,\ldots,2022$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$n(A\cup B)=1011+674-337=1348$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Multiples of 337 up to 2022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those not already divisible by 2 or 3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2 more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Divisible by 2, 3 or 337: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672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Multiples of 337 up to 2022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$337k$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$k=1,\ldots,6$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those not already divisible by 2 or 3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2 more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Divisible by 2, 3 or 337: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$1348+2=1350$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$=2022-1350=672$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$P=\frac{672}{2022}=\frac{112}{337}$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112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337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$\frac{112}{337}$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Euler's totient: the count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coprime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∏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the primes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Euler's totient: the count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$n\le 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coprime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$\varphi(N)=N\prod\left(1-\frac{1}{p}\right)$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the primes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$p\mid 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337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$2022=2\cdot3\cdot337$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$\varphi(2022)=2022\left(1-\frac{1}{2}\right)\left(1-\frac{1}{3}\right)\left(1-\frac{1}{337}\right)$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$=1\cdot2\cdot336=672$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$2022\cdot\frac{1}{2}\cdot\frac{2}{3}=674$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$674\cdot\frac{336}{337}=672$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$P=\frac{\varphi(2022)}{2022}=\frac{1}{2}\cdot\frac{2}{3}\cdot\frac{336}{337}=\frac{112}{337}$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112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337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$\frac{112}{337}$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integers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coprime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only on the prime factors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Inclusion-exclusion with three primes: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integers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$\{1,\ldots,N\}$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coprime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$\varphi(N)=N\prod_{p\mid N}\left(1-\frac{1}{p}\right)$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$P(\gcd(n,N)=1)=\prod_{p\mid N}\left(1-\frac{1}{p}\right)$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only on the prime factors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$\varphi(12)=12\cdot\frac{1}{2}\cdot\frac{2}{3}=4$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$1,5,7,11$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Inclusion-exclusion with three primes: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$N-\sum\frac{N}{p}+\sum\frac{N}{pq}-\frac{N}{pqr}=2022-(1011+674+6)+(337+3+2)-1=672$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Bag I contains 3 red, 4 black and 3 white balls and Bag II contains 2 red, 5 black and 2 white balls. One ball is transferred from Bag I to Bag II and then a ball is drawn from Bag II. The ball so drawn is found to be black in colour. Then the probability, that the transferred ball is red,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Bag I contains 3 red, 4 black and 3 white balls and Bag II contains 2 red, 5 black and 2 white balls. One ball is transferred from Bag I to Bag II and then a ball is drawn from Bag II. The ball so drawn is found to be black in colour. Then the probability, that the transferred ball is red,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$\frac{3}{10}$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Bayes' theorem with transfer of a ball between bags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Condition on the colour of the transferred ball: it changes Bag II to 10 balls, with 5 black unless a black ball was moved.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ball drawn from Bag II is black;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transferred ball is 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Transferred red (prob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Bag II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𝑏𝑙𝑎𝑐𝑘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Transferred black (prob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Bag II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𝑏𝑙𝑎𝑐𝑘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ball drawn from Bag II is black;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transferred ball is 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Transferred red (prob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Bag II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$3R,5B,2W$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$P(\text{black})=\frac{5}{10}$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Transferred black (prob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Bag II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$2R,6B,2W$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$P(\text{black})=\frac{6}{10}$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Transferred white (prob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Bag II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𝑏𝑙𝑎𝑐𝑘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Transferred white (prob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Bag II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$2R,5B,3W$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$P(\text{black})=\frac{5}{10}$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$P(A)=\frac{3}{10}\cdot\frac{5}{10}+\frac{4}{10}\cdot\frac{6}{10}+\frac{3}{10}\cdot\frac{5}{10}=\frac{15+24+15}{100}=\frac{54}{100}$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$P(B\mid A)=\frac{P(A\cap B)}{P(A)}=\frac{\frac{3}{10}\cdot\frac{5}{10}}{\frac{54}{100}}=\frac{15}{54}=\frac{5}{18}$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$\frac{5}{18}$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Transfer problems: condition on what was transferred, then the second bag's composition is known.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Bayes' theorem with equal denominators, only the integer weights (prior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likelihood) matter: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𝑟𝑒𝑑 𝑚𝑜𝑣𝑒𝑑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𝑏𝑙𝑎𝑐𝑘 𝑑𝑟𝑎𝑤𝑛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the three posteriors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to 1.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Transfer problems: condition on what was transferred, then the second bag's composition is known.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Bayes' theorem with equal denominators, only the integer weights (prior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likelihood) matter: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$15:24:15$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$P(\text{red moved}\mid\text{black drawn})=\frac{15}{54}$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the three posteriors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$\frac{15}{54},\frac{24}{54},\frac{15}{54}$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to 1.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Q45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bag contains 4 white and 6 black balls. Three balls are drawn at random from the bag.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white balls among the drawn balls.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variance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bag contains 4 white and 6 black balls. Three balls are drawn at random from the bag.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white balls among the drawn balls.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variance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$100\sigma^2$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Hypergeometric-type distribution: drawing without replacement, Variance of a random variable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takes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takes 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$0,1,2,3$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$P(X=k)=\frac{^4C_k\,^6C_{3-k}}{^{10}C_3}$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$E(X^2)$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$\sigma^2=E(X^2)-[E(X)]^2$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$^{10}C_3=120$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$P(X=k)=\frac{^4C_k\,^6C_{3-k}}{120}$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$P(X=0)=\frac{20}{120}=\frac{1}{6}$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$P(X=1)=\frac{4\cdot15}{120}=\frac{1}{2}$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$P(X=2)=\frac{6\cdot6}{120}=\frac{3}{10}$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$P(X=3)=\frac{4}{120}=\frac{1}{30}$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$E(X)=0+\frac{1}{2}+2\cdot\frac{3}{10}+3\cdot\frac{1}{30}=\frac{1}{2}+\frac{3}{5}+\frac{1}{10}=\frac{6}{5}$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$E(X^2)=0+\frac{1}{2}+4\cdot\frac{3}{10}+9\cdot\frac{1}{30}=\frac{1}{2}+\frac{6}{5}+\frac{3}{10}=2$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$\sigma^2=E(X^2)-[E(X)]^2=2-\frac{36}{25}=\frac{14}{25}=0.56$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$100\sigma^2=56$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hypergeometric variance formula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hypergeometric variance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$n\cdot\frac{K}{N}\cdot\frac{N-K}{N}\cdot\frac{N-n}{N-1}$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draws without replacement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balls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white: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draws without replacement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balls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$\text{Var}(X)=n\cdot\frac{K}{N}\left(1-\frac{K}{N}\right)\frac{N-n}{N-1}$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$\sigma^2=3\cdot\frac{4}{10}\cdot\frac{6}{10}\cdot\frac{10-3}{10-1}=3\cdot\frac{6}{25}\cdot\frac{7}{9}=\frac{14}{25}$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$100\sigma^2=56$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Hypergeometric: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last factor is the finite-population correction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absent for draws with replacement.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Bernoulli variance.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exact fractions;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Hypergeometric: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$=\frac{nK}{N}$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$=n\frac{K}{N}\frac{N-K}{N}\cdot\frac{N-n}{N-1}$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last factor is the finite-population correction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absent for draws with replacement.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$\frac{K}{N}\left(1-\frac{K}{N}\right)$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Bernoulli variance.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$\sigma^2=E(X^2)-[E(X)]^2$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exact fractions;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$2-1.44=0.56$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(1/9)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(2/9)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(3/9)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(4/9)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(5/9)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(6/9)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(7/9)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(8/9)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(9/9)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1.93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10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28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7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45 questions, 180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Probability (Exercise J-M) XII SHEET PROBABILITY · Exercise J-M (JEE Main)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1.93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