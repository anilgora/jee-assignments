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93C47D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1.0</c:v>
                </c:pt>
                <c:pt idx="7">
                  <c:v>3.0</c:v>
                </c:pt>
                <c:pt idx="8">
                  <c:v>2.0</c:v>
                </c:pt>
                <c:pt idx="9">
                  <c:v>3.0</c:v>
                </c:pt>
                <c:pt idx="10">
                  <c:v>0.0</c:v>
                </c:pt>
                <c:pt idx="11">
                  <c:v>2.0</c:v>
                </c:pt>
                <c:pt idx="12">
                  <c:v>2.0</c:v>
                </c:pt>
                <c:pt idx="13">
                  <c:v>3.0</c:v>
                </c:pt>
                <c:pt idx="14">
                  <c:v>2.0</c:v>
                </c:pt>
                <c:pt idx="15">
                  <c:v>2.0</c:v>
                </c:pt>
                <c:pt idx="16">
                  <c:v>2.0</c:v>
                </c:pt>
                <c:pt idx="17">
                  <c:v>2.0</c:v>
                </c:pt>
                <c:pt idx="18">
                  <c:v>2.0</c:v>
                </c:pt>
                <c:pt idx="19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As printed, A is a matrix with the scalar factor 1/(5!6!7!) in front, so |A| = 2/(5!6!7!)^2 (the scalar is cubed in a 3x3 determinant) and the answer would not be 2^16 or any option. The PDF takes |A| = 2, i.e. it reads the factor as cancelling the factorials removed from the three rows (the original problem is a determinant expression). I kept that intended reading, which matches the key (A) 2^16, and flagged it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combined fraction for |A||A-I| is mistyped (second denominator printed as (1-alpha^2)), and case 2 is labelled 2(1-alpha)^3 = -alpha although its quadratic 2alpha^2-3alpha+2=0 comes from 2(1-alpha)^2 = -alpha. Both were fixed (the square is correct); the key (C) 5/2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cofactor as (-1)(3 alpha + 6). The minor obtained by deleting row 3 and column 2 is |3 -2; 2 alpha| = 3 alpha + 4, so C32 = -(3 alpha + 4). With 3 alpha + 6 the equation would give alpha = -7/3, not -1. The corrected cofactor gives alpha = -1 and the same answer 17 (check: |P| = 8, |Q| = 8 = k^2/2, k^3 = 64 = |P||Q|).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Two misprints in the PDF working: the first factor of A^2 shows 3 in the (2,2) place instead of 2, and the sum line reads A^20 + 2A^19 + beta A where it should be A^20 + alpha A^19 + beta A (the matrix entries that follow are written with alpha). Both were fixed; the answer 4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prints the (1,2) entry of A^10 - (adj 2A)^10 as 2^11 x 1023. It is 1023 + 1023 x 1024 = 1023 x 1025 (the (2,2) entry 1 - 1024^2 is right). The first column is zero either way, so the determinant 0 and the answer 16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goes straight from 2(b1^2+b2^2) = (b1-b2)^2 + (b1+k b2)^2 to k = 1 with no working; the factorisation (k-1) b2 [2 b1 + (k+1) b2] = 0 was added. As printed, the condition (k^2+1) b2^2 != -2 b1 b2 does not exclude the second factor, and then other values of k (any k other than 0 and 1) are also possible for suitable B; the intended condition is (k+1) b2^2 != -2 b1 b2, which gives k = 1 uniquely and matches the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A - I has last row (0, -omega, -omega), i.e. a33 = 1 - omega, but the question prints a33 = omega + 1 (then A - I has last row (0, -omega, omega)). With the printed a33, |A - I| = 2 + 8 omega = -2 + 4 sqrt3 i and alpha = (7 - i sqrt3)^2 = 46 - 14 sqrt3 i (about 46 - 24.2i), not 36. The key 36 is correct for a33 = 1 - omega, which is what the PDF working uses. I kept the PDF's working and answer and flagged the misprint.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Algebra 08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Matrices and Determinants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printed in the paper)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for single-correct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690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matrix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invertible,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690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 e^{t} &amp; e^{-t}(\sin t-2\cos t) &amp; e^{-t}(-2\sin t-\cos t) \\ e^{t} &amp; e^{-t}(2\sin t+\cos t) &amp; e^{-t}(\sin t-2\cos t) \\ e^{t} &amp; e^{-t}\cos t &amp; e^{-t}\sin t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invertible,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$\{k\pi,\ k\in\mathbb{Z}\}$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$\left\{(2k+1)\frac{\pi}{2},\ k\in\mathbb{Z}\right\}$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$\left\{k\pi+\frac{\pi}{4},\ k\in\mathbb{Z}\right\}$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determinants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exponential factors out of the columns, then clear the first column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exponential factors out of the columns, then clear the first column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$R_1-R_3$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$R_2-R_3$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matrix is invertible exactly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evaluate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matrix is invertible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$|A|\neq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evaluate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(only the entry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survives):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 the bracket: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$|A|=e^{t}\cdot e^{-t}\cdot e^{-t}\begin{vmatrix} 1 &amp; \sin t-2\cos t &amp; -2\sin t-\cos t \\ 1 &amp; 2\sin t+\cos t &amp; \sin t-2\cos t \\ 1 &amp; \cos t &amp; \sin t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$R_1\to R_1-R_3$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$|A|=e^{-t}\begin{vmatrix} 0 &amp; \sin t-3\cos t &amp; -3\sin t-\cos t \\ 0 &amp; 2\sin t &amp; -2\cos t \\ 1 &amp; \cos t &amp; \sin t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(only the 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survives):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$|A|=e^{-t}\left[-2\cos t(\sin t-3\cos t)+2\sin t(3\sin t+\cos t)\right]$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 the bracket: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$-2\sin t\cos t+6\cos^2 t+6\sin^2 t+2\sin t\cos t=6\cos^2 t+6\sin^2 t=6$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$|A|=6e^{-t}$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set is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$e^{-t}&gt;0$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$|A|\neq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$\mathbb{R}$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Rows 1 and 2 of the trigonometric part are a rotated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determinant needs no row reduction.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Rows 1 and 2 of the trigonometric part are a rotated pair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$(x,y),(-y,x)$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determinant needs no row reduction.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taking the exponentials out,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middle row: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exactly the printed entries of row 2, so row 2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taking the exponentials out,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$|A|=e^{-t}D$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 1 &amp; x &amp; y \\ 1 &amp; -y &amp; x \\ 1 &amp; c &amp; s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 t,\ c=\cos t,\ x=s-2c,\ y=-2s-c$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middle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$-y=2s+c$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$x=s-2c$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exactly the printed entries of row 2, so row 2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$(1,-y,x)$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$D=1\cdot(-ys-xc)-x(s-x)+y(c+y)$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$D=(x^2+y^2)-xs-xc-ys+yc=(x^2+y^2)-(x+y)s+(y-x)c$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set is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$x^2+y^2=(s-2c)^2+(2s+c)^2=5s^2+5c^2=5$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$x+y=-s-3c$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$y-x=-3s+c$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$D=5+(s+3c)s+(-3s+c)c=5+s^2+3sc-3sc+c^2=5+1=6$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$|A|=6e^{-t}\neq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$\mathbb{R}$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Scalar factors in a column come out of the determinant: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whose value is an exponential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never vanish; ask 'is the determinant of constant sign?' before solving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Trig combinations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 up through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row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Cue: if every row is a multiple of one common structure after factoring, 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create zeros before expanding.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Scalar factors in a column come out of the determinant: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$\det[\lambda_1 C_1,\lambda_2 C_2,\lambda_3 C_3]=\lambda_1\lambda_2\lambda_3\det[C_1,C_2,C_3]$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$e^{t}\cdot e^{-t}\cdot e^{-t}=e^{-t}$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whose value is an exponential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$6e^{-t}$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never vanish; ask 'is the determinant of constant sign?' before 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Trig combinations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 t+b\cos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 up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$\sin^2t+\cos^2t=1$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row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$(x,y),(-y,x)$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Cue: if every row is a multiple of one common structure after factoring,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$R_i-R_j$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create zeros before expanding.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 m &amp; n \\ p &amp; q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$d=|A|\neq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$|A-d(\operatorname{adj}A)|=0$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$1+d^2=(m+q)^2$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$(1+d)^2=(m+q)^2$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$(1+d)^2=m^2+q^2$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$1+d^2=m^2+q^2$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Adjoint of a matrix and determinant of a 2×2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entrywise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turn the determinant condition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$A-d\operatorname{adj}A$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entrywise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$np=mq-d$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turn the determinant condition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$(m+q)^2=(1+d)^2$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determinant is zero: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the product: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 m &amp; n \\ p &amp; q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$d=mq-np$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$\operatorname{adj}A=\begin{pmatrix} q &amp; -n \\ -p &amp; m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$A-d\operatorname{adj}A=\begin{pmatrix} m-dq &amp; n+dn \\ p+dp &amp; q-dm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determinant is zero: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$(m-dq)(q-dm)-(d+1)^2np=0$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the product: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$mq-dm^2-dq^2+d^2mq=(d+1)^2np$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 on the left: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the right side: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sides: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 on the left: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$mq(1+d^2)-d(m^2+q^2)=(d+1)^2np$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$np=mq-d$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$mq(1+d^2)-d(m^2+q^2)=(d+1)^2(mq-d)$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the right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$(d^2+2d+1)mq-(d+1)^2d$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$mq(1+d^2)$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$-d(m^2+q^2)=2d\,mq-(d+1)^2d$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$d\neq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$(d+1)^2=m^2+q^2+2mq$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$(1+d)^2=(m+q)^2$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$(1+d)^2=(m+q)^2$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determinant has a closed form.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$\operatorname{adj}A=(\operatorname{tr}A)I-A$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$A-d\operatorname{adj}A=(1+d)A-d\,t\,I$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determinant has a closed form.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trace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 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$\operatorname{adj}A=tI-A$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$t=\operatorname{tr}A=m+q$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$tI-A=\begin{pmatrix} q &amp; -n \\ -p &amp; m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$A-d\operatorname{adj}A=A-d(tI-A)=(1+d)A-dt\,I$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 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trace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$\det(xA-yI)=x^2d-xyt+y^2$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option (B), reached without expanding any entries.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$\det=(1+d)^2d-(1+d)dt^2+d^2t^2=d\left[(1+d)^2-t^2\right]$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$(1+d)^2=t^2=(m+q)^2$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option (B), reached without expanding any entries.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$(1+d)^2=(m+q)^2$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(Cayley–Hamilton).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the characteristic polynomial scaled.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Closed form: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 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$\operatorname{adj}A=(\operatorname{tr}A)I-A$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$A^2-(\operatorname{tr}A)A+|A|I=0$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(Cayley–Hamilton).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$\det(xA-yI)=x^2|A|-xy\operatorname{tr}A+y^2$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the characteristic polynomial scaled.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Closed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$|A-d\operatorname{adj}A|=d\left[(1+d)^2-(\operatorname{tr}A)^2\right]$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$A=\operatorname{diag}(1,2)$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$A-2\operatorname{adj}A=\operatorname{diag}(-3,0)$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$2(3^2-3^2)=0$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matrix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singular matrix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matrix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$P^T=aP+(a-1)I$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$|\operatorname{adj}P|&gt;1$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$|\operatorname{adj}P|=\frac{1}{2}$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$|\operatorname{adj}P|=1$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singular matrix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2432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Transpose and adjoint of a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Transposing the relation twice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Transposing the relation twice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$(a^2-1)(P+I)=0$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$P=-I$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transpose of both sides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Bring everything to one side: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transpose of both sides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$P^T=aP+(a-1)I$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$P=aP^T+(a-1)I$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$P^T=aP+(a-1)I$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$P=a\left(aP+(a-1)I\right)+(a-1)I$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$P=a^2P+a(a-1)I+(a-1)I=a^2P+(a^2-1)I$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Bring everything to one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$(a^2-1)P+(a^2-1)I=0$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$(a^2-1)(P+I)=0$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non-singular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$a^2-1\neq0$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$\operatorname{adj}P=\operatorname{adj}(-I)$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$|\operatorname{adj}P|=|P|^{3-1}=|-I|^2=\left((-1)^3\right)^2=1$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$|\operatorname{adj}P|=1$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non-singular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$|\operatorname{adj}P|=1$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by the identity: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 matrix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by the identity: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$S=P+I$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$S^T=aS$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 matrix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$S^T=aS$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$a\neq\pm1$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Transpose again: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$S=P+I$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$S^T=P^T+I=aP+(a-1)I+I=aP+aI=aS$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Transpose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$S=(S^T)^T=aS^T=a(aS)=a^2S$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$(a^2-1)S=0$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$|\operatorname{adj}P|=|P|^{2}=1$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$|\operatorname{adj}P|=1$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scalar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(transposing twice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matrix is symmetric,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skew-symmetric.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often turns an affine relation like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 homogeneous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$X^T=cX$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scalar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$c\neq\pm1$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(transposing twice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matrix is symmetric,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skew-symmetric.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$S=P+I$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often turns an affine relation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$P^T=aP+(a-1)I$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 homogeneous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$|\operatorname{adj}P|=|P|^{n-1}$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$P=-I_3$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$|\operatorname{adj}P|=1$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$\operatorname{adj}(-I_3)=I_3$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sum of the diagonal elements of the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4094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4097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 1 &amp; 0 &amp; 0 \\ 0 &amp; 4 &amp; -1 \\ 0 &amp; 12 &amp; -3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sum of the diagonal elements of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$(A+I)^{11}$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$4097$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Idempotent matrix and powers of a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power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binomial expansion collapses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power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binomial expansion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$(A+I)^{11}=I+(2^{11}-1)A$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Compute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$A^2=\begin{pmatrix} 1 &amp; 0 &amp; 0 \\ 0 &amp; 4 &amp; -1 \\ 0 &amp; 12 &amp; -3 \end{pmatrix}\begin{pmatrix} 1 &amp; 0 &amp; 0 \\ 0 &amp; 4 &amp; -1 \\ 0 &amp; 12 &amp; -3 \end{pmatrix}=\begin{pmatrix} 1 &amp; 0 &amp; 0 \\ 0 &amp; 4 &amp; -1 \\ 0 &amp; 12 &amp; -3 \end{pmatrix}=A$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$(A+I)^{11}=\binom{11}{0}A^{11}+\binom{11}{1}A^{10}+\dots+\binom{11}{10}A+\binom{11}{11}I$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$(A+I)^{11}=A\left(\binom{11}{0}+\binom{11}{1}+\dots+\binom{11}{10}\right)+I$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$2^{11}-\binom{11}{11}=2^{11}-1$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$(A+I)^{11}=(2^{11}-1)A+I$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$(A+I)^{11}$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$=\left[(2^{11}-1)\cdot1+1\right]+\left[4(2^{11}-1)+1\right]+\left[(-3)(2^{11}-1)+1\right]$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$=2(2^{11}-1)+3=2\cdot2^{11}+1=2^{12}+1=4097$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4097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$4097$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 idempotent matrix has 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rank equal to its trace, so the trace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sum over eigenvalues.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 idempotent matrix has eigenvalues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rank equal to its trace, so the trace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$(A+I)^{11}$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sum over eigenvalues.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every eigenvalue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exactly two eigenvalues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third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every eigenvalue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$\lambda\in\{0,1\}$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$\operatorname{tr}A=1+4-3=2$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exactly two eigenvalues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third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eigenvalues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(twice)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eigenvalues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$(A+I)^{11}$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$(\lambda+1)^{11}$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(twice)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$=2\cdot2^{11}+1=2^{12}+1=4097$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4097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$4097$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more generally,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idempotent matrix,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eigenvalues are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eigenvalues.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after one multiplication the matrix repeats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stop and use the pattern instead of binomial theorem with full matrices.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$(A+I)^n=I+(2^n-1)A$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more generally,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$(xI+yA)^n=x^nI+\left((x+y)^n-x^n\right)A$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idempotent matrix,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$\operatorname{rank}A=\operatorname{tr}A$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eigenvalues are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$\operatorname{tr}f(A)=\sum f(\lambda_i)$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eigenvalues.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after one multiplication the matrix repeats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stop and use the pattern instead of binomial theorem with full matrices.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sum of all diagonal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$A=[a_{ij}]_{2\times2}$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$a_{ij}\neq0$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$i,j$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sum of all diagonal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$3a^2+4b^2$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Involutory matrix, trace and determinant of a 2×2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trace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$q(p+s)=0$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trace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$p+s=0$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$|A|=-p^2-qr=-1$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 p &amp; q \\ r &amp; s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$p,q,r,s\neq0$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$A^2=\begin{pmatrix} p^2+qr &amp; pq+qs \\ rp+rs &amp; qr+s^2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$p^2+qr=1$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$q(p+s)=0$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$r(p+s)=0$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$qr+s^2=1$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$q(p+s)=0$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$a=p+s=0$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$b=|A|=ps-qr=-p^2-qr=-(p^2+qr)=-1$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$3a^2+4b^2=3(0)+4(1)=4$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Cayley–Hamilton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this reads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a matrix with non-zero off-diagonal entries can satisfy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Cayley–Hamilton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$A^2-aA+bI=0$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this reads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$aA=(1+b)I$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a matrix with non-zero off-diagonal entries can satisfy only 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trace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Cayley–Hamilton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be diagonal, contradicting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trace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Cayley–Hamilton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$A^2-aA+bI=0$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$aA=(1+b)I$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$A=\frac{1+b}{a}I$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be diagonal, contradicting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$a_{12}\neq0$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relation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relation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$(1+b)I=0$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$3a^2+4b^2=0+4=4$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non-scalar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involution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always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diagonal,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this to kill a coefficient.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 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$A^2-(\operatorname{tr}A)A+(\det A)I=0$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non-scalar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involution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$A\neq\pm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always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 0 &amp; 1 \\ 1 &amp; 0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$aA=cI$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diagonal,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this to kill a coefficient.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square matrix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square matrix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$P^2=I-P$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$\alpha,\beta,\gamma,\delta\in\mathbb{N}$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$P^{\alpha}+P^{\beta}=\gamma I-29P$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$P^{\alpha}-P^{\beta}=\delta I-13P$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$\alpha+\beta+\gamma-\delta$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Matrix polynomial identity and powers of a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every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coefficients.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every power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$xI+yP$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$P^2=I-P$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coefficients.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are given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are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$P^2=I-P$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$P^4=(I-P)^2=I-2P+P^2=I-2P+I-P=2I-3P$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$P^8=(P^4)^2=(2I-3P)^2=4I-12P+9P^2=4I-12P+9(I-P)=13I-21P$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$P^6=P^4\cdot P^2=(2I-3P)(I-P)=2I-5P+3P^2=2I-5P+3(I-P)=5I-8P$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Subtract: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$P^8+P^6=18I-29P$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$P^8-P^6=8I-13P$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$P^{\alpha}+P^{\beta}=\gamma I-29P$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$P^{\alpha}-P^{\beta}=\delta I-13P$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$\alpha+\beta+\gamma-\delta=8+6+18-8=24$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coefficients of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Fibonacci numbers: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-coefficients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sums and differences of Fibonacci numbers.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$P^2=I-P$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coefficients of powers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Fibonacci numbers: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$P^n=F_{n-1}I-F_nP$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even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-coefficients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sums and differences of Fibonacci numbers.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Compute successive powers 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from the previous one times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pattern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Fibonacci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coefficients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Compute successive powers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$P^2=I-P$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$P^3=2P-I$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$P^4=2I-3P$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$P^5=5P-3I$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$P^6=5I-8P$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from the previous one times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pattern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$P^n=(-1)^n\left(F_{n-1}I-F_nP\right)$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Fibonacci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$1,1,2,3,5,8,13,21,34,\dots$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$P^n=F_{n-1}I-F_nP$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$F_\alpha+F_\beta=29$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$F_\alpha-F_\beta=13$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$2F_\alpha=42$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$F_\alpha=21=F_8$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$F_\beta=8=F_6$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$\gamma=F_7+F_5=13+5=18$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$\delta=F_7-F_5=13-5=8$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$\alpha+\beta+\gamma-\delta=8+6+18-8=24$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every power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Fibonacci coefficients: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a reduced power doubles the index: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one step;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fill gaps.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valid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linearly independent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$P^2=I-P$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$P^2+P-I=0$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every power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$xI+yP$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Fibonacci coefficients: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$P^n=(-1)^n(F_{n-1}I-F_nP)$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$2I-3P$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a reduced power doubles the index: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$P^4=2I-3P$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$P^8=13I-21P$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one step;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$P^6=P^4P^2$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fill gaps.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valid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linearly independent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$P\neq\lambda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$A=\frac{1}{5!\,6!\,7!}\begin{pmatrix} 5! &amp; 6! &amp; 7! \\ 6! &amp; 7! &amp; 8! \\ 7! &amp; 8! &amp; 9!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$|\operatorname{adj}(\operatorname{adj}(2A))|$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Determinant of a matrix and adjoint of the adjoint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taking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the rows reduces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a small determinant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$|\operatorname{adj}(\operatorname{adj}B)|=|B|^{(n-1)^2}$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taking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$5!,6!,7!$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the rows reduces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a small determinant equal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Following the PDF,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cancels the 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56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Following the PDF,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cancels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$\frac{1}{5!\,6!\,7!}$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$|A|=\begin{vmatrix} 1 &amp; 6 &amp; 42 \\ 1 &amp; 7 &amp; 56 \\ 1 &amp; 8 &amp; 72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$R_3\to R_3-R_2$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$|A|=\begin{vmatrix} 1 &amp; 6 &amp; 42 \\ 0 &amp; 1 &amp; 14 \\ 0 &amp; 1 &amp; 16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$|A|=1\cdot(16-14)=2$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$|\operatorname{adj}(\operatorname{adj}B)|=|B|^{(n-1)^2}$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$|\operatorname{adj}(\operatorname{adj}(2A))|=|2A|^{4}$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$|2A|=2^3|A|=16$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$|2A|^4=2^{12}|A|^4=2^{12}\cdot2^{4}$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$|\operatorname{adj}(\operatorname{adj}(2A))|=2^{16}$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$2^{16}$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removing the factorials, the rows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column operation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determinant into a Vandermonde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removing the factorials, the rows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$(1,x,x(x+1))$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$x=6,7,8$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column operation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$C_3\to C_3-C_2$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determinant into a Vandermonde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reduced rows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rows become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Vandermonde determinant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reduced rows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$(1,6,6\cdot7)$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$(1,7,7\cdot8)$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$(1,8,8\cdot9)$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$(1,x,x(x+1))$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$x=6,7,8$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$C_3\to C_3-C_2$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rows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$(1,x,x^2)$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Vandermonde determinant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$6,7,8$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$|A|=(7-6)(8-6)(8-7)=2$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$|\operatorname{adj}(\operatorname{adj}(2A))|=|2A|^{(3-1)^2}=(2^3\cdot2)^4=2^{16}$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$2^{16}$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matrix; the scalar is raised to the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of the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 to a Vandermonde determinant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one column operation.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Factorial rows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factor the smallest factorial from each row to get small integers.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$|\operatorname{adj}B|=|B|^{n-1}$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$|\operatorname{adj}(\operatorname{adj}B)|=|B|^{(n-1)^2}$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$\operatorname{adj}(\operatorname{adj}B)=|B|^{n-2}B$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$|kA|=k^n|A|$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matrix; the scalar is raised to the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$(1,x,x(x+1))$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$(1,x,x^2+x)$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 to a Vandermonde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$\prod_{i&lt;j}(x_j-x_i)$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one column operation.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Factorial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$n!,(n+1)!,(n+2)!$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factor the smallest factorial from each row to get small integers.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real entries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all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real entries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$A^T=\alpha A+I$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$\alpha\in\mathbb{R}-\{-1,1\}$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$\det(A^2-A)=4$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all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Transpose of a matrix and determinant of a product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Transposing twice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scalar matrix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Transposing twice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$A=\frac{1}{1-\alpha}I$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scalar matrix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$\det(A^2-A)$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a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transposing both sides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may 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$A^T=\alpha A+I$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transposing both sides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$A=\alpha A^T+I$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$A=\alpha(\alpha A+I)+I=\alpha^2A+(\alpha+1)I$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$A(1-\alpha^2)=(\alpha+1)I$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$\alpha\neq-1$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may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$A(1-\alpha)=I$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$A=\frac{1}{1-\alpha}I$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$|A|=\frac{1}{(1-\alpha)^2}$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$A-I=\left(\frac{1}{1-\alpha}-1\right)I=\frac{\alpha}{1-\alpha}I$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$|A-I|=\frac{\alpha^2}{(1-\alpha)^2}$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square roots: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allowed); their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$|A^2-A|=|A|\,|A-I|=\frac{1}{(1-\alpha)^2}\cdot\frac{\alpha^2}{(1-\alpha)^2}=\frac{\alpha^2}{(1-\alpha)^4}=4$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square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$\frac{\alpha}{(1-\alpha)^2}=\pm2$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$2(1-\alpha)^2=\pm\alpha$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$2(1-\alpha)^2=\alpha\Rightarrow2\alpha^2-5\alpha+2=0$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allowed); 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$2(1-\alpha)^2=-\alpha\Rightarrow2\alpha^2-3\alpha+2=0$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$9-16&lt;0$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symmetric and skew parts: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the skew part to vanish,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scalar matrix.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symmetric and skew parts: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$A^T=\alpha A+I$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the skew part to vanish,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scalar matrix.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rearranges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is symmetric and the right side is skew-symmetric, so both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$A=S+K$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$S^T=S$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$K^T=-K$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$A^T=S-K$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$S-K=\alpha(S+K)+I$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rearranges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$(1-\alpha)S-I=(1+\alpha)K$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is symmetric and the right side is skew-symmetric, so both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$\alpha\neq-1$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$S=\frac{1}{1-\alpha}I$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roots come only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$A=cI$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$c=\frac{1}{1-\alpha}$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$A^2-A=c(c-1)I$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$c(c-1)=\frac{\alpha}{(1-\alpha)^2}$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$\det(A^2-A)=\left(\frac{\alpha}{(1-\alpha)^2}\right)^2=4$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$\frac{\alpha}{(1-\alpha)^2}=\pm2$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roots come only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$2\alpha^2-5\alpha+2=0$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$\alpha=2,\frac12$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same transposing-twice trick solves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scalar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do not forget the negative branch, then test the discriminant.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$A^T=\alpha A+I$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$\alpha\neq\pm1$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$A=\frac{1}{1-\alpha}I$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same transposing-twice trick solves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$A^T=\alpha A+\beta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$A=\frac{\beta}{1-\alpha}I$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$\alpha\neq\pm1$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scalar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$\det(cI_2)=c^2$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$A^2-A=A(A-I)$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$\det=|A||A-I|$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do not forget the negative branch, then test the discriminant.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sample space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𝑖𝑠 𝑖𝑛𝑣𝑒𝑟𝑡𝑖𝑏𝑙𝑒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event.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$S=\{M=[a_{ij}],\ a_{ij}\in\{0,1,2\},\ 1\le i,j\le2\}$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sample space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$A=\{M\in S:M \text{ is invertible}\}$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event.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$\frac{50}{81}$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$\frac{47}{81}$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$\frac{49}{81}$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$\frac{16}{27}$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Singular and non-singular matrices, Classical definition of probability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singular matrices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by the common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the complement.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singular matrices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$ad=bc$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by the common product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$ad=bc\in\{0,1,2,4\}$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the complement.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sample space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likewise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$M=\begin{pmatrix} a &amp; b \\ c &amp; d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$a,b,c,d\in\{0,1,2\}$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sample space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$n(S)=3^4=81$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$P(\bar 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$ad=bc=0$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$3^2-2^2=5$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likewise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$ad=bc=1$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$(a,d)=(1,1)$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$(b,c)=(1,1)$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pair,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Singular matrices: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$ad=bc=2$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$(a,d)\in\{(1,2),(2,1)\}$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$(b,c)\in\{(1,2),(2,1)\}$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$ad=bc=4$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pair,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Singular matrices: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$25+1+4+1=31$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$P(\bar A)=\frac{31}{81}$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$P(A)=1-\frac{31}{81}=\frac{50}{81}$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$\frac{50}{81}$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Singular means the two columns are linearly dependent, so count dependent pairs of column vectors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comparing products.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Singular means the two columns are linearly dependent, so count dependent pairs of column vectors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$\{0,1,2\}^2$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comparing products.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from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vectors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linearly dependent.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Non-zero vectors lie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hold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vectors,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alone on their lines.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$u=(a,c)$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$w=(b,d)$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from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vectors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$\{0,1,2\}^2$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linearly dependent.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Non-zero vectors lie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$(1,0),(2,0)$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$(0,1),(0,2)$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$(1,1),(2,2)$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hold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vectors,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alone on their lines.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a line holding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vectors, dependent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vectors on that line: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vectors on the three two-vector lines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the vectors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Singular matrices: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a line holding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vectors, dependent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vectors on that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vectors on the three two-vector lines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$6\cdot3=18$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the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Singular matrices: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$9+18+4=31$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$P(A)=\frac{81-31}{81}=\frac{50}{81}$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$\frac{50}{81}$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is singular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count by the common value of the product, using the number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ordered pairs with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singular count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entries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singular out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entries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singular count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Cue: 'probability of an invertible matrix' means counting singular ones and using the complement.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is singular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count by the common value of the product, using the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ordered pairs with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singular count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$=\sum_p n_p^2$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entries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$n_0=5,\ n_1=1,\ n_2=2,\ n_4=1$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n_p^2=25+1+4+1=31$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singular out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entries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singular count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$n_0=3,n_1=1$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Cue: 'probability of an invertible matrix' means counting singular ones and using the complement.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all the elements of the matrix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 1 &amp; \frac{1}{51} \\ 0 &amp; 1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 1 &amp; 2 \\ -1 &amp; -1 \end{pmatrix}A\begin{pmatrix} -1 &amp; -2 \\ 1 &amp; 1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all the elements of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$\sum_{n=1}^{50}B^n$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Powers of a matrix and similarity transformation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outer factors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inverses,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outer factors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$M,N$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inverses,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$B^n=MA^nN$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$A=I+E$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$A^n=I+nE$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$M=\begin{pmatrix} 1 &amp; 2 \\ -1 &amp; -1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$N=\begin{pmatrix} -1 &amp; -2 \\ 1 &amp; 1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$MN=\begin{pmatrix} 1 &amp; 0 \\ 0 &amp; 1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$MN=I=NM$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$B=MAN$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$B^n=(MAN)(MAN)\cdots(MAN)=MA(NM)A(NM)\cdots AN=MA^nN$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 1 &amp; 0 \\ 0 &amp; 1 \end{pmatrix}+\begin{pmatrix} 0 &amp; \frac{1}{51} \\ 0 &amp; 0 \end{pmatrix}=I+E$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$A^n=(I+E)^n=I+nE+\binom n2E^2+\dots=I+nE=\begin{pmatrix} 1 &amp; \frac{n}{51} \\ 0 &amp; 1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elements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$B^n=MA^nN=\begin{pmatrix} 1+\frac{n}{51} &amp; \frac{n}{51} \\ -\frac{n}{51} &amp; 1-\frac{n}{51}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$\sum_{n=1}^{50}n=\frac{50\cdot51}{2}$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$\sum_{n=1}^{50}B^n=\begin{pmatrix} 50+\frac{50\cdot51}{2\cdot51} &amp; \frac{50\cdot51}{2\cdot51} \\ -\frac{50\cdot51}{2\cdot51} &amp; 50-\frac{50\cdot51}{2\cdot51} \end{pmatrix}=\begin{pmatrix} 75 &amp; 25 \\ -25 &amp; 25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elements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$75+25-25+25=100$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sum of all entries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only a row and a column of the outer factors are needed, and the sum turns out to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sum of all entries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$u^TXu$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$u=(1,1)^T$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$B^n=MA^nN$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only a row and a column of the outer factors are needed, and the sum turns out to be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sum of the entries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entry sum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$u=\begin{pmatrix} 1 \\ 1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sum of the entries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$u^TXu$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$B^n=MA^nN$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entry 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$(u^TM)\,A^n\,(Nu)$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$u^TM=(1-1,\ 2-1)=(0,1)$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$Nu=(-1-2,\ 1+1)^T=(-3,2)^T$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51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picks the second component,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every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entry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sum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$A^n=\begin{pmatrix} 1 &amp; \frac{n}{51} \\ 0 &amp; 1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$A^n(-3,2)^T=\left(-3+\frac{2n}{51},\ 2\right)^T$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picks the second component,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entry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sum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$n=1,\dots,50$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$50\times2=100$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similarity transformation passes through powers.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more generally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binomial series stops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entries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it to avoid computing whole matrices when only the total is asked.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$MN=NM=I$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$(MAN)^n=MA^nN$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similarity transformation passes through powers.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$(I+E)^n=I+nE$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$I+2E+E^2$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more generally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binomial series stops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entries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$=\mathbf{1}^TX\mathbf{1}$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it to avoid computing whole matrices when only the total is asked.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0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symmetric matrices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all the entries from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symmetric matrices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all the entries from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$\{0,1,2,3,4,5,6,7,8,9\}$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$10^{6}$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$10^{9}$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Symmetric matrices, Fundamental principle of counting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0(Easier than 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0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symmetric matrix is fixed by its diagonal and upper-triangular entries: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free entries for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symmetric matrix is fixed by its diagonal and upper-triangular entries: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free entries for order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symmetric matrix satisfies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determined by the entries on and above the diagonal.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symmetric matrix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$a_{ij}=a_{ji}$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determined by the entries on and above the diagonal.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 a &amp; b &amp; c \\ b &amp; d &amp; e \\ c &amp; e &amp; f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$a,b,c,d,e,f\in\{0,1,2,\dots,9\}$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0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six entries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chosen independently, each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multiplication principle the number of such matrices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six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$a,b,c,d,e,f$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chosen independently, each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multiplication principle the number of such matrices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$10^{6}$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0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matrix has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free entries, so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allowed values there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entries).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Skew-symmetric matrices have zero diagonal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free entries: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allowed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Diagonal matrices: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upper-triangular matrices: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matrix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$\frac{n(n+1)}{2}$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free entries, so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allowed values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$s^{n(n+1)/2}$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entries).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Skew-symmetric matrices have zero diagonal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$\frac{n(n-1)}{2}$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free entries: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$s^{n(n-1)/2}$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allowed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Diagonal matrices: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upper-triangular matrices: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$s^{n(n+1)/2}$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adjoint of a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 1 &amp; 3 &amp; \alpha \\ 1 &amp; 2 &amp; 3 \\ \alpha &amp; \alpha &amp; 4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adjoint of a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 \alpha &amp; -2\alpha &amp; \alpha \end{pmatrix}B\begin{pmatrix} \alpha \\ -2\alpha \\ \alpha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Adjoint and determinant of a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both vectors.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$|\operatorname{adj}A|=|A|^{2}=4$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both vectors.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first row: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$|B|=|\operatorname{adj}A|=|A|^{3-1}=|A|^2=4$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$1(8-3\alpha)-3(4-3\alpha)+\alpha(\alpha-2\alpha)=4$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$8-3\alpha-12+9\alpha-\alpha^2=4$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$\alpha^2-6\alpha+8=0$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 1 &amp; 3 &amp; 4 \\ 1 &amp; 2 &amp; 3 \\ 4 &amp; 4 &amp; 4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value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the column: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 4 &amp; -8 &amp; 4 \end{pmatrix}B\begin{pmatrix} 4 \\ -8 \\ 4 \end{pmatrix}=16\begin{pmatrix} 1 &amp; -2 &amp; 1 \end{pmatrix}B\begin{pmatrix} 1 \\ -2 \\ 1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 1 &amp; -2 &amp; 1 \end{pmatrix}B=\begin{pmatrix} 1-2+4 &amp; 3-4+4 &amp; 4-6+4 \end{pmatrix}=\begin{pmatrix} 3 &amp; 3 &amp; 2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the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 3 &amp; 3 &amp; 2 \end{pmatrix}\begin{pmatrix} 1 \\ -2 \\ 1 \end{pmatrix}=3-6+2=-1$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$16\times(-1)=-16$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determine each other up to sign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the unknown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scalar multiple comes out of a bilinear form: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first reduce the vectors to their simplest form.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Quadratic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only on the symmetric part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$|\operatorname{adj}A|=|A|^{n-1}$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determine each other up to sign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the unknown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scalar multiple comes out of a bilinear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$(cu)^TB(cu)=c^2\,u^TBu$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first reduce the vectors to their simplest form.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Quadratic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$u^TBu$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only on the symmetric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$\frac{B+B^T}{2}$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determinant of a square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determinant of a square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$4m+n=22$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$17m+4n=93$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$\det\left(n\operatorname{adj}(\operatorname{adj}(mA))\right)=3^{a}5^{b}6^{c}$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Adjoint of the adjoint and determinant of a scalar multiple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track the exponents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$|\operatorname{adj}(\operatorname{adj}X)|=|X|^{(k-1)^2}$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order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$|cX|=c^k|X|$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track the exponents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$2,3,5$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multiply the first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subtracting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$4m+n=22$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$17m+4n=93$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multiply the first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$16m+4n=88$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$|A|=m-n=3$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$\det\left(2\operatorname{adj}(\operatorname{adj}(5A))\right)$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$5\times5$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$\det(2X)=2^5|X|$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$2^5\left|\operatorname{adj}(\operatorname{adj}(5A))\right|$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$|\operatorname{adj}(\operatorname{adj}Y)|=|Y|^{(5-1)^2}=|Y|^{16}$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$2^5|5A|^{16}$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value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$|5A|=5^5|A|$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$|5A|^{16}=5^{80}|A|^{16}=5^{80}\cdot3^{16}$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$2^5\cdot5^{80}\cdot3^{16}$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$2^5\cdot3^{16}=3^{11}\cdot(2^5\cdot3^5)=3^{11}\cdot6^5$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$3^{11}\cdot5^{80}\cdot6^{5}$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exactly, so the whole matrix collapses to a scalar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order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$\operatorname{adj}(\operatorname{adj}X)=|X|^{k-2}X$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exactly, so the whole matrix collapses to a scalar multiple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scalar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$m=5,\ n=2,\ |A|=3$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$\operatorname{adj}(\operatorname{adj}X)=|X|^{k-2}X$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$\operatorname{adj}(\operatorname{adj}(5A))=|5A|^{3}\cdot5A$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$2\operatorname{adj}(\operatorname{adj}(5A))=2|5A|^3\cdot5A=c\,A$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scalar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$c=10|5A|^3$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$\det(cA)=c^5|A|=10^5|5A|^{15}\cdot3$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$|5A|=5^5\cdot3$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$|5A|^{15}=5^{75}3^{15}$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$10^5\cdot5^{75}\cdot3^{15}\cdot3=2^5\cdot5^5\cdot5^{75}\cdot3^{16}=2^5\cdot5^{80}\cdot3^{16}=3^{11}5^{80}6^5$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$a+b+c=11+80+5=96$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scalar is raised to the order, not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result must be written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rewrite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match the exponent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$\operatorname{adj}(\operatorname{adj}A)=|A|^{n-2}A$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$|\operatorname{adj}A|=|A|^{n-1}$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$|\operatorname{adj}(\operatorname{adj}A)|=|A|^{(n-1)^2}$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$\operatorname{adj}(\operatorname{adj}A)=A$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$\det(cA)=c^n\det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scalar is raised to the order, not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result must be written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$3^a5^b6^c$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rewrite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$6^c=2^c3^c$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match the exponent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Q14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printed in the paper)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for numerical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Suppose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matrix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non-zero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$P=\begin{pmatrix} 3 &amp; -1 &amp; -2 \\ 2 &amp; 0 &amp; \alpha \\ 3 &amp; -5 &amp; 0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$Q=[q_{ij}]$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matrix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$PQ=kI_3$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non-zero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$q_{23}=-\frac{k}{8}$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$|Q|=\frac{k^2}{2}$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08196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Inverse of a matrix using the adjoint and cofactors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uses the cofactor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adjoint is the transpose of the cofactor matrix).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$Q=k\,\frac{\operatorname{adj}P}{|P|}$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$q_{23}$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uses the cofactor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$C_{32}$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adjoint is the transpose of the cofactor matrix).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$|P|=3(0+5\alpha)+1(0-3\alpha)-2(-10-0)=15\alpha-3\alpha+20=4(3\alpha+5)$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$PQ=kI_3$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$|P||Q|=k^3$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$|Q|=\frac{k^2}{2}$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$4(3\alpha+5)\cdot\frac{k^2}{2}=k^3$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$k=2(3\alpha+5)$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$Q=kP^{-1}=\frac{k\operatorname{adj}P}{|P|}$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cofactor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$q_{23}=\frac{k}{4(3\alpha+5)}\,C_{32}$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cofactor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$C_{32}=(-1)^{3+2}\begin{vmatrix} 3 &amp; -2 \\ 2 &amp; \alpha \end{vmatrix}=-(3\alpha+4)$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$-\frac{k}{8}=\frac{k}{4(3\alpha+5)}\cdot\left(-(3\alpha+4)\right)$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$4(3\alpha+5)=8(3\alpha+4)$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$12\alpha+20=24\alpha+32$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$k=2(3\alpha+5)=2(2)=4$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$\alpha^2+k^2=1+16=17$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Avoid the adjoint: 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third column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elimination.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Avoid the adjoint: solve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$Pq=ke_3$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third column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elimination.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third column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second equation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from the third,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 the first: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third column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$q=(q_{13},q_{23},q_{33})^T$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$Pq=k\,e_3=(0,0,k)^T$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$3q_{13}-q_{23}-2q_{33}=0$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$2q_{13}+\alpha q_{33}=0$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$3q_{13}-5q_{23}=k$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second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$q_{13}=-\frac{\alpha}{2}q_{33}$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from the third,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$q_{23}=\frac{3q_{13}-k}{5}$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 the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$15q_{13}-(3q_{13}-k)-10q_{33}=0$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$12q_{13}+k=10q_{33}$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$q_{33}=\frac{k}{10+6\alpha}$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$q_{13}=-\frac{\alpha k}{2(10+6\alpha)}$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$q_{23}=\frac{3q_{13}-k}{5}=-\frac{k(3\alpha+4)}{4(3\alpha+5)}$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$q_{23}=-\frac{k}{8}$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$\frac{3\alpha+4}{4(3\alpha+5)}=\frac18$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$12\alpha+20=24\alpha+32$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$|P|=4(3\alpha+5)=8$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$|P||Q|=k^3$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$|Q|=\frac{k^2}{2}$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$k=2(3\alpha+5)=4$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$\alpha^2+k^2=17$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cofactor of the transposed position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common slip is to 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Cofactor sign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minor is the determinant left after deleting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column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re-check each minor before solving.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$PQ=kI\Rightarrow Q=kP^{-1}$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$|Q|=\frac{k^3}{|P|}$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$|P||Q|=k^n$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$(\operatorname{adj}P)_{ij}=C_{ji}$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$(i,j)$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cofactor of the transposed position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$(j,i)$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common slip is to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$C_{ij}$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Cofactor sign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$(-1)^{i+j}$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minor is the determinant left after deleting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column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re-check each minor before solving.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numbers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 x &amp; y &amp; z \\ y &amp; z &amp; x \\ z &amp; x &amp; y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numbers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$A^2=I_3$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$x^3+y^3+z^3$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Matrix equation A² = I and symmetric functions of x, y, z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x^2=1$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xy=0$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$x^3+y^3+z^3=(x+y+z)(\sum x^2-\sum xy)+3xyz$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$A^2=\begin{pmatrix} x &amp; y &amp; z \\ y &amp; z &amp; x \\ z &amp; x &amp; y \end{pmatrix}\begin{pmatrix} x &amp; y &amp; z \\ y &amp; z &amp; x \\ z &amp; x &amp; y \end{pmatrix}=\begin{pmatrix} x^2+y^2+z^2 &amp; xy+yz+zx &amp; xy+yz+zx \\ xy+yz+zx &amp; x^2+y^2+z^2 &amp; xy+yz+zx \\ xy+yz+zx &amp; xy+yz+zx &amp; x^2+y^2+z^2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$A^2=I_3$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$x^2+y^2+z^2=1$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$xy+yz+zx=0$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$(x+y+z)^2=\sum x^2+2\sum xy=1+0=1$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Remark: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only one real root, so no real triple exists;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intended algebraic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$x^3+y^3+z^3=x^3+y^3+z^3-3xyz+3xyz=(x+y+z)(x^2+y^2+z^2-xy-yz-zx)+3xyz$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$=(1)(1-0)+3\times2=7$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Remark: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$xy+yz+zx=0$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$t^3-t^2-2=0$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only one real root, so no real triple exists;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intended algebraic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circulant matrix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circulant matrix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$|A|=x^3+y^3+z^3-3xyz$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$|A|=\pm1$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$x+y+z$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circulant matrix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swapped,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circulant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 x &amp; y &amp; z \\ z &amp; x &amp; y \\ y &amp; z &amp; x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swapped,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$D=x^3+y^3+z^3-3xyz$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$x^3+y^3+z^3-3xyz=(x+y+z)\cdot\frac12\left[(x-y)^2+(y-z)^2+(z-x)^2\right]$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$x^3+y^3+z^3=1+3xyz=1+6=7$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sign equals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circulant matrix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matrix in this question has rows permuted, which only changes the sign.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matrix of this question,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all-ones matrix.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that the data are consistent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contradict AM-GM for real numbers); the question is still answered by the algebra.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$x^3+y^3+z^3-3xyz=(x+y+z)(x^2+y^2+z^2-xy-yz-zx)=\frac12(x+y+z)\left[(x-y)^2+(y-z)^2+(z-x)^2\right]$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sign equals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circulant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 x &amp; y &amp; z \\ z &amp; x &amp; y \\ y &amp; z &amp; x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$x^3+y^3+z^3-3xyz$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matrix in this question has rows permuted, which only changes the sign.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matrix of this question,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$A^2=\left(\sum x^2-\sum xy\right)I+\left(\sum xy\right)J$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all-ones matrix.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that the data are consistent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contradict AM-GM for real numbers); the question is still answered by the algebra.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real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 1 &amp; 0 &amp; 0 \\ 0 &amp; 2 &amp; 0 \\ 3 &amp; 0 &amp; -1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$A^{20}+\alpha A^{19}+\beta A=\begin{pmatrix} 1 &amp; 0 &amp; 0 \\ 0 &amp; 4 &amp; 0 \\ 0 &amp; 0 &amp; 1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real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Powers of a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pattern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entry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then compare entries.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pattern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entry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even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odd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then compare entries.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pattern,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19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$A^2=\begin{pmatrix} 1 &amp; 0 &amp; 0 \\ 0 &amp; 2 &amp; 0 \\ 3 &amp; 0 &amp; -1 \end{pmatrix}\begin{pmatrix} 1 &amp; 0 &amp; 0 \\ 0 &amp; 2 &amp; 0 \\ 3 &amp; 0 &amp; -1 \end{pmatrix}=\begin{pmatrix} 1 &amp; 0 &amp; 0 \\ 0 &amp; 2^2 &amp; 0 \\ 0 &amp; 0 &amp; 1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$A^3=A^2A=\begin{pmatrix} 1 &amp; 0 &amp; 0 \\ 0 &amp; 2^3 &amp; 0 \\ 3 &amp; 0 &amp; -1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$A^4=\begin{pmatrix} 1 &amp; 0 &amp; 0 \\ 0 &amp; 2^4 &amp; 0 \\ 0 &amp; 0 &amp; 1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pattern,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$A^{20}=\begin{pmatrix} 1 &amp; 0 &amp; 0 \\ 0 &amp; 2^{20} &amp; 0 \\ 0 &amp; 0 &amp; 1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$A^{19}=\begin{pmatrix} 1 &amp; 0 &amp; 0 \\ 0 &amp; 2^{19} &amp; 0 \\ 3 &amp; 0 &amp; -1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19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entries)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$A^{20}+\alpha A^{19}+\beta A=\begin{pmatrix} 1+\alpha+\beta &amp; 0 &amp; 0 \\ 0 &amp; 2^{20}+\alpha\cdot2^{19}+2\beta &amp; 0 \\ 3\alpha+3\beta &amp; 0 &amp; 1-\alpha-\beta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$\operatorname{diag}(1,4,1)$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entries)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$2^{20}+\alpha\cdot2^{19}+2\beta=4$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$2^{20}+\alpha\cdot2^{19}-2\alpha=4$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$2^{19}(\alpha+2)-2(\alpha+2)=0$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$(\alpha+2)(2^{19}-2)=0$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$\beta-\alpha=2-(-2)=4$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distinct 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is diagonalisable and a polynomial identity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holds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each eigenvalue.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distinct eigenvalues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$1,2,-1$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is diagonalisable and a polynomial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$f(A)=0$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holds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$f(\lambda)=0$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each eigenvalue.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lower triangular, so its eigenvalues are the diagonal entries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are distinct,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diagonalisable.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side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diagonalisable matrix,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eigenvalue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lower triangular, so its eigenvalues are the diagonal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are distinct,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diagonalisable.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side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$A^2=\operatorname{diag}(1,4,1)$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$f(x)=x^{20}+\alpha x^{19}+\beta 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diagonalisable matrix,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$f(\lambda)=0$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eigenvalue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same).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$f(1)=1+\alpha+\beta-1=0$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same).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$f(2)=2^{20}+\alpha\cdot2^{19}+2\beta-4=0$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$2^{19}(\alpha+2)-2(\alpha+2)=0$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$\beta-\alpha=4$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square matrix has distinct eigenvalues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polynomial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matrix equation becomes a few scalar equations.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lower (or upper) triangular matrices the eigenvalues are the diagonal entries (check: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Matrices with an eigenvalue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 period-two behaviour: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alternates between two forms, so find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the parity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square matrix has distinct 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polynomial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$f(\lambda_i)=0$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matrix equation becomes a few scalar equations.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lower (or upper) triangular matrices the eigenvalues are the diagonal entries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$\operatorname{diag}$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Matrices with an eigenvalue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 period-two behaviour: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alternates between two forms, so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$A^2,A^3$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the parity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 2 &amp; 3 \\ 0 &amp; -1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$\det(A^4)+\det\left(A^{10}-(\operatorname{adj}(2A))^{10}\right)$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Adjoint and powers of a 2×2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first columns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equal, so the second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first columns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$A^{10}$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$(\operatorname{adj}2A)^{10}$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equal, so the second determinant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induction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1024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1023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$|A|=2(-1)-3\cdot0=-2$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$\det(A^4)=|A|^4=16$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induction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$A^n=\begin{pmatrix} 2^n &amp; 2^n-(-1)^n \\ 0 &amp; (-1)^n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$A^{10}=\begin{pmatrix} 2^{10} &amp; 2^{10}-1 \\ 0 &amp; 1 \end{pmatrix}=\begin{pmatrix} 1024 &amp; 1023 \\ 0 &amp; 1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$2A=\begin{pmatrix} 4 &amp; 6 \\ 0 &amp; -2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$\operatorname{adj}(2A)=\begin{pmatrix} -2 &amp; -6 \\ 0 &amp; 4 \end{pmatrix}=-2\begin{pmatrix} 1 &amp; 3 \\ 0 &amp; -2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$(\operatorname{adj}(2A))^{10}=(-2)^{10}\begin{pmatrix} 1 &amp; 3 \\ 0 &amp; -2 \end{pmatrix}^{10}=2^{10}\begin{pmatrix} 1 &amp; -(2^{10}-1) \\ 0 &amp; 2^{10}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1024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1024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1023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1023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1024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1024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1023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1025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1024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column is zero,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$A^{10}-(\operatorname{adj}(2A))^{10}=\begin{pmatrix} 1024-1024 &amp; 1023+1023\cdot1024 \\ 0 &amp; 1-1024^2 \end{pmatrix}=\begin{pmatrix} 0 &amp; 1023\cdot1025 \\ 0 &amp; 1-1024^2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column is zero,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$\det\left(A^{10}-(\operatorname{adj}(2A))^{10}\right)=0$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$16+0=16$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share eigenvectors; on the eigenvector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 powers equal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$\operatorname{adj}(2A)=2(I-A)$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$\operatorname{tr}A=1$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$\operatorname{adj}(2A)$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share eigenvectors; on the eigenvector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 powers equal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$2^{10}$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eigenvector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$\operatorname{adj}A=(\operatorname{tr}A)I-A$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$\operatorname{adj}(2A)=2\operatorname{adj}A=2(I-A)$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$\lambda^2-\lambda-2=0$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eigenvector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$Av=2v$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$\operatorname{adj}(2A)v=2(I-A)v=2(1-2)v=-2v$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matrix is singular and its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$\left(A^{10}-(\operatorname{adj}(2A))^{10}\right)v=\left(2^{10}-(-2)^{10}\right)v=0$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matrix is singular and its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$\det(A^4)=(-2)^4=16$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$16+0=16$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shares its eigenvectors;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share an eigenvector with equal eigenvalues,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look for this before expanding large powers.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for upper-triangular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$\operatorname{adj}A=(\operatorname{tr}A)I-A$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shares its eigenvectors;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$\operatorname{adj}(kA)=k^{n-1}\operatorname{adj}A$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share an eigenvector with equal eigenvalues,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$\det(X-Y)=0$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look for this before expanding large powers.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$\det(A^k)=(\det A)^k$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for upper-triangular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 a &amp; b \\ 0 &amp; d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$A^n=\begin{pmatrix} a^n &amp; b\frac{a^n-d^n}{a-d} \\ 0 &amp; d^n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with real entries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 a_1 \\ a_2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 b_1 \\ b_2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with real entries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$A=XB$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$X=\frac{1}{\sqrt3}\begin{pmatrix} 1 &amp; -1 \\ 1 &amp; k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$a_1^2+a_2^2=\frac23\left(b_1^2+b_2^2\right)$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$(k^2+1)b_2^2\neq-2b_1b_2$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800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Matrix multiplication and quadratic expressions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factor the difference; the stated inequality removes the second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$a_1^2+a_2^2$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$b_1,b_2$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factor the difference; the stated inequality removes the second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$A=XB$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$a_1=\frac{1}{\sqrt3}(b_1-b_2)$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$a_2=\frac{1}{\sqrt3}(b_1+kb_2)$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$a_1^2+a_2^2=\frac13\left\{(b_1-b_2)^2+(b_1+kb_2)^2\right\}$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$a_1^2+a_2^2=\frac23(b_1^2+b_2^2)$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$\frac23(b_1^2+b_2^2)=\frac13\left\{(b_1-b_2)^2+(b_1+kb_2)^2\right\}$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$2(b_1^2+b_2^2)=(b_1-b_2)^2+(b_1+kb_2)^2$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the right side: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excluded relation is meant to say that the second factor does not vanish: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printed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looks like a misprint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zero,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the right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$2b_1^2+2b_2^2=2b_1^2-2b_1b_2+b_2^2+2kb_1b_2+k^2b_2^2+b_2^2$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$2(k-1)b_1b_2+(k^2-1)b_2^2=0$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$(k-1)\,b_2\left[2b_1+(k+1)b_2\right]=0$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excluded relation is meant to say that the second factor does not vanish: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$b_2\left[(k+1)b_2+2b_1\right]\neq0$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printed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$(k^2+1)$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looks like a misprint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zero,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identity holds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scaled orthogonal matrix.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vector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a particular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equation is a quadratic form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factorises: factor it and use the given inequality to discard the unwanted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read side conditions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as instructions about which factor to discard.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$\|XB\|^2=B^T(X^TX)B$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identity holds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$X^TX=\frac23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scaled orthogonal matrix.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$\|XB\|^2=c\|B\|^2$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a particular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equation is a quadratic form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$b_1,b_2$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factorises: factor it and use the given inequality to discard the unwanted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read side conditions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$\neq$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as instructions about which factor to discard.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56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140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identity matrix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determinant of the matrix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$P=\begin{pmatrix} -30 &amp; 20 &amp; 56 \\ 90 &amp; 140 &amp; 112 \\ 120 &amp; 60 &amp; 14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 2 &amp; 7 &amp; \omega^2 \\ -1 &amp; -\omega &amp; 1 \\ 0 &amp; -\omega &amp; \omega+1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$\omega=\frac{-1+i\sqrt3}{2}$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identity matrix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determinant of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$\left(P^{-1}AP-I_3\right)^2$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Similar matrices and properties of determinants, Cube roots of unity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determinant of its square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$P^{-1}AP-I=P^{-1}(A-I)P$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determinant of its square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$|A-I|^2$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independent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PDF takes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last row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see the notes about the printed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$M=(P^{-1}AP-I)(P^{-1}AP-I)=P^{-1}APP^{-1}AP-2P^{-1}AP+I$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$M=P^{-1}A^2P-2P^{-1}AP+P^{-1}IP=P^{-1}(A^2-2A+I)P=P^{-1}(A-I)^2P$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$|M|=|P^{-1}|\,|A-I|^2\,|P|=|A-I|^2$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$1+\omega+\omega^2=0$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$-1-\omega=\omega^2$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PDF takes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$A-I=\begin{pmatrix} 1 &amp; 7 &amp; \omega^2 \\ -1 &amp; \omega^2 &amp; 1 \\ 0 &amp; -\omega &amp; -\omega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last row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$(0,-\omega,-\omega)$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see the notes about the printed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$a_{33}$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$|A-I|=1\left(-\omega^3+\omega\right)+1\left(-7\omega+\omega^3\right)$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$|A-I|=(-1+\omega)+(-7\omega+1)=-6\omega$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$|M|=(-6\omega)^2=36\omega^2$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clear the first column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remaining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determinant has two columns differing only in one row.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$|M|=|A-I|^2$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clear the first column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$R_2\to R_2+R_1$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remaining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determinant has two columns differing only in one row.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column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$|M|=|A-I|^2$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$A-I=\begin{pmatrix} 1 &amp; 7 &amp; \omega^2 \\ -1 &amp; \omega^2 &amp; 1 \\ 0 &amp; -\omega &amp; -\omega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R_2+R_1$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column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$(1,0,0)^T$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 7+\omega^2,\ 1+\omega^2)$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$|A-I|=\begin{vmatrix} 7+\omega^2 &amp; 1+\omega^2 \\ -\omega &amp; -\omega \end{vmatrix}=-\omega\left[(7+\omega^2)-(1+\omega^2)\right]$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$|A-I|=-6\omega$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$|M|=36\omega^2$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similarity never changes determinants, so the unusual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ignored.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Cube roots of unity: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add a row to another to create zeros in a column before expanding.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$\det\left(P^{-1}XP\right)=\det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$P^{-1}f(A)P=f(P^{-1}AP)$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similarity never changes determinants, so the unusual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ignored.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$(P^{-1}AP-I)^2=P^{-1}(A-I)^2P$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$|(P^{-1}AP-I)^k|=|A-I|^k$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Cube roots of unity: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$1+\omega+\omega^2=0$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$-1-\omega=\omega^2$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add a row to another to create zeros in a column before expanding.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entries from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sum of all the diagonal entries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entries from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sum of all the diagonal entries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$AA^T$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Transpose and product AAᵀ, Permutations of objects with repetition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sum of the squares of all nine entries; 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squares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count arrangements.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$\operatorname{tr}(AA^T)$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sum of the squares of all nine entries; 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squares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$0,1,4,9$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count arrangements.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diagonal entries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sums of squares of the rows.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of the diagonal entries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sum of squares of all nine entries; we need it to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entry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square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split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nine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 a_1 &amp; b_1 &amp; c_1 \\ a_2 &amp; b_2 &amp; c_2 \\ a_3 &amp; b_3 &amp; c_3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diagonal entries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$AA^T$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sums of squares of the rows.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of the diagonal entries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$AA^T$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a_i^2+\sum b_i^2+\sum c_i^2$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sum of squares of all nine entries; we need it to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entry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$0,1,4,9$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split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$4+5\cdot1$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$4+4+1$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nine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position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chosen 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$\{3,0,0,0,0,0,0,0,0\}$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position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chosen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$\frac{9!}{8!}=9$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$\{2,1,1,1,1,1,0,0,0\}$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$\frac{9!}{1!\,5!\,3!}=504$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$\{2,2,1,0,0,0,0,0,0\}$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$\frac{9!}{2!\,1!\,6!}=252$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$\{1,1,1,1,1,1,1,1,1\}$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$\frac{9!}{9!}=1$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$=9+504+252+1=766$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766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Build the count row by row: find how many rows (triples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have each sum of squares, then combine three rows by convolution.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Build the count row by row: find how many rows (triples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$\{0,1,2,3\}$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have each sum of squares, then combine three rows by convolution.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one row of three entries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rows with sum of squares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 plus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rows: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rows with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one row of three entries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rows with sum of squares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$s=0,\dots,9$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$r=1,3,3,1,3,6,3,0,3,6$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 plus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rows: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$R(s)=\sum_{i+j=s}r(i)r(j)$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$R(0..9)=1,6,15,20,21,36,61,60,45,72$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rows with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$\sum_{s=0}^{9}R(s)\,r(9-s)$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agreeing with the multiset count.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$1\cdot6,\ 6\cdot3,\ 15\cdot0,\ 20\cdot3,\ 21\cdot6,\ 36\cdot3,\ 61\cdot1,\ 60\cdot3,\ 45\cdot3,\ 72\cdot1$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$6,18,0,60,126,108,61,180,135,72$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agreeing with the multiset count.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766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sum of squares of all entries (the squared Frobenius norm); likewise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matrices with a fixed sum of squares: list multisets of squares, then count arrangements with the multinomial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the four patterns here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Squares available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sum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four decompositions.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$\operatorname{tr}(AA^T)=\sum_{i,j}a_{ij}^2$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sum of squares of all entries (the squared Frobenius norm);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$\operatorname{tr}(A^TA)$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matrices with a fixed sum of squares: list multisets of squares, then count arrangements with the multinomial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$\frac{N!}{n_0!\,n_1!\cdots}$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the four patterns here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$9+504+252+1$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Squares available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$0,1,4,9$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four decompositions.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Easier than JEE Main Level</a:t>
                      </a:r>
                    </a:p>
                  </a:txBody>
                  <a:tcPr anchor="ctr" marL="91440" marR="91440">
                    <a:solidFill>
                      <a:srgbClr val="93C47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2.00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QB 01 Algebra 08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2.00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