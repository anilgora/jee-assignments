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Sheet1!$A$2:$A$30</c:f>
              <c:strCache>
                <c:ptCount val="29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1.0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  <c:pt idx="8">
                  <c:v>2.0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3.0</c:v>
                </c:pt>
                <c:pt idx="14">
                  <c:v>3.0</c:v>
                </c:pt>
                <c:pt idx="15">
                  <c:v>3.0</c:v>
                </c:pt>
                <c:pt idx="16">
                  <c:v>2.0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  <c:pt idx="20">
                  <c:v>4.0</c:v>
                </c:pt>
                <c:pt idx="21">
                  <c:v>1.0</c:v>
                </c:pt>
                <c:pt idx="22">
                  <c:v>1.0</c:v>
                </c:pt>
                <c:pt idx="23">
                  <c:v>2.0</c:v>
                </c:pt>
                <c:pt idx="24">
                  <c:v>3.0</c:v>
                </c:pt>
                <c:pt idx="25">
                  <c:v>2.0</c:v>
                </c:pt>
                <c:pt idx="26">
                  <c:v>1.0</c:v>
                </c:pt>
                <c:pt idx="27">
                  <c:v>3.0</c:v>
                </c:pt>
                <c:pt idx="28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names the sides the wrong way round: it takes the $(1+|\sin x|)^{3a/|\sin x|}$ branch as $x\to0^+$ and the $e^{\cot4x/\cot2x}$ branch as $x\to0^-$, whereas the first piece is defined for $x&lt;0$ and the second for $x&gt;0$. It also jumps to $\frac{\tan2x}{\tan4x}$ without stating its limit $\frac12$. Both fixed; $a=\frac16$, $b=\sqrt e$ and the answer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lists $g'(x)=4$ for $3&lt;x\le4$; the derivative of $4-x$ is $-1$. Its conclusion ($g'(3^-)\ne g'(3^+)$, one point) is unchanged. Also the PDF's range label '$0\le n\le1$' is a typo for $0\le x\le1$.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for this question is cut off and garbled: it ends with 'Not differentiable at x = -183' (the points should read $x=-1,\,3$) and never shows why $|9x^2-12x+4|$ can be dropped or why the exponential factor does not matter. Both added; the key (C, two points) is correct. The English option list also labels two options '(C)'; the Hindi list shows (A) one, (B) three, (C) two, (D)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left-hand limit as '$f(0^+)=\frac1a+\frac1b$' (it should be $f(0^-)$, the branch for $x&lt;0$) and has a stray text fragment '$(9\sqrt2,2)$' in the middle of the working; both removed. The value $\frac1a+\frac1b=-4$ and the answer $-5$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piece list is labelled $(-2,-1]$ for the first piece and $(-1,0)$ for the second, which puts $x=-1$ in the wrong piece ($[-1]=-1$, so $x=-1$ belongs to $[-1,0)$); the value at $-1$ happens to be the same ($1$), so the answer is unaffected. The PDF also lists the pieces without verifying continuity at $x=-1$; that check is added. Final answer $2$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puts $x=-3$ in the middle piece $-3\le x&lt;0$ and writes $(x+3)^2-k_1(x+3)$ there, but $f(-3)=0$ so $g(f(-3))=g(0)=k_2$ (a single isolated point). It does not affect differentiability at $0$ or the values at $\pm4$, so $k_1=2$, $k_2=-1$ and the answer are unchanged. I used $-3&lt;x&lt;0$ for that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middle piece as '$\left[(x-1)^2-1\right]$' without simplifying it to $-1$ (the value of $[g]$ on $0&lt;x&lt;2$ since $g\in[-1,0)$), and its graph is drawn without a check at $x=2$ against $f(g(2))=1$; the conclusion is right but incomplete. Both added; the answer (two points)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part (ii) the PDF writes the expression as $2(2x-3)^2$; it should be $2(2x+3)^2$ (the branch $g=2x+3$ for $x\ge0$). It also does not check the point $x=0$ where $g$ jumps; that check is added. The count $31+31=62$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factors out $|x-1|$ and concludes 'non-differentiable at $x=1$ and $x=4$' without justification; the bracket still contains $\sin|x-1|$ and $|x-4|$, which are themselves non-differentiable, so the factorisation alone proves nothing (and it never explains why $x=2$, where $\cos|x-2|$ has a modulus, is not a point). The justification above (even-function identities for the first term, simple-zero rule for the second) replaces it; the conclusion (2 points)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piecewise list gives '$3$ on $\left(\frac14,\frac{2-\sqrt2}{2}\right)$ and $2$ on $\left[\frac{2-\sqrt2}{2},\frac12\right)$'. At $x_0=\frac{2-\sqrt2}{2}$ we have $h(x_0)=3$ exactly, so $f(x_0)=[3]=3$: the point belongs to the first piece ($3$ on $\left(\frac14,x_0\right]$, $2$ on $\left(x_0,\frac12\right)$). The set of three bad points and the answer are unchanged. I also added the explicit value $h\left(\frac14\right)=\frac{13}{4}$ which explains the jump at $x=\frac14$ (the PDF only shows the graph).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counts $39$ points $x=I+\frac12$ with $I\in\{-19,\dots,19\}$ (that list misses $x=-19.5$; there are $40$ half-integers in $(-20,20)$) and then adds $x=-\frac32$ as a separate extra point ($39+39+1$), although $-\frac32$ is already one of the half-integers. The two slips cancel, so the printed total $79$ is correct; the corrected count is $39+40=79$.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Continuity &amp; Differentiability (XII Sheet, J-M)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$f(x)=\begin{cases}\sin x-e^{x}, &amp; \text{if } x\le0\\ a+[-x], &amp; \text{if } 0&lt;x&lt;1\\ 2x-b, &amp; \text{if }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piecewise functions involving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integer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two joints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integer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the two joints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$\text{LHL}=\sin0-e^0=-1$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$f(0)=\sin0-e^0=-1$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$-1&lt;-x&lt;0$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piece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middle piece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$f(1)=2-b=\text{RHL}$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$a-1=2-b$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$-1=2-b$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$a+b=0+3=3$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these constants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is continuous at each joint (each piece here is continuous on its own interval): one equation per joint, so two joints fix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according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these constants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piecewise function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it is continuous at each joint (each piece here is continuous on its own interval): one equation per joint, so two joints fix two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$[-x]=-[x]-1$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$[-x]=-[x]$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p>
                                      </m:sSup>
                                      <m:sSup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IN" sz="2400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$f(x)=\begin{cases}\dfrac{x^{3}}{(1-\cos2x)^{2}}\,\log_e\left(\dfrac{1+2xe^{-2x}}{(1-xe^{-x})^{2}}\right), &amp; x\ne0\\ \alpha,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logarithmic and trigonometric expansions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logarithm and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each part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logarithm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$\frac{\ln(1+t)}{t}\to1$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each part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$2xe^{-2x}$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the logarithm: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$\alpha=\lim_{h\to0^+}\frac{h^3}{(1-\cos2h)^2}\ln\left(\frac{1+2he^{-2h}}{(1-he^{-h})^2}\right)$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$(1-\cos2h)^2=4\sin^4h$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the 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$\alpha=\lim_{h\to0}\frac{h^3}{4\sin^4h}\left[\ln(1+2he^{-2h})-2\ln(1-he^{-h})\right]$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$\ln(1+2he^{-2h})=\frac{\ln(1+2he^{-2h})}{2he^{-2h}}\cdot2he^{-2h}$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$-2\ln(1-he^{-h})=-2\cdot\frac{\ln(1-he^{-h})}{-he^{-h}}\cdot(-he^{-h})$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factors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$\lim_{t\to0}\frac{\ln(1+t)}{t}=1$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bracket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$2he^{-2h}+2he^{-h}$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factors tending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$2he^{-2h}\to0$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$-he^{-h}\to0$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$\frac{h^3}{4\sin^4h}=\frac{1}{4h}\left(\frac{h}{\sin h}\right)^4$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$\left(\frac{h}{\sin h}\right)^4\to1$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$\alpha=\lim_{h\to0}\frac{1}{4h}\left[2he^{-2h}+2he^{-h}\right]=\lim_{h\to0}\frac{2}{4}\left(e^{-2h}+e^{-h}\right)$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$\alpha=\frac24(1+1)=1$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every factor by its leading-order (Taylor) form: only the first-order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every factor by its leading-order (Taylor) form: only the first-order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h\sim 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$1+2xe^{-2x}=1+2x+O(x^2)$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$(1-xe^{-x})^2=1-2x+O(x^2)$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$1+4x+O(x^2)$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$\log_e\left(\frac{1+2xe^{-2x}}{(1-xe^{-x})^2}\right)=4x+O(x^2)$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$1-\cos2x=2x^2+O(x^4)$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$(1-\cos2x)^2=4x^4+O(x^6)$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$f(x)=\frac{x^3\,(4x+O(x^2))}{4x^4+O(x^6)}\to\frac{4x^4}{4x^4}=1$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Leading-order rule: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the product/quotient of the leading terms matters, provided no cancellation occurs.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defined by a limit at one point, continuity just means the defined value equals that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Leading-order rule: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u\sim\frac{u^2}{2}$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u\sim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$e^u-1\sim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only the product/quotient of the leading terms matters, provided no cancellation occurs.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$1-\cos2x=2\sin^2x\Rightarrow(1-\cos2x)^2=4\sin^4x\sim4x^4$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function defined by a limit at one point, continuity just means the defined value equals that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tan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μ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$f(x)=\begin{cases}\dfrac{\lambda|x^2-5x+6|}{\mu(5x-x^2-6)}, &amp; x&lt;2\\ e^{\frac{\tan(x-2)}{x-[x]}}, &amp; x&gt;2\\ \mu, &amp; x=2\end{cases}$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$e(-e+1)$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Greatest integer function and one-sided limits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quotient is 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quotient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$-\lambda/\mu$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 h}{h}\to1$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$f(2^-)=f(2)=f(2^+)$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$x^2-5x+6=(x-2)(x-3)&gt;0$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$|x^2-5x+6|=x^2-5x+6=-(5x-x^2-6)$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$\lim_{x\to2^-}\frac{\lambda|x^2-5x+6|}{\mu(5x-x^2-6)}=-\frac{\lambda}{\mu}$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$x-[x]=x-2=h\to0^+$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h}{h}\to1$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$f(2^+)=e^1=e$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$-\frac{\lambda}{\mu}=\mu=e$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$\lambda=-\mu^2=-e^2$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$\lambda+\mu=-e^2+e=e(-e+1)$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e(-e+1)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of a root,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the absolute value just fixes a constant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of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exponent with a finite limit passes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$(x-a)(x-b)&gt;0$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one side of a root,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$\frac{|P(x)|}{P(x)}=\pm1$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there: the absolute value just fixes a constant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of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$x-[x]=x-n\to0^+$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left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$\lim_{h\to0}\frac{\tan h}{h}=1$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$\lim_{u\to c}e^{u}=e^{c}$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exponent with a finite limit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$e^{(\cdot)}$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$f:\left(-\frac{\pi}{4},\frac{\pi}{4}\right)\to\mathbb{R}$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$f(x)=\begin{cases}(1+|\sin x|)^{\frac{3a}{|\sin x|}}, &amp; -\frac{\pi}{4}&lt;x&lt;0\\ b, &amp; x=0\\ e^{\cot4x/\cot2x}, &amp; 0&lt;x&lt;\frac{\pi}{4}\end{cases}$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point, Standard limits: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ratios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at a point, Standard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and trigonometric ratios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exponentials: the left one is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right one has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exponentials: the left one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form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$e^{3a}$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right one has exponent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$\frac{\tan2x}{\tan4x}\to\frac12$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$f(0^-)=f(0)=f(0^+)$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$b=\lim_{x\to0^-}(1+|\sin x|)^{\frac{3a}{|\sin x|}}=\lim_{x\to0^+}e^{\cot4x/\cot2x}$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$\lim(1+|\sin x|)^{3a/|\sin x|}=e^{\lim 3a\cdot\frac{|\sin x|}{|\sin x|}}=e^{3a}$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$(1+t)^{1/t}\to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$t=|\sin x|\to0$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$\frac{\cot4x}{\cot2x}=\frac{\tan2x}{\tan4x}\to\frac{2x}{4x}=\frac12$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$b=e^{3a}=e^{1/2}$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$6a+b^2=6\cdot\frac16+e=1+e$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1+e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double-angle identity instead of the standard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$\frac{\tan2x}{\tan4x}$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double-angle identity instead of the standard limit.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natural logs on the left piece: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$\tan4x=\frac{2\tan2x}{1-\tan^22x}$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$\frac{\tan2x}{\tan4x}=\frac{1-\tan^22x}{2}$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$f(0^+)=e^{1/2}$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natural logs on the left piece: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f=\frac{3a\ln(1+|\sin x|)}{|\sin x|}\to3a$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$\frac{\ln(1+t)}{t}\to1$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b=3a=\frac12$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$b=e^{1/2}$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$6a+b^2=1+e$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1+e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$\lim(1+u)^{v}=e^{\lim 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A/\cot B=\tan B/\tan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kx}{\tan mx}\to\frac km$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$\lim_{t\to0}(1+t)^{c/t}=e^{c}$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true: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exactly at two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but not differentiable exactly at one point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but not differentiable exactly at two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$f:[0,\infty)\to[0,3]$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$f(x)=\begin{cases}\max\{\sin t:0\le t\le x\}, &amp; 0\le x\le\pi\\ 2+\cos x, &amp; x&gt;\pi\end{cases}$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which of the following is true: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exactly at two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but not differentiable exactly at one point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but not differentiable exactly at two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function defined through a maximum (running maximum)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running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matching values and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running maximum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have matching values and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(increasing).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$\text{LHL}=\sin\frac\pi2=1$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$\text{RHL}=1=f\left(\frac\pi2\right)$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$\text{RHL}=2+\cos\pi=1=f(\pi)$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$\frac\pi2&lt;x&lt;\pi$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$f'\left(\frac\pi2^-\right)=\cos\frac\pi2=0=f'\left(\frac\pi2^+\right)$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$f'(\pi^-)=0$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$f'(\pi^+)=-\sin\pi=0$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first branch as the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kink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killed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first branch as the composite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$f(x)=\sin\left(\min\left(x,\frac\pi2\right)\right)$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kink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killed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$\cos\frac\pi2=0$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non-smooth point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 drops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chain rule the one-sided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$\max_{0\le t\le x}\sin t=\sin(\min(x,\frac\pi2))$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$[0,\frac\pi2]$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non-smooth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$\min(x,\frac\pi2)$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slope drops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chain rule the one-sided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$\cos\frac\pi2\cdot1=0$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$\cos\frac\pi2\cdot0=0$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equal,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(B),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(B),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running maximum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and continuous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follows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stops rising, then it is constant. At a local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two parts join smoothly.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joint is differentiable iff the one-sided limits of the derivatives agree and the function is continuous there (for differentiable pieces).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corners occur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running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$M(x)=\max_{t\le x}\varphi(t)$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 and continuous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continuous; it follows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until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stops rising, then it is constant. At a local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two parts join smoothly.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joint is differentiable iff the one-sided limits of the derivatives agree and the function is continuous there (for differentiable pieces).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$\max(f,g)=\frac{f+g+|f-g|}{2}$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$\min(f,g)=\frac{f+g-|f-g|}{2}$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corners occur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$f'\ne 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 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points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$g:[0,4]\to\mathbb{R}$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$g(x)=\begin{cases}\max\{t^3-6t^2+9t-3\},\ 0\le t\le x, &amp; 0\le x\le3\\ 4-x, &amp; 3&lt;x\le4\end{cases}$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points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a function defined through a maximum (running maximum)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running maximum of the cubic follows it up to its local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stays flat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joint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unequal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running maximum of the cubic follows it up to its local 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stays flat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joint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unequal slopes.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maximum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$y=t^3-6t^2+9t-3$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$\frac{dy}{dt}=3t^2-12t+9=0$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local maximum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local minimum;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maximum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$g(x)=x^3-6x^2+9x-3$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one point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$g'(x)=3x^2-12x+9$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$g'(x)=-1$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$3&lt;x\le4$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$g'(1^-)=3-12+9=0=g'(1^+)$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$g(3)=1=4-3$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$g'(3^-)=0\ne-1=g'(3^+)$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one 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Running-maximum geometry: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the cubic exactly at its peak, where the tangent is horizontal, so no kink; the kink can only appear where the flat part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Running-maximum geometry: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the cubic exactly at its peak, where the tangent is horizontal, so no kink; the kink can only appear where the flat part meets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function changes from 'tracking the function' to 'constant' at a point where the function reaches a local maximum,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slope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the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constant, so there is no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stage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cubic never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ends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definition switches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continuous function changes from 'tracking the function' to 'constant' at a point where the function reaches a local maximum,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slope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same as the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constant, so there is no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stage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$y(t)\le1$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$y(3)=-3$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cubic never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it ends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definition switches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corner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slopes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one corner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constant: joins at a local maximum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shifted); the local maximum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joint where the function is continuous, compare the derivatives of the two pieces; differing one-sided derivatives mean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$M(x)=\max_{0\le t\le x}\varphi(t)$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non-decreasing,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$M'(x)=\varphi'(x)$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constant: joins at a local maximum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smooth.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$t^3-6t^2+9t-3$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$t^3-6t^2+9t=t(t-3)^2$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shifted); the local maximum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 joint where the function is continuous, compare the derivatives of the two pieces; differing one-sided derivatives mean a corner.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differentiable,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$f(x)=\begin{cases}3\left(1-\dfrac{|x|}{2}\right), &amp; \text{if } |x|\le2\\ 0, &amp; \text{if } |x|&gt;2\end{cases}$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$g(x)=f(x+2)-f(x-2)$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not differentiable,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function and its shifts (corners of a combination)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'tent',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everywhere; the corners of the two shifted tents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'tent',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continuous everywhere; the corners of the two shifted tents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$-4,-2,0$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$0,2,4$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corner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$f(x+2)=\frac{3x}{2}+6$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$-4\le 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$-2&lt;x\le0$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$x\in(-\infty,-4)\cup(0,\infty)$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$f(x-2)=\frac{3x}{2}$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$-\frac{3x}{2}+6$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 x\le4$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$x\in(-\infty,0)\cup(4,\infty)$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$g(x)=\frac{3x}{2}+6$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$[-4,-2]$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$-\frac{3x}{2}$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$\frac{3x}{2}-6$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$x\in(-\infty,-4)\cup(4,\infty)$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pieces agree at the joints: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is a zig-zag with corners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have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pieces agree at the joints: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is a zig-zag with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have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$n+m=0+4=4$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corners by slope jumps: a tent contributes a slope change at each of its three corners; the slope jumps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up, and any total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no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corners by slope jumps: a tent contributes a slope change at each of its three corners; the slope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$-f(x-2)$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up, and any total jump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no corner.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its slope jumps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these jumps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negatives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its slope jumps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these 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$-4,-2,0$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$-f(x-2)$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negatives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$-\frac32,+3,-\frac32$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slope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leaving corners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continuous functions,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slope jump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$x=-4:+\frac32$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$x=-2:-3$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$x=0:+\frac32-\frac32=0$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$x=2:+3$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$x=4:-\frac32$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jump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cancels, leaving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$-4,-2,2,4$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sum of continuous functions,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continuous functions is continuous; for corners, add the slope jumps - a corner survives only when the total jump is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shifts move the corner points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graph left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it right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continuous functions is continuous; for corners, add the slope jumps - a corner survives only when the total jump is non-zero.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$3\left(1-\frac{|x|}{2}\right)^{+}$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shifts move the corner points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the graph left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shifts it right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$f(x)=\begin{cases}\dfrac{P(x)}{\sin(x-2)}, &amp; x\ne2\\ 7, &amp; x=2\end{cases}$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a constant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 and limit of a ratio, Polynomial with given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continuity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the linear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$\sin(x-2)\to0$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continuity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$\frac{P(x)}{x-2}\to7$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pins down the linear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must also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linear case is covered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of degree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$\lim_{x\to2}\frac{P(x)}{\sin(x-2)}=f(2)=7$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must also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$P(x)=(x-2)(ax+b)$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linear case is covered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$\lim_{x\to2}\frac{(x-2)(ax+b)}{\sin(x-2)}=2a+b$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$\frac{x-2}{\sin(x-2)}\to1$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$P(3)=(3-2)(3a+b)=3a+b=9$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$4+b=7$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$P(x)=(x-2)(2x+3)$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$P(5)=3\times13=39$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Taylor-expand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continuity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constant second derivative leaves only one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Taylor-expand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continuity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$P(2)=0$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$P'(2)=7$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constant second derivative leaves only one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limit of the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$P(x)=P(2)+P'(2)(x-2)+c(x-2)^2$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$c=\frac{P''}{2}$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$\frac{P(x)}{\sin(x-2)}\to7$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$\sin(x-2)\sim(x-2)$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$P'(2)=7$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limit of the ratio).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$P(x)=7(x-2)+c(x-2)^2$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$P(3)=7+c=9$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$P(5)=7\cdot3+2\cdot9=21+18=39$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finite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has degree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quotient at a root of the denominator is a statement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$\frac{N(x)}{D(x)}\to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finite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$N'(a)=L\,D'(a)$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$D=\sin(x-2)$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polynomial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 has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$P(x)=P(a)+P'(a)(x-a)+\frac{P''}{2}(x-a)^2$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a quotient at a root of the denominator is a statement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$P'(a)$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containing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containing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the sum of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$f:[0,3]\to\mathbb{R}$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$f(x)=\min\{x-[x],\,1+[x]-x\}$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containing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set containing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differentiable. Then the sum of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functions with the greatest integer function,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605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Continuity and differentiability of functions with the greatest integer function,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zig-zag with corners at the integers and at the half-integers.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$1+[x]-x=1-\{x\}$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zig-zag with corners at the integers and at the half-integers.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on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rises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falls with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each integer the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$f(x)=\min(\{x\},1-\{x\})$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Graph: on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rises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falls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each integer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valleys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peaks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changes between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Non-differentiable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valleys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peaks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$x=\frac12,\frac32,\frac52$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changes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$n(Q)=5$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$n(P)+n(Q)=0+5=5$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nearest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nearest integer,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$d(x)=\operatorname{dist}(x,\mathbb{Z})$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to the nearest integer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function is continuous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-Lipschitz),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discontinuity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nearest integer switches at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graph has a peak (another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distance to the nearest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$\min(x-n,\,n+1-x)=\min(\{x\},1-\{x\})$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$f(x)=\operatorname{dist}(x,\mathbb{Z})$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function is continuous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-Lipschitz),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discontinuity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$\operatorname{dist}(x,\mathbb{Z})=|x-n|$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 nearest integer switches at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the graph has a peak (another corner).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corners are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$\frac12,\frac32,\frac52$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$n(P)+n(Q)=5$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periodic with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corners at all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(peaks at the half-integers, zeros at the integers).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zig-zag flipped.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zig-zag between the endpoints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every integer and half-integer strictly inside,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$\min(\{x\},1-\{x\})=\operatorname{dist}(x,\mathbb{Z})$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periodic with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corners at all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(peaks at the half-integers, zeros at the integers).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$\max(\{x\},1-\{x\})=1-\operatorname{dist}(x,\mathbb{Z})$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zig-zag flipped.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zig-zag between the endpoints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corners at every integer and half-integer strictly inside,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exactly three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exactly four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continuous at exactly three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more than four points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$g(x)=1-x+[x]$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$h(x)=\min\{f(x),g(x)\}$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Continuous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exactly three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Not continuous at exactly four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Not continuous at exactly three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Continuous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differentiable at more than four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functions with the greatest integer function, Minimum of two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zig-zag with a corner at every integer and every half-integer.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$h(x)=\min(\{x\},1-\{x\})$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continuous zig-zag with a corner at every integer and every half-integer.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$g(x)=1-\{x\}$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$h(x)=\min(\{x\},1-\{x\})$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rising saw-tooth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jump down at each integer);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falling saw-tooth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minimum is the zig-zag with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 and peaks of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half-integer; the jumps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the smaller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jump: it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(valleys) and at the half-integers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non-differentiability, which is more than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rising saw-tooth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jump down at each integer);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falling saw-tooth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minimum is the zig-zag with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integer and peaks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half-integer; the jumps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the smaller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jump: it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(valleys) and at the half-integers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$-\frac32,-\frac12,\frac12,\frac32$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(peaks).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$3+4=7$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of non-differentiability, which is more than four.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Options (A), (B), (C) fail ((A) says three, (B) and (C) claim discontinuities). Hence (D).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distance function is continuous, and its corners are exactly the points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dist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$h(x)=\operatorname{dist}(x,\mathbb{Z})$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distance function is continuous, and its corners are exactly the points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$\operatorname{dist}$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to a closed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-Lipschitz, hence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$\min\{\{x\},1-\{x\}\}$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distance to a closed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-Lipschitz, hence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consists of line segments of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changes at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corners, more than four: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graph consists of line segments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changes at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$x\in\{-\frac32,-1,-\frac12,0,\frac12,1,\frac32\}$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corners, more than four: option (D)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any interval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zig-zag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dist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corners (one valley at an integer, one peak at a half-integer).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minimum never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corners of the zig-zag in an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any interval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zig-zag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$\operatorname{dist}(x,\mathbb{Z})$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two corners (one valley at an integer, one peak at a half-integer).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$1-x+[x]\in(0,1]$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their minimum never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corners of the zig-zag in an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$2(b-a)-1$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 point   (B) three points   (C) two points   (D) four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$f(x)=|x^2-2x-3|\cdot e^{|9x^2-12x+4|}$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 point   (B) three points   (C) two points   (D) four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the product of a modulus function and a smooth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exponential factor is smooth and positive; only the zeros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$9x^2-12x+4=(3x-2)^2\ge0$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exponential factor is smooth and positive; only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$x^2-2x-3$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corners.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and strictly positive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$9x^2-12x+4=(3x-2)^2\ge0$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$|9x^2-12x+4|=(3x-2)^2$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$f(x)=|x^2-2x-3|\,e^{(3x-2)^2}$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$f(x)=|(x-3)(x+1)|\,e^{(3x-2)^2}$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$e^{(3x-2)^2}$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and strictly positive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only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the smooth factor is non-zero: near a simple zero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and right derivatives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two points,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$|(x-3)(x+1)|$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sign,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the smooth factor is non-zero: near a simple 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and right derivatives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$\mp u'(x_0)\,v(x_0)$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differ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$u'(x_0)\ne0$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$v(x_0)&gt;0$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two points,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two points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 of odd multiplicity).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the corner can disappear,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other factor at the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$f=|u|\cdot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(simple zeros of odd multiplicity).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too, the corner can disappear,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$|x|\cdot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other factor at the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$b^2=4ac$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perfect square,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$|ax^2+bx+c|=ax^2+bx+c$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type m:val="bar"/>
                                          <m:ctrlP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num>
                                        <m:den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den>
                                      </m:f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rad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$f(x)=\begin{cases}\dfrac1x\log_e\left(\dfrac{1+\frac xa}{1-\frac xb}\right), &amp; x&lt;0\\ k, &amp; x=0\\ \dfrac{\cos^2x-\sin^2x-1}{\sqrt{x^2+1}-1},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$\dfrac1a+\dfrac1b+\dfrac4k$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logarithmic and trigonometric ratios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the right-hand piece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left-hand piece splits into two standard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the right-hand piece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left-hand piece splits into two standard limits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$\frac1a+\frac1b$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multiply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$\frac{\sqrt{x^2+1}+1}{\sqrt{x^2+1}+1}$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$\cos^2x-\sin^2x-1=\cos2x-1=-2\sin^2x$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$f(0^+)=\lim_{x\to0^+}\frac{-2\sin^2x}{x^2}\left(\sqrt{x^2+1}+1\right)$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$f(0^+)=-2\cdot1\cdot(1+1)=-4$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$f(0^-)=\lim_{x\to0^-}\frac1x\left[\ln\left(1+\frac xa\right)-\ln\left(1-\frac xb\right)\right]$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$\frac{\ln(1+t)}{t}\to1$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$t=-\frac xb$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$f(0^-)=\frac1a+\frac1b$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$f(0)=f(0^+)=f(0^-)$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$k=-4=\frac1a+\frac1b$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$\frac1a+\frac1b+\frac4k=-4+\frac{4}{-4}=-4-1=-5$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factor by its leading Taylor term: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each factor by its leading Taylor term: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$\sqrt{1+x^2}-1\approx\frac{x^2}{2}$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$\cos2x-1\approx-2x^2$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$\ln(1+u)\approx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$\cos^2x-\sin^2x-1=\cos2x-1\approx-\frac{(2x)^2}{2}=-2x^2$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$\sqrt{x^2+1}-1\approx\frac{x^2}{2}$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$f(0^+)=\frac{-2x^2}{x^2/2}=-4$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$\ln\left(1+\frac xa\right)\approx\frac xa$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$\ln\left(1-\frac xb\right)\approx-\frac xb$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$\frac1x\ln\frac{1+x/a}{1-x/b}\approx\frac1a+\frac1b$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$k=-4=\frac1a+\frac1b$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$\frac1a+\frac1b+\frac4k=-4-1=-5$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such quotients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rationalise: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$\cos^2x-\sin^2x=\cos2x$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$1-\cos2x=2\sin^2x$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converts such quotients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$\frac{\sin^2x}{x^2}$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$\sqrt{1+u}-1\approx\frac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or rationalise: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$\sqrt{1+u}-1=\frac{u}{\sqrt{1+u}+1}$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$\lim_{x\to0}\frac1x\ln\frac{1+px}{1+qx}=p-q$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𝑓𝑜𝑟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𝑓𝑜𝑟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Define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$f(x)=\begin{cases}a\sin\dfrac\pi2(x-1), &amp; \text{for } x\le0\\ \dfrac{\tan2x-\sin2x}{bx^3}, &amp; \text{for }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trigonometric ratios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right-hand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$\tan2x-\sin2x=\tan2x(1-\cos2x)\sim2x\cdot2x^2=4x^3$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right-hand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$\frac4b$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left-hand limit (sine is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$f(0)=a\sin\left(-\frac\pi2\right)=-a$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left-hand limit (sine is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$\tan2x-\sin2x=\frac{\sin2x}{\cos2x}(1-\cos2x)=\frac{\sin2x\cdot2\sin^2x}{\cos2x}$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$\text{RHL}=\lim_{x\to0^+}\frac{1}{b}\cdot\frac{\sin2x}{x}\cdot2\left(\frac{\sin x}{x}\right)^2\cdot\frac{1}{\cos2x}=\frac1b\cdot2\cdot2\cdot1\cdot1=\frac4b$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$-a=\frac4b$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$10-ab=10+4=14$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Taylor expansion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Taylor expansion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t-\sin t=\frac{t^3}{2}+O(t^5)$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t=t+\frac{t^3}{3}+\dots$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t=t-\frac{t^3}{6}+\dots$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t-\sin t=\frac{t^3}{3}+\frac{t^3}{6}=\frac{t^3}{2}+\dots$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$\tan2x-\sin2x\approx\frac{8x^3}{2}=4x^3$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$\text{RHL}=\frac{4x^3}{bx^3}=\frac4b$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$-a=\frac4b\Rightarrow ab=-4$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$10-ab=14$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a boundary point of a piecewise function with a sine on the left: just evaluate the sine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t-\sin t\sim\frac{t^3}{2}$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$\frac{\tan t-\sin t}{t^3}\to\frac12$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t-\sin t=\tan t(1-\cos 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kx-\sin kx\sim\frac{k^3x^3}{2}$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a boundary point of a piecewise function with a sine on the left: just evaluate the sine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points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$f(x)=[x]\,|x^2-1|+\sin\left(\dfrac{\pi}{[x]+3}\right)-[x+1]$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functions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points of discontinuity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jumps); 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a fixed smooth expression.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points of discontinuity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jumps); on each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a fixed smooth expression.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$[x+1]=[x]+1$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$f(x)=[x]\left(|x^2-1|-1\right)+\sin\left(\frac{\pi}{[x]+3}\right)-1$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$|x^2-1|=x^2-1$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$f(x)=-2(x^2-2)+\sin\pi-1=-2(x^2-2)-1=-2x^2+3$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$|x^2-1|=1-x^2$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$f(x)=-(-x^2)+\sin\frac\pi2-1=x^2$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$f(x)=\sin\frac\pi3-1$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$|x^2-1|=x^2-1$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$f(x)=(x^2-2)+\sin\frac\pi4-1=x^2-3+\sin\frac\pi4$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is not continuous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$f(0)=\sin\frac\pi3-1=\frac{\sqrt3}{2}-1\ne0$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$f(1)=1-3+\frac{\sqrt2}{2}=\frac{\sqrt2}{2}-2$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is not continuous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jump: compute the jump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formula and test it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jump: compute the jump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an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formula and test it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continuous. Everything except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a discontinuity can occur only at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$f=[x]\,c(x)+\sin\frac{\pi}{[x]+3}-1$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$c(x)=|x^2-1|-1$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continuous. Everything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a discontinuity can occur only at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$f(n)-f(n^-)=c(n)+\sin\frac{\pi}{n+3}-\sin\frac{\pi}{n+2}$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$\sin\frac\pi2-\sin\pi=1$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discontinuities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$\sin\frac\pi3-\sin\frac\pi2=\frac{\sqrt3}{2}-1\ne0$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$\sin\frac\pi4-\sin\frac\pi3\approx-0.159$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$\approx-1.159\ne0$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discontinuities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continuous functions, it can be discontinuous only at integers; the jump there can cancel (as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test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built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continuous functions, it can be discontinuous only at integers; the jump there can cancel (as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so test each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$[x+k]=[x]+k$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$[x](|x^2-1|-1)$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$|x^2-1|-1=x^2-2$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Q15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𝑜𝑡ℎ𝑒𝑟𝑤𝑖𝑠𝑒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$f(x)=\begin{cases}\dfrac{\sin(x-[x])}{x-[x]}, &amp; x\in(-2,-1)\\ \max\{2x,\,3[|x|]\}, &amp; |x|&lt;1\\ 1, &amp; \text{otherwise}\end{cases}$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piecewise functions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explicit pieces: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explicit pieces: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$\max(2x,0)$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checking.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zero slope on both sides, so it is fine).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$f(x)=\frac{\sin\{x\}}{\{x\}}$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$[|x|]=0$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$f(x)=\max(2x,0)$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Doubtful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$x=-1,\,0,\,1$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$\frac{\sin\{x\}}{\{x\}}\to1$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$x\to-2^+$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zero slope on both sides, so it is fine).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 Slopes: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 (hence not 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values differ: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 Slopes: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$\text{LHD}=0$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$\text{RHD}=2$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$\text{LHL}=2\cdot1=2$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 (hence not 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$\text{LHL}=\lim\frac{\sin\{x\}}{\{x\}}$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values differ: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$x=-1,0,1$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$(m,n)=(2,3)$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(2, 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only corner inside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test the two end-joints by comparing three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$\max(2x,0)=x+|x|$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only corner inside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test the two end-joints by comparing three values.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continuous with a single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piece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smooth;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the constant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right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$f(x)=\max(2x,0)=x+|x|$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continuous with a single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u}{u}$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$u=\{x\}\in(0,1)$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smooth;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the constant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two jumps):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u}{u}\to\sin1\approx0.84$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two jumps):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(2, 3)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discontinuity is never differentiable: count jump points among the non-differentiable points and add the corners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and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tends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$\max(f,0)=\frac{f+|f|}{2}$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$[|x|]=0$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$1\le|x|&lt;2$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etc.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discontinuity is never differentiable: count jump points among the non-differentiable points and add the corners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 u}{u}$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valued functions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real valued functions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$f(x)=\begin{cases}-|x+3|, &amp; x&lt;0\\ e^{x},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$g(x)=\begin{cases}x^2+k_1x, &amp; x&lt;0\\ 4x+k_2,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real constants.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f)(-4)+(g\circ f)(4)$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$4(e^4+1)$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$2(2e^4+1)$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$2(2e^4-1)$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a composite function, Continuity of piecewise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it is continuous there; match values and one-sided slopes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it is continuous there; match values and one-sided slopes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$k_1,k_2$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differentiability):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$g(u)=u^2+k_1u$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$4u+k_2$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f)(x)=(x+3)^2+k_1(x+3)$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f)(x)=(x+3)^2-k_1(x+3)$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f)(x)=4e^x+k_2$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differentiability):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f)(0^-)=9-3k_1$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f)(0)=4+k_2$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$9-3k_1=4+k_2$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$3k_1+k_2=5$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pieces: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one-sided derivatives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the pieces: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$2(x+3)-k_1$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one-sided derivatives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$6-k_1=4$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$k_2=5-3k_1=-1$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$-4&lt;-3$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f)(-4)=(-1)^2+2(-1)=-1$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f)(4)=4e^4+k_2=4e^4-1$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$=-1+4e^4-1=4e^4-2=2(2e^4-1)$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2(2e^4 - 1)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rule at the corner: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use the left piece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piece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rule at the corner: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$f(0^-)=-3$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use the left piece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right piece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through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through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match: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$f'(0^-)=-1$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through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piece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$g_1(u)=u^2+k_1u$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$g_2(u)=4u+k_2$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$g_1(-3)=9-3k_1$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$g_2(1)=4+k_2$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$3k_1+k_2=5$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match: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match: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f)'(0^-)=g_1'(-3)\cdot(-1)=(-6+k_1)(-1)=6-k_1$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f)'(0^+)=g_2'(1)\cdot1=4$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f)(-4)=g_1(f(-4))=g_1(-1)=-1$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f)(4)=g_2(e^4)=4e^4-1$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$4e^4-2=2(2e^4-1)$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2(2e^4 - 1)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is possible only if the two one-sided compositions agree in value and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composites of piecewise functions, first find which piece of the outer function is active, then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one-sidedly: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outer piece chosen by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Differentiability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is possible only if the two one-sided compositions agree in value and slope.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composites of piecewise functions, first find which piece of the outer function is active, then substitute.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 rule one-sidedly: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f)'(a^\pm)=g'(f(a^\pm))\cdot f'(a^\pm)$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outer piece chosen by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$f(a^\pm)$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$f(x)=\min\{1,\,1+x\sin 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continuous,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a minimum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$x\sin 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$f=1+x\sin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$1+x\sin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$1+x\sin 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 x\le2\pi$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$f(0^+)=1=f(0)$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$f(\pi)=1+\pi\sin\pi=1$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$f(\pi^+)=1$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$f(2\pi^-)=1$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everywhere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interior point is a problem,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$f'(x)=\sin x+x\cos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$\pi&lt;x&lt;2\pi$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$f'(\pi^-)=0$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$f'(\pi^+)=\sin\pi+\pi\cos\pi=-\pi$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other interior point is a problem,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(1, 0)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corners come only from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$\min\{1,1+u\}=1+\min\{0,u\}=1+\frac{u-|u|}{2}$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corners come only from the zeros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$u'\ne0$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$f(x)=1+\frac{u-|u|}{2}$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exactly at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corner.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end-points of the domain, so they are not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$u'(x)=\sin x+x\cos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$u'(\pi)=-\pi\ne0$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corner.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end-points of the domain, so they are not counted.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(1, 0)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min/max of two differentiable functions has corners only where they cross with unequal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pattern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test at a crossing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corner appears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$\min(a,b)=\frac{a+b-|a-b|}{2}$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$\max(a,b)=\frac{a+b+|a-b|}{2}$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min/max of two differentiable functions has corners only where they cross with unequal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$f=\min(1,1+u)$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sign pattern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 test at a crossing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slopes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corner appears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at least two points, for any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21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$f(x)=\begin{cases}[e^{x}], &amp; x&lt;0\\ ae^{x}+[x-1], &amp; 0\le x&lt;1\\ b+[\sin(\pi x)], &amp; 1\le x&lt;2\\ [e^{-x}]-c, &amp; x\ge2\end{cases}$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statements is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at least two points, for any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piecewise functions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fixed by the joints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constants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fixed by the joints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joint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discontinuous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$0&lt;e^x&lt;1$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$[x-1]=-1$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$\sin(\pi x)\in(-1,0)$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$[\sin\pi 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$f(x)=b-1$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$f(1)=b+[\sin\pi]=b$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$0&lt;e^{-x}&lt;1$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$\text{RHL}=b-1$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$\text{LHL}=ae-1$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$f(1)\ne\text{RHL}$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$\text{LHL}=b-1$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$f(2)=\text{RHL}=-c$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$b-1=-c$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is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discontinuous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that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true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(A) is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one point, that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true and (B)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integers,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sign of the sine decides the floor.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 asks about 'exactly one point of discontinuity', first find the points that are discontinuous for every parameter value, then see which parameters remove the rest.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$[\sin\pi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integers,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sign of the sine decides the floor.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$[x-1]=-1$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$[e^{x}]=0$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$[e^{-x}]=0$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statement asks about 'exactly one point of discontinuity', first find the points that are discontinuous for every parameter value, then see which parameters remove the rest.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 point   (B) two points   (C) three points   (D) four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functions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$f(x)=\begin{cases}[x], &amp; x&lt;0\\ |1-x|,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$g(x)=\begin{cases}e^x-x, &amp; x&lt;0\\ (x-1)^2-1,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 point   (B) two points   (C) three points   (D) four points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a composite function,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which piece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active: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jumps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which piece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active: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$0&lt;x&lt;2$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$f(g)=[g]=-1$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 jumps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constant), written in the PDF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$g(x)=e^x-x&gt;1&gt;0$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$f(g(x))=|1-g(x)|=|1+x-e^x|$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$f(g(0))=|1-0|=1$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$g(x)=(x-1)^2-1\in[-1,0)$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$f(g(x))=[g(x)]=-1$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constant), written in the PDF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$[(x-1)^2-1]$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$f(g(x))=|1-g(x)|=|2-(x-1)^2|$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 (jump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other points are continuous (each piece is continuous on its open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two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$\text{LHL}=|1+0-1|=0$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$f(g(0))=1$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$f(g(2))=|2-1|=1=\text{RHL}$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 (jump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other points are continuous (each piece is continuous on its open interval).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at exactly two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two points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is discontinuous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(jump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discontinuous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 is discontinuous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(jump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be discontinuous only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except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continuous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below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there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except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$f(u)=[u]=-1$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$f(u)=|1-u|$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$f(0^-)=-1$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fail to be continuous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values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there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negative just to the right; so the limit 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jump.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right: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two points -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negative just to the right; so the limit 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$f(g\to0^+)=1$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(left)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$f(g\to0^-)=-1$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(right): a jump.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right: a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exactly two points -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two points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points of discontinuity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(outer) and 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them; then check the approach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outer function is discontinuous 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inner function crosses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touches it from the discontinuous side), the composite is discontinuous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points of discontinuity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(outer) and 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them; then check the approach direction.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outer function is discontinuous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inner function crosses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touches it from the discontinuous side), the composite is discontinuous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$[u]=-1$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$(x-1)^2-1&lt;0\iff0&lt;x&lt;2$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Q20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discontinuous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$f(x)=\begin{cases}|2x^2-3x-7|, &amp; \text{if } x\le-1\\ [4x^2-1], &amp; \text{if } -1&lt;x&lt;1\\ |x+1|+|x-2|, &amp; \text{if } 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discontinuous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functions with the greatest integer function and quadratics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floor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each time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 the joints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floor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each time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crosses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add the joints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pieces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their own intervals;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floor jumps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an integer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strictly monotone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outer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$|2x^2-3x-7|$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$|x+1|+|x-2|$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their own intervals;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$f(-1)=|2+3-7|=2$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$f(1)=|2|+|-1|=3$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$4x^2-1\to3^-$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$[4x^2-1]\to2$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$\text{RHL}=2=f(-1)$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$\text{LHL}=[3^-]=2$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$4x^2-1\in[-1,3)$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floor jumps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an integer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strictly monotone on each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six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has its minimum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sides, so there is no jump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discontinuities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$x=\pm\frac12,\ \pm\frac1{\sqrt2},\ \pm\frac{\sqrt3}{2}$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six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quadratic has its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$[4x^2-1]=-1$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sides, so there is no jump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discontinuities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integer crossings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even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integer crossings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there, so count jumps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mirror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continuously and strictly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exactly when it passes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jumps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Mirror image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more.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jump (minimum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approached from above: floor stays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$f(-x)=[4x^2-1]=f(x)$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there, so count jumps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mirror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continuously and strictly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$[4x^2-1]$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exactly when it passes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three jumps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$x=\frac12,\frac1{\sqrt2},\frac{\sqrt3}{2}$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Mirror image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three more.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jump (minimum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approached from above: floor stays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(both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continuous (both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$=3+3+1=7$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continuous strictly monotone function jumps once at each integer value it crosses. At a local minimum whose value is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stays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(no jump); at a local maximum with integer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(a removable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check: compare left limit, value and right limit; a discontinuity at the joint can hide behind a floor limit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discontinuities come in symmetric pairs;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continuous strictly monotone function jumps once at each integer value it crosses. At a local minimum whose value is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stays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(no jump); at a local maximum with integer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(a removable jump).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Joint check: compare left limit, value and right limit; a discontinuity at the joint can hide behind a floor limit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$[3^-]=2$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discontinuities come in symmetric pairs;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$f(x)=[2x^2+1]$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$g(x)=\begin{cases}2x-3, &amp; x&lt;0\\ 2x+3,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Discontinuity of a composite function with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once for every integer value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through,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$(f\circ g)(x)=[2g(x)^2]+1$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once for every integer value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$2g^2$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passes through, on each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continuous and strictly monotone (decreasing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floor is discontinuous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increasing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g)(x)=[2g^2(x)]+1$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$g=2x-3\in(-5,-3)$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$(2x-3)^2\in(9,25)$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$2(2x-3)^2\in(18,50)$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continuous and strictly monotone (decreasing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floor is discontinuous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$2(2x-3)^2\in\{19,20,\dots,49\}$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$g=2x+3\in[3,5)$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$(2x+3)^2\in[9,25)$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$2(2x+3)^2\in[18,50)$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strictly increasing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floor is discontinuous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 (from the left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the right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points of discontinuity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floor is discontinuous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$2(2x+3)^2\in\{19,20,\dots,49\}$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$2g^2\to18^+$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 (from the left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$2(2x-3)^2\to18^+$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from the right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$2(2x+3)^2\to18^+$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$2g(0)^2=18$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points of discontinuity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$=31+31=62$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function of a single increasing quantity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the jumps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$g(x)^2=(2|x|+3)^2$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even function of a single increasing quantity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count the jumps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double.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even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discontinuities occur symmetrically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strictly and continuously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floor jumps at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$(2x-3)^2=(2|x|+3)^2$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$(2x+3)^2=(2|x|+3)^2$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g)(x)=\left[2(2|x|+3)^2\right]+1$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an even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discontinuities occur symmetrically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$s=|x|\in(0,1)$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$2(2s+3)^2$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strictly and continuously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floor jumps at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$19,\dots,49$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integer)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floor is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$2(2|x|+3)^2$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integer)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floor is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jump.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$=2\times31=62$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two-branch linear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opposite signs of the constant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spotting this symmetry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continuous strictly monotone function on an interval is discontinuous at one point for each integer strictly between its end values (here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end value that is an integer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check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 from the correct side; if it does, there is no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two-branch linear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opposite signs of the constant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$(2|x|+3)^2$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spotting this symmetry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continuous strictly monotone function on an interval is discontinuous at one point for each integer strictly between its end values (here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$19,\dots,49$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an end value that is an integer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here), check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it from the correct side; if it does, there is no jump.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sec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$f(x)=\begin{cases}\dfrac{\log_e(1-x+x^2)+\log_e(1+x+x^2)}{\sec x-\cos x}, &amp; x\in\left(-\frac\pi2,\frac\pi2\right)-\{0\}\\ k,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logarithmic and trigonometric ratios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logarithms combine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quotient behaves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logarithms combine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$\ln(1+x^2+x^4)$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x-\cos x=\frac{\sin^2x}{\cos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quotient behaves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$k=\lim_{x\to0}\frac{\ln(1-x+x^2)+\ln(1+x+x^2)}{\sec x-\cos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$(1-x+x^2)(1+x+x^2)=(1+x^2)^2-x^2=1+x^2+x^4$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$\ln(1+x^2+x^4)$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x-\cos x=\frac{1-\cos^2x}{\cos x}=\frac{\sin^2x}{\cos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tends to: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cancelling.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$k=\lim_{x\to0}\frac{\ln(1+x^2+x^4)\cos x}{\sin^2x}$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$\frac{\ln(1+x^2+x^4)}{x^2+x^4}\cdot x^2(1+x^2)\cdot\cos x\cdot\frac{1}{\left(\frac{\sin x}{x}\right)^2x^2}$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tends to: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$\left(\frac{\sin x}{x}\right)^2\to1$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cancelling.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leading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leading terms: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$\ln(1+x^2+x^4)\sim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 x-\cos x\sim\left(1+\frac{x^2}{2}\right)-\left(1-\frac{x^2}{2}\right)=x^2$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x=1+\frac{x^2}{2}+O(x^4)$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x=1-\frac{x^2}{2}+O(x^4)$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x-\cos x=x^2+O(x^4)$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$\ln(1-x+x^2)+\ln(1+x+x^2)=\ln(1+x^2+x^4)=x^2+O(x^4)$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$f(x)\to\frac{x^2}{x^2}=1$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$(1-x+x^2)(1+x+x^2)=1+x^2+x^4$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$(a-b)(a+b)=a^2-b^2$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$(1-x+x^2)(1+x)=1+x^3$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x-\cos x=\frac{\sin^2x}{\cos x}=\sin x\tan x\sim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$\ln(1+u)\sim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$f(x)=\begin{cases}x+a, &amp; x\le0\\ |x-4|, &amp; x&gt;0\end{cases}$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$g(x)=\begin{cases}x+1, &amp; x&lt;0\\ (x-4)^2+b, &amp; x\ge0\end{cases}$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f)(2)+(f\circ g)(-2)$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of piecewise functions, Composite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evaluate each composite by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$b=-15$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evaluate each composite by pieces.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$\lim_{x\to0^-}(x+a)=a=f(0)$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$\lim_{x\to0^+}|x-4|=4$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$\lim_{x\to0^-}(x+1)=1$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$g(0)=(0-4)^2+b=16+b$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$b=1-16=-15$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f)(2)=g(f(2))=g(|2-4|)=g(2)$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$g(2)=(2-4)^2+b=4-15=-11$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g)(-2)=f(g(-2))=f(-2+1)=f(-1)$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$f(-1)=-1+a=-1+4=3$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$=-11+3=-8$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-8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functions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the one-sided limits at each joint; only the joint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composites from the inside out, choosing the piece by the sign condition of the inner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general different functions: do not swap the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piecewise functions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equate the one-sided limits at each joint; only the joint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matters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composites from the inside out, choosing the piece by the sign condition of the inner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general different functions: do not swap the order.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 q\ne0$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$f(x)=\dfrac{\sqrt[7]{p(729+x)}-3}{\sqrt[3]{729+qx}-9}$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$7pq\,f(0)-1=0$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$63q\,f(0)-p^2=0$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$21q\,f(0)-p^2=0$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$7pq\,f(0)-9=0$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binomial expansion for fractional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must vanish: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 must vanish: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$p\cdot3^6=3^7$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$(1+\frac{x}{729})^{1/7}-1$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$(1+\frac{qx}{729})^{1/3}-1$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limit must be of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(the denominator tends to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must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$f(0)=\lim_{x\to0}f(x)$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this limit must be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(the denominator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$\sqrt[3]{729}-9=0$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must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$\sqrt[7]{p\cdot729}-3=0\Rightarrow p\cdot3^6=3^7\Rightarrow 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$f(0)=\lim_{x\to0}\frac{\sqrt[7]{3(3^6+x)}-3}{\sqrt[3]{3^6+qx}-9}$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6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(Option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$\sqrt[7]{3^7\left(1+\frac{x}{3^6}\right)}=3\left(1+\frac{x}{3^6}\right)^{1/7}$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$\sqrt[3]{3^6\left(1+\frac{qx}{3^6}\right)}=9\left(1+\frac{qx}{3^6}\right)^{1/3}$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$f(0)=\lim\frac{3\left[\left(1+\frac{x}{3^6}\right)^{1/7}-1\right]}{9\left[\left(1+\frac{qx}{3^6}\right)^{1/3}-1\right]}$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$(1+u)^{m}-1\sim 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$\sim3\cdot\frac17\cdot\frac{x}{3^6}$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$\sim9\cdot\frac13\cdot\frac{qx}{3^6}$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$f(0)=\frac{3}{9}\cdot\frac{1/(7\cdot3^6)}{q/(3\cdot3^6)}=\frac13\cdot\frac{3}{7q}=\frac{1}{7q}$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$7qf(0)=1$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$63q\,f(0)=9=p^2$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$63q\,f(0)-p^2=0$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(Option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$7pq\,f(0)=3\ne1$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63q f(0) - p^2 =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g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(L'Hopital).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$N(x)=\sqrt[7]{p(729+x)}-3$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$D(x)=\sqrt[3]{729+qx}-9$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$f(0)=\frac{N'(0)}{D'(0)}$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(L'Hopital).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729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before),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$N'(x)=\frac17\left(3(729+x)\right)^{-6/7}\cdot3$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$\left(3\cdot3^6\right)^{-6/7}=3^{-6}$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$N'(0)=\frac{3}{7\cdot3^6}$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$D'(x)=\frac13(729+qx)^{-2/3}\cdot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$729^{-2/3}=3^{-4}$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$D'(0)=\frac{q}{3\cdot3^4}=\frac{q}{243}$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$f(0)=\frac{3/(7\cdot729)}{q/243}=\frac{3\cdot243}{7\cdot729\,q}=\frac{1}{7q}$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$63q\,f(0)=9=p^2$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63q f(0) - p^2 =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linearisation: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any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forms: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are differentiable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keep a limit finite at a root of the denominator, the numerator's parameter is forced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Binomial linearisation: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$(1+u)^m-1\sim 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any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forms: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$N(a)=D(a)=0$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both are differentiable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$\lim\frac{N}{D}=\frac{N'(a)}{D'(a)}$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keep a limit finite at a root of the denominator, the numerator's parameter is forced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$f(x)=\lim_{n\to\infty}\dfrac{\cos(2\pi x)-x^{2n}\sin(x-1)}{1+x^{2n+1}-x^{2n}}$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$\mathbb{R}-\{0\}$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sequence-defined function (powers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Continuity of a function defined by a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sequence-defined function (powers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Continuity of a function defined by a limit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(the limit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compare left limit, value and right limit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(the limit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$0,\infty,1$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then compare left limit, value and right limit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$x^{2n+1}\to0$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$f(x)=\cos2\pi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$f(x)=\lim\frac{\frac{\cos2\pi x}{x^{2n}}-\sin(x-1)}{\frac{1}{x^{2n}}+x-1}=-\frac{\sin(x-1)}{x-1}$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$f(1)=\frac{\cos2\pi-\sin0}{1+1-1}=1$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$x^{2n+1}=-1$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$f(-1)=\frac{\cos(-2\pi)-\sin(-2)}{1-1-1}=-(1+\sin2)$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differ,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a continuous function on each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$\text{LHL}=\cos2\pi=1$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$\text{RHL}=-\frac{\sin(x-1)}{x-1}\to-1$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$\text{RHL}=\cos(-2\pi)=1$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$\text{LHL}=-\frac{\sin(-2)}{-2}=-\frac{\sin2}{2}$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$f(-1)=-(1+\sin2)$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all three differ, not continuous.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a continuous function on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$\mathbb{R}-\{-1,1\}$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R - {-1, 1}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ratios of expressions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the largest power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substitute directly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defined by such a limit is continuous on each region and its only possible discontinuities are the boundary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$\lim_{n\to\infty}x^{2n}=0$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behaves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ratios of expressions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divide by the largest power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substitute directly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defined by such a limit is continuous on each region and its only possible discontinuities are the boundary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points, where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$f:\mathbb{R}\to\mathbb{R}$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$f(x)=|x-1|\cos|x-2|\sin|x-1|+(x-3)|x^2-5x+4|$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functions involving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smooth;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$|t|\sin|t|=t\sin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$\cos|t|=\cos 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smooth;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$(x-3)|(x-1)(x-4)|$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corners,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PDF's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candidates for non-differentiability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the modulus arguments).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even).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everywhere; 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problem.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$x^2-5x+4=(x-1)(x-4)$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$f(x)=|x-1|\cos|x-2|\sin|x-1|+(x-3)|x-1||x-4|$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PDF's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$f(x)=|x-1|\left[\cos|x-2|\sin|x-1|+(x-3)|x-4|\right]$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candidates for non-differentiability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(zeros of the modulus arguments).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$|x-1|\sin|x-1|=(x-1)\sin(x-1)$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$|t|\sin|t|=t\sin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$\cos|x-2|=\cos(x-2)$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(cosine is even).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$T_1=(x-1)\sin(x-1)\cos(x-2)$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everywhere;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problem.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modulus is non-differentiable exactly at its simple zeros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the smooth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each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function plus a function with a corner has a corner: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of points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$T_2=(x-3)\,|(x-1)(x-4)|$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modulus is non-differentiable exactly at its simple zeros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these points the smooth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non-zero: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differentiable function plus a function with a corner has a corner: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of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each candidate point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smooth function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the corner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(products of two vanishing moduli are second-order small and never give a corner).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531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Near each candidate point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smooth function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$c\,|x-a|$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compute the corner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(products of two vanishing moduli are second-order small and never give a corner).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so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zero slope on both sides - no corner 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corner with slope jump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70504"/>
                <a:ext cx="10725912" cy="34046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Candidates: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$\cos|x-2|=\cos(x-2)$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so no corner.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$|x-1|\cos|x-2|\sin|x-1|\approx|x-1|\cdot\cos1\cdot|x-1|=\cos1\,(x-1)^2$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zero slope on both sides - no corner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$(x-3)\,|(x-1)(x-4)|\approx(-2)\cdot3|x-1|=-6|x-1|$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corner with slope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corner (slope jump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$(x-3)|(x-1)(x-4)|\approx1\cdot3|x-4|$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corner (slope jump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Corners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odd/even functions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 their modulus.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simple zero of the modulus argument);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$|t|\sin|t|=t\sin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$\cos|t|=\cos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odd/even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lose their modulus.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$\phi(|t|)$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smooth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$g(x)\,|(x-a)|$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simple zero of the modulus argument);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differentiable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differentiable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having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α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$f(x)=\begin{cases}\dfrac{\log_e(1+5x)-\log_e(1+\alpha x)}{x}, &amp; \text{if } x\ne0\\ 10, &amp; \text{if }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at a point, Standard limits: logarithmic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logarithm gives a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logarithm gives a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$\frac{\ln(1+kx)}{x}\to 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$5-\alpha$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expansion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𝑡𝑒𝑟𝑚𝑠 𝑖𝑛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$\lim_{x\to0}\frac{\ln(1+5x)-\ln(1+\alpha x)}{x}=f(0)=10$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the expansion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$\ln(1+u)=u-\frac{u^2}{2}+\dots$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$u=\alpha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$(5x-\dots)-(\alpha x-\dots)$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quotient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$(5-\alpha)+(\text{terms in }x)\to5-\alpha$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continuity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continuity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the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limit is the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$h(x)=\ln(1+5x)-\ln(1+\alpha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$\lim_{x\to0}\frac{h(x)}{x}=h'(0)$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$h'(x)=\frac{5}{1+5x}-\frac{\alpha}{1+\alpha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$h'(0)=5-\alpha$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$5-\alpha=10$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-5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$\lim_{x\to0}\frac{\ln(1+px)-\ln(1+qx)}{x}=p-q$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$\ln\frac{1+px}{1+qx}$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$\lim_{x\to0}\frac{\ln(1+kx)}{x}=k$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$\lim_{x\to0}\frac{e^{kx}-1}{x}=k$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limit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$\frac{h(x)-h(0)}{x}$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Q28 – Q29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are printed in the paper; JEE Advanced default)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$f(x)=\begin{cases}|4x^2-8x+5|, &amp; \text{if } 8x^2-6x+1\ge0\\ [4x^2-8x+5], &amp; \text{if } 8x^2-6x+1&lt;0\end{cases}$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points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Continuity and differentiability of piecewise functions with the greatest integer function, Quadratic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the floor of a strictly decreasing quadratic (a staircase), outside it equals the quadratic itself; check the two ends and the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$(\frac14,\frac12)$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function is the floor of a strictly decreasing quadratic (a staircase), outside it equals the quadratic itself; check the two ends and the step.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$8x^2-6x+1=(4x-1)(2x-1)\ge0$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$h(x)=4x^2-8x+5=4(x-1)^2+1&gt;0$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$|h(x)|=h(x)$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$x\in(-\infty,\frac14]\cup[\frac12,\infty)$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$f(x)=[h(x)]$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$x\in(\frac14,\frac12)$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decreasing: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$h\left(\frac14\right)=\frac{13}{4}$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$h\left(\frac12\right)=2$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$x\in(\frac14,\frac12)$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$h(x)\in(2,\frac{13}{4})$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exceeds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$h(x)=3\iff4x^2-8x+2=0\iff x=\frac{2-\sqrt2}{2}\approx0.293$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$(\frac14,\frac12)$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$\frac14&lt;x\le\frac{2-\sqrt2}{2}$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h&lt;\frac{13}{4}$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$\frac{2-\sqrt2}{2}&lt;x&lt;\frac12$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$2&lt;h&lt;3$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$f\left(\frac14\right)=h\left(\frac14\right)=\frac{13}{4}$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$f\left(\frac14^+\right)=3$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left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or a constant.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$x=\frac{2-\sqrt2}{2}$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drops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discontinuous, hence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$f\left(\frac12\right)=h\left(\frac12\right)=2$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left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$f'\left(\frac12^-\right)=0$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$f'\left(\frac12^+\right)=h'\left(\frac12\right)=8\cdot\frac12-8=-4$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Elsewhere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or a constant.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at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$x=\frac14,\frac{2-\sqrt2}{2},\frac12$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joints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each joint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values and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strictly monotone function is a staircase: its jump points are where the function equals an integer; a jump point whose value sits exactly on the integer belongs to the upper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strictly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$f=\begin{cases}A &amp; \text{if } P\ge0\\ B &amp; \text{if } P&lt;0\end{cases}$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joints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each joint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values and slopes.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floor of a strictly monotone function is a staircase: its jump points are where the function equals an integer; a jump point whose value sits exactly on the integer belongs to the upper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$4(x-1)^2+1$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strictly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minimum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points at which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in the open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number of points at which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$f(x)=4|2x+3|+9\left[x+\frac12\right]-12[x+20]$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differentiable in the open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Differentiability of functions with the greatest integer function and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integers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half-integers: every such point is a non-differentiability point; 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integers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$[x+\frac12]$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at half-integers: every such point is a non-differentiability point; the corner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$|2x+3|$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on one of them.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sources of non-differentiability 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integers)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half-integers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$[x+20]=[x]+20$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$f(x)=4|2x+3|+9\left[x+\frac12\right]-12[x]-240$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three sources of non-differentiability 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(corner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integers)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(jumps at half-integers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terms are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half-integer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other terms are continuous,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 These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$n\in(-20,20)$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terms are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$-19,\dots,19$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every half-integer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$k+\frac12\in(-20,20)$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the other terms are continuous,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differentiable. These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$-19.5,-18.5,\dots,19.5$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half-integer (already counted: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there), so it adds nothing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a half-integer (already counted: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discontinuous there), so it adds nothing new.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$=39+40=79$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jumps occur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integer: even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jumps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odd values give those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All jumps occur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integer: even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the jumps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odd values give those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$[x+\frac12]$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count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$2x\in(-40,40)$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(hence is not differentiable)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integers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jumps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$x\in\mathbb{Z}+\frac12$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jump (hence is not differentiable)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$x\in\frac12\mathbb{Z}$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$x\in(-20,20)$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$2x\in(-40,40)$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$-39,-38,\dots,39$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among them, so nothing is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corner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$|2x+3|$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among them, so nothing is added.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'round half up';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change at every multiple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whenever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multiples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for double-counting between different sources.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$[x+\tfrac12]$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'round half up';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$[x+\tfrac12]$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change at every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$[x+k]=[x]+k$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$[x+20]$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a constant).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$(-N,N)$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$2x\in(-2N,2N)$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always check for double-counting between different sources.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(6/6)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29 questions, 116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Continuity &amp; Differentiability Sheet (J-M)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