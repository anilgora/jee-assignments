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Sheet1!$A$2:$A$10</c:f>
              <c:strCache>
                <c:ptCount val="9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1.0</c:v>
                </c:pt>
                <c:pt idx="5">
                  <c:v>2.0</c:v>
                </c:pt>
                <c:pt idx="6">
                  <c:v>4.0</c:v>
                </c:pt>
                <c:pt idx="7">
                  <c:v>4.0</c:v>
                </c:pt>
                <c:pt idx="8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expansion line reads 'a^2c - ac^2 + a^2d - ad^2 + b^2c + b^2d - bd^2' and omits the term -bc^2 (the four products give eight terms). The next line, the grouping, correctly contains -c^2(a+b), so this is only a copying slip; the working and the answer 16000 are unchanged. Corrected by inserting -bc^2.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Quadratic Equation Sheet (Exercise J - 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QUADRATIC EQUATION · FCopy JA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one root in common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one root in common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root of two quadratic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two equations (cross-multiplication) to get a condition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two equations (cross-multiplication) to get a condition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root. It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Treat these as two linear equations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cross-multiply: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 ratios: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last two ratios: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root. It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Treat these as two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$\frac{x^2}{b^2+1}=\frac{x}{-1-b}=\frac{1}{1-b}$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$x=\frac{b^2+1}{-(b+1)}$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last two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$x=\frac{-(b+1)}{1-b}$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the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the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$\frac{b^2+1}{-(b+1)}=\frac{-(b+1)}{1-b}\Rightarrow (b^2+1)(1-b)=(b+1)^2$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$b^2-b^3+1-b=b^2+2b+1\Rightarrow b^3+3b=0$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$b(b^2+3)=0$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$b=0,\ \pm 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$-i\sqrt3$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equations to get the common root as a linear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substitute it back.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equations to get the common root as a linear expression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substitute it back.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root. Subtracting the two equations kills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common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root. Subtracting the two equations kills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$(b-1)x-(1+b)=0$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$x=\frac{b+1}{b-1}$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common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$\frac{(b+1)^2}{(b-1)^2}+\frac{b+1}{b-1}+b=0$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$(b+1)^2+(b+1)(b-1)+b(b-1)^2=0$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option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option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$(b^2+2b+1)+(b^2-1)+(b^3-2b^2+b)=b^3+3b=0$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$b=\pm 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option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option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$x=\frac{1-i\sqrt3}{-1-i\sqrt3}=\frac{1+i\sqrt3}{2}$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$x^2+x=\frac{-1+i\sqrt3}{2}+\frac{1+i\sqrt3}{2}=i\sqrt3$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$-i\sqrt3$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quadratics have a common root: subtract them (or take a combination) to eliminate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root is then linear, and substituting it back gives the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for a common root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equation as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quadratics with real coefficients have a common non-real root, the conjugate is also common, so both roots are common (the equations are proportional).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non-real, so the coefficients are not both real and only one root is shared.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quadratics have a common root: subtract them (or take a combination) to 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root is then linear, and substituting it back gives the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for a common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$a_1x^2+b_1x+c_1=0$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$a_2x^2+b_2x+c_2=0$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$(a_1c_2-a_2c_1)^2=(a_1b_2-a_2b_1)(b_1c_2-b_2c_1)$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$(b+1)^2=(1-b)(b^2+1)$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equation as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quadratics with real coefficients have a common non-real root, the conjugate is also common, so both roots are common (the equations are proportional).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$b=\pm 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non-real, so the coefficients are not both real and only one root is shared.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coefficients has purely imaginary roots. Then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purely imaginary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all real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real and two purely imaginary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real nor purely imaginary roots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coefficients has purely imaginary roots. Then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$p(p(x))=0$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purely imaginary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all real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real and two purely imaginary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real nor purely imaginary roots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14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Nature of roots of a real quadratic and of its composition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14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Nature of roots of a real quadratic and of its composition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$p(p(x))$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real polynomial is real on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 on imaginary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equal a non-real imaginary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real polynomial is real on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$ax^2+c$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 on imaginary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equal a non-real imaginary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coefficients and purely imaginary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 the sum of the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real,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real,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root is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coefficients and purely imaginary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 the sum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$p(x)=ax^2+c$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ca=k^2&gt;0$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$p(p(x))=0$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$p(x)=\pm ik$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real,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real,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root is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purely imaginary,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real (negative),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again be real,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root is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neither real nor purely imaginary: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purely imaginary,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real (negative),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again be real,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root is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$p(p(x))=0$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neither real nor purely imaginary: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$x=u+iv$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$p(x)=\pm ik$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imaginary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$p(x)=ax^2+c$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ca=k^2&gt;0$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$p(p(x))=0$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$ax^2+c=\pm ik$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$x=u+iv$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$ax^2+c=a(u^2-v^2)+c+2iauv$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imaginary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$2auv=\pm 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purely imaginary,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for every root, so no root is real or purely imaginary: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neither real nor purely imaginary.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purely imaginary,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for every root, so no root is real or purely imaginary: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$p(p(x))=x^4+2x^2+2$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$x^2=-1\pm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$x\approx\pm0.455\pm1.099i$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neither real nor purely imaginary.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takes real values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non-real never has a real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even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purely imaginary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real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on both the real and the imaginary axis, and a non-real value is attained only off both axes.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Real-coefficient quadratic with purely imaginary roots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takes real values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non-real never has a real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even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purely imaginary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on both the real and the imaginary axis, and a non-real value is attained only off both axes.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Real-coefficient quadratic with purely imaginary roots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$a(x^2+k^2)$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may be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non-zero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quadratic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real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intervals is (are) a subset(s)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non-zero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x^2-x+\alpha=0$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intervals is (are) a subset(s)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$\left(-\frac12,-\frac1{\sqrt5}\right)$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$\left(-\frac1{\sqrt5},0\right)$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$\left(\frac1{\sqrt5},\frac12\right)$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Difference of the roots of a quadratic and the range of the parameter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discriminant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$x_1x_2=1$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$|x_1-x_2|^2=\frac1{\alpha^2}-4$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$|x_1-x_2|&lt;1$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discriminant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x^2-x+\alpha=0$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$x_1x_2=\frac\alpha\alpha=1$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$|x_1-x_2|&lt;1\Rightarrow (x_1+x_2)^2-4x_1x_2&lt;1$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with critical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real roots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option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$\frac1{\alpha^2}-4&lt;1\Rightarrow 5-\frac1{\alpha^2}&gt;0\Rightarrow\frac{5\alpha^2-1}{\alpha^2}&gt;0$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with 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$-\frac1{\sqrt5},\,0,\,\frac1{\sqrt5}$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$\alpha\in\left(-\infty,-\frac1{\sqrt5}\right)\cup\left(\frac1{\sqrt5},\infty\right)$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real roots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$1-4\alpha^2&gt;0\Rightarrow\alpha\in\left(-\frac12,\frac12\right)$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$S=\left(-\frac12,-\frac1{\sqrt5}\right)\cup\left(\frac1{\sqrt5},\frac12\right)$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$\left(-\frac12,-\frac1{\sqrt5}\right)$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option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$\left(\frac1{\sqrt5},\frac12\right)$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(B) and (C) contain values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(B) and (C) contain values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$\pm0.1$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$|\alpha|&lt;\frac1{\sqrt5}$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reciprocal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put them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reciprocal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$x_1x_2=1$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put them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roots are positive (sum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sinh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lower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roots are positive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$x_1+x_2=2\cosh s=\frac1\alpha$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$|x_1-x_2|=2|\sinh 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$|x_1-x_2|&lt;1\iff|\sinh s|&lt;\frac12\iff|s|&lt;\sinh^{-1}\frac12$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$1&lt;\cosh s&lt;\cosh\left(\sinh^{-1}\frac12\right)=\sqrt{1+\frac14}=\frac{\sqrt5}2$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lower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roots negated (same difference),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answer is (A, 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0.47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$2&lt;\frac1\alpha&lt;\sqrt5$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$\frac1{\sqrt5}&lt;\alpha&lt;\frac12$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$(-\alpha)x^2-x+(-\alpha)=0$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roots negated (same difference),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$\left(\frac1{\sqrt5},\frac12\right)$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$-\frac12&lt;\alpha&lt;-\frac1{\sqrt5}$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$S=\left(-\frac12,-\frac1{\sqrt5}\right)\cup\left(\frac1{\sqrt5},\frac12\right)$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answer is (A, 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$\alpha=0.47$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$|x_1-x_2|=\frac{\sqrt{1-4(0.47)^2}}{0.47}\approx0.70&lt;1$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$\alpha=0.44$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$\approx1.08&gt;1$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roots,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distinct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reciprocals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case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difference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(golden ratio).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$|x_1-x_2|=\frac{\sqrt D}{|a|}$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$|x_1-x_2|&lt;k\iff D&lt;k^2a^2$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distinct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reciprocals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$|x_1+x_2|&gt;2$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case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$\varphi=\frac{1+\sqrt5}2$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difference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(golden ratio).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paragraph: Q4-Q5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$n=0,1,2,\ldots$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$a_n=p\alpha^n+q\beta^n$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87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 sums of the roots of a quadratic and the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87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 sums of the roots of a quadratic and the recurrence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$a_{n+2}=a_{n+1}+a_n$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recurrence, then split into rational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 and use the FACT.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$3a_1+2a_0$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recurrence, then split into rational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 and use the FACT.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sequence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rational part: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$\beta^2=\beta+1$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sequence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$a_{n+2}=a_{n+1}+a_n$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$a_4=a_3+a_2=3a_1+2a_0=3(p\alpha+q\beta)+2(p+q)$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$\beta=\frac{1-\sqrt5}2$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$a_4=3p\left(\frac{1+\sqrt5}2\right)+3q\left(\frac{1-\sqrt5}2\right)+2p+2q=28$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rational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$\left(\frac{3p}2+\frac{3q}2+2p+2q-28\right)=0$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FACT,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$\left(\frac{3p}2-\frac{3q}2\right)\sqrt5$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FACT,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$\frac{3p}2-\frac{3q}2=0$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$3p+4p=28\Rightarrow7p=28\Rightarrow 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$p+2q=4+8=12$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Conjugation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fixes the rational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splitting.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Conjugation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$\sqrt5\to-\sqrt5$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fixes the rational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splitting.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the conjugation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fixes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swaps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$\alpha^4=\frac{7+3\sqrt5}2$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$\beta^4=\frac{7-3\sqrt5}2$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$a_4=p\alpha^4+q\beta^4=28$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the conjugation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$\sqrt5\mapsto-\sqrt5$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fixes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swaps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$\alpha^4\leftrightarrow\beta^4$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$p\beta^4+q\alpha^4=28$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$(p-q)(\alpha^4-\beta^4)=0$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$\alpha^4-\beta^4=3\sqrt5\neq0$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$a_4=p(\alpha^4+\beta^4)=7p$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$7p=28\Rightarrow p=q=4$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(Fibonacci),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Lucas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Fibonacci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 (irrationality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really two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same holds for any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 perfect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$a_n=p\alpha^n+q\beta^n$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$\alpha^n=F_n\alpha+F_{n-1}$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(Fibonacci),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$a_n=F_n(p\alpha+q\beta)+F_{n-1}(p+q)$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$3a_1+2a_0$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Lucas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$2,1,3,4,7,11,\ldots$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$p=-q=\frac1{\sqrt5}$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Fibonacci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 (irrationality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really two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same holds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 perfect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$n=0,1,2,\ldots$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$a_n=p\alpha^n+q\beta^n$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$a_{11}+2a_{10}$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$a_{11}+a_{10}$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$a_{11}-a_{10}$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$2a_{11}+a_{10}$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Recurrence relation for power sums of the roots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likewise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$\alpha^2=\alpha+1$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$\alpha^{12}=\alpha^{11}+\alpha^{10}$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likewise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$\alpha^2-\alpha-1=0\Rightarrow\alpha^2=\alpha+1$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$\beta^2-\beta-1=0\Rightarrow\beta^2=\beta+1$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$a_{11}+a_{10}=p\alpha^{11}+q\beta^{11}+p\alpha^{10}+q\beta^{10}$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$=p\alpha^{10}(\alpha+1)+q\beta^{10}(\beta+1)$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$=p\alpha^{10}\cdot\alpha^2+q\beta^{10}\cdot\beta^2$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$=p\alpha^{12}+q\beta^{12}=a_{12}$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$a_{11}+a_{10}$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must hold for every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it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Lucas sequence.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must hold for every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$p=q=1$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Lucas sequence.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asked for is the same for all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(Lucas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asked for is the same for all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$a_n=\alpha^n+\beta^n=L_n$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(Lucas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$L_0=2,\ L_1=1$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$L_{n+1}=L_n+L_{n-1}$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$2,1,3,4,7,11,18,29,47,76,123,199,322$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$a_{10}=123$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$a_{11}=199$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$a_{12}=322$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values: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values: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$199+246=445$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$199+123=322$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$199-123=76$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$398+123=521$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$a_{11}+a_{10}$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relation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convenient choice (Lucas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tests an option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$x^2=sx+t$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$u_n=pr_1^n+qr_2^n$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$u_{n+2}=su_{n+1}+tu_n$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$r^2=sr+t$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relation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convenient choice (Lucas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tests an option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$a_{12}=a_{11}+a_{10}$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$322=199+123$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distinct real roots of the quadratic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distinct complex roots of the quadratic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distinct real roots of the quadratic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$x^2+20x-2020$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distinct complex roots of the quadratic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$x^2-20x+2020$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$ac(a-c)+ad(a-d)+bc(b-c)+bd(b-d)$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functions of the roots of two quadratic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expansion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sums and products of roots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expansion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$(a^2+b^2)(c+d)-(a+b)(c^2+d^2)$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sums and products of roots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$x^2+20x-2020=0$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$a+b=-20,\ ab=-2020$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$x^2-20x+2020=0$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$c+d=20,\ cd=2020$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$E=ac(a-c)+ad(a-d)+bc(b-c)+bd(b-d)$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$E=a^2c-ac^2+a^2d-ad^2+b^2c-bc^2+b^2d-bd^2$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$E=a^2(c+d)+b^2(c+d)-c^2(a+b)-d^2(a+b)$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88800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72800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$E=(a^2+b^2)(c+d)-(a+b)(c^2+d^2)$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$E=\left((a+b)^2-2ab\right)(c+d)-(a+b)\left((c+d)^2-2cd\right)$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$E=(400+4040)(20)-(-20)(400-4040)$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$E=88800-72800=16000$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16000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pairs of roots with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Checked numerically on random integers; here it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bracket vanishes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expression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is evaluated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(here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need not be found.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pairs of roots with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$S_a,S_c$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$P_a,P_c$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$\sum_{x\in\{a,b\},\,y\in\{c,d\}}xy(x-y)=S_aS_c(S_a-S_c)-2\,(S_cP_a-S_aP_c)$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Checked numerically on random integers; here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$(-20)(20)(-40)-2(20\cdot(-2020)-(-20)(2020))=16000-0$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$S_c=-S_a$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$P_c=-P_a$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bracket vanishes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$E=S_aS_c(S_a-S_c)=16000$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expression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is evaluated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$a+b,\ ab,\ c+d,\ 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(here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need not be found.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may be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any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any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R\times\mathbb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$S=\{(a,b,c): a,b,c\in\mathbb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$ax^2+2bxy+cy^2&gt;0$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$(x,y)\in\mathbb R^2-\{(0,0)\}\}$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$\left(2,\frac72,6\right)\in 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$\left(3,b,\frac1{12}\right)\in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$|2b|&lt;1$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any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$ax+by=1,\ bx+cy=-1$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any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$(a+1)x+by=0,\ bx+(c+1)y=0$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Positive definite quadratic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Unique solution of a system of linear equations (determinant condition)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Positive definite quadratic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$ax^2+2bxy+cy^2$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Unique solution of a system of linear equations (determinant condition)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determinants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$(a,b,c)\in S\iff 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$b^2&lt;ac$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determinants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$ac-b^2$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$(a+1)(c+1)-b^2$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 xy\right)^2+2b\left(\frac xy\right)+c&gt;0$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similarly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fails. (A)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iff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holds.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similarly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$b^2&lt;ac,\ a&gt;0,\ 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$\left(2,\frac72,6\right)$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$b^2=\frac{49}4=12.25$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$b^2&lt;ac$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fails. (A)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c=\frac1{12}$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$b^2&lt;\frac3{12}=\frac14\Rightarrow4b^2&lt;1\Rightarrow|2b|&lt;1$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$ax+by=1,\ bx+cy=-1$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$\left|\begin{matrix}a&amp;b\\b&amp;c\end{matrix}\right|=ac-b^2\neq0$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ab\neq\frac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$b^2&lt;ac$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holds.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system with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bracket is positive and the second is positive, so the sum is positive and non-zero.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true statements are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system with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$\begin{pmatrix}a+1&amp;b\\b&amp;c+1\end{pmatrix}$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$(a+1)(c+1)-b^2\neq0$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$(a+1)(c+1)-b^2=(ac-b^2)+(a+c+1)$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bracket is positive and the second is positive, so the sum is positive and non-zero.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true statements are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Positive definiteness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statement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invertibility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Positive definiteness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$M=\begin{pmatrix}a&amp;b\\b&amp;c\end{pmatrix}$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statement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$v^TMv&gt;0$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invertibility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symmetric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form is not positive there;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symmetric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$M=\begin{pmatrix}a&amp;b\\b&amp;c\end{pmatrix}$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$v^TMv&gt;0$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$2x^2+7xy+6y^2=(2x+3y)(x+2y)$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$(x,y)=(3,-2)\neq(0,0)$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form is not positive there;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$\left(2,\frac72,6\right)\notin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$v^TMv=0$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$Mv=(1,-1)^T$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positive definite, hence invertible;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(B), (C), (D) are true and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$v^T(M+I)v=v^TMv+|v|^2&gt;0$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positive definite, hence invertible;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$(M+I)v=0$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$ac&gt;b^2$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$a=3,c=\frac1{12}$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$b^2&lt;\frac14\Rightarrow|2b|&lt;1$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(B), (C), (D) are true and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definite, so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positive definite matrices are always invertible (all eigenvalues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quadratic form that factors into two real linear factors,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non-zero point and is never positive definite.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$ax^2+2bxy+cy^2&gt;0$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$(x,y)\neq(0,0)$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$ac-b^2&gt;0$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definite,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$M+\lambda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positive definite matrices are always invertible (all eigenvalues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quadratic form that factors into two real linear factors,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$(2x+3y)(x+2y)$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non-zero point and is never positive definite.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with real coefficients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$f(x)=x^4+ax^3+bx^2+c$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with real coefficients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$4x^3+3ax^2+2bx=0$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$\alpha_1,\alpha_2,\alpha_3$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$|\alpha_1|^2+|\alpha_2|^2+|\alpha_3|^2+|\alpha_4|^2$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polynomial and of its derivative; Vieta's relations, Modulus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non-real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too,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$f'(x)=x(4x^2+3ax+2b)$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non-real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$-i\sqrt3$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too,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the quadratic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are real, so the quadratic's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Product of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$f(1)=-9\Rightarrow1+a+b+c=-9\Rightarrow a+b+c=-10$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$4x^3+3ax^2+2bx=x\left(4x^2+3ax+2b\right)=0$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$i\sqrt3\neq0$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the quadratic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$4x^2+3ax+2b$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are real, so the quadratic's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$-\frac{3a}4=0\Rightarrow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$\frac{2b}4=3\Rightarrow 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$c=-10-a-b=-16$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$f(x)=x^4+6x^2-16=(x^2+8)(x^2-2)$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$x=\pm\sqrt2,\ \pm2\sqrt2\,i$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$\sum|\alpha_i|^2=2+2+8+8=20$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Rebuild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its three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integrate,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an even quartic.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Rebuild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its three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$0,\pm i\sqrt3$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integrate,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$|x|^2=|x^2|$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an even quartic.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coefficients),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$f'(x)=4x^3+3ax^2+2bx$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 i\sqrt3,\ -i\sqrt3$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coefficients),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$f'(x)=4x(x-i\sqrt3)(x+i\sqrt3)=4x(x^2+3)=4x^3+12x$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 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$f(x)=x^4+6x^2+c$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$f(1)=7+c=-9\Rightarrow c=-16$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two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$t^2+6t-16=0\Rightarrow 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$|x|^2=|x^2|=|t|$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two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$\sum|\alpha_i|^2=2\left(|2|+|-8|\right)=2(10)=20$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all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up to an additive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even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all roots are real; here Vieta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all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up to an additive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$f=\int 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even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$\pm\sqrt{t_j}$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$|x|^2=|t_j|$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$\sum|\alpha|^2=2\sum|t_j|$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all roots are real; here Vieta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$\sum\alpha^2=a^2-2b=-12$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$\sum|\alpha|^2=20$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1080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$b=\frac1{5^{1/6}\sqrt6}$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$3x+2y=\log_a\left(18\right)^{5/4}$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$2x-y=\log_b\left(\sqrt{1080}\right)$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Change of base and power rules of logarithms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1080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logarithms become the numbers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$18=a^2$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$\sqrt{1080}=b^{-3}$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logarithms become the numbers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$a=3\sqrt2\Rightarrow a^2=18$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$18^{5/4}=a^{5/2}$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$3x+2y=\log_a a^{5/2}=\frac52$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$b^{-1}=5^{1/6}\sqrt6\Rightarrow b^{-3}=5^{1/2}\cdot6^{3/2}=\sqrt{5\cdot6^3}=\sqrt{1080}$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$2x-y=\log_b\left(b^{-3}\right)=-3$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$4x-2y=-6$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$7x=\frac52-6=-\frac72\Rightarrow 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$2y=\frac52+\frac32=4\Rightarrow 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$4x+5y=-2+10=8$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target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combination of the two given forms,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never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target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$4x+5y$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combination of the two given forms,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never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$4x+5y=\lambda(3x+2y)+\mu(2x-y)$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$3\lambda+2\mu=4$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$2\lambda-\mu=5$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$\mu=2\lambda-5$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$3\lambda+4\lambda-10=4\Rightarrow\lambda=2,\ \mu=-1$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$4x+5y=2\left(\frac52\right)-1(-3)=5+3=8$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$x=-\frac12,\ 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the arguments as powers of the base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computing anything.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quantity asked is linear in the unknowns, write it as a combination of the given linear forms and avoid solving for each unknown (possible exactly when the coefficient vectors are independent).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base: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$\log_{A^m}\left(B^n\right)=\frac nm\log_AB$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the arguments as powers of the base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$1080=5\cdot6^3=b^{-6}$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computing anything.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quantity asked is linear in the unknowns, write it as a combination of the given linear forms and avoid solving for each unknown (possible exactly when the coefficient vectors are independent).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base: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$\log_{1/b}N=-\log_bN$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2.74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9 questions, 31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Quadratic Equation Sheet FCopy JA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2.74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