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2.5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1.0</c:v>
                </c:pt>
                <c:pt idx="17">
                  <c:v>1.0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checks only reflexivity (correctly: not reflexive) and then claims 'gcd(b,a)=1 so R is symmetric on Z', which ignores the condition 2a != b; R is NOT symmetric ((2,1) in R, (1,2) not in R). The PDF never examines transitivity. Its final key D is right, but its working proves the wrong thing; the symmetric and transitive counterexamples above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has typos (writes 'f(4) = 4 + (1)' for f(4)=4f(1)), gives no reason for option (A) beyond 'might not be one-one' (no counterexample), and checks option (B) only for n=1,2,3 without showing f(1)=1. Completed: induction f(n)=n f(1), explicit counterexample for (A), and the proof that onto forces f(1)=1. The answer (A)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line 'lim 1/2 {(2p+h)^2 - 4p(2p+h) + q^2 + 82 + 16}/h^2}^2 = 1/2' has a typo (82 instead of 8q) and the factor (2p+h)^2-4p(2p+h)+(q+4)^2 = h^2 only after using q+4=-2p, which the PDF does not state. It then jumps from 'limit = 1/2' to 'lim [f(x)] = 0' without saying why the floor is 0: the limit 1/2 is approached from below, so f &lt; 1/2 and [f] = 0. Both steps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writes the domain of the first branch as '|x| &gt;= 2' (typo; the question and the next line have |x| &lt;= 2), and then just reads the non-differentiable points off a sketch without any slope check. I added the analytic slope comparison at 0, +-1, +-2;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rewrites the denominator as sqrt(2n^4+3n+1) - sqrt(n^4+n+3) (the printed paper has 4n+3 and 5n+4) and later uses 3n-1 / n+3; its conjugate step therefore uses wrong lower-order terms. These lower-order terms do not affect the limit, so the final value 3/2(sqrt2+1) and key B stand; the working above uses the paper's actual denominator.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prefactor as '1/n^{sin^2 t}' (it should be n^{cosec^2 t}, which gives n after the outer power sin^2 t). The final value n is correct. Notation fixed; the argument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01_01)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10 elements and 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5 elements. If each element of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element of exactly 20 of the sets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exactly 6 of the sets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50   (C) 15   (D) 45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$\bigcup_{i=1}^{50}X_i=\bigcup_{i=1}^{n}Y_i=T$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10 elements and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5 elements. If each element of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element of exactly 20 of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exactly 6 of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30   (B) 50   (C) 15   (D) 45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Union of sets and counting elements by double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(set, element) incidences two ways: 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multiplicity.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(set, element) incidences two ways: sets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$=|T|\times$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multiplicity.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-family: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incidences.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exactly 20 of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-family: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incidences, and each element lies in exactly 6 of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$\sum|X_i|=50\times10=500$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incidences.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exactly 20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$|T|=\frac{50\times10}{20}=25$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$\sum|Y_i|=n\times5$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incidences, and each element lies in exactly 6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$|T|=\frac{n\times5}{6}$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counts: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the two counts: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$\frac{50\times10}{20}=\frac{n\times5}{6}$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$25=\frac{5n}{6}$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counting: if every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principle gives the handshake lemma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count of point-line incidences.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two families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Double counting: if every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$|T|=\frac{ks}{m}$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principle gives the handshake lemma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$\sum\deg=2E$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count of point-line incidences.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two families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$\frac{50\cdot10}{20}=\frac{n\cdot5}{6}$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$n=\frac{6\cdot25}{5}=30$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35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$g(x)=\frac{x^2-x-2}{2x^2-x-6}$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$g(2)=\lim_{x\to2}g(x)$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$(-\infty,-1]\cup[2,\infty)$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$(-\infty,-2]\cup[-1,\infty)$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$(-\infty,-2]\cup\left[-\frac43,\infty\right)$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$(-\infty,-2]\cup\left[-\frac32,\infty\right)$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composite function, Limit of a rational function (removable discontinuity)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first remove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 g(x)\le1$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first remove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$g(2)=\lim_{x\to2}\frac{x^2-x-2}{2x^2-x-6}=\lim_{x\to2}\frac{(x-2)(x+1)}{(x-2)(2x+3)}$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$=\lim_{x\to2}\frac{x+1}{2x+3}=\frac37$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first inequality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$g(x)=\frac{x+1}{2x+3}$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g(x)=\sin^{-1}(g(x))$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g(x)\le1$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$g(2)=\frac37\in[-1,1]$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$-1\le\frac{x+1}{2x+3}\le1$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$\frac{x+1}{2x+3}\ge-1$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$\frac{x+1}{2x+3}\le1$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$\frac{3x+4}{2x+3}\ge0$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$\frac{x+2}{2x+3}\ge0$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first inequality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 and (ii),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$x\in(-\infty,-2]\cup\left[-\frac43,\infty\right)$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 and (ii),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$(-\infty,-2]\cup\left[-\frac43,\infty\right)$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$(-\infty,-2]\cup\left[-\frac43,\infty\right)$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condition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$g=\frac12-\frac{1}{2w}$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$w=2x+3$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$|g|\le1$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true;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$g(x)=\frac{x+1}{2x+3}=\frac12-\frac{1}{2(2x+3)}$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$g=\frac12-\frac1{2w}$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$-1\le\frac12-\frac{1}{2w}\le1\iff-\frac32\le-\frac1{2w}\le\frac12\iff-1\le\frac1w\le3$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$\frac1w\ge-1$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true;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true;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already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$\frac1w\le3$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true;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$w\ge\frac13$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$w\ge\frac13$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$x=\frac{w-3}{2}\le-2$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already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$(-\infty,-2]\cup\left[-\frac43,\infty\right)$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$(-\infty,-2]\cup\left[-\frac43,\infty\right)$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restriction.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fractional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inequalities on it reduce to inequalities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hyperbola).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with a sign (wavy-curve) scheme and intersect.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 where the formula is redefined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separately - the removable point may or may not belong to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restriction.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fractional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$\frac{ax+b}{cx+d}$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$+\frac{k}{cx+d}$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inequalities on it reduce to inequalities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hyperbola).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$-1\le\frac{p}{q}\le1\iff\frac{p+q}{q}\ge0$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$\frac{q-p}{q}\ge0$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with a sign (wavy-curve) scheme and intersect.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 where the formula is redefined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separately - the removable point may or may not belong to the 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real number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$\lim_{n\to\infty}\frac{[r]+[2r]+\dots+[nr]}{n^2}$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non-zero real number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involving the greatest integer function (sandwich theorem)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term and sandwich the sum between two quantities with the same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$x-1&lt;[x]\le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term and sandwich the sum between two quantities with the same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concept,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inequalities: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concept,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$x-1&lt;[x]\le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 r-1&lt;[1\cdot r]\le1\cdot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$\;2r-1&lt;[2r]\le2r$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$\;nr-1&lt;[nr]\le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$r\frac{n(n+1)}{2}-n&lt;[r]+[2r]+\dots+[nr]\le r(1+2+\dots+n)=\frac{rn(n+1)}{2}$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right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$\frac{\frac{rn(n+1)}{2}-n}{n^2}&lt;\frac{[r]+[2r]+\dots+[nr]}{n^2}\le\frac{rn(n+1)}{2n^2}$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 r2-0=\frac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$\frac{n}{n^2}\to0$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r2$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Stolz-Cesaro: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strictly increasing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Stolz-Cesaro: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$\frac{a_n}{b_n}$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strictly increasing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$\lim\frac{a_{n+1}-a_n}{b_{n+1}-b_n}$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unbounded.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lies between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$a_n=\sum_{k=1}^{n}[kr]$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unbounded.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$a_{n+1}-a_n=[(n+1)r]$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$b_{n+1}-b_n=2n+1$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$\frac{[(n+1)r]}{2n+1}$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$(n+1)r-1&lt;[(n+1)r]\le(n+1)r$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$\frac{(n+1)r-1}{2n+1}$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$\frac{(n+1)r}{2n+1}$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Stolz-Cesaro,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$\lim\frac{a_{n+1}-a_n}{b_{n+1}-b_n}=\frac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Stolz-Cesaro,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$\lim\frac{a_n}{b_n}=\frac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r2$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fractional parts never matter after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sums behave like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Stolz-Cesaro: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limit exists (the discrete L'Hopital).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$[x]=x-\{x\}$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$0\le\{x\}&lt;1$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$\sum_{k=1}^{n}[kx]=x\frac{n(n+1)}{2}-O(n)$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fractional parts never matter after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$\lim_{n\to\infty}\frac1{n^{p+1}}\sum_{k=1}^{n}[k^pr]$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sums behave like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 rx^p\,dx$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 rx\,dx=\frac r2$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Stolz-Cesaro: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$\lim\frac{a_n}{b_n}=\lim\frac{a_{n+1}-a_n}{b_{n+1}-b_n}$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$b_n\uparrow\infty$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limit exists (the discrete L'Hopital).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$\frac{\sin^{-1}x}{a}=\frac{\cos^{-1}x}{b}=\frac{\tan^{-1}y}{c}$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 c}{a+b}\right)$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$\frac{1-y^2}{y\sqrt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$\frac{1-y^2}{2y}$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$\frac{1-y^2}{1+y^2}$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Equal ratios with inverse trigonometric functions,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double-angle identity for cosine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Equal ratios with inverse trigonometric functions,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double-angle identity for cosine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common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common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$a+b=\frac{\sin^{-1}x+\cos^{-1}x}{K}=\frac{\pi}{2K}$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eliminates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$\frac{\sin^{-1}x}{a}=\frac{\cos^{-1}x}{b}=\frac{\tan^{-1}y}{c}=K$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 c}{a+b}\right)=\cos\left(\frac{\pi\,\frac{\tan^{-1}y}{K}}{\frac{\sin^{-1}x}{K}+\frac{\cos^{-1}x}{K}}\right)$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$\cos\left(\frac{\pi\tan^{-1}y}{\frac\pi2}\right)$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$=\cos(2\tan^{-1}y)$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$\cos2\theta=\frac{1-\tan^2\theta}{1+\tan^2\theta}$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$\cos(2\tan^{-1}y)=\frac{1-y^2}{1+y^2}$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$\frac{1-y^2}{1+y^2}$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with a convenient admissible data set and eliminate options numerically.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$\sin^{-1}x=\cos^{-1}x=\frac\pi4$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$\tan^{-1}y=cK=\frac\pi6$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c}{a+b}=\frac\pi3$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choice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four, so it would not discriminate).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$\approx0.877$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$\approx0.577$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$\frac{1-\frac13}{1+\frac13}=\frac12$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choice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four, so it would not discriminate).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$\frac{1-y^2}{1+y^2}$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of equal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introduce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and combinations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the same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has a unique option, choosing one admissible numerical instance is a valid cross-check (use two instances if the first makes several options coincide).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$\tan^{-1}x+\cot^{-1}x=\frac\pi2$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$\cos(2\tan^{-1}y)=\frac{1-y^2}{1+y^2}$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$\sin(2\tan^{-1}y)=\frac{2y}{1+y^2}$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$\tan(2\tan^{-1}y)=\frac{2y}{1-y^2}$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of equal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$\frac{p}{a}=\frac{q}{b}=\frac{r}{c}=K$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introduce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and combinations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the same combination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question has a unique option, choosing one admissible numerical instance is a valid cross-check (use two instances if the first makes several options coincide).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𝑑𝑖𝑣𝑖𝑑𝑒𝑠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𝑑𝑖𝑣𝑖𝑑𝑒𝑠 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24   (B) 12   (C) 18   (D) 36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$B=\{8,9,12\}$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$R=\{((a_1,b_1),(a_2,b_2))\in(A\times B,A\times B):a_1\text{ divides }b_2\text{ and }a_2\text{ divides }b_1\}$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24   (B) 12   (C) 18   (D) 36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elements of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divisibility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elements of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divisibility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divisibility conditions involve disjoint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independent: count = (number of valid pairs)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divisibility conditions involve disjoint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$(a_1,b_2)$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$(a_2,b_1)$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independent: count = (number of valid pairs)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6 possibilities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$B=\{8,9,12\}$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$a_1\in A,\ b_2\in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$a_1\mid 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$(a_1,b_2)\in\{(2,8),(2,12),(3,9),(3,12),(4,8),(4,12)\}$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6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$a_2\in A,\ b_1\in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$a_2\mid 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6 possibilities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$(a_2,b_1)$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choice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and together they determine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$(a_1,b_2)$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$(a_2,b_1)$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independent, and together they determine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$((a_1,b_1),(a_2,b_2))$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two conditions on disjoint coordinate pairs, the count is the product of the counts: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conditions use the same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𝑚𝑢𝑙𝑡𝑖𝑝𝑙𝑒𝑠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multiples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divisor pairs systematically (by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omissions.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$X\times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two conditions on disjoint coordinate pairs, the count is the product of the counts: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$|R|=|S|^2$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both conditions use the same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$a\mid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$\sum_{a\in A}\#\{\text{multiples of }a\text{ in }B\}$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multiples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divisor pairs systematically (by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omissions.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$R=\{(a,b):\gcd(a,b)=1,\ 2a\neq b,\ a,b\in\mathbb Z\}$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symmetric but not transitive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transitive but not reflexive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reflexive but not symmetric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symmetric nor transitive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42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Reflexive, symmetric and transitive properties of a relation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(gcd condition)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42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Reflexive, symmetric and transitive properties of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(gcd condition)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2.5(A little easier than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property fails by one explicit counterexample; the extra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what breaks symmetry and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property fails by one explicit counterexample; the extra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$2a\neq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what breaks symmetry and transitivity.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$\gcd(2,2)=2\neq1$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$\gcd(a,a)=|a|$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reflexive.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$\gcd(a,b)=1\Rightarrow\gcd(b,a)=1$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Counterexample: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$\gcd(2,1)=1$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$2\cdot1=2=b$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symmetric.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symmetric nor transitive (and not reflexive):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Transitive: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$(1,2)\notin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transitive.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symmetric nor transitive (and not reflexive):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neither symmetric nor transitive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a property, give one explicit counterexample; to prove it, argue for all elements. A condition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not symmetric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kills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is an equivalence relation iff it is reflexive, symmetric and transitive; check reflexivity first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Failing transitivity: look for a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broken by the extra condition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a property, give one explicit counterexample; to prove it, argue for all elements. A condition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not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kills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is an equivalence relation iff it is reflexive, symmetric and transitive; check reflexivity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$\gcd(a,a)=|a|$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Failing transitivity: look for 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$a\,R\,b\,R\,c$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$a\,R\,c$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broken by the extra condition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R-\{0,1\}\to\mathbb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$f(x)+f\left(\frac1{1-x}\right)=1+x$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with a cyclic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3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three substitutions give three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$x\mapsto\frac1{1-x}$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period 3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$2\to-1\to\frac12\to2$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three substitutions give three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$f\left(\frac12\right)+f(2)=\frac32$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$f(-1)+f\left(\frac12\right)=0$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(3)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(3)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$f(2)-f(-1)=\frac32$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$T(x)=\frac1{1-x}$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$T^3=\mathrm{id}$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$f(x)=\frac12\left[(1+x)-(1+Tx)+(1+T^2x)\right]$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and third, subtract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$T^2(x)=\frac{x-1}{x}=1-\frac1x$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$f(x)+f(Tx)=1+x$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$\;f(Tx)+f(T^2x)=1+Tx$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$\;f(T^2x)+f(x)=1+T^2x$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and third, subtract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$2f(x)=(1+x)+(1+T^2x)-(1+Tx)$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$f(x)=\frac12\left[x+2-\frac1x-\frac1{1-x}\right]$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$f(2)=\frac12\left[4-\frac12+1\right]=\frac94$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$f(-1)=\frac12\left[1+1-\frac12\right]=\frac34$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$f(2)+f(-1)=\frac94+\frac34=3=1+2$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Mobius map of finite order (such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3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2) lets you generate a closed system of equations by substituting along its orbit.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orbit stays in the domain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Mobius map of finite order (such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3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2) lets you generate a closed system of equations by substituting along its orbit.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$f(x)+f(Tx)=g(x)$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$f(x)=\frac12\left[g(x)-g(Tx)+g(T^2x)\right]$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orbit stays in the domain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$\{2,-1,\tfrac12\}$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arbitrary function. Which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 N\to\mathbb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$f(n+1)=f(n)+f(1)\ \forall 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arbitrary function. Which of the following statements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$f(n)=n\ \forall n\in\mathbb 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Additive-recurrence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One-one and onto properties of composite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Additive-recurrence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One-one and onto properties of composite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recurrence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one-one, and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recurrence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one-one, and a composite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induction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$f(n+1)=f(n)+f(1)$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$f(2)=f(1)+f(1)=2f(1)$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$f(3)=f(2)+f(1)=3f(1)$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induction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one-one. Example: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So (A)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 the range;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one-one. Example: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$g(n)=\lceil n/2\rceil$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So (A)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in the range;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$g(a)=g(b)\Rightarrow f(g(a))=f(g(b))\Rightarrow 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If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onto, then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If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onto, then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one-one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The converses (and the other directions) are false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an arithmetic progression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'if P then Q' is false, one counterexample (a non-injective onto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enough.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The converses (and the other directions) are false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an arithmetic progression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$f(n)=f(1)+(n-1)c$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'if P then Q' is false, one counterexample (a non-injective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n/2\rceil$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enough.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natural numbers and two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natural numbers and two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 N\to\mathbb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$f(n)=\begin{cases}\frac{n+1}{2}&amp;\text{if }n\text{ is odd}\\\frac n2&amp;\text{if }n\text{ is even}\end{cases}$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$g(n)=n-(-1)^n$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piecewise-defined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One-one and onto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piecewise-defined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One-one and onto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bijection),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the same one-one/onto behaviour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$2k-1\leftrightarrow2k$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bijection),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the same one-one/onto behaviour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$g(n)=n-(-1)^n=n+1$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$f(g(n))=f(n+1)=\frac{n+1}{2}$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sepChr m:val=""/>
                        <m:endChr m:val="⌉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Onto: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$f(g(n))=f(n-1)=\frac{(n-1)+1}{2}=\frac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g)(n)=\left\lceil\frac n2\right\rceil$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$1,1,2,2,3,3,\dots$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g)(1)=(f\circ g)(2)=1$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Onto: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g)(2m)=m$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onto but not one-one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(an involution swapping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inherits the properties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(an involution swapping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$2k-1\leftrightarrow2k$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inherits the properties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Composing with a bijection on the right does not change the range or the fibre sizes: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and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$g(2k-1)=2k$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$g(2k)=2k-1$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g=\mathrm{id}$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Composing with a bijection on the right does not change the range or the fibre sizes: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and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$f(1)=\frac{1+1}{2}=1$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$f(2)=\frac22=1$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$f(2m)=m$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onto but not one-one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and onto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standard onto, two-to-one map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consecutive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common bijection used in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and onto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$f(n)=\lceil n/2\rceil$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$\to\frac{n+1}2$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standard onto, two-to-one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N\to\mathbb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consecutive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$(1,2),(3,4),\dots$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common bijection used in such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$f(k)=\begin{cases}k+1&amp;\text{if }k\text{ is odd}\\k&amp;\text{if }k\text{ is even}\end{cases}$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Counting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constrains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even numbers),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the identity; the other values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constrains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even numbers),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the identity; the other values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$\{3,4\}\to4$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...,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$\{9,10\}\to10$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$\{2,4,6,8,10\}$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$g(y)=y$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$g(2)=2,\ g(4)=4,\dots,g(10)=10$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way.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of the 5 odd inputs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unrestricted: 10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of the 5 odd inputs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unrestricted: 10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$=10^5\cdot1=10^5$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$10^5$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elsewhere: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 fibre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count is again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analogue: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rule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(confirmed by brute force).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$g=\mathrm{id}$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$\mathrm{Range}(f)$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free elsewhere: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$=|A|^{|A|-|\mathrm{Range}f|}$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on each fibre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$\mathrm{Range}(f)$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count is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$|A|^{|A|-|\mathrm{Range}f|}$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analogue: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(confirmed by brute force).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$S_k=\sum_{r=1}^{k}\tan^{-1}\left(\frac{6^r}{2^{2r+1}+3^{2r+1}}\right)$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$\lim_{k\to\infty}S_k$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 of inverse tangents and its limit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$\frac{a-b}{1+ab}$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$a=\left(\frac32\right)^{r+1}$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$b=\left(\frac32\right)^r$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top and bottom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$T_r=\tan^{-1}\left(\frac{\frac{6^r}{2^{2r+1}}}{1+\frac{3^{2r+1}}{2^{2r+1}}}\right)$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$=\tan^{-1}\left(\frac{\left(\frac32\right)^{r+1}-\left(\frac32\right)^{r}}{1+\left(\frac32\right)^{r+1}\left(\frac32\right)^{r}}\right)$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$T_r=\tan^{-1}\left(\frac32\right)^{r+1}-\tan^{-1}\left(\frac32\right)^{r}$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$S_k=\tan^{-1}\left(\frac32\right)^{k+1}-\tan^{-1}\left(\frac32\right)$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$\left(\frac32\right)^{k+1}\to\infty$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$\tan^{-1}\left(\frac32\right)^{k+1}\to\frac\pi2$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$\lim_{k\to\infty}S_k=\frac\pi2-\tan^{-1}\left(\frac32\right)=\cot^{-1}\left(\frac32\right)$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$\cot^{-1}\left(\frac32\right)$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an argument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bar>
                          <m:barPr>
                            <m:pos m:val="top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ba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term, so the sum is a difference of two arguments.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is an argument difference: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$\arg\left[(2^{r+1}+i3^{r+1})\overline{(2^r+i3^r)}\right]$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the term, so the sum is a difference of two arguments.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$z_r=2^r+i\,3^r$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$z_{r+1}\overline{z_r}=(2^{r+1}+i3^{r+1})(2^r-i3^r)=(2^{2r+1}+3^{2r+1})+i\,(3^{r+1}2^r-2^{r+1}3^r)$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$6^r(3-2)=6^r$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$z_{r+1}\overline{z_r}=(2^{2r+1}+3^{2r+1})+i\,6^r$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$\tan^{-1}\left(\frac{6^r}{2^{2r+1}+3^{2r+1}}\right)=\arg z_{r+1}-\arg z_r$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$S_k=\arg z_{k+1}-\arg z_1=\tan^{-1}\left(\frac32\right)^{k+1}-\tan^{-1}\frac32$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z_1=\arg(2+3i)=\tan^{-1}\frac32$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z_{k+1}\to\frac\pi2$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$\frac\pi2-\tan^{-1}\frac32=\cot^{-1}\frac32$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$\cot^{-1}\left(\frac32\right)$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term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geometric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choice when the denominator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Complex-number view: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ba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the real part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$\tan^{-1}\frac{u-v}{1+uv}$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$u=h(r+1),v=h(r)$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$h(r)=\left(\frac32\right)^r$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$\frac{h(r+1)-h(r)}{1+h(r+1)h(r)}=\frac{6^r}{2^{2r+1}+3^{2r+1}}$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geometric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natural choice when the denominator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$a^{2r+1}+b^{2r+1}$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Complex-number view: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$\tan^{-1}\frac{\mathrm{Im}}{\mathrm{Re}}$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$z_{r+1}\overline{z_r}$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z_{r+1}-\arg z_r$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the real part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$\frac\pi2-\tan^{-1}t=\cot^{-1}t$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R-\{0,1\}$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$\lim_{x\to0}\left|\frac{1-x+|x|}{\lambda-x+[x]}\right|=L$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Left-hand and right-hand limits with greatest integer and modulus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exists only if the left and right limits agree;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exists only if the left and right limits agree;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exists, so LHL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$\lim\left|\frac{1-x-x}{\lambda-x-1}\right|=\frac{1}{|\lambda-1|}$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$\lim\left|\frac{1-x+x}{\lambda-x+0}\right|=\frac1{|\lambda|}$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exists, so LHL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$|\lambda|=|\lambda-1|$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$L=\frac{1}{|\lambda|}=\frac1{\frac12}=2$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split into two one-sided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of a limit with the condition on a parameter is equivalent to equating one-sided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always split into two one-sided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$|\lambda|=|\lambda-1|$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Existence of a limit with the condition on a parameter is equivalent to equating one-sided limits.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nary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$\cot\left(\sum_{n=1}^{19}\cot^{-1}\left(1+\sum_{p=1}^{n}2p\right)\right)$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$\frac{22}{23}$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$\frac{21}{19}$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Telescoping sum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of even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Telescoping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of even numbers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$1+\sum_{p=1}^{n}2p=1+n(n+1)$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$\cot^{-1}(1+n(n+1))=\tan^{-1}(n+1)-\tan^{-1}n$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$\sum_{p=1}^{n}2p=n(n+1)$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$\sum_{n=1}^{19}\cot^{-1}\left(1+\frac{2\,n(n+1)}{2}\right)=\sum_{n=1}^{19}\cot^{-1}\left(1+n(n+1)\right)$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$\cot^{-1}(1+n(n+1))=\tan^{-1}\frac{1}{1+(n+1)n}=\tan^{-1}\frac{(n+1)-n}{1+n(n+1)}$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$=\tan^{-1}(n+1)-\tan^{-1}n$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$(\tan^{-1}2-\tan^{-1}1)+(\tan^{-1}3-\tan^{-1}2)+\dots+(\tan^{-1}20-\tan^{-1}19)$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$=\tan^{-1}20-\tan^{-1}1=\tan^{-1}\frac{20-1}{1+20}=\tan^{-1}\frac{19}{21}=\cot^{-1}\frac{21}{19}$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$\cot\left(\cot^{-1}\frac{21}{19}\right)=\frac{21}{19}$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$\frac{21}{19}$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complex arguments: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complex arguments: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$(1+i(n+1))\overline{(1+in)}=1+n(n+1)+i$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$\arg(1+i(n+1))-\arg(1+in)$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$z_n=1+i\,n$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$z_{n+1}\overline{z_n}=(1+i(n+1))(1-in)=\bigl(1+n(n+1)\bigr)+i\,[(n+1)-n]=1+n(n+1)+i$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$\cot^{-1}(1+n(n+1))=\arg\bigl(1+n(n+1)+i\bigr)=\arg z_{n+1}-\arg z_n$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part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$\sum_{n=1}^{19}=\arg z_{20}-\arg z_1=\arg(1+20i)-\arg(1+i)=\arg\frac{(1+20i)(1-i)}{2}$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$(1+20i)(1-i)=1+20+i(20-1)=21+19i$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$\cot\theta=\frac{21}{19}$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$\frac{21}{19}$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classical telescoping denominator: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total angle is just the reciprocal of its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 of a product is the sum of arguments, so telescoping sums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as arguments of products of complex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$\sum_{p=1}^{n}2p=n(n+1)$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classical telescoping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$\cot^{-1}(1+n(n+1))=\tan^{-1}(n+1)-\tan^{-1}n$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$\cot^{-1}(1+d\,n(n+d))$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$\tan^{-1}\frac{d}{1+n(n+d)}=\tan^{-1}(n+d)-\tan^{-1}n$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with step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total angle is just the reciprocal of its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Argument of a product is the sum of arguments, so telescoping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as arguments of products of complex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$f(x)=\begin{cases}\frac{1-\cos(x^2-4px+q^2+8q+16)}{(x-2p)^4}&amp;,x\neq2p\\0&amp;,x=2p\end{cases}$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$\lim_{x\to2p^+}[f(x)]$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with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standard form and root condition, Greatest integer of a one-sided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standard form and root condition, Greatest integer of a one-sided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cosine argument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root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$q+4=-2p$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cosine argument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$(x-2p)^2$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$[f]=0$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argument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$4+2p+q=0$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$q+4=-2p$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$(q+4)^2=4p^2$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$x^2-4px+q^2+8q+16=x^2-4px+(q+4)^2=x^2-4px+4p^2=(x-2p)^2$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$f(x)=\frac{1-\cos\left((x-2p)^2\right)}{(x-2p)^4}$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limit;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$u=(x-2p)^2$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$\lim_{x\to2p^+}f(x)=\lim_{u\to0}\frac{1-\cos u}{u^2}=\frac12$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$x=2p+h$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u&lt;\frac{u^2}{2}$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$\lim_{x\to2p^+}[f(x)]=0$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punctured neighbourhood with no limit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u=2\sin^2\frac u2$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$f=\frac12\left(\frac{\sin(u/2)}{u/2}\right)^2$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t}{t}\in(0,1)$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$0&lt;f&lt;\frac12$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punctured neighbourhood with no limit computation.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root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root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$f(x)=\frac{1-\cos 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$u=(x-2p)^2&gt;0$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u=2\sin^2\frac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$f=\frac{2\sin^2(u/2)}{u^2}=\frac12\left(\frac{\sin(u/2)}{u/2}\right)^2$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 and positive,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(and different from)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one-sided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$0&lt;\frac{\sin t}{t}&lt;1$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 and positive,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(and different from)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one-sided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stop at the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limit is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depends on the 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above); if not,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𝑙𝑖𝑚𝑖𝑡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any expression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perfect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$\lim_{u\to0}\frac{1-\cos u}{u^2}=\frac12$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u&lt;\frac{u^2}{2}$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so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$\lim[f(x)]$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stop at the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limit is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depends on the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above); if not,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$\lfloor\text{limit}\rfloor$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$q=-x_0^2-px_0$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any expression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$x^2-2ax+(\dots)^2$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perfect square.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empty set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$f(x)=\begin{cases}\max\{|x|,x^2\}&amp;,|x|\le2\\8-2|x|&amp;,2&lt;|x|\le4\end{cases}$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$\{-2,-1,1,2\}$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$\{-2,2\}$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$\{-2,-1,0,1,2\}$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an empty set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a piecewise function at its junctions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Non-differentiability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$\max\{|x|,x^2\}$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a piecewise function at its junctions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the graph: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plus the junctions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Draw the graph: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$\max\{|x|,x^2\}$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plus the junctions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$f(x)=\max\{|x|,x^2\}$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$2&lt;|x|\le4$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$f(x)=8-2|x|$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$1\le|x|\le2$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$1\le|x|\le2$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change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e.g.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Continuous but not differentiable. Same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piece, hence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change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e.g.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$f=8-2x$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Continuous but not differentiable. Same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Everywhere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piece, hence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$S=\{-2,-1,0,1,2\}$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$\{-2,-1,0,1,2\}$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two differentiable functions is non-differentiable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even, so check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$\max\{g,h\}$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two differentiable functions is non-differentiable exactly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$g'\neq h'$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analyse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differentiable except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corner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cross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corner.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analyse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differentiable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corner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cross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corner.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junction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equal.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(differentiable).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evenness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junction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equal.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$f=8-2x$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(differentiable).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evenness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$S=\{-2,-1,0,1,2\}$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$\{-2,-1,0,1,2\}$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differentiable functions is non-differentiable exactly at crossing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they touch tangentially it stays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junction of pieces, a function is differentiable iff it is continuous and the two one-sided derivatives agree; compare both value and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a point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-like pieces give a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$\max\{g(x),h(x)\}$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differentiable functions is non-differentiable exactly at crossing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$g'\neq 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they touch tangentially it stays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junction of pieces, a function is differentiable iff it is continuous and the two one-sided derivatives agree; compare both value and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-like pieces give a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$\lim_{n\to\infty}\frac{1+2-3+4+5-6+\dots+(3n-2)+(3n-1)-3n}{\sqrt{2n^4+4n+3}-\sqrt{n^4+5n+4}}$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grouped series and rationalisation of the difference of square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numerator in triples: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rationalise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numerator in triples: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$(3r-2)+(3r-1)-3r=3(r-1)$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rationalise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triple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the denominator: multiply by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$=\sum_{r=1}^{n}\bigl[(3r-2)+(3r-1)-3r\bigr]$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triple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$3r-3=3(r-1)$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$=\sum_{r=1}^{n}3(r-1)=\frac{3n(n-1)}{2}$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the denominator: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$\left(\sqrt{2n^4+4n+3}+\sqrt{n^4+5n+4}\right)$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$(2n^4+4n+3)-(n^4+5n+4)=n^4-n-1$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rad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$=\lim_{n\to\infty}\frac{\frac{3n(n-1)}{2}\left(\sqrt{2n^4+4n+3}+\sqrt{n^4+5n+4}\right)}{n^4-n-1}$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$\frac{\frac32\left(1-\frac1n\right)\left(\sqrt{2+\frac4{n^3}+\frac3{n^4}}+\sqrt{1+\frac5{n^3}+\frac4{n^4}}\right)}{1-\frac1{n^3}-\frac1{n^4}}\to\frac32(\sqrt2+1)$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$\frac32(\sqrt2+1)$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leading orders only: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cancellation of leading terms, so no rationalisation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leading orders only: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$\sim\frac32n^2$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$\sim(\sqrt2-1)n^2$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cancellation of leading terms, so no rationalisation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$=\frac{3n(n-1)}2=\frac32n^2\left(1-\frac1n\right)$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$\sqrt{2n^4+4n+3}=n^2\sqrt2\sqrt{1+\frac{2}{n^3}+\dots}\sim\sqrt2\,n^2$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$\sqrt{n^4+5n+4}\sim 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different, so the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cancellation.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rationalising the constant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leading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different, so the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$\sim(\sqrt2-1)n^2$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cancellation.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$=\frac{\frac32}{\sqrt2-1}=\frac32(\sqrt2+1)$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rationalising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$\frac1{\sqrt2-1}=\sqrt2+1$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$\frac32(\sqrt2+1)$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square roots whose leading terms differ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behaves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 only when the leading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 sums: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group a repeating sign pattern of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blocks.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two square roots whose leading terms differ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$\sqrt{a}\,n^k-\sqrt{b}\,n^k$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behaves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 a-\sqrt b)n^k$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 only when the leading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$(3r-2)+(3r-1)-3r=3r-3$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group a repeating sign pattern of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blocks.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$\sum_{r=1}^{n}(r-1)=\frac{n(n-1)}{2}$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$\frac{1}{\sqrt2-1}=\sqrt2+1$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$\lim_{t\to0}\left(1^{\frac1{\sin^2t}}+2^{\frac1{\sin^2t}}+\dots+n^{\frac1{\sin^2t}}\right)^{\sin^2t}$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exponent tends to infinity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 a_k^m\right)^{1/m}$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exponent tends to infinity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largest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dominates: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$m=\frac1{\sin^2t}\to\infty$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largest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dominates: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$(\sum k^m)^{1/m}\to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power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prefactor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$m=\operatorname{cosec}^2t=\frac1{\sin^2t}\to\infty$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$\sum_{k=1}^{n}k^m=n^m\left[\left(\frac1n\right)^m+\left(\frac2n\right)^m+\dots+\left(\frac{n-1}{n}\right)^m+1\right]$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$\sin^2t=\frac1m$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prefactor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$(n^m)^{1/m}=n$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 kn&lt;1$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kn\right)^{m}\to0$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therefore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therefore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$[1]^{\sin^2t}\to1^0=1$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$n^m\le\sum_{k=1}^{n}k^m\le n\cdot n^m$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largest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power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$m=\frac1{\sin^2t}&gt;0$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largest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$n^m\le\sum_{k=1}^{n}k^m$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n^m$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$\sum_{k=1}^{n}k^m\le n\cdot n^m$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$\frac1m=\sin^2t&gt;0$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$n\le\left(\sum k^m\right)^{1/m}\le n\cdot n^{1/m}$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$n^{1/m}=n^{\sin^2t}\to1$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-norm tends to the sup-norm).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integral analogue,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∫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squeeze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$\lim_{m\to\infty}\left(a_1^m+\dots+a_n^m\right)^{1/m}=\max 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-norm tends to the sup-norm).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integral analogue,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$\left(\int f^m\right)^{1/m}\to\max|f|$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squeeze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$\lim\sqrt[n]{a^n+b^n}=\max\{a,b\}$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maximum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minimum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$f(x)=5-|x-2|$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maximum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minimum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$\lim_{x\to-\alpha\beta}\frac{(x-1)(x^2-5x+6)}{x^2-6x+8}$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of modulus functions and evaluation of a rational limit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(peak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(vertex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root of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(peak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$5-|x-2|$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(vertex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$|x+1|$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$-\alpha\beta=2$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root of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$f(x)=5-|x-2|$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$g(x)=|x+1|$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$|x+1|=0$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$-\alpha\beta=-(2)(-1)=2$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$x^2-5x+6=(x-2)(x-3)$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$x^2-6x+8=(x-2)(x-4)$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$\lim_{x\to2}\frac{(x-1)(x-2)(x-3)}{(x-2)(x-4)}=\lim_{x\to2}\frac{(x-1)(x-3)}{x-4}$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$=\frac{(1)(-1)}{-2}=\frac12$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L'Hopital's rule on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L'Hopital's rule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$N=(x-1)(x^2-5x+6)\to0$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$D=x^2-6x+8\to0$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$N'=(x^2-5x+6)+(x-1)(2x-5)$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$0+(1)(-1)=-1$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$D'=2x-6$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 ND=\frac{N'(2)}{D'(2)}=\frac{-1}{-2}=\frac12$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limit point carefully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$a-|x-p|$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$|x-p|+c$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cancel the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$\lim=\frac{N'(a)}{D'(a)}$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$D'(a)\neq0$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limit point carefully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2   (C) 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$S=\left\{x:x\in\mathbb R\text{ and }\left(\sqrt3+\sqrt2\right)^{x^2-4}+\left(\sqrt3-\sqrt2\right)^{x^2-4}=10\right\}$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2   (C) 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Reciprocal conjugate surds and 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Reciprocal conjugate surds and 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bases: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holds exactly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bases: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$(5+2\sqrt6)(5-2\sqrt6)=1$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holds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$\frac{x^2-4}2=\pm1$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$\left[\left(\sqrt3+\sqrt2\right)^2\right]^{\frac{x^2-4}{2}}+\left[\left(\sqrt3-\sqrt2\right)^2\right]^{\frac{x^2-4}{2}}=10$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$\Rightarrow\left(5+2\sqrt6\right)^{\frac{x^2-4}2}+\left(5-2\sqrt6\right)^{\frac{x^2-4}2}=10$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$(5+2\sqrt6)(5-2\sqrt6)=25-24=1$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$(5+2\sqrt6)+(5-2\sqrt6)=10$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holds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$u^t+u^{-t}=10=u+u^{-1}$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$u=5+2\sqrt6$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$\frac{x^2-4}{2}=\pm1$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$x=\pm\sqrt6,\ 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Hyperbolic cosine: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injective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Hyperbolic cosine: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$u^t+u^{-t}=2\cosh(t\ln u)$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strictly increasing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injective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$u=5+2\sqrt6$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$t=\frac{x^2-4}{2}$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$2\cosh(t\ln u)=10$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$u+u^{-1}=10$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$2\cosh(\ln u)=10$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$\cosh(t\ln u)=\cosh(\ln 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real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$|t\ln u|=\ln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$\frac{x^2-4}{2}=\pm1$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real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$\pm\sqrt6,\pm\sqrt2$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conjugate surds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the two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JEE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 a+\sqrt b)^2=a+b+2\sqrt{ab}$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conjugate surds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$p\pm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$p^2-q^2=1$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$t\leftrightarrow-t$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$u^t+u^{-t}=u+u^{-1}$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the two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$\left(\sqrt3\pm\sqrt2\right)^2=5\pm2\sqrt6$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$(5+2\sqrt6)+(5-2\sqrt6)=10$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JEE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natural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3   (C) 16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$\sum_{k=1}^{10}f(a+k)=16\left(2^{10}-1\right)$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natural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3   (C) 16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Multiplicative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Multiplicative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geometric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sum into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$f(x)=2^x$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sum into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$f(x)=b^x$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$f(n+1)=f(n)f(1)=2f(n)$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$\sum_{k=1}^{10}2^{a+k}=16\left(2^{10}-1\right)$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$\Rightarrow2^a\sum_{k=1}^{10}2^k=16\left(2^{10}-1\right)$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$\Rightarrow2^a\cdot\frac{\left(2^{10}-1\right)\times2}{2-1}=16\left(2^{10}-1\right)$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$\Rightarrow2^a=8\Rightarrow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compare with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 of 2 before computing anything.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$f(n)=c^n$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$\sum_{k=1}^{n}c^{a+k}=c^{a}\cdot\frac{c(c^n-1)}{c-1}$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$2^{a+1}(2^n-1)$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compare with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$16(2^{10}-1)=2^{4}(2^{10}-1)$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match powers of 2 before computing anything.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01_01) Question bank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