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2.0</c:v>
                </c:pt>
                <c:pt idx="4">
                  <c:v>3.0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1.0</c:v>
                </c:pt>
                <c:pt idx="15">
                  <c:v>1.0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'$\frac{x^2}{2}=0,1,\dots,8\to8$ points' (that list has nine values; $x=0$ is the left end of the interval and gives no discontinuity) and lists $x=0$ among the points for $[\sqrt x]$. Counting only the real jumps ($8$ for the first function, $x=1,4$ for the second, and the common point $x=4$ cancelling) still gives the PDF's final answer $8$.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last block writes '$4f''\left(\frac{5\pi}3\right)=\left(-\frac14\sin\frac{5\pi}6\right)24$': the left side should read $24f''\left(\frac{5\pi}{3}\right)$ (a dropped digit). Also the line 'Put $x=0$; $\frac12=\frac K2$' is applied to $f'$, not $f$; it is written here as $f'(0)=\frac K2$. Answer $-3$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stops at '$y''=1$' and never adds $y''+y'+y=1+\frac12+\frac12=2$; the final step was missing and has been supplied. The intermediate factorisation, $y$, $y'$ and $y''$ are all correct. Answer (A) matches the PDF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has two typos: it writes '$(1-x)^2y''-xy'$' for $\left(1-x^2\right)y''-xy'$, and in the last lines it writes $e^{\sin^{-1}x}$ instead of $e^{3\sin^{-1}x}$ before the printed result $9e^{3\pi/6}$. The corrected working gives the same answer $9e^{\pi/2}$.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states $y'$ and $y''$ without derivation and then jumps from the expression for $y'-y''$ to $\frac{736}{225}$ at $x=\frac12$ with no arithmetic. The derivations and the evaluation were supplied; all printed formulas are correct and the answer 736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final line shows the three determinants at $x=0$ with entries such as $\begin{vmatrix}2&amp;0&amp;0\\5&amp;0&amp;0\\2&amp;0&amp;0\end{vmatrix}$ that drop the unchanged columns (e.g. the third column $3,0,0$ and the second column $0,0,3$ of $f(0)$). The determinants are still $0$ because each has a zero column (the differentiated one), so the answer $0$ is unchanged; the solution is rewritten in words to avoid the wrong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Differential Calculus 07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Continuity, Differentiability and Differentiation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$f:\mathbb{R}-\{0\}\to\mathbb{R}$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$f\left(\frac{x}{y}\right)=\frac{f(x)}{f(y)}$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$x,y,f(y)\neq0$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$xf'(x)+f(x)=2024$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$xf'(x)-2024f(x)=0$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$xf'(x)+2024f(x)=0$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$xf'(x)-2023f(x)=0$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equations, Differentiation of a functional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functional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only, then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functional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only, then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xy\right)=\frac{f(x)}{f(y)}$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partially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keeping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partially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keeping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 xy\right)\cdot\frac1y=\frac{f'(x)}{f(y)}$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$f'(1)\cdot\frac1x=\frac{f'(x)}{f(x)}$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$\frac{2024}{x}=\frac{f'(x)}{f(x)}$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$2024f(x)=xf'(x)$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$xf'(x)-2024f(x)=0$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$xf'(x)-2024f(x)=0$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the equation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the equation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$f(xy)=f(x)f(y)$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relation: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multiplicative.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$f\left(\frac1y\right)=\frac1{f(y)}$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given relation: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$f(xy)=\frac{f(x)}{f(1/y)}=f(x)f(y)$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multiplicative.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$xf'(xy)=f(x)f'(y)$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$xf'(x)=f(x)f'(1)=2024f(x)$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$xf'(x)-2024f(x)=0$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$xf'(x)-2024f(x)=0$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differentiable multiplicative function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Companion forms: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Technique: differentiate with respect to one variable, then set the variables equal (or one of them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bring in the given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 xy\right)=\frac{f(x)}{f(y)}$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$f\left(\frac1y\right)=\frac1{f(y)}$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differentiable multiplicative function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$xf'(x)=kf(x)$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Companion forms: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$f(x+y)=f(x)f(y)\Rightarrow f=e^{kx}$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$f'(x)=f'(0)f(x)$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$f(xy)=f(x)+f(y)\Rightarrow f=k\ln|x|$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$xf'(x)=f'(1)$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$f(x+y)=f(x)+f(y)\Rightarrow f=kx$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Technique: differentiate with respect to one variable, then set the variables equal (or one of them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bring in the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$xf'=2024f$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number of points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3   (C) 0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$f(x)=e^{-|\log_e 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number of points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3   (C) 0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a composite of modulus and logarithm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modulus: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junction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fail.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modulus: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$e^{-|\ln x|}=x$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junction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fail.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graph rises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falls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$f(x)=e^{-|\ln x|}=\frac{1}{e^{|\ln x|}}$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$|\ln x|=-\ln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$f(x)=\frac1{e^{-\ln x}}=x$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$|\ln x|=\ln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$f(x)=\frac1{e^{\ln x}}=\frac1x$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graph rises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falls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piece is continuous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on the left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corner: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 one point,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piece is continuous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$\lim_{x\to1^-}x=1=f(1)=\lim_{x\to1^+}\frac1x$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on the left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corner: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 one point,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minimum of two smooth functions has a corner only where they cross.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$e^{-|\ln x|}=\min\left(x,\frac1x\right)$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minimum of two smooth functions has a corner only where they cross.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minimum of two continuous functions is continuous: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$e^{-|t|}=\min\left(e^{t},e^{-t}\right)$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$f(x)=\min\left(x,\frac1x\right)$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minimum of two continuous functions is continuous: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can fail to be differentiable only where the two functions are equal: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their slopes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differ, so there is a genuine corner: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can fail to be differentiable only where the two functions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$x=\frac1x\Rightarrow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their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differ, so there is a genuine corner: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 or min of two differentiable functions is continuous, and fails to be differentiable only at crossing points where the two slopes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any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composite by splitting the domain at the zero of the inner expression and comparing one-sided slopes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$e^{|\ln x|}=\max\left(x,\frac1x\right)$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$e^{-|\ln x|}=\min\left(x,\frac1x\right)$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$a^{|g|}=\max\left(a^{g},a^{-g}\right)$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 or min of two differentiable functions is continuous, and fails to be differentiable only at crossing points where the two slopes differ.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$|\,\cdot\,|$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$\ln|\cdot|$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composite by splitting the domain at the zero of the inner expression and comparing one-sided slopes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not differentiable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5   (B) 0   (C) 3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$f(x)=\left|2x^2+5|x|-3\right|$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not differentiable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5   (B) 0   (C) 3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the graph in stages: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the modulus; count the sharp corners.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the graph in stages: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$y=2x^2+5x-3$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$y=2x^2+5|x|-3$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the modulus; count the sharp corners.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zeros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right half and reflects it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'W'-shaped curve with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zeros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modulus reflects the part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upward: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$y=2x^2+5x-3=(2x-1)(x+3)$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the right half and reflects it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$y=2x^2+5|x|-3$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'W'-shaped curve with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modulus reflects the part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upward: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$y=\left|2x^2+5|x|-3\right|$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composition of continuous functions, so it is continuous everywhere: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of the final graph: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the curve meets the axis and is folded up)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corner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 as a peak of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 three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composition of continuous functions, so it is continuous everywhere: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of the final graph: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the curve meets the axis and is folded up)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corner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 as a peak of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 three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$x=-\frac12,0,\frac12$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evenness and one-sided derivatives: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corner exactly at simple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evenness and one-sided derivatives: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$|h|$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corner exactly at simple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$h(|x|)$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$h'(0)\ne0$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work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symmetry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only zero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it is simple: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symmetry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work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$h(x)=2x^2+5x-3$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symmetry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only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it is simple: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$h'\left(\frac12\right)=4\cdot\frac12+5=7\ne0$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symmetry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evenness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one-sided slopes differ: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Elsewhere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$f(x)=3-5x-2x^2$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evenness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$f'(0^-)=+5$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one-sided slopes differ: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Elsewhere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(simple zeros); at a double zero (e.g.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there is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function; it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its other points come in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composition of continuous functions is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the formula uses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polynomials.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(simple zeros); at a double zero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there is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function; it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its other points come 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composition of continuous functions is 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the formula uses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$|\cdot|$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polynomials.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points at which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not differentiable and not continuous, respectively.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points at which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$f(x)=\max\{x,x^3,x^5,\dots,x^{21}\}$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not differentiable and not continuous, respectively.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the maximum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higher powers are closer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they are farther; so the maximum switches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higher powers are closer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they are farther; so the maximum switches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odd powers are more negative),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largest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(closest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powers are smaller),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largest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$k=1,3,\dots,21$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odd powers are more negative),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(closest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powers are smaller),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neighbouring formulas agree in value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each piece is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left,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differ,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neighbouring formulas agree in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each piece is 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$21x^{20}$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$21x^{20}$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left,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$21x^{20}\to0$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differ,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$m+n=3+0=3$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finite maximum of differentiable functions can only break where two of them are equal and have different slopes: find the crossing points first.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of the functions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 are equal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Elsewhere one function strictly leads,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a single smooth power.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the candidate functions take the same value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continuous: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of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$x^j,x^k$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$j\ne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 are equal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$x^j(1-x^{k-j})=0$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$x^{k-j}=1$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Elsewhere one function strictly leads,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a single smooth power.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the candidate functions take the same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continuous: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different, and the leader changes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corner at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leader changes between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$1,3,\dots,21$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different, and the leader changes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corner at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$x^{k},k\ge3$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leader changes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function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continuous with exactly three corners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 or min of finitely many continuous functions is continuous; non-differentiable points are crossing points with unequal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larger power means smaller value;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larger power means larger value; for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odd powers the order reverses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relative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$\max\{x,x^3,\dots,x^{2n+1}\}$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function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$(-\infty,-1)\cup[0,1)$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$[-1,0)\cup[1,\infty)$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continuous with exactly three corners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 or min of finitely many continuous functions is continuous; non-differentiable points are crossing points with unequal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larger power means smaller value;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larger power means larger value; for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odd powers the order reverses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relative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of discontinuity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of discontinuity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$f(x)=\left[\frac{x^2}{2}\right]-\left[\sqrt 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Discontinuity of greatest integer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greatest integer function jumps where its inside crosses an integer; jumps that coincide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greatest integer function jumps where its inside crosses an integer; jumps that coincide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jump only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left end of the interval (no jump there),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jump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x^2\le16$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$0\le\frac{x^2}2\le8$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$x^2=0,2,4,6,8,10,12,14,16$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$x=0,\sqrt2,2,\sqrt6,2\sqrt2,\sqrt{10},2\sqrt3,\sqrt{14},4$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$\frac{x^2}2=0,1,2,\dots,8$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left end of the interval (no jump there),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$\frac{x^2}2=1,2,\dots,8$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$x=\sqrt2,\dots,4$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Excluding the left 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common. Check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jumps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points of discontinuity: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counted twice and is not a discontinuity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$0\le\sqrt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Excluding the left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common. Check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$f(4)=8-2=6$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$f(4^-)=7-1=6$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jumps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points of discontinuity: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$8+2-2=8$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counted twice and is not a discontinuity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Net-jump bookkeeping: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their critical points,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the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Net-jump bookkeeping: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$\left[\frac{x^2}{2}\right]$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their critical points,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the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inner functions are continuous and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floor jumps by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time its inside reaches a new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(eight points).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inner functions are continuous and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floor jumps by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time its inside reaches a new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(eight points).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is (jump of first)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of second).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there);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net jumps: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(seven points,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is (jump of first)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of second).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$x=\sqrt{2k}\ne4$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$x=\sqrt{2k}\ne1$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there);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net jumps: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$x=\sqrt2,2,\sqrt6,2\sqrt2,\sqrt{10},2\sqrt3,\sqrt{14}$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(seven points,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increasing,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reaches an integer; the number of jumps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integers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coincident jumps of the same sign cancel (continuous there), while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add; always test the common points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endpoints of the domain do not count as discontinuities from the outside, but a jump just before a right end point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Here: integers hit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common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cancels; answer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increasing,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reaches an integer; the number of jumps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$(g(a),g(b)]$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$f=[g]-[h]$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coincident jumps of the same sign cancel (continuous there), while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$[g]+[h]$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add; always test the common points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$[t+n]=[t]+n$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endpoints of the domain do not count as discontinuities from the outside, but a jump just before a right end point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Here: integers hit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common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cancels; answer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$f(x)=\frac{\tan(\tan x)-\sin(\sin x)}{\tan x-\sin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using series expansion, Continuity at a point (removable discontinuity)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expand to order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since numerator and denominator both start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$f(0)=\lim_{x\to0}f(x)$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expand to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since numerator and denominator both start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$f(0)=\lim_{x\to0}\frac{\tan(\tan x)-\sin(\sin x)}{\tan x-\sin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$\tan(\tan x)=\tan x+\frac{(\tan x)^3}{3}+\dots$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$\sin(\sin x)=\sin x-\frac{(\sin x)^3}{3!}+\dots$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x=x+\frac{x^3}3+\dots$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x=x-\frac{x^3}{3!}+\dots$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x-\sin x=\left(x+\frac{x^3}3\right)-\left(x-\frac{x^3}{6}\right)+\dots=\frac{x^3}{2}+\dots$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Keeping terms 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$\left(x+\frac{x^3}3\right)+\frac13\left(x+\frac{x^3}3\right)^3-\left(x-\frac{x^3}{6}\right)+\frac16\left(x-\frac{x^3}6\right)^3+\dots$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Keeping terms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$=x^3\left[\frac13+\frac13+\frac16+\frac16\right]=x^3$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$f(0)=\lim_{x\to0}\frac{x^3}{x^3/2}=2$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numerator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Mean Value Theorem and the leading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numerator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$[\tan(\tan x)-\tan(\sin x)]+[\tan(\sin x)-\sin(\sin x)]$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Mean Value Theorem and the leading term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t-\sin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bracket: by the Mean Value Theorem,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$N=\tan(\tan x)-\sin(\sin x)=\left[\tan(\tan x)-\tan(\sin x)\right]+\left[\tan(\sin x)-\sin(\sin 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$D=\tan 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bracket: by the Mean Value Theorem,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u-\tan v=\sec^2c\,(u-v)$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$\sec^2c\to1$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bracket: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second 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bracket: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s-\sin s=\tan s(1-\cos s)\sim s\cdot\frac{s^2}{2}=\frac{s^3}{2}\sim\frac{x^3}2$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$D\sim\frac{x^3}{2}$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second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ND\to1+1=2$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Checked symbolically.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x=x+\frac{x^3}3+\dots$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x=x-\frac{x^3}6+\dots$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x-\sin x\sim\frac{x^3}{2}$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$\tan(\tan x)\sim x+\frac{2x^3}{3}$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$\sin(\sin x)\sim x-\frac{x^3}{3}$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$\tan(\tan x)-\sin(\sin x)\sim 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$\frac{\tan(\tan x)-\sin(\sin x)}{\tan x-\sin x}\to2$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$\frac{\tan(\tan x)-x}{x-\sin(\sin x)}\to2$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$\sim\frac{2x^3}3$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$\sim\frac{x^3}{3}$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Checked symbolically.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defined by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formula is made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defining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Value Theorem trick: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limit; use it for differences of the same function at two nearby arguments.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defined by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formula is made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defining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$f(a)=\lim_{x\to a}f(x)$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Value Theorem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$F(u)-F(v)\approx F'(c)(u-v)$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limit; use it for differences of the same function at two nearby arguments.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number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is not differentiable,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$f(x)=\begin{cases}3x, &amp; x&lt;0\\ \min\{1+x+[x],\,x+2[x]\}, &amp; 0\le x\le2\\ 5, &amp; x&gt;2\end{cases}$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number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is not differentiable,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piecewise functions with greatest integer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each unit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line; the candidates for trouble are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each unit interval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line; the candidates for trouble are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$x=0,1,2$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(Graph: slope-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 to the origin,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the open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jump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the open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level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$\min\{1+x,\,x\}=x$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$\min\{2+x,\,x+2\}=x+2$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$\min\{5,6\}=5$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(Graph: slope-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 to the origin,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the open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jump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the open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level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$f(0^-)=0=f(0)=f(0^+)$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Non-differentiable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(discontinuous)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slope changes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$f(1^-)=1$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$f(2^-)=4$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Non-differentiable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(discontinuous)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slope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only the jumps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integers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$x+\varphi([x])$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$\varphi(n)=\min(1+n,2n)$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only the jumps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$\varphi([x])$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integers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only at integers: the jump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piece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from the left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$\min\{1+x+n,\,x+2n\}=x+\min\{1+n,\,2n\}=x+\varphi(n)$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$f(x)=x+\varphi([x])$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$\varphi([x])$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only at integers: the jump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$\varphi(1)-\varphi(0)=2\ne0$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$\varphi(2)-\varphi(1)=1\ne0$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piece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from the left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$f(2^-)=4$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 in 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its slope changes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differentiable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jump points plus the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 in 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its slope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differentiable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jump points plus the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strip the common term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first;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built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on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discontinuities and corners can only occur at integers (and at the junctions of given pieces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point of discontinuity is a point of non-differentiability,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-points; extra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-points are the continuous corners (slope change),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each junction in the order: left limit, value, right limit, then one-sided slopes.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$\min\{a+c,\,b+c\}=c+\min\{a,b\}$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strip the common term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first;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$\min\{1+n,2n\}$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$n=0,1,2,\dots$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built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on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discontinuities and corners can only occur at integers (and at the junctions of given pieces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point of discontinuity is a point of non-differentiability,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$\subseteq$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-points; extra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-points are the continuous corners (slope change),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each junction in the order: left limit, value, right limit, then one-sided slopes.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points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$f(x)=\left[\frac x2+3\right]-\left[\sqrt 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points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$\sum_{a\in S}a$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Discontinuity of greatest integer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floor, locate the jumps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check the common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Remove the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floor, locate the jumps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 x2\right]$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check the common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discontinuity can occur only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left end (no jump there),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points of discontinuity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$f(x)=\left[\frac x2+3\right]-\left[\sqrt x\right]=\left[\frac x2\right]-\left[\sqrt x\right]+3$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$[t+3]=[t]+3$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x2\in[0,4]$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x\in[0,2\sqrt2]$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discontinuity can occur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x2=0,1,2,3,4$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$x=0,2,4,6,8$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left end (no jump there),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points of discontinuity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left end (no jump there),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points of discontinuity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sure;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 and must be checked.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discontinuity: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left end (no jump there),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points of discontinuity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sure;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 and must be checked.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$f(4^+)=[2^+]-\left[\sqrt{4^+}\right]+3=2-2+3=3$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$f(4^-)=[2^-]-\left[\sqrt{4^-}\right]+3=1-1+3=3$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$f(4)=[2]-[2]+3=3$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discontinuity: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$S=\{1,2,6,8\}$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$\sum_{a\in S}a=1+2+6+8=17$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Net-jump bookkeeping: both floors jump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their critical points,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the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Net-jump bookkeeping: both floors jump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their critical points,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the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inner functions are continuous and increasing, so each floor jumps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its inside reaches a new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left end where both are right-continuous.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$f=\left[\frac x2\right]-\left[\sqrt x\right]+3$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inner functions are continuous and increasing, so each floor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its inside reaches a new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$x=2,4,6,8$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left end where both are right-continuous.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Net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net jumps: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Net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net jumps: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$S=\{1,2,6,8\}$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constant shift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bracket never changes the discontinuity 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occur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perfect 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even integers. Coincident upward jumps cancel in a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treat the interval ends carefully: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the left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cancelled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$[t+n]=[t]+n$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constant shift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bracket never changes the discontinuity 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occur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ka$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perfect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even integers. Coincident upward jumps cancel in a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treat the interval ends carefully: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the left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$f(8)=7-2=5$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$\{2,4,6,8\}\cup\{1,4\}$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cancelled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$\{1,2,6,8\}$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cot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$f:(0,\pi)\to\mathbb{R}$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$f(x)=\begin{cases}\left(\frac87\right)^{\frac{\tan8x}{\tan7x}}, &amp; 0&lt;x&lt;\frac\pi2\\ a-8, &amp; x=\frac\pi2\\ \left(1+|\cot x|\right)^{\frac ba|\tan x|}, &amp; \frac\pi2&lt;x&lt;\pi\end{cases}$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at a point, Limits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and trigonometric limits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at a point, Limits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and trigonometric limits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gives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RHL; the left exponent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limit is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gives LHL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$=f\left(\frac\pi2\right)=$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RHL; the left exponent tends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limit is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$e^{b/a}$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exponent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exponent times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$\text{LHL}=f\left(\frac\pi2\right)=\text{RHL}$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$\text{LHL}=\lim_{x\to\frac\pi2^-}\left(\frac87\right)^{\frac{\tan8x}{\tan7x}}$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$\tan8x\to\tan4\pi=0$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$|\tan7x|\to\infty$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$7x\to\frac{7\pi}2$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exponent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$\text{LHL}=\left(\frac87\right)^0=1$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$\text{RHL}=\lim_{x\to\frac\pi2^+}\left(1+|\cot x|\right)^{\frac ba|\tan 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exponent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$|\cot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ba|\tan x||\cot x|=\frac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$\text{RHL}=e^{b/a}$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$\left(\frac87\right)^0=a-8=e^{b/a}$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$1=a-8=e^{b/a}$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$e^{b/a}=1$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$a^2+b^2=81+0=81$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left exponent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and take the logarithm of the right-hand expression to reach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left exponent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$\frac0\infty$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and take the logarithm of the right-hand expression to reach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$\frac{\ln(1+u)}{u}\to1$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$\tan8x\to0$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$|\tan7x|\to\infty$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$\frac0\infty=0$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$u=|\cot x|\to0^+$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 x|=\frac1u$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f(x)=\frac ba\cdot\frac{\ln(1+u)}{u}\to\frac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$\frac{\ln(1+u)}u\to1$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(Also,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 for every non-zero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an integer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without assuming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$1=a-8=e^{b/a}$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$e^{b/9}=1$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(Also,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 for every non-zero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an integer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$b/a=0$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without assuming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(more generally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standard forms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 for nonzero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integer-valued equalities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pin down the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template for a three-part definition: write LHL, value, RHL, equate; solve the parameters from the independent equalities.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$\lim(1+u)^{v}=e^{\lim uv}$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$uv\to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standard forms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$\frac{\ln(1+u)}{u}\to1$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$\frac{e^u-1}{u}\to1$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nx$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$\tan\frac{n\pi}2=0$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 nx|\to\infty$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$\frac{\tan8x}{\tan7x}\to0$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$e^{r}=1\iff 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 for nonzero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why integer-valued equalities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$e^{b/a}=a-8$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pin down the parameters.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template for a three-part definition: write LHL, value, RHL, equate; solve the parameters from the independent equalities.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a differentiable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a differentiable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$f(x)-f(y)\ge\log_e\left(\frac xy\right)+x-y$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x,y\in(0,\infty)$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$\sum_{n=1}^{20}f'\left(\frac1{n^2}\right)$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 from a functional inequality, Sum of squares of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each side: the two one-sided inequalities squeeze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$y\to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each side: the two one-sided inequalities squeeze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$f'(x)=\frac1x+1$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inequality keeps its direction: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dividing reverses the inequality: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$f(x)-f(y)\ge\ln x-\ln y+x-y$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inequality keeps its direction: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$\frac{f(x)-f(y)}{x-y}\ge\frac{\ln x-\ln y}{x-y}+1$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x^-$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$f'(x)\ge\frac1x+1$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dividing reverses the inequality: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$\frac{f(x)-f(y)}{x-y}\le\frac{\ln x-\ln y}{x-y}+1$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x^+$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$f'(x)\le\frac1x+1$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both one-sided limits equal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from (1) and (2):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both one-sided limits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$f'\left(\frac1{n^2}\right)=n^2+1$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$\sum_{n=1}^{20}\left(n^2+1\right)=\sum_{n=1}^{20}n^2+20=\frac{20\cdot21\cdot41}{6}+20$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$=2870+20=2890$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2890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inequality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swapping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$g(x)=f(x)-\ln x-x$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inequality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$g(x)\ge g(y)$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swapping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holds for every pair, so swapping the roles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$f(x)-\ln x-x\ge f(y)-\ln y-y$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 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$g(t)=f(t)-\ln t-t$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holds for every pair, so swapping the roles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$g(y)\ge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 x+x+C$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$f'\left(\frac1{n^2}\right)=n^2+1$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$\sum_{n=1}^{20}\left(n^2+1\right)=2870+20=2890$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2890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(swap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both are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an inequality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it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 pins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two equal bounds. 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inequality with equality, which is a quick sanity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$f(x)-f(y)\ge g(x)-g(y)$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(swap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both are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an inequality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it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 pins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two equal bounds.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$|f(x)-f(y)|\le(x-y)^2\Rightarrow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$\sum_{n=1}^{N}n^2=\frac{N(N+1)(2N+1)}6$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 x+x+C$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inequality with equality, which is a quick sanity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-2   (C) 3   (D) -3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x\cos y)\left(f(2x+2y)-f(2x-2y)\right)=(\cos x\sin y)\left(f(2x+2y)+f(2x-2y)\right)$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$24f''\left(\frac{5\pi}3\right)$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-2   (C) 3   (D) -3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equations with trigonometric factors, Second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coefficients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separates the variables.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Collect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$f(2x+2y)$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$f(2x-2y)$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coefficients become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$\sin(x-y)$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$\sin(x+y)$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separates the variables.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like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(independent):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y\left[f(2x+2y)-f(2x-2y)\right]=\cos x\sin y\left[f(2x+2y)+f(2x-2y)\right]$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like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$f(2x+2y)\left(\sin x\cos y-\cos x\sin y\right)=f(2x-2y)\left(\sin x\cos y+\cos x\sin 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$f(2x+2y)\sin(x-y)=f(2x-2y)\sin(x+y)$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$\sin(x+y)\sin(x-y)$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$\frac{f(2x+2y)}{\sin(x+y)}=\frac{f(2x-2y)}{\sin(x-y)}$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(independent):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$\frac{f(m)}{\sin\frac m2}=\frac{f(n)}{\sin\frac n2}=K$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$f(m)=K\sin\frac 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$f(x)=K\sin\frac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 K2\cos\frac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$f'(0)=\frac K2=\frac12$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$f'(x)=\frac12\cos\frac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$f''(x)=-\frac14\sin\frac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$24f''\left(\frac{5\pi}3\right)=24\left(-\frac14\sin\frac{5\pi}6\right)=-6\cdot\frac12=-3$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identity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first-order ODE, instead of separating variables.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identity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first-order ODE, instead of separating variables.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Left: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Left: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x\left[\cos y\left(2f'(2x+2y)+2f'(2x-2y)\right)-\sin y(\dots)\right]\to4\sin x\,f'(2x)$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x\left[\cos y\left(f(2x+2y)+f(2x-2y)\right)+\sin y(\dots)\right]\to2\cos x\,f(2x)$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 x\,f'(2x)=2\cos x\,f(2x)$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 t2f'(t)=\cos\frac t2f(t)$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$\frac{d}{dt}\left(\frac{f(t)}{\sin\frac t2}\right)=\frac{f'\sin\frac t2-\frac12f\cos\frac t2}{\sin^2\frac t2}=0$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t2\ne0$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$f(t)=K\sin\frac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$f'(0)=\frac K2=\frac12$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$\frac{5\pi}3\in(0,2\pi)$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$f''\left(\frac{5\pi}3\right)=-\frac14\sin\frac{5\pi}6=-\frac18$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$24f''=-3$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collecting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turns this equation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independent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symbolically, and the original identity holds identically).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an identity in one variable and setting that variable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standard way to extract an ODE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y\pm\cos x\sin y=\sin(x\pm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collecting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turns this equation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$f(2x+2y)\sin(x-y)=f(2x-2y)\sin(x+y)$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$\frac{f(m)}{\varphi(m)}=\frac{f(n)}{\varphi(n)}$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independent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$f=K\varphi$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$\varphi(t)=\sin\frac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$x\pm y=\frac{m}2,\frac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$f=K\sin\frac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$f''=-\frac14f$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$24f''\left(\frac{5\pi}3\right)=-6f\left(\frac{5\pi}3\right)=-6\sin\frac{5\pi}6=-3$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symbolically, and the original identity holds identically).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an identity in one variable and setting that variable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standard way to extract an ODE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-1   (B) 28   (C) 27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$y(x)=\left|\begin{matrix}\sin x&amp;\cos x&amp;\sin x+\cos x+1\\27&amp;28&amp;27\\1&amp;1&amp;1\end{matrix}\right|$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-1   (B) 28   (C) 27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(column operations), Successive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two entries of the third column, so the determinant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$C_3\to C_3-C_1$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two entries of the third column, so the determinant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$-(1+\cos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column becomes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$\left(1+\cos x,\,0,\,0\right)^{T}$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$y(x)=\left|\begin{matrix}\sin x&amp;\cos x&amp;1+\cos x\\27&amp;28&amp;0\\1&amp;1&amp;0\end{matrix}\right|$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$y(x)=(1+\cos x)\left(27\cdot1-28\cdot1\right)=-(1+\cos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$\frac{d^2y}{dx^2}+y=\cos x-1-\cos 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a constant-coefficient combination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operator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leaves only the constant's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a constant-coefficient combination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x,\cos x,1$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operator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leaves only the constant's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cofactors from rows 2 and 3, i.e. constants.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cofactor of the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$y=A\sin x+B\cos x+C\left(\sin x+\cos x+1\right)$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cofactors from rows 2 and 3, i.e. constants.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cofactor of the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$C=\left|\begin{matrix}27&amp;28\\1&amp;1\end{matrix}\right|=27-28=-1$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need to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$y=(A+C)\sin x+(B+C)\cos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$\frac{d^2}{dx^2}(\sin x)=-\sin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$\frac{d^2}{dx^2}(\cos x)=-\cos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$y''+y=C=-1$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$\frac{d^2y}{dx^2}+y=-1$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need to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(row) operations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change a determinant; look for one that creates zeros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one row of functions is a combination of those functions with constant cofactors as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operator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all sine-cosine terms and returns the constant part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checked symbolically.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differential operators with constant coefficients annihilate their own solutions; use that to skip computing derivatives.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(row) operations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$C_i\to C_i\pm 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change a determinant; look for one that creates zeros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one row of functions is a combination of those functions with constant cofactors as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$(D^2+1)(a\sin x+b\cos x+c)=c$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operator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all sine-cosine terms and returns the constant part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checked symbolically.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differential operators with constant coefficients annihilate their own solutions; use that to skip computing derivatives.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42   (B) 7   (C) 14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$f(x)=x^5+2x^3+3x+1$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$\frac{g(7)}{g'(7)}$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42   (B) 7   (C) 14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 of the inverse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find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inspection: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find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inspection: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(so the inverse exists),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satisfied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only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$f(x)=x^5+2x^3+3x+1$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$f'(x)=5x^4+6x^2+3&gt;0$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(so the inverse exists),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$f'(1)=5+6+3=14$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$g'(f(x))\,f'(x)=1$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$x^5+2x^3+3x+1=7$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satisfied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only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$g'(7)\,f'(1)=1$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$g'(7)=\frac1{f'(1)}=\frac1{14}$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$g(f(1))=1$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$g(7)=1$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$\frac{g(7)}{g'(7)}=\frac{1}{1/14}=14$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Invertibility test: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monotonic, hence one-one, and the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unique, so spotting one root is enough.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polynomial with positive coefficients,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coefficients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quick way to hit the target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derivative of the inverse: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(useful in the same family of questions).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$g'(f(a))=\frac1{f'(a)}$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$\frac{g(b)}{g'(b)}=a\,f'(a)$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Invertibility test: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monotonic, hence one-one, and the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unique, so spotting one root is enough.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polynomial with positive coefficients,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coefficients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$1+2+3+1=7$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quick way to hit the target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derivative of the inverse: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$g''(f(a))=-\frac{f''(a)}{\left(f'(a)\right)^3}$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(useful in the same family of questions).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1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$y(\theta)=\frac{2\cos\theta+\cos2\theta}{\cos3\theta+4\cos2\theta+5\cos\theta+2}$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$y''+y'+y$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1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Multiple-angle trigonometric identities, Successive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cancelling the numerator and leaving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denominator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$(2c^2+2c-1)(2c+2)$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cancelling the numerator and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$\frac1{2(1+\cos\theta)}$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cancellation is valid wherever it is non-zero):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$\cos2\theta=2c^2-1$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$\cos3\theta=4c^3-3c$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$2c+2c^2-1$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$4c^3-3c+4\left(2c^2-1\right)+5c+2=4c^3+8c^2+2c-2$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$4c^3+8c^2+2c-2=\left(2c^2+2c-1\right)\left(2c+2\right)$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$2c^2+2c-1$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cancellation is valid wherever it is non-zero):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$y=\frac1{2c+2}=\frac12\cdot\frac1{1+\cos\theta}$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$y'=\frac12\cdot\frac{-1}{(1+\cos\theta)^2}\cdot(-\sin\theta)=\frac{\sin\theta}{2(1+\cos\theta)^2}$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$y''=\frac12\cdot\frac{\cos\theta(1+\cos\theta)^2-\sin\theta\cdot2(1+\cos\theta)(-\sin\theta)}{(1+\cos\theta)^4}$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$y''=\frac12\cdot2=1$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$y''+y'+y=1+\frac12+\frac12=2$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differentiate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$y=\frac14\sec^2\frac\theta2=\frac{1+u^2}4$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$u=\tan\frac\theta2$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differentiate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$\frac{du}{d\theta}=\frac{1+u^2}2$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cancelling (as above),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cancelling (as above),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$y=\frac1{2(1+\cos\theta)}=\frac1{4\cos^2\frac\theta2}=\frac14\sec^2\frac\theta2=\frac{1+u^2}{4}$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$\frac{du}{d\theta}=\frac{1+u^2}2$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$y'=\frac{2u}4\cdot\frac{1+u^2}2=\frac{u(1+u^2)}4$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$y''=\frac{1+3u^2}{4}\cdot\frac{1+u^2}2=\frac{(1+3u^2)(1+u^2)}8$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$y=\frac24=\frac12$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$y'=\frac24=\frac12$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$y''=\frac{4\cdot2}8=1$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$y''+y'+y=1+\frac12+\frac12=2$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rational functions of multiple-angle cosines become rational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often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symbolically).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cancelled factor is valid only where it is non-zero; check it at the point of evaluation.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$\cos2\theta=2c^2-1$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$\cos3\theta=4c^3-3c$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rational functions of multiple-angle cosines become rational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often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$1+\cos\theta=2\cos^2\frac\theta2$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$\frac1{1+\cos\theta}=\frac12\sec^2\frac\theta2$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$\frac{du}{d\theta}=\frac{1+u^2}2$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$\frac{2\cos\theta+\cos2\theta}{\cos3\theta+4\cos2\theta+5\cos\theta+2}=\frac1{2(1+\cos\theta)}$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$2c^2+2c-1\ne0$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symbolically).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cancelled factor is valid only where it is non-zero; check it at the point of evaluation.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for a differentiable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8   (C) 4   (D) 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for a differentiable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$h'(0)=h'(1)=2$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$g(x)=h\left(e^x\right)e^{h(x)}$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8   (C) 4   (D) 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Chain rule and product rule for composite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Product rule and chain rule;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only the given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Product rule and chain rule;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$e^0=1$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only the given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$h(0),h(1),h'(0),h'(1)$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product and chain rules: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$g(x)=h\left(e^x\right)\cdot e^{h(x)}$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product and chain rules: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$g'(x)=h\left(e^x\right)\cdot e^{h(x)}h'(x)+e^{h(x)}\cdot h'\left(e^x\right)e^x$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$g'(0)=h(1)\,e^{h(0)}\,h'(0)+e^{h(0)}\,h'(1)\cdot1$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$g'(0)=1\cdot1\cdot2+1\cdot2=2+2=4$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Logarithmic differentiation: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product into a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Logarithmic differentiation: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g=\ln h\left(e^x\right)+h(x)$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product into a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$g(0)=h(1)e^{h(0)}=1\cdot1=1$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g(x)=\ln h\left(e^x\right)+h(x)$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$\frac{g'(x)}{g(x)}=\frac{h'\left(e^x\right)e^x}{h\left(e^x\right)}+h'(x)$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$\frac{g'(0)}{1}=\frac{h'(1)\cdot1}{h(1)}+h'(0)=\frac21+2=4$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argument's derivative is multiplied,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evaluated at the inner value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of exponential-type factors,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the product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early: only given data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survive. Checked with a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the four conditions (it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$\frac{d}{dx}h(\varphi(x))=h'(\varphi(x))\varphi'(x)$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argument's derivative is multiplied,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evaluated at the inner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product of exponential-type factors,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$\frac{g'}{g}=(\ln g)'$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the product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$g=u\,e^{v}\Rightarrow\frac{g'}{g}=\frac{u'}{u}+v'$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early: only given data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$h(0),h(1),h'(0),h'(1)$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survive. Checked with a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the four conditions (it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73   (B) 62   (C) 51   (D) 54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$f(x)=ax^3+bx^2+cx+41$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73   (B) 62   (C) 51   (D) 54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Higher-order derivatives of a polynomial, Solving linear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conditions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three linear equations; subtracting kills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conditions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three linear equations; subtracting kills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from (3)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$f'(x)=3ax^2+2bx+c$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$f'(1)=3a+2b+c=2$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$f''(x)=6ax+2b$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$f''(1)=6a+2b=4$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$f(1)=a+b+c+41=40$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$a+41=40$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$-3+b=2$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from 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$a^2+b^2+c^2=1+25+25=51$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Taylor polynomial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find the leading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Taylor polynomial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$f(0)=41$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find the leading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$f(x)=f(1)+f'(1)(x-1)+\frac{f''(1)}2(x-1)^2+a(x-1)^3=40+2(x-1)+2(x-1)^2+a(x-1)^3$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$f(0)=41=40-2+2-a$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$f(x)=40+2x-2+2x^2-4x+2-\left(x^3-3x^2+3x-1\right)=-x^3+5x^2-5x+41$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by its Taylor expansion at any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cubic,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Conditions at one point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plus the constant term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four equations for the four coefficients of a cubic.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consecutive equations reduces the unknowns one at a time.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by its Taylor expansion at any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$f(x)=\sum\frac{f^{(k)}(p)}{k!}(x-p)^k$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cubic,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$f'''=6a$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Conditions at one point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plus the constant term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four equations for the four coefficients of a cubic.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$f(1)-41=a+b+c$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$f'(1)=3a+2b+c$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$f''(1)=6a+2b$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consecutive equations reduces the unknowns one at a time.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$\log_ey=3\sin^{-1}x$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$\left(1-x^2\right)y''-xy'$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$9e^{\frac\pi6}$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$3e^{\frac\pi2}$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$3e^{\frac\pi6}$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$9e^{\frac\pi2}$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 (differential relation for an inverse-trigonometric exponent)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differentiate once more and multiply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$\sqrt{1-x^2}\,y'=3y$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differentiate once more and 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expression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y=3\sin^{-1}x$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$y=e^{3\sin^{-1}x}$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$\frac{dy}{dx}=e^{3\sin^{-1}x}\cdot\frac3{\sqrt{1-x^2}}$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$\sqrt{1-x^2}\,y'=3y$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$\sqrt{1-x^2}\,y''-\frac{x}{\sqrt{1-x^2}}\,y'=3y'$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$\left(1-x^2\right)y''-xy'=3y'\sqrt{1-x^2}$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$\sqrt{1-x^2}\,y'=3y$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$3\cdot3y=9y$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$\left(1-x^2\right)y''-xy'=9y$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$\sin^{-1}\frac12=\frac\pi6$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$y=e^{3\cdot\frac\pi6}=e^{\frac\pi2}$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$9e^{\frac\pi2}$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$9e^{\frac\pi2}$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operator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simply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operator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$\left(1-x^2\right)\frac{d^2}{dx^2}-x\frac{d}{dx}$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simply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$\frac{d^2}{dt^2}$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$y=e^{3t}$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$\frac{d}{dx}=\frac1{\cos t}\frac d{dt}$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$y_x=\frac{y_t}{\cos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$y_{xx}=\frac{y_{tt}\cos t+y_t\sin t}{\cos^3t}$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$\left(1-x^2\right)y_{xx}=y_{tt}+y_t\tan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$xy_x=y_t\tan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$\left(1-x^2\right)y''-xy'=y_{tt}=\frac{d^2}{dt^2}e^{3t}=9e^{3t}$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$9e^{\pi/2}$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$9e^{\frac\pi2}$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explains these relations at once (checked symbolically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after the first differentiation of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differentiate again and multiply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remove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$y=e^{k\sin^{-1}x}$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$\left(1-x^2\right)y''-xy'-k^2y=0$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$y=\sin(k\sin^{-1}x)$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$\cos(k\sin^{-1}x)$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$\left(1-x^2\right)y''-xy'+k^2y=0$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$\left(1-x^2\right)\frac{d^2}{dx^2}-x\frac d{dx}=\frac{d^2}{dt^2}$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explains these relations at once (checked symbolically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$\sqrt{1-x^2}\,y'=ky$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after the first differentiation of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$y=e^{k\sin^{-1}x}$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differentiate again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remove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ra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0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$f(x)=\frac{\left(2^x+2^{-x}\right)\tan x\sqrt{\tan^{-1}\left(x^2-x+1\right)}}{\left(7x^2+3x+1\right)^3}$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0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product and quotient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product rule leaves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$f=\tan x\cdot g(x)$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0=0$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product rule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$f'(0)=g(0)$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ra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e>
                        </m: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 x\cdot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$g(x)=\frac{\left(2^x+2^{-x}\right)\sqrt{\tan^{-1}\left(x^2-x+1\right)}}{\left(7x^2+3x+1\right)^3}$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$f'(x)=\sec^2x\,g(x)+\tan x\,g'(x)$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$f'(0)=\sec^20\cdot g(0)+\tan0\cdot g'(0)=g(0)$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$g(0)=\frac{\left(2^0+2^{-0}\right)\sqrt{\tan^{-1}(1)}}{\left(1\right)^3}=2\sqrt{\tan^{-1}1}=2\sqrt{\frac\pi4}=\sqrt\pi$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$f'(0)=\sqrt\pi$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definition of the derivative: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definition of the derivative: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$f'(0)=\lim_{x\to0}\frac{f(x)}x=\lim\frac{\tan x}{x}\,g(x)=g(0)$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of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of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$f'(0)=\lim_{x\to0}\frac{f(x)-f(0)}{x}=\lim_{x\to0}\frac{f(x)}x$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$\frac{f(x)}x=\frac{\tan x}x\cdot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x}x\to1$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answer; no differentiation of the heavy expression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$g(0)=\frac{2\sqrt{\pi/4}}{1}=\sqrt\pi$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answer; no differentiation of the heavy expression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needs only 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(via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not differentiability.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differentiate a long product or quotient when a factor vanishes at the point: isolate that factor first (verified: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symbolically).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$f(x)=\varphi(x)g(x)$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$f'(0)=\varphi'(0)\,g(0)$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needs only 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$f'(0)=\lim\frac{f(x)}{x}$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not differentiability.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differentiate a long product or quotient when a factor vanishes at the point: isolate that factor first (verified: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$f'(0)=\sqrt\pi$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symbolically).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736   (B) 746   (C) 732   (D) 742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$y=\log_e\left(\frac{1-x^2}{1+x^2}\right)$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$225\left(y'-y''\right)$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736   (B) 746   (C) 732   (D) 742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Successive differentiation of a logarithmic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logarithm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quotient rule once more and evaluate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logarithm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$y'=\frac{-4x}{1-x^4}$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quotient rule once more and evaluate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$x^4=\frac1{16}$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Simplify: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$y=\ln\left(1-x^2\right)-\ln\left(1+x^2\right)$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$y'=\frac{-2x}{1-x^2}-\frac{2x}{1+x^2}=\frac{-2x\left[(1+x^2)+(1-x^2)\right]}{1-x^4}=\frac{-4x}{1-x^4}$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$y''=\frac{-4\left(1-x^4\right)-(-4x)\left(-4x^3\right)}{\left(1-x^4\right)^2}=\frac{-4+4x^4-16x^4}{\left(1-x^4\right)^2}$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$y''=\frac{-4\left(1+3x^4\right)}{\left(1-x^4\right)^2}$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$y'-y''=\frac{-4x}{1-x^4}+\frac{4\left(1+3x^4\right)}{\left(1-x^4\right)^2}$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$1-x^4=\frac{15}{16}$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$1+3x^4=\frac{19}{16}$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$\frac{-2}{15/16}=-\frac{32}{15}$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$\frac{4\cdot\frac{19}{16}}{\frac{225}{256}}=\frac{1216}{225}$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$y'-y''=-\frac{480}{225}+\frac{1216}{225}=\frac{736}{225}$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$225\left(y'-y''\right)=736$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736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each logarithm: all the arithmetic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uses simple fractions.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$y=\ln(1-x)+\ln(1+x)-\ln\left(1+x^2\right)$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each logarithm: all the arithmetic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uses simple fractions.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$y'=-\frac1{1-x}+\frac1{1+x}-\frac{2x}{1+x^2}$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$y''=-\frac1{(1-x)^2}-\frac1{(1+x)^2}-\frac{2\left(1-x^2\right)}{\left(1+x^2\right)^2}$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$y'=-2+\frac23-\frac1{5/4}=-\frac43-\frac45=-\frac{32}{15}$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$y''=-4-\frac49-\frac{2\cdot\frac34}{\frac{25}{16}}=-4-\frac49-\frac{24}{25}=-\frac{1216}{225}$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$y'-y''=-\frac{480}{225}+\frac{1216}{225}=\frac{736}{225}$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$225\left(y'-y''\right)=736$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736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closed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differentiating; each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simpler than the quotient rule on the whole.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inverse hyperbolic tangent pattern).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$\ln\frac{1-x^2}{1+x^2}$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$y'=\frac{-4x}{1-x^4}$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closed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$\ln\frac{u}{v}=\ln u-\ln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differentiating;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$\left(\ln u\right)'=\frac{u'}u$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simpler than the quotient rule on the whole.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d{dx}\ln\frac{1-x}{1+x}=-\frac2{1-x^2}$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d{dx}\ln\frac{1+x}{1-x}=\frac2{1-x^2}$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inverse hyperbolic tangent pattern).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$y'=-\frac{32}{15}$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$y''=-\frac{1216}{225}$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6   (C) 0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$f(x)=\left|\begin{matrix}2\cos^4x&amp;2\sin^4x&amp;3+\sin^22x\\3+2\cos^4x&amp;2\sin^4x&amp;\sin^22x\\2\cos^4x&amp;3+2\sin^4x&amp;\sin^22x\end{matrix}\right|$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6   (C) 0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determinant one column at a time;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differentiated column is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determinant one column at a time;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differentiated column is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is differentiated column by column: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column differentiated and the other columns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1 has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2 has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3 has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is differentiated column by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$f'(x)=D_1+D_2+D_3$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column differentiated and the other columns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1 has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$2\cos^4x,\,3+2\cos^4x,\,2\cos^4x$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$8\cos^3x(-\sin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2 has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$2\sin^4x,\,2\sin^4x,\,3+2\sin^4x$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$8\sin^3x\cos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3 has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$3+\sin^22x,\,\sin^22x,\,\sin^22x$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$2\sin2x\cos2x\cdot2=4\sin2x\cos2x$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three differentiated columns are zero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a zero column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$\sin0\cos0=0$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three differentiated columns are zero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a zero column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$D_1(0)=D_2(0)=D_3(0)=0$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operations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 the determinant to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operations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 the determinant to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$f'\equiv0$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 1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row 3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new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$b=\sin^4x$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 1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row 3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new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$f=-3\left(2b\cdot0-s\cdot3\right)+3\left((3+2a)\cdot3-2b\cdot(-3)\right)=9s+27+18(a+b)$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$a+b=\cos^4x+\sin^4x=1-2\sin^2x\cos^2x=1-\frac 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$f=9s+27+18-9s=45$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(similarly by rows).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all the entries are even functions, the determinant is even,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differentiable); 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row operations this makes the determinant constant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verified symbolically).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differentiating a determinant look for row or column operations that simplify it, since often it turns out to be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d{dx}\det\left[C_1,C_2,C_3\right]=\det\left[C_1',C_2,C_3\right]+\det\left[C_1,C_2',C_3\right]+\det\left[C_1,C_2,C_3'\right]$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(similarly by rows).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all the entries are even functions, the determinant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$\cos^4x,\sin^4x,\sin^22x$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$\cos^4x+\sin^4x=1-\frac12\sin^22x$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row operations this makes the determinant constant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verified symbolically).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differentiating a determinant look for row or column operations that simplify it, since often it turns out to be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Continuity, Differentiability and Differentiation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