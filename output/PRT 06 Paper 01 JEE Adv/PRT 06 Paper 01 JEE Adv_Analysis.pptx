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Sheet1!$A$2:$A$19</c:f>
              <c:strCache>
                <c:ptCount val="18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3.0</c:v>
                </c:pt>
                <c:pt idx="4">
                  <c:v>3.0</c:v>
                </c:pt>
                <c:pt idx="5">
                  <c:v>4.0</c:v>
                </c:pt>
                <c:pt idx="6">
                  <c:v>2.0</c:v>
                </c:pt>
                <c:pt idx="7">
                  <c:v>4.0</c:v>
                </c:pt>
                <c:pt idx="8">
                  <c:v>2.0</c:v>
                </c:pt>
                <c:pt idx="9">
                  <c:v>4.0</c:v>
                </c:pt>
                <c:pt idx="10">
                  <c:v>1.0</c:v>
                </c:pt>
                <c:pt idx="11">
                  <c:v>2.0</c:v>
                </c:pt>
                <c:pt idx="12">
                  <c:v>4.0</c:v>
                </c:pt>
                <c:pt idx="13">
                  <c:v>2.0</c:v>
                </c:pt>
                <c:pt idx="14">
                  <c:v>3.0</c:v>
                </c:pt>
                <c:pt idx="15">
                  <c:v>1.0</c:v>
                </c:pt>
                <c:pt idx="16">
                  <c:v>3.0</c:v>
                </c:pt>
                <c:pt idx="17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assumed that if $8$ occurs twice then $x_6=x_7=8$ (so $x_7$ is $8$), ignoring $x_5=x_6=8$ with $x_7&gt;8$ (and $x_5=7$). That gave only 5 data sets, max range 7 and least $x_3=5$ and the PDF text concluded that A, B, C are true and D false, contradicting its own key (C). Correct: 14 data sets (checked by brute force), max range 13, least $x_3=3$, so A, B, D are false and only C is true. The key (C) is right; the PDF working was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PDF has no usable solution for this question; the solution was written by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PRT 06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Paper 01 · JEE Adv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solution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solution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$\sin^{-1}\left(\frac{2x}{1+x^2}\right)=2\tan^{-1}(x+1)$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$2x_0+1$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Branches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inverse trigonometric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Branches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$\sin^{-1}\frac{2x}{1+x^2}$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inverse trigonometric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 changes form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solve interval by interval.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$\sin^{-1}\frac{2x}{1+x^2}$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$2\tan^{-1}x$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 changes form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solve interval by interval.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splits by intervals: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impossible.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splits by intervals: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$\sin^{-1}\frac{2x}{1+x^2}=-\pi-2\tan^{-1}x$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$=\pi-2\tan^{-1}x$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x\le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$2\tan^{-1}x=2\tan^{-1}(x+1)\Rightarrow x=x+1\Rightarrow 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impossible.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$\pi-2\tan^{-1}x=2\tan^{-1}(x+1)\Rightarrow \tan^{-1}x+\tan^{-1}(x+1)=\frac{\pi}{2}$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arguments are positive,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root is negative, so both fail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 solution in this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3,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arguments are positive,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$x(x+1)=1\Rightarrow x^2+x-1=0\Rightarrow x=\frac{-1\pm\sqrt5}{2}$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$\frac{-1+\sqrt5}{2}\approx0.618&lt;1$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root is negative, so both fail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 solution in this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3,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$-\pi-2\tan^{-1}x=2\tan^{-1}(x+1)\Rightarrow\tan^{-1}x+\tan^{-1}(x+1)=-\frac{\pi}{2}$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terms are positive,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the unique real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$\tan^{-1}y+\tan^{-1}(y-1)=\frac{\pi}{2}$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terms are positive,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$y(y-1)=1\Rightarrow y^2-y-1=0\Rightarrow y=\frac{1+\sqrt5}{2}$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$x_0=-y=\frac{-1-\sqrt5}{2}\approx-1.618&lt;-1$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the unique real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$2x_0+1=2\cdot\frac{-1-\sqrt5}{2}+1=-\sqrt5$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$-\sqrt{5}$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Restrict the range first: the left side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take sine of both sides.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Restrict the range first: the left side lies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$[-\frac{\pi}{2},\frac{\pi}{2}]$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take sine of both sides.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is a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this range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itself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applies and the equation is equivalent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$[-\frac{\pi}{2},\frac{\pi}{2}]$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$-\frac{\pi}{4}\le\tan^{-1}(x+1)\le\frac{\pi}{4}$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x+1\le1$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$-2\le 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this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$2\tan^{-1}(x+1)$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itself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$[-\frac{\pi}{2},\frac{\pi}{2}]$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$\sin^{-1}(\sin\theta)=\theta$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applies and the equation is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$\frac{2x}{1+x^2}=\sin\left(2\tan^{-1}(x+1)\right)$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$\sin(2\tan^{-1}u)=\frac{2u}{1+u^2}$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$\frac{2x}{1+x^2}=\frac{2(x+1)}{x^2+2x+2}$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reduces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$x(x^2+2x+2)=(x+1)(1+x^2)\Rightarrow x^3+2x^2+2x=x^3+x^2+x+1$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$x=\frac{-1\pm\sqrt5}{2}$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$x=\frac{-1-\sqrt5}{2}\approx-1.618$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$0.618$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$2x_0+1=-\sqrt5$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$-\sqrt{5}$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Similarly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exactly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Reading the range of the other side first often removes all casework.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this question the range test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shows that the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extraneous.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$\sin^{-1}\frac{2u}{1+u^2}=2\tan^{-1}u$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$\pi-2\tan^{-1}u$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$-\pi-2\tan^{-1}u$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$\cos^{-1}\frac{1-u^2}{1+u^2}=2\tan^{-1}u$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$\sin^{-1}s=\theta$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$\theta\in[-\frac{\pi}{2},\frac{\pi}{2}]$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Reading the range of the other side first often removes all casework.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$\tan^{-1}a+\tan^{-1}b=\frac{\pi}{2}$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this question the range 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$-2\le 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shows that the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$0.618$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extraneous.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fractional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the limit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⌊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does not exist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 x\rfloor$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fractional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the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$\lim_{x\to0}\frac{\sin^2x}{\{x\}^2+\lfloor x\rfloor(2x+1)}$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does not exist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involving the greatest integer and fractional part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both sides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denominator collapses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limit is the standard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both sides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denominator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limit is the standard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$\frac{\sin^2x}{x^2}\to1$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the right-hand limit (RHL) and the left-hand limit (LHL)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RHL: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RHL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the right-hand limit (RHL) and the left-hand limit (LHL)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RHL: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 x\rfloor=0$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$\{x\}^2+\lfloor x\rfloor(2x+1)=x^2+0\cdot(2x+1)=x^2$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RHL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$=\lim_{x\to0^+}\frac{\sin^2x}{x^2}=1$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LHL: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LHL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RHL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limit exists and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LHL: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 x\rfloor=-1$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$\{x\}=x-\lfloor x\rfloor=x+1$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$(x+1)^2+(-1)(2x+1)=x^2+2x+1-2x-1=x^2$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LHL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$=\lim_{x\to0^-}\frac{\sin^2x}{x^2}=1$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RHL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limit exists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denominator is the single expression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valid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$n=\lfloor x\rfloor$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denominator is the single expression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$x^2+n(n+1)$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valid for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denominator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$n=\lfloor x\rfloor$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$\{x\}=x-n$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$=(x-n)^2+n(2x+1)=x^2-2nx+n^2+2nx+n=x^2+n(n+1)$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denominator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$x^2+\lfloor x\rfloor(\lfloor x\rfloor+1)$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both cases. So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both sides) the denominator is exactly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limit is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no need to treat the two sides separately.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$n\in\{-1,0\}$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$n(n+1)=0$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both cases. So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both sides) the denominator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$\lim_{x\to0}\frac{\sin^2x}{x^2}=1$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no need to treat the two sides separately.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extra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zero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replace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side)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 side)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compute the two one-sided limits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limits to recognise: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sides.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$\{x\}^2+\lfloor x\rfloor(2x+1)=x^2+n(n+1)$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$n=\lfloor x\rfloor$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extra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zero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$0.25+1\cdot4=4.25=2.25+2$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 x\rfloor$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side)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 side)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compute the two one-sided limits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$\lfloor\,\rfloor$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$\{\,\}$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limits to recognise: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x}{x}\to1$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$\frac{\sin^2x}{x^2}\to1$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sides.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constants.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$f(x)=ae^x+b|x-1|$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$f(x)=\frac{\sin x+c\ln(1+x)}{x}$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constants.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$4a+4b+c$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061968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Continuity and differentiability of a piecewise function with a modulus, Standard series limits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061968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Continuity and differentiability of a piecewise function with a modulus, Standard series limits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Differentiability needs continuity first (this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then equality of the one-sided slopes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Differentiability needs continuity first (this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then equality of the one-sided slopes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$a-b$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must first be continuous there: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Equating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Left-hand derivative: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LHD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Right-hand derivative,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must first be continuous there: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$\lim_{x\to0^-}f(x)=\lim_{x\to0^+}f(x)=f(0)=2$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$|x-1|=1-x$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$\lim_{x\to0^-}f(x)=\lim(ae^x+b(1-x))=a+b$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$\lim_{x\to0^+}\frac{\sin x+c\ln(1+x)}{x}=1+c$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Equating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Left-hand derivative: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$\frac{d}{dx}(ae^x+b-bx)=ae^x-b$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LHD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Right-hand derivative,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x=x-\frac{x^3}{6}+\dots$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$\ln(1+x)=x-\frac{x^2}{2}+\dots$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RHD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LHD and RHD: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(1) and (3):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$f(x)=\frac{2x-\frac{x^2}{2}-\frac{x^3}{6}+\dots}{x}=2-\frac{x}{2}-\frac{x^2}{6}+\dots$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RHD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$=\lim_{x\to0^+}\frac{f(x)-f(0)}{x}=\lim\frac{-\frac{x}{2}-\frac{x^2}{6}}{x}=-\frac{1}{2}$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LHD and RHD: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$a-b=-\frac{1}{2}$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(1) and (3):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$2a=\frac{3}{2}\Rightarrow a=\frac{3}{4}$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$2b=\frac{5}{2}\Rightarrow b=\frac{5}{4}$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$4a+4b+c=3+5+1=9$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Match one-sided slopes with L'Hospital on the difference quotient instead of series expansions.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as before, so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RHD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form. Apply L'Hospital: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again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Apply L'Hospital once more: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as before, so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$f(x)-2=\frac{\sin x+\ln(1+x)-2x}{x}$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RHD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$=\lim_{x\to0^+}\frac{\sin x+\ln(1+x)-2x}{x^2}$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form. Apply L'Hospital: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$\lim\frac{\cos x+\frac{1}{1+x}-2}{2x}$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again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Apply L'Hospital once more: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$\lim\frac{-\sin x-\frac{1}{(1+x)^2}}{2}=-\frac{1}{2}$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value as in the main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$4a+4b+c=3+5+1=9$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value as in the main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Differentiable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first; use continuity to fix as many constants as possible, then equate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one-sided derivative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expansion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(after subtracting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modulus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just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kink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check where the zero of the modulus lies before splitting.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answer: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one-sided slopes equal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first; use continuity to fix as many constants as possible, then equate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$f'(x_0^-)=f'(x_0^+)$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x=x-\frac{x^3}{6}+\dots$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$\ln(1+x)=x-\frac{x^2}{2}+\dots$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$e^x=1+x+\dots$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one-sided derivative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(after subtracting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modulus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just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kink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check where the zero of the modulus lies before splitting.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answer: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$a=\frac34,b=\frac54,c=1$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one-sided slopes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$a+b=2=f(0)$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Two subsets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chosen at random and independently from the power 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that the intersection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an odd number of elements, the probability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$S=\{1,2,3,4,5\}$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Two subsets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chosen at random and independently from the power 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that the intersection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an odd number of elements, the probability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$A\cup B=S$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$\frac{121}{496}$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$\frac{121}{512}$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$\frac{61}{248}$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$\frac{125}{496}$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Conditional probability, Counting pairs of subsets; binomial sum over odd terms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element is in exactly one of four regions (both,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neither); the odd-size condition is handled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element is in exactly one of four regions (both,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neither); the odd-size condition is handled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$\frac{(p+q)^5-(p-q)^5}{2}$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number of ordered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equally likely.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"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an odd number of elements"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"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".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Choose these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number of ordered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$2^5\times2^5=1024$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equally likely.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"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an odd number of elements"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"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$A\cup B=S$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".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$P(E|F)=\frac{n(E\cap F)}{n(F)}$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$|A\cap B|=k$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$k\in\{1,3,5\}$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Choose these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$\binom5k$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the remaining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lies in exactly one of three regions: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neither. This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(Binomial 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no element is in "neither", so each remaining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 has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(only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the remaining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lies in exactly one of three regions: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neither.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$3^{5-k}$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$n(F)=\sum_{k\ \mathrm{odd}}\binom5k3^{5-k}$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$n(F)=\binom51 3^4+\binom53 3^2+\binom55 3^0=405+90+1=496$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(Binomial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$\frac{(3+1)^5-(3-1)^5}{2}=\frac{1024-32}{2}=496$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$E\cap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$A\cup B=S$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no element is in "neither", so each remaining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 has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(only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(Binomial 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$n(E\cap F)=\binom51 2^4+\binom53 2^2+\binom55 2^0=80+40+1=121$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(Binomial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$\frac{(2+1)^5-(2-1)^5}{2}=\frac{243-1}{2}=121$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$P(E|F)=\frac{121}{496}$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496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$\frac{121}{496}$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Treat the five elements as independent trials with four equally likely states each, and extract the odd-count part with a generating function.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element, independently, the state is one of: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only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only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neither, each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mark an element lying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One element contributes the factor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five elements give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element, independently, the state is one of: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only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only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neither, each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mark an element lying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One element contributes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 s+\frac14+\frac14+\frac14=\frac{3+s}{4}$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five elements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$\left(\frac{3+s}{4}\right)^5$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sum of odd-power coefficients: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"neither" state is forbidden, so one element contributes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sum of odd-power coefficients: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$\frac{1}{2}\left[\left(\frac{4}{4}\right)^5-\left(\frac{2}{4}\right)^5\right]=\frac12\left(1-\frac1{32}\right)=\frac{31}{64}$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$A\cup B=S$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"neither" state is forbidden, so one element contributes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$\frac14s+\frac12$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$\frac{s+2}{4}$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$P(E\cap F)=\frac12\left[\left(\frac34\right)^5-\left(\frac14\right)^5\right]=\frac{243-1}{2\cdot1024}=\frac{121}{1024}$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$P(E|F)=\frac{121/1024}{31/64}=\frac{121}{1024}\cdot\frac{64}{31}=\frac{121}{496}$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496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$\frac{121}{496}$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subsets of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correspond to assigning each element one of 4 states; the number of pairs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odd-index terms of a binomial expansion: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𝑜𝑑𝑑 𝑛𝑢𝑚𝑏𝑒𝑟 𝑜𝑓 𝑠𝑢𝑐𝑐𝑒𝑠𝑠𝑒𝑠 𝑖𝑛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𝑖𝑛𝑑𝑒𝑝𝑒𝑛𝑑𝑒𝑛𝑡 𝑡𝑟𝑖𝑎𝑙𝑠 𝑤𝑖𝑡ℎ 𝑝𝑟𝑜𝑏𝑎𝑏𝑖𝑙𝑖𝑡𝑦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the condition is a parity condition on a count,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generating function.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subsets of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correspond to assigning each element one of 4 states; the number of pairs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$A\cup B=S$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B=\emptyset$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odd-index terms of a binomial expansion: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$\sum_{k\ \mathrm{odd}}\binom nk p^{n-k}q^k=\frac{(p+q)^n-(p-q)^n}{2}$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$p=3,q=1$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$p=2,q=1$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$P(\text{odd number of successes in }n\text{ independent trials with probability }p)=\frac{1-(1-2p)^n}{2}$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$p=\frac14,n=5$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$\frac{31}{64}$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$\frac{496}{1024}$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the condition is a parity condition on a count,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generating function.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Q05 – Q08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505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set of all real numbers and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set of all integers. Consider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fractional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505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set of all real numbers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set of all integers. Consider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$f(x)=(1-x^2)\left(2+\sin\frac{\pi}{1-x}\right)$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$x\notin\mathbb{Z}$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$f(x)=e^{-\frac{1}{(x-1)^2}}\sin\left(\frac{1}{\{x\}}\right)$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$x\notin\mathbb{Z}$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fractional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$f'(-1)=6$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$\lim_{x\to1^+}f'(x)=0$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and differentiability of a piecewise function, Limit of the derivative with bounded oscillating factors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factor tending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a bounded oscillating factor gives continuity; the difference quotient decides differentiability.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factor tending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a bounded oscillating factor gives continuity; the difference quotient decides differentiability.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bounded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$=\lim_{x\to1^-}(1-x^2)\left(2+\sin\frac{\pi}{1-x}\right)=0$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$\left|2+\sin\frac{\pi}{1-x}\right|\le3$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bounded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$1-x^2\to0$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RHL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bounded.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Differentiability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oscillates infinitely often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limit does not exist.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integer)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in a deleted neighbourhood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$1&lt;x&lt;2$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RHL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$=\lim_{x\to1^+}e^{-\frac{1}{(x-1)^2}}\sin\frac{1}{x-1}=0$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$e^{-1/(x-1)^2}\to0$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$\sin\frac{1}{x-1}$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bounded.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$=f(1)=0$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Differentiability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$=\lim_{x\to1^-}\frac{f(x)-f(1)}{x-1}=\lim_{x\to1^-}\frac{(1-x)(1+x)(2+\sin\frac{\pi}{1-x})}{x-1}=\lim-(1+x)\left(2+\sin\frac{\pi}{1-x}\right)$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$x\to1^-$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$\sin\frac{\pi}{1-x}$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oscillates infinitely often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limit does not exist.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integer)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in a deleted neighbourhood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$x\notin\mathbb{Z}$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$f(x)=(1-x^2)\left(2+\sin\frac{\pi}{1-x}\right)$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bounded,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(D)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$f'(-1)=\lim_{x\to-1}\frac{f(x)-f(-1)}{x+1}=\lim_{x\to-1}(1-x)\left(2+\sin\frac{\pi}{1-x}\right)=2\left(2+\sin\frac{\pi}{2}\right)=2(2+1)=6$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$f(x)=e^{-\frac{1}{(x-1)^2}}\sin\frac{1}{x-1}$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$u=x-1\to0^+$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$f=e^{-u^{-2}}\sin(u^{-1})$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$f'=2u^{-3}e^{-u^{-2}}\sin(u^{-1})-u^{-2}e^{-u^{-2}}\cos(u^{-1})$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$t=u^{-1}\to\infty$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f'=\lim\left(2t^3e^{-t^2}\sin t-t^2e^{-t^2}\cos 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$t^3e^{-t^2}\to0$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$t^2e^{-t^2}\to0$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t,\cos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bounded,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$\lim_{x\to0}f(x)=\lim(1-x^2)\left(2+\sin\frac{\pi}{1-x}\right)=1\cdot(2+\sin\pi)=2\ne 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(D)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Correct options: (A), (B), (C).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Show non-differentiability with two explicit sequences, and settle (B) and (C) with the factor-out-the-zero lemma and a squeeze.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value there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(A) take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left quotient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$f(x)=(1-x)\,g(x)$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$g(x)=(1+x)\left(2+\sin\frac{\pi}{1-x}\right)$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$\frac{f(x)-f(-1)}{x+1}=(1-x)\left(2+\sin\frac{\pi}{1-x}\right)$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value there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(A)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$x_n=1-\frac{2}{4n+1}$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$\frac{\pi}{1-x_n}=\frac{(4n+1)\pi}{2}$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left quotient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$-(1+x_n)\cdot3\to-6$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left quotient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sequences tending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different limits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left derivative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exist,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(bounded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zero). (A) holds.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$y_n=1-\frac{2}{4n+3}$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$\sin\frac{\pi}{1-y_n}=\sin\frac{(4n+3)\pi}{2}=-1$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left quotient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$-(1+y_n)\cdot1\to-2$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sequences tending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different limits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left derivative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(bounded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zero). (A) holds.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(C):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bound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beats any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the squeeze theorem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(D):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discontinuous. Conclusion: (A),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$|f'(x)|\le2t^3e^{-t^2}+t^2e^{-t^2}$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$t=\frac{1}{x-1}\to\infty$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bound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beats any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the squeeze theorem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(D):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discontinuous. Conclusion: (A),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(quantity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standard route to continuity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merely oscillates, the derivative fails to exist.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faster than any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though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the unbounded-looking terms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differentiable at a point yet have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discontinuous there (e.g.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do not confuse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existing: here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(quantity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standard route to continuity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$(1-x^2)(2+\sin\frac{\pi}{1-x})$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$e^{-1/(x-1)^2}\sin\frac1{x-1}$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$f(x)=(x-a)g(x)$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$f'(a)=g(a)$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merely oscillates, the derivative fails to exist.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$e^{-1/u^2}$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faster than any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though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the unbounded-looking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$u^{-3}$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$t=1/u$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$t^ne^{-t^2}\to0$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differentiable at a point yet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discontinuous there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do not confuse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existing: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$\lim_{x\to1^+}f'(x)=0$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is/are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left-hand derivative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right-hand derivative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set of points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is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all integers.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 x\rfloor$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$f(x)=\lfloor x\rfloor\,|x^2-4x+3|\,\sin(\pi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is/are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left-hand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right-hand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set of points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$\mathbb{Z}-\{1,3\}$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all integers.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and differentiability with greatest integer function and modulus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vanishes, which kills the jump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but the one-sided slopes still differ unless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an integer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$\sin\pi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vanishes, which kills the jump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$\lfloor x\rfloor$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but the one-sided slopes still differ unless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$|x^2-4x+3|=0$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Continuity. At a non-integer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locally constant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continuous,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Continuity. At a non-integer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 x\rfloor$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locally constant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$|x^2-4x+3|$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$\sin\pi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continuous,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derivative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derivative: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k^-}f=(k-1)|k^2-4k+3|\cdot0=0$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k^+}f=k|k^2-4k+3|\cdot0=0$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$f(k)=0$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derivative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$x=k\in\mathbb{Z}$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$f'_-(k)=\lim_{h\to0^+}\frac{(k-1)|(k-h-1)(k-h-3)|\sin(\pi(k-h))}{-h}$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$\sin(k\pi-\pi h)=(-1)^{k+1}\sin\pi h\approx(-1)^{k+1}\pi 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$f'_-(k)=(-1)^k\pi(k-1)|(k-1)(k-3)|$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derivative: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$f'_+(k)=\lim_{h\to0^+}\frac{k|(k+h-1)(k+h-3)|\sin(\pi(k+h))}{h}$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$\sin(k\pi+\pi h)=(-1)^k\sin\pi h\approx(-1)^k\pi 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$f'_+(k)=(-1)^k\pi k|(k-1)(k-3)|$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Differentiability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derivatives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Dividing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any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non-integers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(product of differentiable functions near such points), so the set of non-differentiability is exactly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Differentiability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$f'_-(k)=f'_+(k)$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$(-1)^k\pi(k-1)|(k-1)(k-3)|=(-1)^k\pi k|(k-1)(k-3)|$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$|(k-1)(k-3)|=0$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derivatives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$|(k-1)(k-3)|\ne0$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$(-1)^k\pi|(k-1)(k-3)|$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$k-1=k$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any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$k\in\mathbb{Z}\setminus\{1,3\}$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non-integers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(product of differentiable functions near such points), so the set of non-differentiability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$\mathbb{Z}-\{1,3\}$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$f'_-(2)=(-1)^2\pi(1)|(1)(-1)|=\pi$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$f'_+(2)=(-1)^2\pi(2)|(1)(-1)|=2\pi$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Correct options: (A), (B), (C), (D).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no jump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$f=\sin(\pi x)\cdot g(x)$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$f'(k^\pm)=\pi(-1)^k\,g(k^\pm)$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differentiable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no jump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Near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bounded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one-sided limits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each side,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jump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$g(x)=\lfloor x\rfloor\,|x^2-4x+3|$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$f(x)=g(x)\sin\pi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Near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$\sin\pi x=(-1)^k\sin(\pi(x-k))\approx(-1)^k\pi(x-k)$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bounded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one-sided limits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$g(k^\pm)$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$f(x)\approx(-1)^k\pi\,g(k^\pm)(x-k)$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each side,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$f(k)=0$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$f'(k^\pm)=(-1)^k\pi\,g(k^\pm)$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$g(k^-)=(k-1)|q|$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$g(k^+)=k|q|$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$q=(k-1)(k-3)$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jump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$|q|=|(k-1)(k-3)|$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non-differentiable set is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(D), and (B)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(C). Continuity everywhere follows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$g(k^+)=g(k^-)$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$|(k-1)(k-3)|=0$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$k\in\{1,3\}$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non-differentiable set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$\mathbb{Z}-\{1,3\}$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(D), and (B)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$g(2^-)=1$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$g(2^+)=2$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$f'_-(2)=\pi\cdot1=\pi$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$f'_+(2)=\pi\cdot2=2\pi$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(C). Continuity everywhere follows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$\sin\pi 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bounded and having one-sided limits at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jump).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simple zero at the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one-sided 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agree only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a jump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smoothed into a corner, not removed.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$f(x)=g(x)\sin\pi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bounded and having one-sided limits at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$f'(k^\pm)=(-1)^k\pi g(k^\pm)$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jump).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simple zero at the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 x\rfloor 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one-sided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$(k-1)h'(k)$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$k\,h'(k)$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agree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$h'(k)=0$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a jump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 x\rfloor$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smoothed into a corner, not removed.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Typical exam family: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always examine one-sided derivatives at integers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extra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exactly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those two integers are the exceptions.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Typical exam family: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$f(x)=\lfloor x\rfloor\sin\pi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$f(x)=\lfloor x\rfloor^2 \sin\pi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$f(x)=\lfloor x\rfloor|x^2-a|$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always examine one-sided derivatives at integers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$\sin(k\pi\pm\pi h)\approx(-1)^k(\pm\pi 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extra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$|x^2-4x+3|=|(x-1)(x-3)|$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exactly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those two integers are the exceptions.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2420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Consider three bags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Bag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contains 2 white and 3 black balls, bag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contains 3 white and 2 black balls, and bag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contains 4 white and 1 black ball. A fair six-sided die is rolled. Let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denote the number on the top face. If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bag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selected; if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bag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selected; and if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bag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selected. A ball is then drawn at random from the selected bag. Which of the following statements is (are) TRUE?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The probability that the drawn ball is white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Given that the drawn ball is white, the probability that the die showed a number greater than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Given that the drawn ball is white, the probability that the die showed an even number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Given that the drawn ball is black, the probability that the die showed an even number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0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2420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Consider three bags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$B_1,B_2,B_3$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Bag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contains 2 white and 3 black balls, bag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contains 3 white and 2 black balls, and bag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$B_3$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contains 4 white and 1 black ball. A fair six-sided die is rolled. 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denote the number on the top face.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bag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selected;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$D\in\{2,3\}$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bag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selected; and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$D\in\{4,5,6\}$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bag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$B_3$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selected. A ball is then drawn at random from the selected bag. Which of the following statements is (are) TRUE?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The probability that the drawn ball is white is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Given that the drawn ball is white, the probability that the die showed a number greater than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$\frac35$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Given that the drawn ball is white, the probability that the die showed an even number is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$\frac{11}{20}$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Given that the drawn ball is black, the probability that the die showed an even number is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Total probability and Bayes'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Total probability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Bayes' theorem; a roll greater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exactly the event "bag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".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Total probability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$P(W)$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Bayes' theorem; a roll greater than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exactly the event "bag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".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$P(B_1)=P(D=1)=\frac16$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$P(B_2)=P(D\in\{2,3\})=\frac26=\frac13$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$P(B_3)=P(D\in\{4,5,6\})=\frac36=\frac12$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"the drawn ball is white".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probability: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being selected. By Bayes' theorem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"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even",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"the drawn ball is white".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$P(W|B_1)=\frac25$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$P(W|B_2)=\frac35$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$P(W|B_3)=\frac45$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probability: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$P(W)=\frac16\cdot\frac25+\frac13\cdot\frac35+\frac12\cdot\frac45=\frac{2}{30}+\frac{6}{30}+\frac{12}{30}=\frac{20}{30}=\frac23$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being selected. By Bayes' theorem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$P(D&gt;3|W)=P(B_3|W)=\frac{P(B_3\cap W)}{P(W)}=\frac{\frac12\cdot\frac45}{\frac23}=\frac{2/5}{2/3}=\frac35$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"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even",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$D\in\{2,4,6\}$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$P(F\cap W)=\frac16\cdot\frac35+\frac16\cdot\frac45+\frac16\cdot\frac45=\frac{3+4+4}{30}=\frac{11}{30}$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options: (A),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$P(F|W)=\frac{11/30}{2/3}=\frac{11}{20}$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$P(W^c)=1-\frac23=\frac13$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$P(F\cap W^c)=\frac16\cdot\frac25+\frac16\cdot\frac15+\frac16\cdot\frac15=\frac{2+1+1}{30}=\frac{4}{30}$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$P(F|W^c)=\frac{4/30}{1/3}=\frac{4}{10}=\frac25\ne\frac12$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options: (A),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Make the sample space equiprobable: 6 faces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5 balls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equally likely outcomes, then every probability is a ratio of counts.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Make the sample space equiprobable: 6 faces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5 balls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$=30$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equally likely outcomes, then every probability is a ratio of counts.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die face is followed by a draw from a bag of 5 balls, so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equally likely (face, ball) outcomes.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White outcomes: face 1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faces 2, 3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faces 4, 5, 6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Total white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 20 white outcomes, those with face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die face is followed by a draw from a bag of 5 balls, so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$6\times5=30$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equally likely (face, ball) outcomes.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White outcomes: face 1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faces 2, 3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faces 4, 5, 6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Total white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$=2+6+12=20$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$P(W)=\frac{20}{30}=\frac23$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 20 white outcomes, those with face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$P(D&gt;3|W)=\frac{12}{20}=\frac35$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faces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white outcomes,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𝑒𝑣𝑒𝑛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Black outcomes: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all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face 1,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faces 2, 3,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faces 4, 5, 6). Even faces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𝑒𝑣𝑒𝑛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faces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$2,4,6$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$3+4+4=11$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white outcomes,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$P(\text{even}|W)=\frac{11}{20}$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Black outcomes: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all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face 1,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faces 2, 3,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$1+1+1$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faces 4, 5, 6). Even faces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$2+1+1=4$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$P(\text{even}|B)=\frac{4}{10}=\frac25\neq\frac12$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each bag has the same number of balls (5), the 30 (face, ball) outcomes are equally likely; conditional probabilities become simple ratios of counts. (If bag sizes differ, use total probability and weights instead.)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Bayes in one line: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nary>
                          <m:naryPr>
                            <m:chr m:val="∑"/>
                            <m:limLoc m:val="undOvr"/>
                            <m:subHide m:val="off"/>
                            <m:sup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Recognise when an event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union of whole partition classes.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each bag has the same number of balls (5), the 30 (face, ball) outcomes are equally likely; conditional probabilities become simple ratios of counts. (If bag sizes differ, use total probability and weights instead.)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Bayes in one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$P(A_i|W)=\frac{P(A_i)P(W|A_i)}{\sum_jP(A_j)P(W|A_j)}$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Recognise when an event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union of whole partition classes.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sanity check: the conditional probabilities of the three bags 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Probability of even given white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given black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"even" is not independent of the colour because the bag depends on the face.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sanity check: the conditional probabilities of the three bags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$\frac{2/30}{2/3}+\frac{6/30}{2/3}+\frac{12/30}{2/3}=\frac1{10}+\frac3{10}+\frac35=1$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Probability of even given white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$\frac{11}{20}=0.55$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given black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"even" is not independent of the colour because the bag depends on the face.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932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data 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positive integers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arithmetic mean, the median and the unique mode of this data set are all integers, with the arithmetic mean being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median being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unique mode being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is/are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total number of such distinct data sets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maximum possible range of such a data set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number of observations strictly less than the arithmetic mean can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least possible value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932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data 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positive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$x_1,x_2,\dots,x_7$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$x_1\le x_2\le\dots\le x_7$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arithmetic mean, the median and the unique mode of this data set are all integers, with the arithmetic mean being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median being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unique mode being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is/are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total number of such distinct data sets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maximum possible range of such a data set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number of observations strictly less than the arithmetic mean can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least possible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Statistics: mean, median and mode of a data set, Counting integer solutions by casework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mode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occurs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among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free when it occurs twice); for "can be / least / maximum" statements one valid data set is enough.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mode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occurs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among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$x_5,x_6,x_7$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$x_7&gt;8$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free when it occurs twice); for "can be / least / maximum" statements one valid data set is enough.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(7 observations).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$x_4=6$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(7 observations).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$x_1+x_2+\dots+x_7=42$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unique mode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among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unique mode must occur at least twice,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more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would force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three times.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triples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triple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also occur three times (a second mode). Case I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data sets.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exactly twice. Every other value may then occur at most once,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three distinct numbers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unique mode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$8&gt;6=x_4$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among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$x_5,x_6,x_7$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unique mode must occur at least twice,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more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would force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$x_4=8$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three times.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$x_5=x_6=x_7=8$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$x_1+x_2+x_3=42-6-24=12$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x_1\le x_2\le x_3\le6$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triples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$(1,5,6),(2,4,6),(3,3,6),(2,5,5),(3,4,5)$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triple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also occur three times (a second mode). Case I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data sets.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exactly twice. Every other value may then occur at most once,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$x_1&lt;x_2&lt;x_3&lt;6$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three distinct numbers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$x_5&gt;6$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impossible.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Distinct triples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sum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the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triples: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data sets, 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data sets,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maximum range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$x_5,x_6$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$x_7=v&gt;8$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$x_6,x_7$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$x_5=v=7$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$x_5=7$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$x_1+x_2+x_3=42-6-7-16=13&gt;12$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impossible.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$x_5=x_6=8$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$x_7=v&gt;8$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$x_1+x_2+x_3=42-6-16-v=20-v$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Distinct triples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$\{1,\dots,5\}$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sum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$v&gt;8$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the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$11,10,9,8,7,6$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$v=9,\dots,14$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triples: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$(1,4,5),(2,3,5)$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$(1,3,5),(2,3,4)$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$(1,2,5),(1,3,4)$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data sets,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$\{1,2,3,6,8,8,14\}$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$=5+9=14$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data sets,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$x_7-x_1$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$\{1,2,3,6,8,8,14\}$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maximum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observations below the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data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least value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(D) is FALSE. Correct option: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$\{2,5,5,6,8,8,8\}$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observations below the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$2,5,5$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data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$\{1,2,3,6,8,8,14\}$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$x_3=3&lt;4$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least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(D) is FALSE. Correct option: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For "total number", "maximum", "can be" and "least" statements, one explicit valid data set settles each, with no full enumeration.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list the conditions a data set must satisfy: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unique mode (occurring at least twice, others less often).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sorted,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twice while every other value occurs once.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valid.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list the conditions a data set must satisfy: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$x_4=6$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unique mode (occurring at least twice, others less often).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$S_1=\{1,2,3,6,8,8,14\}$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sorted,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$x_4=6$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$=1+2+3+6+8+8+14=42$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twice while every other value occurs once.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valid.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Total number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 The five sets listed in the PDF all have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sixth valid set. So the number is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maximum range cannot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the least value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valid (sum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median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three times,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twice) and exactly three observations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is TRUE.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Total number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 The five sets listed in the PDF all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$x_7=8$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$x_7=14$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sixth valid set. So the number is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$14-1=13&gt;7$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maximum range cannot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$x_3=3&lt;4$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the least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$S_2=\{2,5,5,6,8,8,8\}$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valid (sum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median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three times,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twice) and exactly three observations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$2,5,5$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is TRUE.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data set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values, median and mean conditions give two equations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mode condition then bounds the frequencies. A unique mode must occur strictly more often than every other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mode larger than the median must lie entirely in the upper half, so it occurs at most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and at least twice.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data set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values, median and mean conditions give two equations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$x_{(n+1)/2}$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mode condition then bounds the frequencies. A unique mode must occur strictly more often than every other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mode larger than the median must lie entirely in the upper half, so it occurs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$(n-1)/2$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and at least twice.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sorted triples: the number of multisets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given sum is a partition-counting problem; with the "all distinct" restriction it is a subset-sum count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counts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existence-type statements ("can be", "least possible", "maximum"), exhibit one data set and, for exactness, check against a brute-force list; never assume a symmetric structure (such 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without justification.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sorted triples: the number of multisets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$x_1\le x_2\le x_3\le6$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given sum is a partition-counting problem; with the "all distinct" restriction it is a subset-sum count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$\{1,\dots,5\}$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$6..12$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counts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$1,1,2,2,2,1,1$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existence-type statements ("can be", "least possible", "maximum"), exhibit one data set and, for exactness, check against a brute-force list; never assume a symmetric structure (such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$x_6=x_7$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without justification.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Paragraph Based 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Q09 – Q10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3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2138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players, A and B, alternately roll a fair six-sided die, starting with player A. The game finishes as soon as either player rolls a '6'.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total number of rolls made in the game. After the game concludes, a biased coin with probability of showing heads equal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tossed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total number of heads obtained from these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 tosses.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probability that no heads are obtained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2138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players, A and B, alternately roll a fair six-sided die, starting with player A. The game finishes as soon as either player rolls a '6'.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total number of rolls made in the game. After the game concludes, a biased coin with probability of showing heads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tossed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total number of heads obtained from these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 tosses.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probability that no heads are obtained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Total probability with a geometric number of trials and a binomial distribution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Condition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geometric series.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Condition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$P(X=0)=\sum_nP(N=n)\left(\frac45\right)^n$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geometric series.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geometric with success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roll of 6):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geometric with success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roll of 6):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$P(N=n)=\left(\frac56\right)^{n-1}\left(\frac16\right)$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Law of total probability: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$X\sim B\left(n,\frac15\right)$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$P(X=0|N=n)=\binom n0\left(\frac15\right)^0\left(\frac45\right)^n=\left(\frac45\right)^n$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Law of total probability: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$P(X=0)=\sum_{n=1}^\infty\left(\frac56\right)^{n-1}\left(\frac16\right)\left(\frac45\right)^n=\frac16\cdot\frac65\sum_{n=1}^\infty\left(\frac56\cdot\frac45\right)^n$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$=\frac15\sum_{n=1}^\infty\left(\frac23\right)^n=\frac15\cdot\frac{2/3}{1-2/3}=\frac15\cdot2=\frac25$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$\frac25$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First-step analysis: pair every roll with one coin toss and set up an equation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First-step analysis: pair every roll with one coin toss and set up an equation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$P=P(X=0)$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Think of each roll as being followed by one coin toss;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all the tosses are tails (probability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After the first roll: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game ends and the single toss must be a tail;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game continues and the situation restarts.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Think of each roll as being followed by one coin toss;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all the tosses are tails (probability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$P=P(X=0)$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After the first roll: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game ends and the single toss must be a tail;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game continues and the situation restarts.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the first toss must be a tail in either case.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$P=\frac45\left[\frac16+\frac56P\right]$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the first toss must be a tail in either case.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$P=\frac{2}{15}+\frac23P\Rightarrow\frac13P=\frac{2}{15}\Rightarrow P=\frac25$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$\frac25$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Recursion trick: if a process restarts identically after a failed step,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𝑠𝑢𝑐𝑐𝑒𝑠𝑠 𝑛𝑜𝑤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𝑐𝑜𝑛𝑡𝑖𝑛𝑢𝑒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instead of summing the series.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Probability generating function of a geometric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(success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thinned count: if each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trials is a success with probability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case is the simplest.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roll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ends the game,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 𝑤𝑖𝑛𝑠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rolls on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Recursion trick: if a process restarts identically after a failed step,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$P=(\text{success now})+(\text{continue})\cdot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instead of summing the series.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Probability generating function of a geometric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(success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$E[s^N]=\frac{ps}{1-(1-p)s}$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$P(X=0)=E\left[\left(\frac45\right)^N\right]$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$=\frac{\frac16\cdot\frac45}{1-\frac56\cdot\frac45}=\frac{2/15}{1/3}=\frac25$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thinned count: if 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trials is a success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$P(X=x)=\sum_n P(N=n)\binom nx q^x(1-q)^{n-x}$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case is the simplest.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roll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ends the game,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$P(\text{A wins})=\frac{1/6}{1-(5/6)^2}=\frac{6}{11}$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rolls on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58571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players, A and B, alternately roll a fair six-sided die, starting with player A. The game finishes as soon as either player rolls a '6'.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total number of rolls made in the game. After the game concludes, a biased coin with probability of showing heads equal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tossed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total number of heads obtained from these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 tosses.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that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heads are obtained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conditional probability that player A won the die-rolling game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58571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players, A and B, alternately roll a fair six-sided die, starting with player A. The game finishes as soon as either player rolls a '6'.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total number of rolls made in the game. After the game concludes, a biased coin with probability of showing heads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tossed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total number of heads obtained from these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 tosses.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that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heads are obtained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conditional probability that player A won the die-rolling game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$\frac{31}{125}$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$\frac{62}{125}$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$\frac{63}{125}$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$\frac{19}{50}$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Conditional probability with a geometric and binomial distribution, Summation of infinite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wins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odd; evaluate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 𝑎𝑛𝑑 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 𝑜𝑑𝑑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wins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odd; evaluate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$P(X=2\text{ and }N\text{ odd})$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$\sum_{k\ge1}\binom{2k+1}{2}t^k=\frac{t(3+t)}{(1-t)^3}$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$P(X=x)=\sum_{n\ge x}\left(\frac56\right)^{n-1}\frac16\binom nx\left(\frac15\right)^x\left(\frac45\right)^{n-x}=\frac35\left(\frac12\right)^x$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$P(X=2)=\frac35\cdot\frac14=\frac{3}{20}$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Player A rolls first, so A wins when the game ends on an odd roll: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𝑎𝑛𝑑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𝑜𝑑𝑑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Simplifying the constants: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the identity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den>
                            </m:f>
                          </m:e>
                        </m:d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729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𝑎𝑛𝑑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𝑜𝑑𝑑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Player A rolls first, so A wins when the game ends on an odd roll: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 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$P(X=2\text{ and }N\text{ odd})=\sum_{k\ge1}P(N=2k+1)P(X=2|N=2k+1)=\sum_{k\ge1}\left(\frac56\right)^{2k}\frac16\binom{2k+1}{2}\left(\frac15\right)^2\left(\frac45\right)^{2k-1}$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Simplifying the constants: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$=\frac{1}{120}\sum_{k\ge1}\binom{2k+1}{2}\left(\frac49\right)^k$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the identity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$\sum_{k\ge1}\binom{2k+1}{2}t^k=\frac{t(3+t)}{(1-t)^3}$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$\frac{\frac49\left(3+\frac49\right)}{\left(1-\frac49\right)^3}=\frac{\frac49\cdot\frac{31}9}{\frac{125}{729}}=\frac{1116}{125}$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$P(X=2\text{ and }N\text{ odd})=\frac1{120}\cdot\frac{1116}{125}=\frac{93}{1250}$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Bayes' theorem: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𝑜𝑑𝑑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Bayes' theorem: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$P(N\text{ odd}|X=2)=\frac{93/1250}{3/20}=\frac{93}{1250}\cdot\frac{20}{3}=\frac{62}{125}$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 option: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$\frac{62}{125}$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probability generating functions in the head-count variable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 𝑜𝑑𝑑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rational functions.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probability generating functions in the head-count variable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both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$P(X=2)$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$P(X=2,\,N\text{ odd})$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 coefficients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rational functions.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generating function of one coin toss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head-count generating function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nary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$q=\frac{4+s}{5}$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generating function of one coin toss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$\frac45+\frac s5$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head-count generating function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$G(s)=\sum_{n\ge1}\frac16\left(\frac56\right)^{n-1}q^n=\frac{q/6}{1-5q/6}=\frac{q}{6-5q}=\frac{4+s}{5(2-s)}$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$5q=4+s$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wins on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nary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$[s^2]\,G=\frac1{10}[s^2]\,(4+s)\sum\left(\frac s2\right)^k=\frac1{10}\left(\frac44+\frac12\right)=\frac{3}{20}=P(X=2)$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wins on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$G_{o}(s)=\sum_{n\ \mathrm{odd}}\frac16\left(\frac56\right)^{n-1}q^n=\frac{q/6}{1-\frac{25}{36}q^2}=\frac{6q}{(6-5q)(6+5q)}=\frac{6(4+s)}{5(2-s)(10+s)}$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$\frac1{(2-s)(10+s)}=\frac1{20}\left(1+\frac s2+\frac{s^2}4\right)\left(1-\frac s{10}+\frac{s^2}{100}\right)=\frac1{20}\left(1+\frac{2s}5+\frac{21s^2}{100}+\dots\right)$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$[s^2]\,G_{o}=\frac65\cdot\frac1{20}\left(4\cdot\frac{21}{100}+\frac25\right)=\frac{6}{100}\cdot\frac{124}{100}=\frac{93}{1250}$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𝑤𝑖𝑛𝑠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$P(A\text{ wins}|X=2)=\frac{93/1250}{3/20}=\frac{62}{125}$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$\frac{62}{125}$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Thinning a random count: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generating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each trial is a head with probability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coefficient.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shows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Series identity: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0.4252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3.1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0.729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0.4252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General tool: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split into odd and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via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∓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"First player wins" in an alternating game means "game ends on an odd step": use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Thinning a random count: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generating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$E[z^N]$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each trial is a head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$E[s^X]=E\left[(1-p+ps)^N\right]$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coefficient.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$E[s^X]=\frac{4+s}{5(2-s)}$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shows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$P(X=x)=\frac35\left(\frac12\right)^x$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Series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$\sum_{k\ge1}\binom{2k+1}{2}t^k=\frac{t(3+t)}{(1-t)^3}$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$t=0.1$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$\approx0.4252$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$=\frac{0.1\times3.1}{0.729}=0.4252$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General tool: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$\sum_{n\ge m}\binom nm t^n=\frac{t^m}{(1-t)^{m+1}}$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split into odd and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via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$\frac{f(t)\mp f(-t)}{2}$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"First player wins" in an alternating game means "game ends on an odd step":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$\sum_{n\ \mathrm{odd}}$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Integer Type (0 to 9)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Q11 – Q15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shortest paths from the origin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Cartesian plane, where each step is 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 to the right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 upwards along the grid lines.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number of such paths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pass through neither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shortest paths from the origin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Cartesian plane, where each step is 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 to the right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 upwards along the grid lines.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number of such paths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pass through neither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Lattice paths and inclusion-exclusion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all paths, then subtract those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inclusion-exclusion.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all paths, then subtract those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inclusion-exclusion.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number of paths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event that a path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event that a path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number of paths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$T=\binom{3+3}{3}=\binom63=20$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event that a path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$n(A)=\binom{1+1}{1}\times\binom{2+2}{2}=2\times6=12$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event that a path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$n(B)=\binom{2+2}{2}\times\binom{1+1}{1}=6\times2=12$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Paths through both: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Inclusion-exclusion: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Paths through neither point: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Paths through both: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$n(A\cap B)=\binom{1+1}{1}\times\binom{1+1}{1}\times\binom{1+1}{1}=2\times2\times2=8$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Inclusion-exclusion: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$n(A\cup B)=12+12-8=16$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Paths through neither 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$N=T-n(A\cup B)=20-16=4$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Avoiding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never touching the diagonal except at the ends, so the path stays strictly on one side, and by symmetry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(Catalan number).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Avoiding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never touching the diagonal except at the ends, so the path stays strictly on one side, and by symmetry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$N=2\times$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(Catalan number).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diagonal points on the way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path avoiding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its two ends.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path that never touches the diagonal in between cannot cross it, so it stays strictly above or strictly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two cases are mirror images,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(number of paths strictly above).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diagonal points on the way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$(0,0),(1,1),(2,2),(3,3)$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path avoiding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its two ends.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path that never touches the diagonal in between cannot cross it, so it stays strictly above or strictly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two cases are mirror images,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(number of paths strictly above).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step must be up (to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last step must be right (from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path must stay on or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such paths is the Catalan number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middle parts are UURR and URUR, giving the full paths UUURRR and UURURR.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step must be up (to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last step must be right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path must stay on or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such paths is the Catalan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$C_2=\frac1{3}\binom42=2$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middle parts are UURR and URUR, giving the full paths UUURRR and UURURR.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$N=2\times2=4$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Paths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a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several forced points multiply the segment counts.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Paths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stay strictly above the diagonal (apart from the ends) number the Catalan number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paths touching the diagonal only at the ends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Paths that never go above the diagonal: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the total: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paths split by how many diagonal points they touch: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only the ends,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at least one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Paths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$\binom{p+q}{p}\binom{a-p+b-q}{a-p}$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several forced points multiply the segment counts.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Paths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$(n,n)$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stay strictly above the diagonal (apart from the ends) number the Catalan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$C_{n-1}=\frac{1}{n}\binom{2n-2}{n-1}$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paths touching the diagonal only at the ends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$2C_{n-1}$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$2C_2=4$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Paths that never go above the diagonal: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$C_n=\frac1{n+1}\binom{2n}n$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the total: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paths split by how many diagonal points they touch: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only the ends,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at least one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$(1,1),(2,2)$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$L=\lim_{x\to0}\frac{2\max\{x,3x\}\min\{x^2,2x^2\}+\max\{0,x^3\}+5\min\{0,x^3\}}{x^2\ln(1+x)}$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involving max and min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Decide each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numerator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both sides.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Decide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$\max/\min$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numerator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both sides.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the right-hand limit and the left-hand limit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the right-hand limit and the left-hand limit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$\max\{x,3x\}=3x$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$\min\{x^2,2x^2\}=x^2$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$\max\{0,x^3\}=x^3$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$\min\{0,x^3\}=0$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$=\lim_{x\to0^+}\frac{2(3x)(x^2)+x^3+0}{x^2\ln(1+x)}=\lim_{x\to0^+}\frac{7x^3}{x^2\cdot x}=7$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$\ln(1+x)\sim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LHL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$\max\{x,3x\}=x$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$\min\{x^2,2x^2\}=x^2$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$\max\{0,x^3\}=0$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$\min\{0,x^3\}=x^3$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$=\lim_{x\to0^-}\frac{2(x)(x^2)+0+5x^3}{x^2\ln(1+x)}=\lim_{x\to0^-}\frac{7x^3}{x^2\cdot x}=7$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LHL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modulus formulas,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one expression works for both signs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$\max/\min$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modulus formulas,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$\max\{a,b\}=\frac{a+b+|a-b|}{2}$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one expression works for both signs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smaller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$\max\{x,3x\}=\frac{4x+2|x|}{2}=2x+|x|$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$\min\{x^2,2x^2\}=x^2$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smaller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$x^2,2x^2$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$\max\{0,x^3\}=\frac{x^3+|x^3|}{2}$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$\min\{0,x^3\}=\frac{x^3-|x^3|}{2}$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$=2(2x+|x|)x^2+\frac{x^3+|x|^3}{2}+\frac{5(x^3-|x|^3)}{2}=4x^3+2|x|x^2+3x^3-2|x|^3$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cancel, leaving the 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no one-sided treatment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$|x|x^2=|x|^3$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$2|x|x^2-2|x|^3$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cancel, leaving the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$=7x^3$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$\frac{7x^3}{x^2\ln(1+x)}=\frac{7x}{\ln(1+x)}\to7$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no one-sided treatment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 max/min problems into modulus problems valid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numerator built from products and sums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positively homogeneous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equals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limit exists iff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both one-sided limits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expressions with sign changes appears.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$\max\{a,b\}=\frac{a+b+|a-b|}{2}$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$\min\{a,b\}=\frac{a+b-|a-b|}{2}$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 max/min problems into modulus problems valid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numerator built from products and sums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$\max/\min$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positively homogeneous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$\kappa_+x^3$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$\kappa_-x^3$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$\kappa_+=6+1=7$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$\kappa_-=2+5=7$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limit exists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$\kappa_+=\kappa_-$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$x^2\ln(1+x)\sim 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$\ln(1+x)\sim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both one-sided limits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expressions with sign changes appears.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den>
                            </m:f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total number of points 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$f(x)=\max\left\{\left|\frac4\pi\tan^{-1}x\right|,\ |2x^2-1|\right\}$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total number of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Non-differentiability of the maximum of two functions, Graphs of inverse trigonometric and modulus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maximum of two functions has corners only where the graphs cross with different slopes (or where the dominant function has its own corner).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are even,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 Sketch both graphs.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rises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towards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a 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falls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rises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$g(x)=\left|\frac4\pi\tan^{-1}x\right|$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$h(x)=|2x^2-1|$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are even,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$f=\max\{g,h\}$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 Sketch both graphs.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towards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a 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falls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rises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maximum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smooth.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corner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hidden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of these points are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graphs cross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slopes there are different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corners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$g(0)=0&lt;h(0)=1$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maximum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$h=1-2x^2$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smooth.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$h=0&lt;g$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corner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hidden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of these points are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graphs cross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$g=\frac4\pi\cdot\frac\pi4=1=|2-1|=h$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slopes there are different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$g'(1)=\frac2\pi$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$h'(1)=4$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corners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exactly one more crossing, with different slopes. By symmetry there is a mirror crossing on the negative side (approximately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corners: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two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graph shows four corner points).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$\left(0,\frac1{\sqrt2}\right)$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$h=1-2x^2$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exactly one more crossing, with different slopes. By symmetry there is a mirror crossing on the negative side (approximately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$x=\pm0.47$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corners: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two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$x\approx\pm0.47$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graph shows four corner points).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convexity to prove that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exactly two positive roots, so no crossing is missed or double counted.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convexity to prove that the 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exactly two positive roots, so no crossing is missed or double counted.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count non-differentiable points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double.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maximum is the smooth branch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max of two differentiable functions fails to be differentiable only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corner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hidden below the other does not matter).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count non-differentiable points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double.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maximum is the smooth branch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$h=1-2x^2$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max of two differentiable functions fails to be differentiable only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$g'\ne h'$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corner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hidden below the other does not matter).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corners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other function is larger. So only crossings count.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strictly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exactly one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corners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other function is larger. So only crossings count.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$\left(0,\frac1{\sqrt2}\right)$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$1-2x^2-g$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strictly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$-g\left(\frac1{\sqrt2}\right)&lt;0$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exactly one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has exactly one positive root, namely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each of the two crossings the slopes differ (one function is decreasing and the other increasing at the first;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corners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$\varphi=2x^2-1-\frac4\pi\tan^{-1}x$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$\varphi'=4x-\frac{4}{\pi(1+x^2)}$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$\varphi''=4+\frac{8x}{\pi(1+x^2)^2}&gt;0$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$\varphi(0)=-1&lt;0$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has exactly one positive root, namely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each of the two crossings the slopes differ (one function is decreasing and the other increasing at the first;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$\frac2\pi\neq4$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corners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differentiable: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exactly at the points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has a corner (such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points), it matters only where that function is the larger one at that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convex function with a negative value at one point has at most two zeros; this is a quick way to show that two graphs cross a fixed number of times.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functions: count corners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double, and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$f=\max\{g,h\}$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$g,h$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exactly at the points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$g'\ne h'$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has a corner (such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points), it matters only where that function is the larger one at that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convex function with a negative value at one point has at most two zeros; this is a quick way to show that two graphs cross a fixed number of times.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functions: count corners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double, and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$h(0)=1&gt;g(0)=0$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minimum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centre of the circle,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$x^2+y^2-6x+8=0$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minimum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centre of the circle,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$(PC)^2$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Shortest distance between a parabola and a circle (common normal)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shortest distance between a curve and a circle lies along the common normal, which passes through the centre, so minimise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shortest distance between a curve and a circle lies along the common normal, which passes through the centre, so minimise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shortest distance between a parabola and a circle lies along the common normal, which necessarily passes through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we minimise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parabola.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shortest distance between a parabola and a circle lies along the common normal, which necessarily passes through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we minimise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$P(t^2,2t)$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parabola.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$(PC)^2=(t^2-3)^2+(2t-0)^2=t^4-2t^2+9$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minimum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$\frac{d}{dt}(PC)^2=4t^3-4t=0\Rightarrow 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$(PC)^2=9$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$(PC)^2=1-2+9=8$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$8&lt;9$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$(PC)^2$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abscissa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variable: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completing the square gives the minimum with no calculus.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abscissa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variable: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$(PC)^2$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completing the square gives the minimum with no calculus.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$(PC)^2=(x-3)^2+y^2=(x-3)^2+4x=x^2-2x+9$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$x^2-2x+9=(x-1)^2+8$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allowed (it is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minimum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minimum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allowed (it is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$(1,\pm2)$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minimum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$\sqrt8-1$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$(PC)^2=8$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Shortest distance between a curve </a:t>
                </a:r>
                <a14:m>
                  <m:oMath xmlns:m="http://schemas.openxmlformats.org/officeDocument/2006/math">
                    <m:r>
                      <m:rPr>
                        <m:scr m:val="script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 it equals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script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along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common normal).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axis: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minimised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minimum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Passing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found by differentiation.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on the axis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nearest point of the parabola is its vertex.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Shortest distance between a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$\mathcal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$\min_{P\in\mathcal C}PC-r$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along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common normal).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$(PC)^2=x^2+(4-2h)x+h^2$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minimised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$x=h-2$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$4h-4=8$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$(at^2,2at)$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$y=-tx+2at+at^3$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Passing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$t^3-t=0$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$t=0,\pm1$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found by differentiation.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on the axis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nearest point of the parabola is its vertex.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satisfying the functional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straight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tangent to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(where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derivative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satisfying the functional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$f(x+y)=e^xf(y)+e^yf(x)$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straight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$y=4ex-2e$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tangent to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$f^{(4)}(0)-f^{(3)}(0)$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$f^{(n)}(x)$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Functional equations, Higher-order derivatives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additive,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$e^{x+y}$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$g(t)=\frac{f(t)}{e^t}$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additive,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$g(t)=kt$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$f(t)=kte^t$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both sides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Define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(1)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both sides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$f(x+y)=e^xf(y)+e^yf(x)$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$e^{x+y}$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$\frac{f(x+y)}{e^{x+y}}=\frac{f(x)}{e^x}+\frac{f(y)}{e^y}$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Define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$g(t)=\frac{f(t)}{e^t}$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(1)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$g(x+y)=g(x)+g(y)$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$g(t)=kt$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$f(t)=kte^t$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$y=4ex-2e$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$f'(1)=4e$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(by Leibniz or induction).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$f'(t)=k(1+t)e^t$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$f'(1)=2ke=4e\Rightarrow 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$f(t)=2te^t$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$f^{(n)}(t)=2e^t(t+n)$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(by Leibniz or induction).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$f^{(4)}(0)=2(4)=8$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$f^{(3)}(0)=2(3)=6$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$f^{(4)}(0)-f^{(3)}(0)=8-6=2$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functional equation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turn it into a first-order linear ODE.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functional equation with respect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turn it into a first-order linear ODE.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the integrating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$f'(x)=e^xf'(0)+f(x)$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$f'(x)-f(x)=ke^x$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the 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$\frac{d}{dx}\left(e^{-x}f\right)=k$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$e^{-x}f=kx+C$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$f(x)=kxe^x$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condition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$f'(1)=2ke=4e$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$f^{(4)}(0)-f^{(3)}(0)=2\cdot4-2\cdot3=2$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additive after dividing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differentiable solutions are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Cauchy's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(or differentiable) at one point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(Leibniz: only two non-zero terms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recipe: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differentiate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an ODE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$f(x+y)=e^xf(y)+e^yf(x)$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additive after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$e^{x+y}$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differentiable solutions are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$f(x)=kxe^x$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$(xe^x)'=e^x+xe^x$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Cauchy's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$g(x+y)=g(x)+g(y)$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(or differentiable) at one point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$\frac{d^n}{dx^n}\left(xe^x\right)=(x+n)e^x$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(Leibniz: only two non-zero terms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$x''=0$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$f^{(n)}(0)=2n$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$f=2xe^x$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recipe: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differentiate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an ODE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Q16 – Q18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following continuous frequency distribution where the frequency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class interval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missing: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median of this distribution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following continuous frequency distribution where the frequency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class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$20-30$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missing: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$10-20$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$20-30$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$30-40$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$40-50$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median of this distribution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Median of a continuous frequency distribution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median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in the class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use the median formula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cumulative frequency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below the class.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median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in the class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$20-30$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use the median formula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$N=28+k$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cumulative frequency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below the class.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median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 lies in the interval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median class.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Lower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frequency of the median class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class 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cumulative frequency of the class preceding 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frequency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median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 lies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$20-30$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median class.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Lower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frequency of the median class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class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cumulative frequency of the class preceding 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$CF=6+10=16$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frequency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$N=6+10+k+8+4=28+k$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$=L+\left(\frac{\frac N2-CF}{f}\right)\times 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28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$23=20+\left(\frac{\frac{28+k}{2}-16}{k}\right)\times10$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$3=\left(\frac{14+\frac k2-16}{k}\right)\times10=\left(\frac{\frac k2-2}{k}\right)\times10$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$3=\frac{5k-20}{k}\Rightarrow3k=5k-20\Rightarrow2k=20\Rightarrow k=10$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median as linear interpolation on the cumulative-frequency curve: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way through the class,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class frequency lies below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median as linear interpolation on the cumulative-frequency curve: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$30\%$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way through the class,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$30\%$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class frequency lies below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cumulative frequency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median is the point where the cumulative frequency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Within the class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cumulative frequency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cumulative frequency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median is the point where the cumulative frequency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N2=\frac{28+k}{2}$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Within the class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$20-30$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cumulative frequency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$16+\frac{23-20}{10}k=16+0.3k$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$16+0.3k=\frac{28+k}{2}=14+0.5k$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$2=0.2k\Rightarrow k=10$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of grouped data: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assumes frequencies are spread uniformly inside the median class, i.e. linear interpolation of the cumulative curve (ogive).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the median is given, the unknown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solve the resulting linear equation. Check that the answer places the median inside the assumed class: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of grouped data: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$L+\frac{\frac N2-CF}{f}h$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assumes frequencies are spread uniformly inside the median class, i.e. linear interpolation of the cumulative curve (ogive).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the median is given, the unknown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solve the resulting linear equation. Check that the answer places the median inside the assumed class: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N2=19$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 formulas: mode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quartiles 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Verification here: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median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 formulas: mode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$=L+\frac{f_1-f_0}{2f_1-f_0-f_2}h$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quartiles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$\frac{3N}4$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Verification here: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median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$20+\frac{19-16}{10}\times10=23$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number of subsets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elements, no two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consecutive integers, and the product of all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$S=\{1,2,3,\dots,10\}$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number of subsets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elements, no two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consecutive integers, and the product of all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Combinations: selections with no two consecutive elements, Complementary counting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all non-consecutive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-subsets, then subtract those with no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leftover numbers fall into consecutive pairs plus one isolated number.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all non-consecutive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-subsets, then subtract those with no multiple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leftover numbers fall into consecutive pairs plus one isolated number.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ways to 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non-consecutive elements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the total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none of the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namely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subtract the subsets with none of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available numbers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consecutive pairs and one isolated number: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ways to 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non-consecutive elements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$\binom{n-k+1}{k}$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the total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$\binom{10-4+1}{4}=\binom74=35$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none of the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namely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$3,6,9$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subtract the subsets with none of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$3,6,9$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available numbers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$S'=\{1,2,4,5,7,8,10\}$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consecutive pairs and one isolated number: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$\{1,2\},\{4,5\},\{7,8\}$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most one element can be taken from each pair, so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we must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exactly one element from each of the three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such subsets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number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most one element can be taken from each pair, so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we must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exactly one element from each of the three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such subsets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$=\binom21\times\binom21\times\binom21\times1=8$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$=35-8=27$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Inclusion-exclusion on which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set contains, counting completions around each forced element.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Inclusion-exclusion on which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$3,6,9$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set contains, counting completions around each forced element.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events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We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excluded; 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non-consecutive numbers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excluded; 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non-consecutive from the blocks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first,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second: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first,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second: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$E_3,E_6,E_9$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events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$|E_3\cup E_6\cup E_9|$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$|E_3|$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excluded; 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non-consecutive numbers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$\{1\}\cup\{5,\dots,10\}$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$\binom52=10$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$\binom43=4$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$|E_6|$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excluded; 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non-consecutive from the blocks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$\{8,9,10\}$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first,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$\binom32\times3=9$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first,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$4\times1=4$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excluded; 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non-consecutive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remaining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remaining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remaining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Triple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fourth element must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$|E_9|$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$8,10$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excluded; 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non-consecutive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$\{1,\dots,7\}$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$\binom53=10$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$|E_3E_6|$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remaining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$\{1,8,9,10\}$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$|E_3E_9|$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remaining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$\{1,5,6,7\}$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$|E_6E_9|$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remaining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Triple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$|E_3E_6E_9|$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fourth element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$|E_3\cup E_6\cup E_9|=(14+13+10)-(4+4+3)+1=37-11+1=27$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two consecutive elements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(bijection: subtract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sorted elements).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"Product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"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least one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complement (all elements non-multiples).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set whose elements are split into runs of consecutive numbers allows at most one choice per run when no two chosen elements may be adjacent; the number of selections is then a product of choices per run when exactly one is taken from each.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Cross-check by direct count: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non-consecutive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-subsets, of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avoid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$\{1,\dots,n\}$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two consecutive elements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$=\binom{n-k+1}{k}$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(bijection: subtract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$0,1,\dots,k-1$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sorted elements).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"Product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"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least one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complement (all elements non-multiples).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set whose elements are split into runs of consecutive numbers allows at most one choice per run when no two chosen elements may be adjacent; the number of selections is then a product of choices per run when exactly one is taken from each.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Cross-check by direct count: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non-consecutive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-subsets, of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$\{3,6,9\}$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polynomial expressions. If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$A(x)=\sum_{r=0}^{10}\binom{10}{r}x^r(1+x)^r$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$B(x)=\sum_{k=0}^{10}\binom{10}{k}2^{10-k}(-1)^k(1+x)^k$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polynomial expressions. If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$A(x)\cdot B(x)$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theorem: coefficient in a product of expansions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both sums as binomial expansions: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product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both sums as binomial expansions: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$A=(1+x+x^2)^{10}$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$B=(1-x)^{10}$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product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$(1-x^3)^{10}$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$y=x(1+x)=x+x^2$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$A(x)=\sum_{r=0}^{10}\binom{10}{r}(x+x^2)^r=(1+x+x^2)^{10}$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$B(x)=\sum_{k=0}^{10}\binom{10}{k}2^{10-k}\left(-(1+x)\right)^k=\left(2-(1+x)\right)^{10}=(1-x)^{10}$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$A(x)B(x)=(1+x+x^2)^{10}(1-x)^{10}=\left[(1-x)(1+x+x^2)\right]^{10}=(1-x^3)^{10}$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term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term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$(1-x^3)^{10}$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$T_{m+1}=\binom{10}{m}(-1)^m(x^3)^m=\binom{10}{m}(-1)^mx^{3m}$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$3m=6\Rightarrow 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$C=\binom{10}{2}(-1)^2=\frac{10\times9}{2}=45$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generally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coefficients of powers not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Verified computationally: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$\sum\binom nr u^r=(1+u)^n$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$u=x(1+x)$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$\sum\binom nk a^{n-k}(-v)^k=(a-v)^n$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$v=1+x$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$(1-x)(1+x+x^2)=1-x^3$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$(1-x)(1+x+\dots+x^{m-1})=1-x^m$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$(1+x+x^2)^n(1-x)^n=(1-x^3)^n$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$x^{3m}$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$(1-x^3)^{10}$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$(-1)^m\binom{10}{m}$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coefficients of powers not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Verified computationally: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$A\cdot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2.54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18 questions, 70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PRT 06 Paper 01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2.54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