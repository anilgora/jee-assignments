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Sheet1!$A$2:$A$12</c:f>
              <c:strCache>
                <c:ptCount val="11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3.0</c:v>
                </c:pt>
                <c:pt idx="1">
                  <c:v>2.0</c:v>
                </c:pt>
                <c:pt idx="2">
                  <c:v>3.0</c:v>
                </c:pt>
                <c:pt idx="3">
                  <c:v>1.0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trapezoid term as (1/2)(3/2+1/2) x 2, which equals 2; its next line (and the final answer 17) correctly uses 1. The factor 2 should be 1 (the trapezoid height is 1). Also the PDF's remark that the line bounds the region for x&gt;=1 was added here as an explicit step. Answer 17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antiderivative bracket for the integral of (1-x^2) has printed limits b and 1 instead of 0 and -1 (the value 2/3 it obtains is the value for limits -1 to 0). The PDF's opening remark that infinitely many parabolas pass through the points is about parabolas with a non-vertical axis; y=p(x) is a quadratic polynomial, so p(x)=1-x^2 is unique. Answer 16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10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181–191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 x-2y+4\ge0,\ x+2y^2\ge0,\ x+4y^2\le8,\ y\ge0\}$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parabolas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region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region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$y\le\frac{x+4}2$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outside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$-2,-1,0,8$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Boundaries: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below it),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on its right,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inside it,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upper boundary is the line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parabola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Boundaries: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below it),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on its right,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$y\ge\sqrt{-x/2}$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 inside 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$y\le\sqrt{\frac{8-x}4}$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upper boundary is the line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parabola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$A=\int_{-2}^{-1}\left(\frac{x+4}2-\sqrt{\frac{-x}2}\right)dx+\int_{-1}^{0}\left(\sqrt{\frac{8-x}4}-\sqrt{\frac{-x}2}\right)dx+\int_0^8\sqrt{\frac{8-x}4}\,dx$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$\left[\frac{x^2}4+2x\right]_{-2}^{-1}=\frac54$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$\int_{-2}^{-1}\sqrt{\frac{-x}2}\,dx=\frac43-\frac{\sqrt2}3$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$-\frac1{12}+\frac{\sqrt2}3$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$\int_{-1}^0\sqrt{\frac{8-x}4}\,dx=\frac13\left(27-16\sqrt2\right)=9-\frac{16\sqrt2}3$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$\int_{-1}^0\sqrt{\frac{-x}2}\,dx=\frac{\sqrt2}3$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$9-\frac{17\sqrt2}3$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$\frac12\int_0^8\sqrt{8-x}\,dx=\frac12\cdot\frac23\cdot8^{3/2}=\frac{16\sqrt2}3$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$\frac13-\frac{17}3+\frac{16}3=0$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$A=-\frac1{12}+9=\frac{107}{12}$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mn=\frac{107}{12}$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$\gcd(107,12)=1$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between two parabola/line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-values, so only two ranges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between two parabola/line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-values, so only two ranges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every boundary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left boundary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ends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every boundary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left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$2y-4=8-4y^2$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width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$8-4y^2+2y^2=8-2y^2$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$8-4y^2-(2y-4)=12-4y^2-2y$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surds appear at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$\int_0^1(8-2y^2)\,dy=8-\frac23=\frac{22}3$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$\int_1^{3/2}(12-4y^2-2y)\,dy=6-\frac43\left(\frac{27}8-1\right)-\left(\frac94-1\right)=6-\frac{19}6-\frac54=\frac{19}{12}$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$A=\frac{22}3+\frac{19}{12}=\frac{107}{12}$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$m+n=107+12=119$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surds appear at 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lines,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boundary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square roots (hence no surds)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direction with fewer breakpoints: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need two ranges,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need three; breakpoints are where two boundaries cross.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the root that violates a given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answer is rational but the working has surds (like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their coefficients must cancel -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lines, integrate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boundary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square roots (hence no surds)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direction with fewer breakpoints: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need two ranges,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need three; breakpoints are where two boundaries cross.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the root that violates a given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answer is rational but the working has surds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their coefficients must cancel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$1-17+16=0$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$\left\{(x,y):0\le y\le\min\left\{2x,\ 6x-x^2\right\}\right\}$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under the minimum of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from the line to the parabola at their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$\min\{2x,6x-x^2\}$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from the line to the parabola at their intersection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smaller one;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smaller (it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term being the triangle under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$2x=6x-x^2\Rightarrow x^2-4x=0$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smaller one;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smaller (it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$A=\frac12\cdot4\cdot8+\int_4^6\left(6x-x^2\right)dx$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term being the triangle under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$A=16+\left[3x^2-\frac{x^3}3\right]_4^6$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$A=16+3(36-16)-\frac13(216-64)$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$A=16+60-\frac{152}3=16+\frac{28}3=\frac{76}3$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$12A=304$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whole area under the parabola and remove the sliver between the parabola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parabola-segment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whole area under the parabola and remove the sliver between the parabola and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parabola-segment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part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removed piece lies between the parabola and its chord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part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$\int_0^6(6x-x^2)\,dx=\frac{6^3}6=36$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removed piece lies between the parabola and its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$=\frac{|a|w^3}6$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$\frac{64}6=\frac{32}3$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$A=36-\frac{32}3=\frac{76}3$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$12A=304$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 the integral at the crossing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smaller (larger) one on each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whose end abscissae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between the parabola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same formula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line through the origin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integral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 the integral at the crossing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smaller (larger) one on each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whose end abscissae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$\frac{|a|\,w^3}6$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between the parabola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same formula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$\int_0^6(6x-x^2)dx=\frac{6^3}6=36$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$\frac{4^3}6=\frac{32}3$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line through the origin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$\frac12p\cdot f(p)$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integral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part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part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$\frac{\pi\alpha}{2\beta}-\frac{65}2+\frac\alpha\beta\sin^{-1}\left(\frac{12}{13}\right)$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circular segment cut off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cuts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segment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cuts the circle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$(0,-13)$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segment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$\frac12r^2(\theta-\sin\theta)$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$\theta=\frac\pi2+\varphi$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meets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of the radius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along the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 two radii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$y=5x-13$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$26x^2-130x=0$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of the radius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along the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 two radii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$\theta=\frac\pi2+\varphi$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$\sin\theta=\sin\left(\frac\pi2+\varphi\right)=\cos\varphi=\frac5{13}$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lies above the line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part below the line is the minor segment: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lies above the line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$0&gt;-13$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part below the line is the minor segment: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$=\frac12\cdot169\left[\frac\pi2+\sin^{-1}\frac{12}{13}-\frac5{13}\right]=\frac{169}2\left[\frac\pi2+\sin^{-1}\frac{12}{13}-\frac5{13}\right]$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$=\frac{169\pi}4+\frac{169}2\sin^{-1}\frac{12}{13}-\frac{65}2$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$\frac{\pi\alpha}{2\beta}-\frac{65}2+\frac\alpha\beta\sin^{-1}\frac{12}{13}$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$\frac\alpha\beta=\frac{169}2$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$\gcd(169,2)=1$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Take the right half-disc and subtract (sector from the centre) + (triangle from the centre), avoiding the segment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part of the disc above the line and to the right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what must be removed from the right half-disc.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half-disc: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part removed (above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part of the disc above the line and to the right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what must be removed from the right half-disc.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half-disc: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$\frac{\pi\cdot169}2$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part removed (above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sector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sector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sector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$\sin^{-1}\frac5{13}=\frac\pi2-\sin^{-1}\frac{12}{13}$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sector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$=\frac{169}2\left(\frac\pi2-\sin^{-1}\frac{12}{13}\right)$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$=\frac12\left|5\cdot(-13)-0\right|=\frac{65}2$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matches the form given,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$=\frac{169\pi}2-\frac{169}2\left(\frac\pi2-\sin^{-1}\frac{12}{13}\right)-\frac{65}2=\frac{169\pi}4+\frac{169}2\sin^{-1}\frac{12}{13}-\frac{65}2$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matches the form given,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$\frac\alpha\beta=\frac{169}2$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minor segment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major segment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chord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segment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minor segment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$\frac12r^2(\theta-\sin\theta)$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major segment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chord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$\cos\frac\theta2=\frac 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$=r^2\cos^{-1}\frac dr-d\sqrt{r^2-d^2}$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$d=\frac{13}{\sqrt{26}}$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$199.6$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freely to match the answer format.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decide which side is the minor segment test the centre: it lies on the opposite side of the line from the minor segment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$5,12,13$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$\sin^{-1}\frac{12}{13}=\cos^{-1}\frac5{13}=\tan^{-1}\frac{12}5$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freely to match the answer format.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decide which side is the minor segment test the centre: it lies on the opposite side of the line from the minor segment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$\left\{(x,y):0\le x\le3,\ 0\le y\le\min\left\{x^2+2,\ 2x+2\right\}\right\}$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under the minimum of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upper boundary changes from the parabola to the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$x^2+2\le2x+2\iff0\le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upper boundary changes from the parabola to the line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the lower curve;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the lower curve,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the lower curve;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the lower curve,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$A=\int_0^2(x^2+2)\,dx+\int_2^3(2x+2)\,dx$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$A=\left[\frac{x^3}3+2x\right]_0^2+\left[x^2+2x\right]_2^3$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$\frac83+4=\frac{20}3$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$(9+6)-(4+4)=7$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$A=\frac{20}3+7=\frac{41}3$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trapezoid under the line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thin region between the line and the parabola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trapezoid under the line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thin region between the line and the parabola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a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upper boundary is the parabola, lower than the line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to remove: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a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$\frac12(2+8)\cdot3=15$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upper boundary is the parabola, lower than the line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$(2x+2)-(x^2+2)=2x-x^2$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to remove: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$\int_0^2(2x-x^2)\,dx=4-\frac83=\frac43$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$A=15-\frac43=\frac{41}3$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straight line over an interval is a trapezoid: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𝑒𝑛𝑑 ℎ𝑒𝑖𝑔ℎ𝑡𝑠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𝑤𝑖𝑑𝑡ℎ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integral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the area under the lower curve;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under the upper curve; equivalently, area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area between the two curves gives the area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beyond the crossing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the second piece would not occur.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$x^2+2\le2x+2\iff x(x-2)\le0\iff0\le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straight line over an interval is a trapezoid: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$\frac12(\text{sum of end heights})\times\text{width}$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integral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the area under the lower curve;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under the upper curve; equivalently,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area between the two curves gives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endpoint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beyond the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the second piece would not occur.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$Q(-b,b^2)$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chord, AM-GM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$S_1=\frac{(a+b)^3}6$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$S_2=\frac{ab(a+b)}2$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$\frac{S_1}{S_2}=\frac13\left(\frac ab+\frac ba+2\right)\ge\frac43$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lies above the parabola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substituting the limits and simplifying: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$y-b^2=\frac{a^2-b^2}{a+b}(x+b)$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$y=(a-b)x+ab$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$S_1=\int_{-b}^{a}\left((a-b)x+ab-x^2\right)dx$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lies above the parabola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$S_1=\left[\frac{(a-b)}2x^2+abx-\frac{x^3}3\right]_{-b}^{a}$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substituting the limits and simplifying: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$S_1=\frac16(a+b)^3$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$S_2=\frac12\left|\begin{matrix}-b&amp;b^2&amp;1\\0&amp;0&amp;1\\a&amp;a^2&amp;1\end{matrix}\right|=\frac12ab(a+b)$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$\frac{S_1}{S_2}=\frac{\frac16(a+b)^3}{\frac12ab(a+b)}=\frac13\cdot\frac{(a+b)^2}{ab}$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$\frac{S_1}{S_2}=\frac13\left(\frac ab+\frac ba+2\right)$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ba+\frac ab\ge2$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$\left(\frac{S_1}{S_2}\right)_{\min}=\frac13(2+2)=\frac43=\frac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$m+n=4+3=7$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the parabolic segment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largest triangle 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 inscribed triangle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beats that apex.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the parabolic segment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largest triangle on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 inscribed triangle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beats that apex.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parabola,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largest area has its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where the tangent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Archimedes: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on the same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apex on the arc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parabola,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largest area has its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where the tangent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$S_1=\frac43\,[PQM]$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on the same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apex on the arc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$S_2=[OPQ]\le[PQM]$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$\frac{S_1}{S_2}=\frac43\cdot\frac{[PQM]}{[OPQ]}\ge\frac43$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$2x_M=a-b$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$x_M=\frac{a-b}2$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joining the points with abscissae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inscribed triangle with the same base and apex at the point whose tangent is parallel to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joining the points with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$\frac{(q-p)^3}6$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$y=(p+q)x-pq$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inscribed triangle with the same base and apex at the point whose tangent is parallel to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triangle with vertices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abscissae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minimum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 the chord is perpendicular to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triangle with vertices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$\frac12|(x_1-x_2)(x_2-x_3)(x_3-x_1)|$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b\cdot a\cdot(a+b)$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$\frac{(a+b)^2}{ab}$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ab+\frac ba+2\ge4$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minimum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 the chord is perpendicular to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area of the region bounded by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area of the region bounded by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$ky^2=2(y-x)$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parabolas, Maxima and minima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maximised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$A(k)=\frac23\cdot\frac{k^2}{(k^2+4)^2}$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maximised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intersection points the second parabola is on the right: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$x=\frac{2y^2}k$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$x=y-\frac{ky^2}2$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$y\left(\frac{2y}k+\frac{ky}2-1\right)=0$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$y=\frac{2k}{k^2+4}$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intersection points the second parabola is on the 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$A=\int_0^{\frac{2k}{k^2+4}}\left[\left(y-\frac{ky^2}2\right)-\frac{2y^2}k\right]dy$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$A=\left[\frac{y^2}2-\left(\frac k2+\frac2k\right)\frac{y^3}3\right]_0^{\frac{2k}{k^2+4}}$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unchanged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the same formula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$y_1=\frac{2k}{k^2+4}$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k2+\frac2k\right)y_1=\frac{k^2+4}{2k}\cdot\frac{2k}{k^2+4}=1$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$A=\frac{y_1^2}2-\frac{y_1^2}3$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$A=\frac{y_1^2}6=\frac16\cdot\frac{4k^2}{(k^2+4)^2}=\frac23\cdot\frac{k^2}{(k^2+4)^2}$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$(x,y,k)\to(-x,-y,-k)$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the same formula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local maxima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maximum area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squares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$A'(k)=\frac23\cdot\frac{2k(k^2+4)^2-k^2\cdot2(k^2+4)(2k)}{(k^2+4)^4}=\frac23\cdot\frac{2k(k^2+4)\left(4-k^2\right)}{(k^2+4)^4}$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$k=0,\ 2,\ 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$+,-,+,-$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$-2,\ 0,\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local maxima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maximum area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squares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$(-2)^2+2^2=8$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maximal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(AM-GM).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$x=\alpha 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$x=y-\beta 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$\frac1{6(\alpha+\beta)^2}$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maximal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$|\alpha+\beta|=\left|\frac2k+\frac k2\right|$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(AM-GM).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width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$x=y-\beta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$y=y_1=\frac1{\alpha+\beta}$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y=1-\beta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width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$y-(\alpha+\beta)y^2=(\alpha+\beta)\,y\,(y_1-y)$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$\int_0^{y_1}y(y_1-y)\,dy=\frac{y_1^3}6$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largest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squares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$A=(\alpha+\beta)\frac{y_1^3}6=\frac1{6(\alpha+\beta)^2}$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$\alpha+\beta=\frac{k^2+4}{2k}$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k2+\frac2k\ge2$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k2+\frac2k\right|$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squares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difference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intersection points; the same with roles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$x=y-\beta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$\frac1{6(\alpha+\beta)^2}$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$y=\frac1{\alpha+\beta}$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$\frac{|a|w^3}6$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difference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intersection points; the same with roles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family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reflection of the figure), both signs give equal areas - do not forget the negative value in 'all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$\frac{k^2}{(k^2+4)^2}$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t{(t+4)^2}=\frac1{t+8+16/t}$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$t+\frac{16}t$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family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reflection of the figure), both signs give equal areas - do not forget the negative value in 'all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$S=\left\{(x,y):2y-y^2\le x^2\le2y,\ x\ge y\right\}$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$\frac{n+2}{n+1}-\frac\pi{n-1}$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parabola, a circle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exterior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inside the parabola;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break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$2y-y^2\le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exterior of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$x^2\le2y$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inside the parabola;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break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the circle centred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 or above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 or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touches the parabola at the origin and meets the line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$2y-y^2\le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(outside the circle centred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 or above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 or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touches the parabola at the origin and meets the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keeps us outside the circle;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unit disc), so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$y^2\ge2y-y^2$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keeps us outside the circle;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$\sqrt{2y-y^2}$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$A=\int_1^2\left(\sqrt{2y}-y\right)dy+\int_0^1\left(\sqrt{2y}-\sqrt{2y-y^2}\right)dy$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$\frac{2\sqrt2}3\left(2\sqrt2-1\right)-\frac32=\frac{8-2\sqrt2}3-\frac32=\frac{7-2^{5/2}}6$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$\int_0^1\sqrt{2y}\,dy=\frac{2\sqrt2}3$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$\int_0^1\sqrt{2y-y^2}\,dy=\frac\pi4$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unit disc),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$\frac{2\sqrt2}3-\frac\pi4=\frac{2^{7/2}-3\pi}{12}$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$A=\frac{14-2^{7/2}+2^{7/2}-3\pi}{12}=\frac76-\frac\pi4$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$\frac{n+2}{n+1}-\frac\pi{n-1}$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$\frac\pi{n-1}=\frac\pi4$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between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parabola, minus the circular segment cut off by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geometric reading with no strips.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between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parabola, minus the circular segment cut off by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geometric reading with no strips.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(between the parabola and the line) and outside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$\frac{x^2}2\le y\le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(between the parabola and the line) and outside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$\int_0^2\left(x-\frac{x^2}2\right)dx=2-\frac43=\frac23$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 parabola at the origin, lying above the parabola, so the part of that region inside the circle is the circular segment below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has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unit circle, so the central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segment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 parabola at the origin, lying above the parabola, so the part of that region inside the circle is the circular segment below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unit circle, so the central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$=\frac12\left(\frac\pi2-\sin\frac\pi2\right)=\frac\pi4-\frac12$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$A=\frac23-\left(\frac\pi4-\frac12\right)=\frac76-\frac\pi4$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$\frac{n+2}{n+1}-\frac\pi{n-1}$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to recognise the circle inside an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from the origin to abscissa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circular segment cut by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quarter-disc minus a triangle: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$2y-y^2\le x^2\iff x^2+(y-1)^2\ge1$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to recognise the circle inside an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from the origin to abscissa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$\frac{aw^3}6$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circular segment cut by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$2\sin^{-1}\frac\ell{2r}$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quarter-disc minus a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quarter-circle areas instead of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curvature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so they touch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$\int_0^1\sqrt{2y-y^2}\,dy=\int_0^1\sqrt{1-(y-1)^2}\,dy=\frac\pi4$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quarter-circle areas instead of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curvature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so they touch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$f(x)=\min\left\{x^2+\frac34,\ 1+[x]\right\}$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step function and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$f=\min\left\{x^2+\frac34,1\right\}$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boundary and the region ends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trapezoid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$x^2+\frac34\le1\iff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$x^2+\frac34\ge\frac74$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$f(x)\ge\frac74&gt;1\ge2-x$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boundary and the region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$A=\int_0^{1/2}\left(x^2+\frac34\right)dx+$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trapezoid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$y=\min\{1,2-x\}$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trapezoid has parallel sides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base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top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trapezoid has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base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top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$\frac12\left(\frac32+\frac12\right)\cdot1=1$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$\int_0^{1/2}\left(x^2+\frac34\right)dx=\frac13\cdot\frac18+\frac34\cdot\frac12=\frac1{24}+\frac38$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$A=\frac1{24}+\frac38+1$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$12A=\frac12+\frac92+12=17$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take the triangle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axes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part lying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take the triangle cut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axes (area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the part lying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this triangle with the part above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nothing is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this triangle with the part above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$\frac54-x-x^2$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nothing is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$\int_0^{1/2}\left(\frac54-x-x^2\right)dx=\frac58-\frac18-\frac1{24}=\frac{11}{24}$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$\int_{1/2}^1(1-x)\,dx=\frac18=\frac3{24}$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$=\frac{11}{24}+\frac3{24}=\frac7{12}$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$A=2-\frac7{12}=\frac{17}{12}$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integral at integers and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horizontal line on each piece; the step jumps up at integers, so the graph has vertical jumps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step,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on each unit interval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bounding line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cut the region off before a jump matters: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Rectangles, triangles and trapezoids under linear/constant pieces need no integration;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integral at integers and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horizontal line on each piece; the step jumps up at integers, so the graph has vertical jumps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$\min\{g,h\}$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step,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on each unit interval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$x^2+\frac34=1$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$x^2+\frac34=2$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$x=\frac{\sqrt5}2&gt;1$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bounding line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cut the region off before a jump matters: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Rectangles, triangles and trapezoids under linear/constant pieces need no integration;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$\frac12(a+b)h$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$\left\{(x,y):(x+1)^2+(y-1)^2\le1,\ y\le p(x)\right\}$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parabola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quarter-disc of the circle minus the corner of the unit square above the parabola;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quarter-disc of the circle minus the corner of the unit square above the parabola;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$\int_{-1}^0(1-x^2)dx=\frac23$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through the three points;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lies inside the circle and below the parabola, which is the lens in the unit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through the three points;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$x^2=-4a(y-1)$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$1=-4a(0-1)=4a$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lies inside the circle and below the parabola, which is the lens in the unit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$[-1,0]\times[0,1]$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in the square: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sector (quarter disc)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{area of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under the parabola}.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in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$\int_{-1}^0(1-x^2)\,dx=\left[x-\frac{x^3}3\right]_{-1}^0=(0-0)-\left(-1+\frac13\right)=\frac23$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sector (quarter disc)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{area of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under the parabola}.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$A=\frac\pi4-\left\{1-\frac23\right\}=\frac\pi4-\frac13$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$12(\pi-4A)=12\left[\pi-4\left(\frac\pi4-\frac13\right)\right]=12\left[\pi-\pi+\frac43\right]$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strips directly: between the lower arc of the circle and the parabola the width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quarter-disc minus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strips directly: between the lower arc of the circle and the parabola the width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$\sqrt{1-(x+1)^2}-x^2$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quarter-disc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circle's lower arc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circle's upper arc is above the parabola, so the region is between the lower arc and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 of the strip: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$p(x)=a(x+1)(x-1)$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circle's lower arc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$y=1-\sqrt{1-(x+1)^2}$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circle's upper arc is above the parabola, so the region is between the lower arc and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 of the strip: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$(1-x^2)-\left(1-\sqrt{1-(x+1)^2}\right)=\sqrt{1-(x+1)^2}-x^2$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unit disc,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$A=\int_{-1}^0\sqrt{1-(x+1)^2}\,dx-\int_{-1}^0x^2\,dx=\frac\pi4-\frac13$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unit disc,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$12(\pi-4A)=12\cdot\frac43=16$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three points with distinct abscissae is unique; if two of them are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third point to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quarter-circle areas without trigonometric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expressions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by design; if it does not cancel in your working, an area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lower-right quarter fills the corner of the unit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three points with distinct abscissae is unique; if two of them are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third point to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$\int_{-1}^0\sqrt{1-(x+1)^2}\,dx=\frac\pi4$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$\int_{-1}^0x^2\,dx=\frac13$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quarter-circle areas without trigonometric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by design; if it does not cancel in your working, an area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lower-right quarter fills the corner of the unit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$[-1,0]\times[0,1]$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in the first quadrant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in the first quadrant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$C:2x^2-y+1=0$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parabola, its tangent and a line, Equation of tangent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under the curve minus the area under the broken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triangles on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under the curve minus the area under the broken path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 S\to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triangles on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$\frac{dy}{dx}=4x=4$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$R\left(\frac14,0\right)$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$S\left(\frac25,\frac35\right)$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$4x-1=1-x$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the broken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the broken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S\to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$[\triangle QOT]+[\triangle PQR]-[\triangle QRS]$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$A=\int_0^1\left(2x^2+1\right)dx-[\triangle QOT]-[\triangle PQR]+[\triangle QRS]$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$[\triangle QOT]=\frac12$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$[\triangle PQR]=\frac12\cdot\frac34\cdot3=\frac98$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$[\triangle QRS]=\frac12\cdot\frac34\cdot\frac35=\frac9{40}$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$A=\left(\frac23+1\right)-\frac12-\frac98+\frac9{40}=\frac{16}{60}$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lies above its tangent by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between them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cut off the triangle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lies above its tangent by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between them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cut off the triangle below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𝑐𝑢𝑟𝑣𝑒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𝑡𝑎𝑛𝑔𝑒𝑛𝑡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curve and its tangent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region also contains the part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wanted: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$y_{\text{curve}}-y_{\text{tangent}}=2x^2+1-(4x-1)=2(x-1)^2$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curve and its tangent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 2(x-1)^2dx=\frac23$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region also contains the part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wanted: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$[0,\frac25]$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part is a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part is a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$S\left(\frac25,\frac35\right)$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$A=\frac23-\frac25=\frac4{15}$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vertical gap between the curve and its tangent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them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intersect with another line by equating,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bounded by a curve and two lines, 'area under the curve minus areas of triangles on the axis' works when the lines meet the axes at simple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areas from coordinates: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base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e.g.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vertical gap between the curve and its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$a(x-x_0)^2$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between them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$\frac{|a||x_1-x_0|^3}3$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$y=y_0+4x_0(x-x_0)$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intersect with another line by equating,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$4x-1=1-x\Rightarrow x=\frac25$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bounded by a curve and two lines, 'area under the curve minus areas of triangles on the axis' works when the lines meet the axes at simple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areas from coordinates: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$\frac12\cdot\text{base}\cdot\text{height}$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base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$\frac12\cdot\frac34\cdot3$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parabola, a line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circle takes an exact eighth of its disc out of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circle takes an exact eighth of its disc out of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at the centre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 of the disc inside the region is an eighth of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$x=\frac{2y^2}3$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$2y^2+3y-9=0$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at the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 of the disc inside the region is an eighth of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$A=\int_0^{3/2}\left(3-y-\frac{2y^2}3\right)dy-\pi\left(\sqrt2\right)^2\cdot\frac18$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$\int_0^{3/2}\left(3-y-\frac{2y^2}3\right)dy=\frac92-\frac98-\frac34=\frac{36-9-6}8=\frac{21}8$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removed eighth of the disc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removed eighth of the disc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$\frac{2\pi}8=\frac\pi4$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$A=\frac{21}8-\frac\pi4$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$4(\pi+4A)=4\pi+16A=4\pi+42-4\pi=42$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Build the region from the triangle under the line and the parabola-chord segment, then subtract the eighth-disc.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meeting point of the parabola and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meeting point of the parabola and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$\frac12\cdot3\cdot\frac32=\frac94$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left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contains also the parabola segment between the chord and the arc: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before removing the circle: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(agrees with the strip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eighth of the disc: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$x=\frac{2y^2}3$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left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contains also the parabola segment between the chord and the arc: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$\int_0^{3/2}\left(y-\frac{2y^2}3\right)dy=\frac98-\frac34=\frac38$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before removing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$\frac94+\frac38=\frac{21}8$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(agrees with the strip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eighth of the 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$A=\frac{21}8-\frac\pi4$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circle cuts sectors by angle: a ray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integrating, check that the circle's sector lies completely inside the region (its points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parabola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can be subtracted whole.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circle cuts sectors by angle: a ray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$\frac{45}{360}=\frac18$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integrating, check that the circle's sector lies completely inside the region (its points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$x\ge3-\sqrt2\approx1.59$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parabola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can be subtracted whole.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by substitution: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the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Designed answers: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remains, the circle part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$x=\frac{2y^2}3$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by substitution: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$2y^2+3y-9=0$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the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Designed answers: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$A=\frac{21}8-\frac\pi4$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remains, the circle part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11 questions, 44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10 Questions 181–191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