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3.0</c:v>
                </c:pt>
                <c:pt idx="4">
                  <c:v>3.0</c:v>
                </c:pt>
                <c:pt idx="5">
                  <c:v>3.0</c:v>
                </c:pt>
                <c:pt idx="6">
                  <c:v>1.0</c:v>
                </c:pt>
                <c:pt idx="7">
                  <c:v>1.0</c:v>
                </c:pt>
                <c:pt idx="8">
                  <c:v>2.0</c:v>
                </c:pt>
                <c:pt idx="9">
                  <c:v>2.0</c:v>
                </c:pt>
                <c:pt idx="10">
                  <c:v>1.0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2.0</c:v>
                </c:pt>
                <c:pt idx="16">
                  <c:v>3.0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leaves the numerator of the partial fraction as 'a' (it is 9) and stops at '2(2x+3y)+9|2x+3y-8| = x+c' without using y(0)=3 or reading off alpha, beta, gamma. Both were completed; answer 29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breaks off after 'u.e^{-y} = integral of e^{-y}e^{2y} dy' and never reaches the answer. The remaining steps (integration, constant c=0, evaluation at pi/6) were added. Answer 9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integrand line reads '-x^2/4 - (x-6)/2' (constant term 3); the correct simplification is -x^2/4 - (x-12)/2 (constant term 6), which is what its antiderivative uses. Its figure also labels the point (4, 8); it should be (4, 0). Final value 125/3 and answer 250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In the PDF the second antiderivative is printed as '-x^3/3 - 3x^2/2 - 10x'; the term must be +10x (the integrand is 10 - 3x - x^2). With the printed sign the value would not be 50/3. The final value A = 50/3 and the answer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Integral Calculus 08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141–160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the correct numerical value · 0 if unanswered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$(2x+3y-2)dx+(4x+6y-7)dy=0$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x+\beta y+3\log_e|2x+3y-\gamma|=6$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$\alpha+2\beta+3\gamma$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Differential equations: reduction to variable separable form by substitution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-part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variables separable.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-part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$4x+6y$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$2x+3y$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$t=2x+3y$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variables separable.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 the variables: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$2+3\frac{dy}{dx}=\frac{dt}{dx}$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$\frac{dy}{dx}=-\frac{t-2}{2t-7}$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$\frac13\left[\frac{dt}{dx}-2\right]=-\frac{t-2}{2t-7}$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$\frac{dt}{dx}-2=-\frac{3t-6}{2t-7}$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$\frac{dt}{dx}=2-\frac{3t-6}{2t-7}$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$\frac{dt}{dx}=\frac{t-8}{2t-7}$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 the variables: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$\int\frac{2t-7}{t-8}dt=\int 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prints the numerator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$\frac{2t-7}{t-8}=2+\frac{9}{t-8}$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prints the numerator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$2t+9\ln|t-8|=x+c$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$2(2x+3y)+9\ln|2x+3y-8|=x+c$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$3x+6y+9\ln|2x+3y-8|=c$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$c=18+9\ln1=18$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$x+2y+3\ln|2x+3y-8|=6$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$\alpha=1,\ \beta=2,\ \gamma=8$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$\alpha+2\beta+3\gamma=1+4+24=29$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Differentiate the given implicit form and match coefficients with the ODE; no integration is needed.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Clear the denominator and group: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must be a constant multiple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given ODE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x+\beta y+3\ln|2x+3y-\gamma|=6$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 y'+\frac{3(2+3y')}{2x+3y-\gamma}=0$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Clear the denominator and group: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$[\alpha(2x+3y-\gamma)+6]+[\beta(2x+3y-\gamma)+9]\,y'=0$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must be a constant multiple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given ODE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$(2x+3y-2)+(2(2x+3y)-7)\,y'=0$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 terms: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second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$6-k\gamma=-2k$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$9-2k\gamma=-7k$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$k\gamma=6+2k$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second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$9-12-4k=-7k$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$\alpha=1,\ \beta=2,\ \gamma=8$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$0+6+3\ln|9-8|=6$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$\alpha+2\beta+3\gamma=1+4+24=29$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reduces to a separable equation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this kind because the coefficients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proportional.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the ratios differ, shift the origin to their intersection (see Q2).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degrees of numerator and denominator are equal, divide first: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solution is given with unknown constants, differentiate it and compare coefficients with the ODE (the two equations must be proportional).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$\frac{dy}{dx}=f(ax+by+c)$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reduces to a separable equation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$t=ax+by+c$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$(2x+3y-2)dx+(2(2x+3y)-7)dy=0$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this kind because the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$4:6$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proportional.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$a_1x+b_1y+c_1$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$a_2x+b_2y+c_2$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$\frac{a_1}{a_2}=\frac{b_1}{b_2}$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$t=a_1x+b_1y$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the ratios differ, shift the origin to their intersection (see Q2).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degrees of numerator and denominator are equal, divide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$\frac{2t-7}{t-8}=2+\frac{9}{t-8}$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solution is given with unknown constants, differentiate it and compare coefficients with the ODE (the two equations must be proportional).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curve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passing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curve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$\frac{dy}{dx}=\frac{x+y-2}{x-y}$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$\tan^{-1}\left(\frac{y-1}{x-1}\right)-\frac1\beta\log_e\left(\alpha+\left(\frac{y-1}{x-1}\right)^2\right)=\log_e|x-1|$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$5\beta+\alpha$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738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Differential equations: homogeneous equations and shift of origin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shifting the origin there makes the equation homogeneous.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$x+y-2=0$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shifting the origin there makes the equation homogeneous.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homogeneous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$x=X+1,\ y=Y+1$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$\frac{dY}{dX}=\frac{X+Y}{X-Y}$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homogeneous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$Y=tX$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$\frac{dY}{dX}=t+X\frac{dt}{dX}$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$t+X\frac{dt}{dX}=\frac{1+t}{1-t}$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$X\frac{dt}{dX}=\frac{1+t^2}{1-t}$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$\frac{dX}{X}=\frac{1-t}{1+t^2}dt$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$\ln|X|=\tan^{-1}t-\frac12\ln(1+t^2)+C$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$t=\frac{y-1}{x-1}$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$\ln|x-1|=\tan^{-1}\left(\frac{y-1}{x-1}\right)-\frac12\ln\left[1+\left(\frac{y-1}{x-1}\right)^2\right]+C$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$X=1,\ 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$\tan^{-1}\left(\frac{y-1}{x-1}\right)-\frac1\beta\log_e\left(\alpha+\left(\frac{y-1}{x-1}\right)^2\right)=\log_e|x-1|$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$5\beta+\alpha=10+1=11$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polar coordinates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logarithmic spiral.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polar coordinates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$\frac{dr}{r}=d\theta$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logarithmic spiral.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$X=x-1,\ Y=y-1$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$\frac{dY}{dX}=\frac{X+Y}{X-Y}$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$(X-Y)dY=(X+Y)dX$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$(X\,dY-Y\,dX)=(X\,dX+Y\,dY)$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$X=r\cos\theta,\ Y=r\sin\theta$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$X\,dY-Y\,dX=r^2d\theta$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$X\,dX+Y\,dY=r\,dr$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$r^2d\theta=r\,dr$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$\frac{dr}{r}=d\theta$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r=\theta+C$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the given form: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$X=1,\ 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$r=1,\ 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r=\ln|X|+\frac12\ln(1+t^2)$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$\tan^{-1}t-\frac12\ln(1+t^2)=\ln|X|$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the given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$\beta=2,\ 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$5\beta+\alpha=11$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shift the origin to the point where the two lines meet; the equation becomes homogeneous.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polar form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(logarithmic spiral). In general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given answer form is a cue that the shift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intended.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$\frac{dy}{dx}=\frac{a_1x+b_1y+c_1}{a_2x+b_2y+c_2}$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$\frac{a_1}{a_2}\neq\frac{b_1}{b_2}$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shift the origin to the point where the two lines meet; the equation becomes homogeneous.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$\frac{dY}{dX}=\frac{X+Y}{X-Y}$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polar form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$r=Ce^{\theta}$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(logarithmic spiral).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$X\,dY-Y\,dX=r^2d\theta$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$X\,dX+Y\,dY=r\,dr$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$\int\frac{1-t}{1+t^2}dt=\tan^{-1}t-\frac12\ln(1+t^2)+C$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$\frac{y-1}{x-1}$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given answer form is a cue that the shift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$Y=tX$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intended.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$(1+y^2)(1+\log_ex)dx+x\,dy=0$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$y(e)=\frac{\alpha-\tan\left(\frac32\right)}{\beta+\tan\left(\frac32\right)}$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460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Differential equations: variable separable form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variables separate,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integrates by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variables separate,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$\frac{1+\ln x}{x}$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integrates by the substitution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$u=1+\ln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$(1+y^2)(1+\ln x)dx+x\,dy=0$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$\frac{1+\ln x}{x}dx=-\frac{dy}{1+y^2}$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$\int\frac{1+\ln x}{x}dx=-\int\frac{dy}{1+y^2}$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$\tan^{-1}y=-\frac{(1+\ln x)^2}{2}+C$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$\frac\pi4=-\frac12+C$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$C=\frac\pi4+\frac12$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$y=\tan\left(\frac\pi4+\frac12-\frac{(1+\ln x)^2}{2}\right)$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$(1+\ln e)^2=4$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$y(e)=\tan\left(\frac\pi4+\frac12-2\right)$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$y(e)=\tan\left(\frac\pi4-\frac32\right)=\frac{1-\tan\frac32}{1+\tan\frac32}$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$\frac{\alpha-\tan(3/2)}{\beta+\tan(3/2)}$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the separated equation as a definite integral from the known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the separated equation as a definite integral from the known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$(e,y(e))$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constant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Separated form: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Separated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$\frac{1+\ln x}{x}dx=-\frac{dy}{1+y^2}$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$(e,y_e)$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$y_e=y(e)$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$\int_1^e\frac{1+\ln x}{x}dx=\left[\frac{(1+\ln x)^2}{2}\right]_1^e=\frac42-\frac12=\frac32$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side: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$-\int_1^{y_e}\frac{dy}{1+y^2}=\tan^{-1}1-\tan^{-1}y_e=\frac\pi4-\tan^{-1}y_e$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$\tan^{-1}y_e=\frac\pi4-\frac32$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$y_e=\frac{\tan\frac\pi4-\tan\frac32}{1+\tan\frac\pi4\tan\frac32}=\frac{1-\tan\frac32}{1+\tan\frac32}$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separable initial value problem,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straight to the required point and avoids finding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recognising it matches answer forms like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one side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other side's integral, valid while the angle stays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g(\ln x)\frac{dx}{x}$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$\int\frac{1+\ln x}{x}dx=\frac{(1+\ln x)^2}{2}$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separable initial value problem,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$\int_{x_0}^{x}P\,dx=\int_{y_0}^{y}Q\,dy$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straight to the required point and avoids finding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$\tan\left(\frac\pi4-\theta\right)=\frac{1-\tan\theta}{1+\tan\theta}$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recognising it matches answer forms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$\frac{\alpha-\tan\theta}{\beta+\tan\theta}$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$\frac{dy}{1+y^2}$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one side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$y=\tan(\cdot)$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other side's integral, valid while the angle stays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$\frac\pi4-\frac32\approx-0.71$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d>
                          <m:dPr>
                            <m:begChr m:val="{"/>
                            <m:sepChr m:val=""/>
                            <m:endChr m:val="}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differentiable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$f(x)=\sqrt{\lim_{r\to x}\left\{\frac{2r^2\left[(f(r))^2-f(x)f(r)\right]}{r^2-x^2}-r^3e^{\frac{f(r)}{r}}\right\}}$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differentiable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$(-\infty,0)\cup(0,\infty)$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Limits: L'Hopital's rule, Differential equations: homogeneous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L'Hopital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limit into a first-order equation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is homogeneous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L'Hopital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limit into a first-order equation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is homogeneous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fraction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L'Hopital (differentiate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numerator's 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term has the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denominator's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$(f(x))^2=\lim_{r\to x}\left\{\frac{2r^2[(f(r))^2-f(x)f(r)]}{r^2-x^2}-r^3e^{f(r)/r}\right\}$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fraction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L'Hopital (differentiate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numerator's derivative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$2x^2\left[2ff'-ff'\right]=2x^2ff'$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term has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$(f(x))^2-f(x)^2=0$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denominator's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$(f(x))^2=xf(x)f'(x)-x^3e^{f(x)/x}$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$y^2=xy\frac{dy}{dx}-x^3e^{y/x}$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yx=\frac{dy}{dx}-\frac{x^2}{y}e^{y/x}$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(by parts):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$\frac{dy}{dx}=v+x\frac{dv}{dx}$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$v=v+x\frac{dv}{dx}-\frac{x}{v}e^{v}$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$x\frac{dv}{dx}-\frac xve^v=0$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$ve^{-v}dv-dx=0$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(by parts):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$(x+c)e^{v}+v+1=0$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$(x+c)e^{y/x}+\frac yx+1=0$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$x=1,\ v=1$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$(1+c)e+2=0$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$c=-1-\frac2e$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$\left(x-1-\frac2e\right)e^{y/x}+\frac yx+1=0$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$x=a,\ 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$a-1-\frac2e+1=0$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$ae-e-2+e=0$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 two known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$dx=ve^{-v}dv$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 two known 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and apply L'Hopital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(numerator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denominator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and apply L'Hopital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(numerator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$2x^2ff'$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denominator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$f^2=xff'-x^3e^{f/x}$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$ve^{-v}dv=dx$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along the curve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along the curve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$a-1=\int_1^0ve^{-v}dv=-\int_0^1ve^{-v}dv$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$\int_0^1ve^{-v}dv=\left[-(v+1)e^{-v}\right]_0^1=1-\frac2e$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$a=1-\left(1-\frac2e\right)=\frac2e$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only the factor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differentiated, because the other factors multiply a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limit defining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usually hides a differential equation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reach a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you can integrate between two known points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(by parts).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$\lim_{r\to x}\frac{N(r)}{r^2-x^2}=\frac{N'(x)}{2x}$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only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$\left[(f(r))^2-f(x)f(r)\right]$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differentiated, because the other factors multiply a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limit defining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$r\to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usually hides a differential equation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$\frac{dy}{dx}=\phi\left(\frac yx\right)$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$\frac{dx}{x}=\frac{dv}{\phi(v)-v}$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reach a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you can integrate between two known points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ve^{-v}dv=-(v+1)e^{-v}+C$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(by parts).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curve lying in the first quadrant such that the area enclosed by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co-ordinate axes,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any point on the curve, is always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curve lying in the first quadrant such that the area enclosed by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$Y-y=Y'(x)(X-x)$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co-ordinate axes,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any point on the curve, is always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$\frac{-y^2}{2Y'(x)}+1$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$Y'(x)\neq0$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$12Y(2)$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and intercepts of a curve, Formation and solution of linear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tangent's intercepts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equating the triangle's area to the given expression leaves a linear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tangent's intercepts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$x-\frac y{y'}$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$y-xy'$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equating the triangle's area to the given expression leaves a linear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intercepts are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triangle with the axes: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$Y-y=Y'(x)(X-x)$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intercepts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$\left(x-\frac{y}{Y'},0\right)$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 y-xY')$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triangle with the axes: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$\frac12(y-xY')\left(x-\frac y{Y'}\right)=-\frac{y^2}{2Y'}+1$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$(y-xY')(xY'-y)=-y^2+2Y'$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$xyY'-y^2-x^2Y'^2+xyY'=-y^2+2Y'$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linear with 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$-y^2-x^2\left(\frac{dy}{dx}\right)^2+2xy\frac{dy}{dx}=-y^2+2\frac{dy}{dx}$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$-x^2\frac{dy}{dx}+2xy=2$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$\frac{dy}{dx}-\frac2xy=-\frac2{x^2}$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linear with 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$=e^{-\int\frac2xdx}=\frac1{x^2}$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$\frac{y}{x^2}=\int-\frac{2}{x^4}dx=\frac{-2x^{-3}}{-3}+c=\frac{2}{3x^3}+c$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$1=\frac23+c$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y{x^2}=\frac2{3x^3}+\frac13$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$y=4\left(\frac1{12}+\frac13\right)=\frac53$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$12Y(2)=12\cdot\frac53=20$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linear equation as complementary function plus a guessed particular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no integrating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linear equation as complementary function plus a guessed particular solution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$B/x$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no integrating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in the main solution, the area condition reduces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part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in the main solution, the area condition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$x^2y'-2xy=-2$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$x^2y'-2xy=0$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$y_p=\frac Bx$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$x^2\left(-\frac B{x^2}\right)-2x\cdot\frac Bx=-3B=-2$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$y=Ax^2+\frac{2}{3x}$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$A+\frac23=1$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$y(2)=\frac43+\frac13=\frac53$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$12Y(2)=20$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cut from the axes by the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intercepts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conditions on this area give a differential equation for the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this explains the I.F.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particular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works: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cut from the axes by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intercepts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$x-\frac y{y'}$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$y-xy'$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$\frac{(y-xy')^2}{2|y'|}$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conditions on this area give a differential equation for the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$\frac{d}{dx}\left(\frac y{x^n}\right)=\frac{xy'-ny}{x^{n+1}}$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$x^2y'-2xy=x^4\left(\frac y{x^2}\right)'$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this explains the 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$y'+\frac{p}{x}y=\frac{q}{x^m}$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particular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 B{x^{m-1}}$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works: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$B(-(m-1)+p)=q$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$y'+\frac{-2}{x}y=\frac{-2}{x^2}$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$p=-2,\ m=2,\ q=-2$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$B(-1-2)=-2$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$\sec^2x\,dx+\left(e^{2y}\tan^2x+\tan x\right)dy=0$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$y\left(\frac\pi4\right)=0$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$y\left(\frac\pi6\right)=\alpha$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$e^{8\alpha}$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460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Differential equations: Bernoulli-type equation reducible to a linear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I.F.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$u=\frac1t$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I.F.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$\sec^2x\,dx=dt$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$dt+(e^{2y}t^2+t)dy=0$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$\frac1{t^2}\frac{dt}{dy}+\frac1t=-e^{2y}$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$\frac1t=u$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$-\frac1{t^2}\frac{dt}{dy}=\frac{du}{dy}$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$-\frac{du}{dy}+u=-e^{2y}$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$\frac{du}{dy}-u=e^{2y}$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$=e^{-\int dy}=e^{-y}$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stops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$u\,e^{-y}=\int e^{-y}e^{2y}dy=\int e^{y}dy=e^{y}+c$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stops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$u=e^{2y}+ce^{y}$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x=e^{2y}+ce^{y}$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$y\left(\frac\pi4\right)=0$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$1=1+c$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x=e^{2y}$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$e^{2\alpha}=\cot\frac\pi6=\sqrt3$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$e^{8\alpha}=\left(e^{2\alpha}\right)^4=(\sqrt3)^4=9$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a particular solution of the linear equation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inspection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add the complementary solution, and verify the resulting curve in the original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a particular solution of the linear equation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$u=\cot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inspection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$u=e^{2y}$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add the complementary solution, and verify the resulting curve in the original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complementary solution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$u=\cot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$\frac{du}{dy}-u=e^{2y}$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$u=Ke^{2y}$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$2Ke^{2y}-Ke^{2y}=e^{2y}$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complementary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$u'-u=0$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$Ce^{y}$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$u=e^{2y}+Ce^{y}$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ODE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$1=1+C$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x=e^{2y}$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$y=\frac12\ln\cot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$\frac{dy}{dx}=-\frac1{2\sin x\cos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ODE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$\frac{dy}{dx}=-\frac{\sec^2x}{e^{2y}\tan^2x+\tan x}=-\frac{\sec^2x}{2\tan x}=-\frac1{2\sin x\cos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$e^{2\alpha}=\cot\frac\pi6=\sqrt3$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$e^{8\alpha}=(\sqrt3)^4=9$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equation suggests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suggests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Bernoulli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linear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particular solution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finish such questions quickly.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equation suggests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$\csc^2x\,dx$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suggests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$t=\cot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Bernoulli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$\frac{dt}{dy}+Pt=Qt^n$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linear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$u=t^{1-n}$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$\frac{dt}{dy}=-t-e^{2y}t^2$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$u'-u=e^{ky}$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particular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$\frac{e^{ky}}{k-1}$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$\cot\frac\pi6=\sqrt3$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$\cot\frac\pi4=1$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$\cot\frac\pi3=\frac1{\sqrt3}$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finish such questions quickly.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$(t+1)dx=(2x+(t+1)^4)dt$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 of first order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linear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right side a polynomial.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$(t+1)$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linear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I.F.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$(t+1)^{-2}$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right side a polynomial.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$(t+1)dx=(2x+(t+1)^4)dt$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$\frac{dx}{dt}-\frac{2x}{t+1}=(t+1)^3$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$=e^{-\int\frac2{t+1}dt}=\frac1{(t+1)^2}$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$\frac{x}{(t+1)^2}=\int(t+1)dt$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$\frac{x}{(t+1)^2}=\frac{t^2}2+t+C$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$x=\left(\frac{t^2}{2}+t+2\right)(t+1)^2$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$x(1)=\left(\frac12+1+2\right)(1+1)^2=\frac72\times4=14$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solve as complementary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plus a power-function particular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$s=t+1$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solve as complementary function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$Cs^2$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plus a power-function particular solution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$As^4$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part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$s=t+1$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$\frac{dx}{ds}=\frac{2x}{s}+s^3$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$\frac{dx}{ds}=\frac{2x}{s}$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$x=Cs^2$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$x_p=As^4$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$4As^3=2As^3+s^3$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$x=\frac{s^4}2+Cs^2$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$2=\frac12+C$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$x=\frac{16}2+\frac32\cdot4=8+6=14$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particular solution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particular solution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general solution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first-order linear equation can be recognised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 only to the first power, even if written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$\frac{dx}{dt}-\frac{k\,x}{t+a}=(t+a)^m$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$(t+a)^{-k}$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$s=t+a$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particular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$x_p=\frac{s^{m+1}}{m+1-k}$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$m+1\neq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$m+1=k$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particular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$s^{k}\ln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$k=2,\ 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$x_p=\frac{s^4}{2}$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general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$\frac{s^4}2+Cs^2$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first-order linear equation can be recognised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 only to the first power, even if written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$\frac{dx}{dy}=\frac{1+x-y^2}{y}$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dependent variable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dependent variable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dependent variable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with I.F.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dependent variable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with I.F.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$\frac{dx}{dy}-\frac xy=\frac{1-y^2}{y}$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$=e^{\int-\frac1ydy}=\frac1y$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$x\cdot\frac1y=\int\frac{1-y^2}{y^2}dy$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xy=-\frac1y-y+c$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$x=-1-y^2+cy$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$1=-1-1+c$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$x=-1-y^2+3y$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$5x(2)=5(-1-4+6)=5$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Group the terms into the exact differential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between the two known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Group the terms into the exact differential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$d\left(\frac xy\right)=\frac{y\,dx-x\,dy}{y^2}$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between the two known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$y\,dx=(1+x-y^2)dy$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$y\,dx-x\,dy=(1-y^2)dy$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$\frac{y\,dx-x\,dy}{y^2}=d\left(\frac xy\right)=\left(\frac1{y^2}-1\right)dy$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$(x(2),2)$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$\frac{x(2)}{2}-1=\left[-\frac1y-y\right]_1^2$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$\left[-\frac1y-y\right]_1^2=\left(-\frac12-2\right)-(-2)=-\frac12$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$\frac{x(2)}2=\frac12$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$5x(2)=5$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 differentials worth spotting: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only to the first power, 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dependent variable.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read which variable is independent before using the condition.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 differentials worth spotting: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$d(xy)=x\,dy+y\,dx$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$d\left(\frac xy\right)=\frac{y\,dx-x\,dy}{y^2}$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$d\left(\frac yx\right)=\frac{x\,dy-y\,dx}{x^2}$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$d\left(\tan^{-1}\frac yx\right)=\frac{x\,dy-y\,dx}{x^2+y^2}$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$\frac{dx}{dy}+P(y)x=Q(y)$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only to the first power, treat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dependent variable.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$\frac{dx}{dy}-\frac xy=g(y)$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$x=y\int\frac{g(y)}{y}dy$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read which variable is independent before using the condition.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Q09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if only the correct option is chosen · 0 if unanswered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2048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$\{(x,y):|x-y|\le y\le4\sqrt 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$\frac{1024}{3}$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$\frac{2048}{3}$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$\frac{512}{3}$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parabola and a line (region defined by a modulus inequality)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region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$|x-y|\le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$0\le x\le2y$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region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x2\le y\le4\sqrt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region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parabola above a line through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They meet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$|x-y|\le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$-y\le x-y\le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$y=|x-y|$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$y^2=(x-y)^2$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region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x2\le y\le4\sqrt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parabola above a line through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They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x2=4\sqrt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$(64,32)$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$=\int_0^{64}\left(4\sqrt x-\frac x2\right)dx$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$=\left[\frac{4x^{3/2}}{3/2}-\frac{x^2}{4}\right]_0^{64}=\frac83\cdot8^3-\frac{64^2}{4}$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$=64^2\left(\frac13-\frac14\right)=64^2\cdot\frac1{12}=\frac{1024}{3}$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1024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$\frac{1024}{3}$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runs from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for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runs from the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$x=\frac{y^2}{16}$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boundaries meet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48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32768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2048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$y\le4\sqrt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$x\ge\frac{y^2}{16}$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x2\le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boundaries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$2y=\frac{y^2}{16}$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$=\int_0^{32}\left(2y-\frac{y^2}{16}\right)dy$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$=\left[y^2-\frac{y^3}{48}\right]_0^{32}=1024-\frac{32768}{48}$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$=1024-\frac{2048}{3}=\frac{1024}{3}$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1024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$\frac{1024}{3}$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from its vertex to the point at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enclosed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32768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-strips when the curves are simpler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answer must agree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version.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$|A|\le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$-B\le A\le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$|x-y|\le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$x=ky^2$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from its vertex to the point at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enclosed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$\frac{|k|h^3}{6}$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$k=\frac1{16},\ h=32$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$\frac{32768}{96}=\frac{1024}{3}$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$\frac23c\,b^{3/2}$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-strips when the curves are simpler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answer must agree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version.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passing through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quadrant. The area of the region bounded by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$P:y^2=x-2$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quadrant. The area of the region bounded by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 parabola, Area bounded by a parabola, a tangent and the x-axis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touches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integrate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 line and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touches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$B(6,2)$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integrate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 line and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tangent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first quadrant,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tangent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$y=m(x-2)+\frac1{4m}$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$0=-4m+\frac1{4m}$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$m^2=\frac1{16}$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first quadrant,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$y=\frac14(x-2)+1$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$x-4y+2=0$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(double root)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lies between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(left) and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$y^2=4y-4$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(double root)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$B=(6,2)$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lies between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$x=4y-2$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(left) and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$=\int_0^2\left((y^2+2)-(4y-2)\right)dy=\int_0^2(y-2)^2dy=\frac83$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$\frac83$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contact point from the tangent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take the triangle under the tangent and subtract the area under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contact point from the tangent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take the triangle under the tangent and subtract the area under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first quadrant,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$yy_1=\frac{(x-2)+(x_1-2)}{2}$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$0=\frac{-4+x_1-2}{2}$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$y_1^2=6-2=4$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first quadrant,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$B=(6,2)$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of the triangle under the parabola, from 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$C=(6,0)$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$\frac12\cdot8\cdot2=8$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of the triangle under the parabola, from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$\int_2^6\sqrt{x-2}\,dx=\frac23\cdot4^{3/2}=\frac{16}3$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$=8-\frac{16}3=\frac83$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$\frac83$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tangent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an external point there are two tangents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here); the quadrant of the contact point chooses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between a parabola, its tangent and the axis is a triangle minus the area under the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$yY_1=2a(X+X_1)$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tangent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$y=mX+\frac am$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an external point there are two tangents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$m=\pm\frac14$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here); the quadrant of the contact point chooses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between a parabola, its tangent and the axis is a triangle minus the area under the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$y=\sqrt{x-c}$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$\frac23(b-c)^{3/2}$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bounded by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bounded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$y=4-\frac{x^2}{4}$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$y=\frac{x-4}{2}$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parabola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curves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integrate the parabola minus the line between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curves meet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integrate the parabola minus the line between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intersection: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parabola is above the line between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{"/>
                            <m:sepChr m:val=""/>
                            <m:endChr m:val="}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$4-\frac{x^2}{4}=\frac{x-4}{2}\Rightarrow x^2+2x-24=0$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$(-6,-5)$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parabola is above the line between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$\alpha=\int_{-6}^{4}\left\{\left(4-\frac{x^2}{4}\right)-\frac{x-4}{2}\right\}dx$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$-\frac{x^2}{4}-\frac{x-12}{2}=6-\frac x2-\frac{x^2}{4}$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$\alpha=\left[6x-\frac{x^2}{4}-\frac{x^3}{12}\right]_{-6}^{4}$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$24-4-\frac{16}3=\frac{44}3$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$-36-9+18=-27$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$\alpha=\frac{44}{3}+27=\frac{125}{3}$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$6\alpha=250$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250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$250$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formula for the area between a parabola and a chord: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formula for the area between a parabola and a chord: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$\frac{|p|(x_2-x_1)^3}{6}$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meet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difference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$x_1=-6,\ x_2=4$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$x^2+2x-24=0$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$\left(4-\frac{x^2}4\right)-\frac{x-4}2=-\frac14(x+6)(x-4)=\frac14(x+6)(4-x)$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$=\frac14\int_{-6}^4(x+6)(4-x)dx=\frac14\cdot\frac{(4-(-6))^3}{6}$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$=\frac14\cdot\frac{1000}{6}=\frac{125}{3}$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$6\alpha=250$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250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$250$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meeting it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Archimedes: for a parabola with vertical axis, the area between it and a chord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(horizontal width)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 vertical gap).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answer with the formula before integrating: it takes only the leading coefficient and the two intersection abscissas.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intersections: equate and factor; the ordering of curves between roots is decided by the sign of the leading coefficient of the difference.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$\int_p^q(x-p)(q-x)dx=\frac{(q-p)^3}{6}$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meeting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$\frac{|a|(x_2-x_1)^3}{6}$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Archimedes: for a parabola with vertical axis, the area between it and a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(horizontal width)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 vertical gap).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$\frac23\cdot10\cdot\frac{25}4=\frac{125}3$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answer with the formula before integrating: it takes only the leading coefficient and the two intersection abscissas.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intersections: equate and factor; the ordering of curves between roots is decided by the sign of the leading coefficient of the difference.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$\{(x,y):1+x^2\le y\le\min\{x+7,\ 11-3x\}\}$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bounded by a parabola and two lines (minimum of two functions)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upper boundary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the two lines meet; split the integral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upper boundary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$\min\{x+7,11-3x\}$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the two lines meet; split the integral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It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corners of the region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upper boundary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$y=1+x^2$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$x^2-x-6=0$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It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$y=11-3x$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$x^2+3x-10=0$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$x+7=11-3x$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corners of the region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$(-2,5),\ (1,8),\ (2,5)$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upper boundary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$y=11-3x$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$A=\int_{-2}^{1}\left((x+7)-(x^2+1)\right)dx+\int_{1}^{2}\left((11-3x)-(x^2+1)\right)dx$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part: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Second part: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$=\left[-\frac{x^3}3+\frac{x^2}2+6x\right]_{-2}^{1}+\left[-\frac{x^3}3-\frac{3x^2}2+10x\right]_{1}^{2}$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$\frac{37}{6}-\left(-\frac{22}3\right)=\frac{27}2$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Second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$\frac{34}3-\frac{49}6=\frac{19}6$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$A=\frac{27}2+\frac{19}6=\frac{50}3$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Cut the region by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triangle on top plus a parabolic segment below.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Cut the region by the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triangle on top plus a parabolic segment below.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corners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Cut along the horizontal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joining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part: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corners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$(-2,5),(1,8),(2,5)$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Cut along the horizontal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joining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part: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$(-2,5),(1,8),(2,5)$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$\frac12\cdot4\cdot3=6$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Lower part: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Lower part: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$y=1+x^2$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$5-(1+x^2)=(2-x)(2+x)$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$=\frac{1\cdot4^3}6=\frac{32}3$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$A=6+\frac{32}3=\frac{50}3$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 above a parabola and below a polygonal line: cut along the chord joining the two intersection points, giving a polygon (here a triangle) plus a parabolic segment.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Parabolic segment (vertical axis):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intersection abscissas.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top boundary switches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integrate piece by piece.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parabola-line intersections gives two roots; reject the one outside the stretch where that line is the active boundary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 above a parabola and below a polygonal line: cut along the chord joining the two intersection points, giving a polygon (here a triangle) plus a parabolic segment.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Parabolic segment (vertical axis):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$=\frac{|a|w^3}{6}$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intersection abscissas.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$\min\{f,g\}$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top boundary switches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integrate piece by piece.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parabola-line intersections gives two roots; reject the one outside the stretch where that line is the active boundary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region, inside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outside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region, inside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$(x-2\sqrt3)^2+y^2=12$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outside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$y^2=2\sqrt3x$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$3\pi+8$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$6\pi-16$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$3\pi-8$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$6\pi-8$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circle and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common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circle's vertical diameter, so the area is a half-disc minus the area under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common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circle's vertical diameter, so the area is a half-disc minus the area under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passes through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vertical diameter. Inside the circle and outside the parabola is the left half-disc minus the part under the parabola.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$(2\sqrt3,0)$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passes through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$y^2=2\sqrt3x$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$x^2-2\sqrt3x=0$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$(2\sqrt3,\pm2\sqrt3)$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vertical diameter. Inside the circle and outside the parabola is the left half-disc minus the part under the parabola.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$A=\frac{\pi r^2}{2}-2\int_0^{2\sqrt3}\sqrt{2\sqrt3x}\,dx$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rad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$=\frac{\pi(12)}2-2\sqrt{2\sqrt3}\left[\frac{x^{3/2}}{3/2}\right]_0^{2\sqrt3}$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$2\sqrt{2\sqrt3}\cdot\frac23(2\sqrt3)^{3/2}=\frac43(2\sqrt3)^2=16$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$A=6\pi-16$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$6\pi-16$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parabolic segment cut by the diameter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height (Archimedes).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parabolic segment cut by the diameter has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$\frac23\times$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base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height (Archimedes).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and parabola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vertical diameter.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half-disc: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and parabola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$(2\sqrt3,\pm2\sqrt3)$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vertical diameter.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half-disc: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$\frac12\pi(2\sqrt3)^2=6\pi$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parabolic segment between the parabola and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chord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depth (vertex to chord)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parabolic segment between the parabola and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chord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depth (vertex to chord)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$=\frac23\cdot4\sqrt3\cdot2\sqrt3=16$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$=6\pi-16$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$6\pi-16$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Parabolic segment: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distance from vertex to chord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enclosing rectangle.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exactly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ends of the vertical diameter. The area inside the circle and outside the parabola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sketch first: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circle is wider than the parabola, so the wanted region is the thin crescent between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Parabolic segment: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$=\frac23\times$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distance from vertex to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enclosing rectangle.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$(x-r)^2+y^2=r^2$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$y^2=rx$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exactly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$(r,\pm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ends of the vertical diameter. The area inside the circle and outside the parabola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 r^2}{2}-\frac43r^2$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$6\pi-16$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sketch first: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circle is wider than the parabola, so the wanted region is the thin crescent between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$y=\sqrt{kx}$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$\frac23\sqrt k\,b^{3/2}$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twice differentiable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area of the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twice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$f''(x)-3af'(x)-f(x)=0$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$R=\{(x,y)\mid0\le y\le f(ax),\ 0\le x\le2\}$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$e^4+1$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$e^4-1$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Functional equation f(x+y)=f(x)f(y), Area under an exponential curve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differential equation then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$f(x+y)=f(x)f(y)$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$f(x)=e^{\lambda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$\lambda=f'(0)=4a$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differential equation then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differentiable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differentiable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$f(x)=e^{\lambda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$f'(x)=\lambda e^{\lambda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$f(x)=e^{4ax}$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$f''-3af'-f=0$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$\lambda^2-3a\lambda-1=0$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$16a^2-12a^2-1=0\Rightarrow4a^2=1\Rightarrow 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$f(ax)=f\left(\frac x2\right)=e^{x}$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$=\int_0^2e^xdx=e^2-1$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$e^2-1$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functional equation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solving for the exponential first.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functional equation with respect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$f'=4af$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solving for the exponential first.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$f'(x)=f(x)f'(0)=4a\,f(x)$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$f''=4af'=16a^2f$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$f''-3af'-f=0$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$16a^2f-12a^2f-f=0$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$f\not\equiv0$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$f(0)=f(0)^2$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$f\not\equiv0$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$f'=2f$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$f(ax)=e^x$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$=\int_0^2e^xdx=e^2-1$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$e^2-1$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differentiable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a functional equation in one variable and then setting it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differential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differentiable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$f\not\equiv0$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$f(x)=e^{kx}$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a functional equation in one variable and then setting it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differential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$f(x+y)=f(x)f(y)\Rightarrow f'=f'(0)f$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$f(x+y)=f(x)+f(y)\Rightarrow f'=f'(0)$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$f=e^{\lambda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$f''+pf'+qf=0$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$\lambda^2+p\lambda+q=0$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$\int_0^bf(ax)dx=\frac1a\int_0^{ab}f(u)du$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$f(ax)=e^{x}$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enclosed by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enclosed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$y=x^2-4x+4$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$y^2=16-8x$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two parabolas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curves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enclosed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Shifting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$X=x-2$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curves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$X^2=Y$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$Y^2=-8X$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enclosed area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$\frac{(4A)(4B)}{3}$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curves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They meet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$y=x^2-4x+4=(x-2)^2$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$y^2=16-8x=-8(x-2)$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$X=x-2,\ Y=y$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curves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$Y^2=-8X$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They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$X^4=-8X$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magnitude.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$x^2=4By$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$\frac{(4A)(4B)}{3}$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magnitude.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$=\frac{8\times1}3=\frac83$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$\frac83$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Integrate directly instead of quoting the standard formula.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upper curve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lower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$Y^2=-8X$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upper curve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$Y=\sqrt{-8X}$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lower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$=\int_{-2}^{0}\left(\sqrt{-8X}-X^2\right)dX$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$\int_0^2\left(2\sqrt2\sqrt u-u^2\right)du$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$=2\sqrt2\cdot\frac23\cdot2^{3/2}-\frac{2^3}{3}=\frac{16}3-\frac83=\frac83$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$\frac83$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Shifts and reflections do not change area: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reflected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first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common vertices after a shift reveal the standard pair of parabolas.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points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$x^2=4by$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$\frac{16ab}{3}$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Shifts and reflections do not change area: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$y^2=-8X$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reflected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$\frac{16\cdot2\cdot\frac14}{3}=\frac83$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first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$x^2-4x+4=(x-2)^2$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common vertices after a shift reveal the standard pair of parabolas.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$X^4=cX$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$\{(x,y):-1\le x\le1,\ 0\le y\le a+e^{|x|}-e^{-x},\ a&gt;0\}$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$\frac{e^2+8e+1}{e}$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curves involving |x| and exponential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terms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cancel, so the top boundary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split the integral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terms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$e^{|x|}$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cancel, so the top boundary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split the integral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 a+e^x-e^{-x}$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$e^{|x|}=e^{-x}$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 a+e^{-x}-e^{-x}=a$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$=\int_{-1}^{0}a\,dx+\int_0^1\left(a+e^x-e^{-x}\right)dx=\frac{e^2+8e+1}{e}$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$\left[ax\right]_{-1}^{0}+\left[ax+e^x+e^{-x}\right]_0^1$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$a[0-(-1)]+(a+e+e^{-1})-(2)=\frac{e^2+8e+1}{e}$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$2a+e+\frac1e-2=\frac{e^2+8e+1}{e}$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$2a=\frac{e^2+8e+1}{e}-\frac{e^2-2e+1}{e}=\frac{10e}{e}=10$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region is the rectangle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the cap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a parameter in the boundary the area is linear in 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equate and solve.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handy for simplifying.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stated range: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upper boundary stays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$e^{|x|}-e^{-x}$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$2\sinh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region is the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$[-1,1]\times[0,a]$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the cap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$2\sinh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$2(\cosh1-1)=e+\frac1e-2$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a parameter in the boundary the area is linear in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$2a+\left(e+\frac1e-2\right)$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equate and solve.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$e+\frac1e-2=\frac{(e-1)^2}{e}$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handy for simplifying.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stated range: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$e^x\ge 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upper boundary stays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area of the largest rectangle of sides parallel to the coordinate axes and inscribed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$R=\left\{(x,y):x\le y\le9-\frac{11}{3}x^2,\ x\ge0\right\}$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area of the largest rectangle of sides parallel to the coordinate axes and inscribed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$\frac{821}{123}$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$\frac{730}{119}$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$\frac{625}{111}$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$\frac{567}{121}$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Maxima and minima: largest inscribed rectangle in a region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best rectangle has its left side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lower-right corner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upper-right corner on the parabola; maximise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best rectangle has its left side on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lower-right corner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$(t,t)$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upper-right corner on the parabola; maximise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rectangle with left side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lower-right corner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upper-right corner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rectangle with left side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lower-right corner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upper-right corner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$\left(t,9-\frac{11t^2}3\right)$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$9-\frac{11t^2}3-t$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$A=t\left(9-\frac{11t^2}{3}-t\right)$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$A=9t-t^2-\frac{11}3t^3$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$\frac{dA}{dt}=9-2t-11t^2=0\Rightarrow11t^2+2t-9=0$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negative after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$11t^2+11t-9t-9=0$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$(t+1)(11t-9)=0$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$t=\frac9{11}$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$\frac{dA}{dt}=-(t+1)(11t-9)$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negative 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$t=\frac9{11}$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$=\frac9{11}\left(9-\frac{11}3\cdot\frac{81}{121}-\frac9{11}\right)$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$=\frac9{11}\left(9-\frac{27}{11}-\frac9{11}\right)=\frac9{11}\cdot\frac{63}{11}=\frac{567}{121}$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567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$\frac{567}{121}$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axis-parallel rectangle in a region: parametrise by one corner,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check the sign change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edge should lie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(width grows as far left as allowed) and the lower edge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right edge's abscissa,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hold along the whole bottom.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4.686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nearby values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smaller.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axis-parallel rectangle in a region: parametrise by one corner,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$A'(t)=0$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check the sign change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edge should lie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(width grows as far left as allowed) and the lower edge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right edge's abscissa,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hold along the whole bottom.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$at^2+bt+c$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$11-2-9=0$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$A\left(\frac9{11}\right)=\frac{567}{121}\approx4.686$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nearby values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$A(0.7)\approx4.55$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$A(0.9)\approx4.62$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smaller.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$\{(x,y):x^2+4x+2\le y\le|x+2|\}$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$\frac{24}5$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parabola and a modulus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region into the one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region into the one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$y=x^2-2$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symmetric about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unchanged) the region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$x^2+4x+2\le y\le|x+2|$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$x^2+4x+2=(x+2)^2-2$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unchanged) the region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$|x|^2-2=|x|$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$=-\int_{-2}^{2}(x^2-2)dx+\int_{-2}^{2}|x|dx$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integrands are even: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integrands are even: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$=-2\int_0^2(x^2-2)dx+2\int_0^2x\,dx$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$=-2\left[\frac{x^3}3-2x\right]_0^2+2\left[\frac{x^2}2\right]_0^2$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$=-2\left[\frac83-4\right]+2\left[\frac42\right]$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$=-2\times\left(-\frac43\right)+4=\frac{20}{3}$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$\frac{20}{3}$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parabolic segment under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remove the triangle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parabolic segment under the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remove the triangle above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the shift: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Join them by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area between this chord and the parabola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the shift: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Join them by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area between this chord and the parabola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$\frac{|a|w^3}{6}=\frac{1\cdot4^3}6=\frac{32}3$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$2-(x^2-2)=(2-x)(2+x)$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 of that area lies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 of that area lies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$(-2,2),(0,0),(2,2)$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$\frac12\cdot4\cdot2=4$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$=\frac{32}3-4=\frac{20}3$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$\frac{20}{3}$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to see the vertex: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shift of the plane keeps the area.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intersections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only the positive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region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has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Parabolic segment under a horizontal chord of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to see the vertex: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$x^2+4x+2=(x+2)^2-2$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shift of the plane keeps the area.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$|x|^2=x^2$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intersections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$(|x|-2)(|x|+1)=0$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only the positive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region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Parabolic segment under a horizontal chord of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$\frac{|a|w^3}{6}$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enclosed by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enclosed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$y=|e^x-1|$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$2\log_e2-1$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exponential and modulus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curves meet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$|e^x-1|=1-e^x$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curves meet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curves never meet there; the bounded region is to the left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of intersection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$|e^x-1|=e^x-1&lt;e^x$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curves never meet there; the bounded region is to the left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$|e^x-1|=1-e^x$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of intersection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$e^x=-(e^x-1)$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$y=1-e^x$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$=\int_{-\ln2}^{0}\left(e^x-(-e^x+1)\right)dx$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$=\left[2e^x-x\right]_{-\ln2}^{0}=2-(1+\ln2)=1-\ln2$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$1-\log_e2$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 and use the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double one 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 and use the symmetry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$y\leftrightarrow1-y$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double one 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first integral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equals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as the second.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$-\ln2\le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$1-e^x\le y\le 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 y\le1$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$=\int_0^{1/2}\left(-\ln(1-y)\right)dy+\int_{1/2}^{1}\left(-\ln y\right)dy$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first integral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$\int_{1/2}^1(-\ln s)\,ds$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as the second.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$=2\int_{1/2}^1(-\ln s)\,ds=2\left[s-s\ln s\right]_{1/2}^{1}$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$=2\left[1-\left(\frac12+\frac12\ln2\right)\right]=1-\ln2$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$1-\log_e2$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reflection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height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symmetry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horizontal slicing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it doubles a single integral.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$y=|e^x-1|$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reflection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$y=1-e^x$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$\int\ln s\,ds=s\ln s-s$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$\int_{1/2}^1(-\ln s)\,ds=\frac{1-\ln2}{2}$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symmetry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$y\to1-y$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horizontal slicing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it doubles a single integral.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$\{(x,y):0\le y\le2|x|+1,\ 0\le y\le x^2+1,\ |x|\le3\}$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$\frac{64}3$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$\frac{80}3$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region bounded by modulus-linear and parabolic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top boundary is the smaller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they swap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figure is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top boundary is the smaller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$2|x|+1$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they swap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figure is symmetric about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region lies under the smaller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figure is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$x^2+1\le2x+1$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$2x+1\le 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region lies under the smaller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figure is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nary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$=2\left[\int_0^2(x^2+1)dx+\int_2^3(2x+1)dx\right]$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$\int_0^2(x^2+1)dx=\frac83+2=\frac{14}3$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$\int_2^3(2x+1)dx=\left[x^2+x\right]_2^3=12-6=6$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$=2\left(\frac{14}3+6\right)=\frac{64}3$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$\frac{64}{3}$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whole trapezoidal 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remove the part lying above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whole trapezoidal area under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$y=2|x|+1$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remove the part lying above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two trapezoids with parallel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is below the line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that part must be removed.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$y=2|x|+1$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two trapezoids with parallel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$2\cdot\frac{1+7}2\cdot3=24$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is below the line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$x^2&lt;2|x|$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$0&lt;|x|&lt;2$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that part must be removed.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$=2\int_0^2\left[(2x+1)-(x^2+1)\right]dx=2\left[x^2-\frac{x^3}3\right]_0^2=2\cdot\frac43=\frac83$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$=24-\frac83=\frac{64}3$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$\frac{64}{3}$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compute under the simpler curve and subtract the excess.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integrand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between the roots the parabola is below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a line over an interval is a trapezoid: width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average height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$\min\{f,g\}$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 f-\int(f-g)^+$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compute under the simpler curve and subtract the excess.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integrand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$[-a,a]$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between the roots the parabola is below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a line over an interval is a trapezoid: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average height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$3\times4=12$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2.05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01 Integral Calculus 08 Questions 141–160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2.05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