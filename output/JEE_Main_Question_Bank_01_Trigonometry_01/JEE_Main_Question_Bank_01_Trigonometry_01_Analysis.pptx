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1.0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3.0</c:v>
                </c:pt>
                <c:pt idx="16">
                  <c:v>2.0</c:v>
                </c:pt>
                <c:pt idx="17">
                  <c:v>3.0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gives only a sketch of the two graphs and no count; the answer $5$ is correct. The full branch-by-branch count (including the two partial end branches) has been written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the zeros of $\cos3\theta$ ($\frac{\pi}{6},\frac{\pi}{2},\frac{5\pi}{6},\dots$) as graph markers and then writes the six solutions as offsets $\pm\frac{\pi}{18}$ from them in a garbled way (one entry is printed as $\frac{\pi}{16}$ instead of $\frac{\pi}{18}$, and the sum line is hard to follow). The six solutions of $\cos3\theta=\frac{1}{2}$ are written out directly. Final answer $6\pi$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ends with 'tan(A+B)=tan C or A+B=C' without justifying that $A+B$ and $C$ lie in the same interval where tangent is one-one. Added: $\tan A\tan B&lt;1$ gives $A+B&lt;\frac{\pi}{2}$.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counts $n(A)=4$ and $n(B)=4$ and writes $8$ without checking that $A\cap B=\emptyset$. Added the check that the only candidate common element $x=1$ is not in $A$.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states 'For 7 solutions n = 13' with no justification. The ordered list of the solutions of $\cos\theta=\frac{1}{3}$ and the argument for the least $n$ have been added; the rest and the answer (C)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own working ends with 'Sum of solutions = $-1$', which is option (C), but the printed answer line says 'Ans. A' (value $1$). The key is wrong: $1$ is the sum of all three complex roots of the cubic (Vieta), but the equation asks for real solutions only. Answer corrected to (C) $-1$; the PDF's working is otherwise correct. Added the check that $\cos2x\neq0$ at $x=-1$.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Trigonometry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option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$2x+3\tan 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$x\in[-2\pi,2\pi]-\left\{\pm\frac{\pi}{2},\pm\frac{3\pi}{2}\right\}$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Graphical solution of trigonometric equations, Domain and branches of the tangent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every branch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curve rises while the line falls, so each branch meets the line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every branch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curve rises while the line falls, so each branch meets the line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equation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draw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decreasing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each of its branches.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excluded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five pieces: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x=\frac{\pi}{3}-\frac{2x}{3}$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draw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$y=\frac{\pi}{3}-\frac{2x}{3}$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decreasing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each of its branches.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excluded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$\pm\frac{\pi}{2},\pm\frac{3\pi}{2}$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five pieces: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$\left[-2\pi,-\frac{3\pi}{2}\right)$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$\left(-\frac{3\pi}{2},-\frac{\pi}{2}\right)$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$\left(\frac{\pi}{2},\frac{3\pi}{2}\right)$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$\left(\frac{3\pi}{2},2\pi\right]$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of the three full branches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finite, so there is exactly one intersection in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line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one crossing.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of the three full branches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finite, so there is exactly one intersection in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$\left[-2\pi,-\frac{3\pi}{2}\right)$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line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one crossing.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above the line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one crossing.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$\left(\frac{3\pi}{2},2\pi\right]$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above the line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one crossing.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$=1+1+1+1+1=5$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sign changes: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 on every branch.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$g(x)=2x+3\tan x-\pi$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sign changes: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$g'(x)=2+3\sec^2x&gt;0$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 on every branch.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each interval between consecutive excluded points; it has at most one zero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full branch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too, and by continuity it has exactly one zero. Three full branches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end, so exactly one 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$g'(x)=2+3\sec^2x&gt;0$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each interval between consecutive excluded points; it has at most one zero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full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$\left(\frac{(2k-1)\pi}{2},\frac{(2k+1)\pi}{2}\right)$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too, and by continuity it has exactly one zero. Three full branches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$\left[-2\pi,-\frac{3\pi}{2}\right)$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$g(-2\pi)=-4\pi-\pi=-5\pi&lt;0$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end, so exactly one 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left end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one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$\left(\frac{3\pi}{2},2\pi\right]$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left end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$g(2\pi)=4\pi-\pi=3\pi&gt;0$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one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$=3+1+1=5$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one sign, so it is strictly monotonic on every branch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most one root per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full branch (between two consecutive asymptotes) always contains exactly one root,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sweeps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partial branch at an end of the interval must be checked by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$ax+b\tan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$g=ax+b\tan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$g'=a+b\sec^2x$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one sign, so it is strictly monotonic on every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most one root per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full branch (between two consecutive asymptotes) always contains exactly one root,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sweeps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partial branch at an end of the interval must be checked by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picture changes: a decreasing line against an increasing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an increasing line, and a branch can then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full branches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full branches and two partial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picture changes: a decreasing line against an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an increasing line, and a branch can then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full branches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$L/\pi$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full branches and two partial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$10\sin^4\theta+15\cos^4\theta=6$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$\frac{27\csc^6\theta+8\sec^6\theta}{16\sec^8\theta}$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Pythagorean identities, Evaluation of trigonometric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given relation into a perfect square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given relation into a perfect square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$10\sin^4\theta+15\cos^4\theta=6$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$\frac{1}{\cos^4\theta}=\sec^4\theta$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$10\tan^4\theta+15=6\sec^4\theta$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$6\sec^4\theta=6(\sec^2\theta)^2=6(1+\tan^2\theta)^2=6(1+\tan^4\theta+2\tan^2\theta)$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$4\tan^4\theta-12\tan^2\theta+9=0$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$(2\tan^2\theta-3)^2=0$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$\sec^2\theta=1+\tan^2\theta=1+\frac{3}{2}=\frac{5}{2}$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$\cot^2\theta=\frac{2}{3}$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$\csc^2\theta=1+\cot^2\theta=1+\frac{2}{3}=\frac{5}{3}$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$\frac{27(\csc^2\theta)^3+8(\sec^2\theta)^3}{16(\sec^2\theta)^4}=\frac{27\left(\frac{5}{3}\right)^3+8\left(\frac{5}{2}\right)^3}{16\left(\frac{5}{2}\right)^4}$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$27\left(\frac{5}{3}\right)^3=5^3$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$8\left(\frac{5}{2}\right)^3=5^3$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$5^3+5^3=2\cdot5^3$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$16\left(\frac{5}{2}\right)^4=5^4$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$\frac{2\cdot5^3}{5^4}=\frac{2}{5}$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relation is homogeneous, factor it, and read off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$6=6(\sin^2\theta+\cos^2\theta)^2$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relation is homogeneous, factor it, and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$6(\sin^2\theta+\cos^2\theta)^2=6\sin^4\theta+12\sin^2\theta\cos^2\theta+6\cos^4\theta$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$4\sin^4\theta-12\sin^2\theta\cos^2\theta+9\cos^4\theta=0$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$(2\sin^2\theta-3\cos^2\theta)^2=0$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$2\sin^2\theta=3\cos^2\theta$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$\sin^2\theta+\cos^2\theta=1$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$\sin^2\theta=\frac{3}{5}$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$\csc^6\theta=\left(\frac{5}{3}\right)^3=\frac{125}{27}$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$\sec^6\theta=\left(\frac{5}{2}\right)^3=\frac{125}{8}$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$27\csc^6\theta=125$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$8\sec^6\theta=125$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$16\sec^8\theta=16\left(\frac{5}{2}\right)^4=625$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$\frac{125+125}{625}=\frac{2}{5}$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given equation holds only at the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that is a sum of homogeneous terms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made homogeneous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perfect square then pins down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numerator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$p\sin^4\theta+q\cos^4\theta\ge\frac{pq}{p+q}$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$p\sin^2\theta=q\cos^2\theta$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$pu^2+q(1-u)^2$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$\frac{10\cdot15}{25}=6$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given equation holds only at the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that is a sum of homogeneous terms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$\sin,\cos$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made homogeneous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$1=\sin^2\theta+\cos^2\theta$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perfect square then pins down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$\tan^2\theta=\frac{a}{b}$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$\sin^2\theta=\frac{a}{a+b}$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$\frac{3}{5},\frac{2}{5}$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$\sin^2\theta=\frac{3}{5}$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$27\csc^6\theta=8\sec^6\theta=125$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numerator collapses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$2\cdot5^3$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distinct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minimum and the maximum values of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distinct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$2x^2+(\cos\theta)x-1=0$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minimum and the maximum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$\alpha_\theta^4+\beta_\theta^4$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$16(M+m)$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 between roots and coefficients of a quadratic, Range of trigonometric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$\alpha^4+\beta^4=(\alpha^2+\beta^2)^2-2\alpha^2\beta^2$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$\cos^2\theta\in[0,1]$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$2x^2+(\cos\theta)x-1=0$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$\alpha_\theta+\beta_\theta=-\frac{\cos\theta}{2}$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$\alpha_\theta\beta_\theta=-\frac{1}{2}$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$\alpha^4+\beta^4=(\alpha^2+\beta^2)^2-2\alpha^2\beta^2$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$\alpha^2+\beta^2=(\alpha+\beta)^2-2\alpha\beta=\frac{\cos^2\theta}{4}+1$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$2\alpha^2\beta^2=2\times\frac{1}{4}=\frac{1}{2}$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$\alpha^4+\beta^4=\left(1+\frac{1}{4}\cos^2\theta\right)^2-\frac{1}{2}$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expression increases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Minimum,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Maximum,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expression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$m=1-\frac{1}{2}=\frac{1}{2}$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$M=\left(1+\frac{1}{4}\right)^2-\frac{1}{2}=\frac{25}{16}-\frac{1}{2}=\frac{17}{16}$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$16(M+m)=16\left(\frac{17}{16}+\frac{1}{2}\right)=17+8=25$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Newton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power sums,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instead of squaring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Newton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$s_n=-\frac{c}{2}s_{n-1}+\frac{1}{2}s_{n-2}$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power sums,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instead of squaring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for both roots,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$2x^2=-cx+1$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$x^n=-\frac{c}{2}x^{n-1}+\frac{1}{2}x^{n-2}$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for both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$s_n=-\frac{c}{2}s_{n-1}+\frac{1}{2}s_{n-2}$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$s_1=-\frac{c}{2}$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$s_2=-\frac{c}{2}\left(-\frac{c}{2}\right)+\frac{1}{2}\cdot2=\frac{c^2}{4}+1$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$s_3=-\frac{c}{2}\left(\frac{c^2}{4}+1\right)+\frac{1}{2}\left(-\frac{c}{2}\right)=-\frac{c^3}{8}-\frac{3c}{4}$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$s_4=-\frac{c}{2}s_3+\frac{1}{2}s_2=\frac{c^4}{16}+\frac{3c^2}{8}+\frac{c^2}{8}+\frac{1}{2}=\frac{c^4}{16}+\frac{c^2}{2}+\frac{1}{2}$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$M=\frac{1}{16}+\frac{1}{2}+\frac{1}{2}=\frac{17}{16}$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$16(M+m)=17+8=25$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avoids repeated squaring.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 the discriminant is positive, so the roots are real and distinct for every value of the trigonometric coefficient (here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questions: express the quantity in a single trigonometric quantity such 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check monotonicity and that the end values are attained inside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-interval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$s_n=-\frac{b}{a}s_{n-1}-\frac{c}{a}s_{n-2}$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$s_1=-\frac{b}{a}$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avoids repeated squaring.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$\alpha^4+\beta^4=S^4-4S^2P+2P^2$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 the discriminant is positive, so the roots are real and distinct for every value of the trigonometric coefficient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$\cos^2\theta+8&gt;0$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questions: express the quantity in a single trigonometric quantity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check monotonicity and that the end values are attained inside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-interval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$(\sin70^\circ)(\cot10^\circ\cot70^\circ-1)$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Compound angle formulae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A\cot B-1=\frac{\cos(A+B)}{\sin A\sin 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$\sin70^\circ$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both cotangents in sines and cosines: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both cotangents in sines and cosines: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$\sin70^\circ\left(\frac{\cos10^\circ\cos70^\circ-\sin10^\circ\sin70^\circ}{\sin10^\circ\sin70^\circ}\right)$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$\cos(10^\circ+70^\circ)=\cos80^\circ$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$\sin70^\circ\cdot\frac{\cos80^\circ}{\sin10^\circ\sin70^\circ}=\frac{\cos80^\circ}{\sin10^\circ}$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$\cos80^\circ=\sin(90^\circ-80^\circ)=\sin10^\circ$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$\frac{\sin10^\circ}{\sin10^\circ}=1$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cotangent addition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cotangent addition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A\cot B-1=\cot(A+B)(\cot A+\cot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$A+B=80^\circ$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$\cot(A+B)=\frac{\cot A\cot B-1}{\cot A+\cot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$\cot10^\circ\cot70^\circ-1=\cot80^\circ(\cot10^\circ+\cot70^\circ)$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$\cot80^\circ=\tan10^\circ$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$\cot10^\circ+\cot70^\circ=\frac{\sin(10^\circ+70^\circ)}{\sin10^\circ\sin70^\circ}=\frac{\sin80^\circ}{\sin10^\circ\sin70^\circ}$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$\frac{\sin10^\circ}{\cos10^\circ}\cdot\frac{\cos10^\circ}{\sin10^\circ\sin70^\circ}=\frac{1}{\sin70^\circ}$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$\sin80^\circ=\cos10^\circ$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$\sin70^\circ\left(\cot10^\circ\cot70^\circ-1\right)=\sin70^\circ\cdot\frac{1}{\sin70^\circ}=1$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Complementary angles: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answer into a ratio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A\cot B-1=\frac{\cos(A+B)}{\sin A\sin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B=\frac{\sin(A+B)}{\sin A\sin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B=\frac{\sin(A+B)}{\cos A\cos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 A\tan B=\frac{\cos(A+B)}{\cos A\cos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Complementary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$\cot\theta=\tan(90^\circ-\theta)$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$\cos80^\circ=\sin10^\circ$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answer into a ratio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B\,(\cot A\cot B-1)=\frac{\cos(A+B)}{\sin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$A+B=90^\circ-A$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$B=90^\circ-2A$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$B=70^\circ$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$\sum_{r=1}^{13}\left\{\frac{1}{\sin\left(\frac{\pi}{4}+(r-1)\frac{\pi}{6}\right)\sin\left(\frac{\pi}{4}+\frac{r\pi}{6}\right)}\right\}=a\sqrt{3}+b$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sums of trigonometric series, Compound angle formulae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d}{\sin A\sin(A+d)}=\cot A-\cot(A+d)$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$\frac{1}{\sin\frac{\pi}{6}}\sum_{r=1}^{13}\frac{\sin\left[\left(\frac{\pi}{4}+\frac{r\pi}{6}\right)-\left(\frac{\pi}{4}+\frac{(r-1)\pi}{6}\right)\right]}{\sin\left(\frac{\pi}{4}+(r-1)\frac{\pi}{6}\right)\sin\left(\frac{\pi}{4}+\frac{r\pi}{6}\right)}$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$\frac{\sin(B-A)}{\sin A\sin B}=\cot A-\cot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$\cot\left(\frac{\pi}{4}+\frac{(r-1)\pi}{6}\right)-\cot\left(\frac{\pi}{4}+\frac{r\pi}{6}\right)$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$\frac{1}{\sin\frac{\pi}{6}}=2$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Written out: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inner terms cancel: 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Written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left(\cot\frac{\pi}{4}-\cot\left(\frac{\pi}{4}+\frac{\pi}{6}\right)\right)+\left(\cot\left(\frac{\pi}{4}+\frac{\pi}{6}\right)-\cot\left(\frac{\pi}{4}+\frac{2\pi}{6}\right)\right)+\dots+\left(\cot\left(\frac{\pi}{4}+\frac{12\pi}{6}\right)-\cot\left(\frac{\pi}{4}+\frac{13\pi}{6}\right)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inner terms cancel: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$=2\left[\cot\frac{\pi}{4}-\cot\left(\frac{\pi}{4}+2\pi+\frac{\pi}{6}\right)\right]$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$2\left[\cot\frac{\pi}{4}-\cot\left(\frac{\pi}{4}+\frac{\pi}{6}\right)\right]=2\left[1-\cot75^\circ\right]$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$\cot75^\circ=2-\sqrt{3}$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$2\left(1-(2-\sqrt{3})\right)=2(\sqrt{3}-1)=2\sqrt{3}-2$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$a\sqrt{3}+b$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repeat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angles advance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of one period sum to zero, so only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is left.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repeat with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angles advance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$12\cdot\frac{\pi}{6}=2\pi$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of one period sum to zero, so only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$13^{\text{th}}$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is left.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both angles increased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repeat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one period the telescoped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whole sum equals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which equals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both angles increased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repeat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one period the telescoped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$2\left[\cot\frac{\pi}{4}-\cot\left(\frac{\pi}{4}+2\pi\right)\right]=0$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whole sum equals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which equals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$1^{\text{st}}$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$\frac{1}{\sin\frac{\pi}{4}\sin\left(\frac{\pi}{4}+\frac{\pi}{6}\right)}$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$\sin\frac{\pi}{4}=\frac{\sqrt{2}}{2}$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$\sin75^\circ=\frac{\sqrt{6}+\sqrt{2}}{4}$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$\frac{8}{\sqrt{2}(\sqrt{6}+\sqrt{2})}=\frac{8}{2\sqrt{3}+2}=\frac{4}{\sqrt{3}+1}$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$\frac{4}{\sqrt{3}+1}=\frac{4(\sqrt{3}-1)}{2}=2\sqrt{3}-2$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cosine version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product of two sines (or cosines) of angles in arithmetic progression in the denominator means telescoping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whole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vanish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equal one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$\sum_{r=1}^{n}\frac{1}{\sin(a+(r-1)d)\sin(a+rd)}=\frac{\cot a-\cot(a+nd)}{\sin 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cosine version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$\sum\frac{1}{\cos(a+(r-1)d)\cos(a+rd)}=\frac{\tan(a+nd)-\tan a}{\sin 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product of two sines (or cosines) of angles in arithmetic progression in the denominator means telescoping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whole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$12\cdot\frac{\pi}{6}=2\pi$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vanish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equal one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$\cot75^\circ=2-\sqrt{3}$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$\tan75^\circ=2+\sqrt{3}$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$\sin75^\circ=\frac{\sqrt{6}+\sqrt{2}}{4}$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x+\sin^2x=1$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$\left(\cos^{12}x+\tan^{12}x\right)+3\left(\cos^{10}x+\tan^{10}x+\cos^8x+\tan^8x\right)+\left(\cos^6x+\tan^6x\right)$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identities and relations, Binomial-type simplification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x+\sin^2x=1$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expression can be replaced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x+\sin^2x=1\Rightarrow\sin x=1-\sin^2x=\cos^2x$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expression can be replaced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$2\cos^{12}x+6\left[\cos^{10}x+\cos^8x\right]+2\cos^6x$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$2\left[\sin^6x+3\sin^5x+3\sin^4x+\sin^3x\right]$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$2\sin^3x\left[\sin^3x+3\sin^2x+3\sin x+1\right]=2\sin^3x(\sin x+1)^3$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$2\sin^3x(\sin x+1)^3=2\left[\sin^2x+\sin x\right]^3=2\cdot1^3=2$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(dividing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Golden-ratio fact: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the positive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recognition: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terms with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consecutive powers signal a cube.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condition gives two functions equal, replace one by the other everywhere first, then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x+\sin^2x=1$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(dividing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$\cos^2x\,(1+\cos^2x)=1$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$\sin^2x=\cos^4x$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Golden-ratio fact: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x=\frac{\sqrt{5}-1}{2}$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the positive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$t(1+t)=1$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recognition: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$a^3+3a^2+3a+1=(a+1)^3$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terms with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$1,3,3,1$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consecutive powers signal a cube.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condition gives two functions equal, replace one by the other everywhere first, then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maximum value,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$\left|\cos\theta\cdot\cos(60^\circ-\theta)\cdot\cos(60^\circ+\theta)\right|\le\frac{1}{8}$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maximum value,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identities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General solution of trigonometric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identities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$\cos\theta\cos(60^\circ-\theta)\cos(60^\circ+\theta)$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General solution of trigonometric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maximum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$\cos\theta\cos(60^\circ-\theta)\cos(60^\circ+\theta)=\frac{1}{4}\cos3\theta$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$|\cos3\theta|\le\frac{1}{2}$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maximum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this condition 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$\cos\theta\cos(60^\circ-\theta)\cos(60^\circ+\theta)=\frac{1}{4}\cos3\theta$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$\left|\frac{1}{4}\cos3\theta\right|\le\frac{1}{8}$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$|\cos3\theta|\le\frac{1}{2}$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this condition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$3\theta\in[0,6\pi]$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$3\theta=\frac{\pi}{3},\frac{5\pi}{3},\frac{7\pi}{3},\frac{11\pi}{3},\frac{13\pi}{3},\frac{17\pi}{3}$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(six values, which in the PDF's graph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$\theta=\frac{\pi}{9},\frac{5\pi}{9},\frac{7\pi}{9},\frac{11\pi}{9},\frac{13\pi}{9},\frac{17\pi}{9}$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(six values, which in the PDF's graph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$\frac{\pi}{2}+\frac{\pi}{18}$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$\frac{5\pi}{6}-\frac{\pi}{18}$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$\frac{7\pi}{6}+\frac{\pi}{18}$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$\frac{3\pi}{2}-\frac{\pi}{18}$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$\frac{11\pi}{6}+\frac{\pi}{18}$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$\sum\theta=\frac{(1+5+7+11+13+17)\pi}{9}=\frac{54\pi}{9}=6\pi$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they pair up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$\cos3\theta=\frac{1}{2}$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$\theta\to2\pi-\theta$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they pair up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then so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solutions split into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then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$\cos3(2\pi-\theta)=\cos(6\pi-3\theta)=\cos3\theta$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solutions split into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$\{\theta,2\pi-\theta\}$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each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u=\frac{1}{2}$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each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$[0,6\pi]$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$=3\times2\pi=6\pi$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long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 on a product of cosines often becomes a bound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ask what the extreme value of the new variable is under the given restriction (here the maximum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$\cos\theta\cos(60^\circ-\theta)\cos(60^\circ+\theta)=\frac{1}{4}\cos3\theta$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$\sin\theta\sin(60^\circ-\theta)\sin(60^\circ+\theta)=\frac{1}{4}\sin3\theta$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$\tan\theta\tan(60^\circ-\theta)\tan(60^\circ+\theta)=\tan3\theta$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k\theta=c$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$\theta\to2\pi-\theta$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$k\cdot2\pi=2\pi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long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 on a product of cosines often becomes a bound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ask what the extreme value of the new variable is under the given restriction (here the maximum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$|\cos3\theta|\le\frac{1}{2}$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A=\frac{1}{\sqrt{x(x^2+x+1)}}$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B=\frac{\sqrt{x}}{\sqrt{x^2+x+1}}$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C=\left(x^{-3}+x^{-2}+x^{-1}\right)^{\frac{1}{2}}$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$0&lt;A,B,C&lt;\frac{\pi}{2}$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Addition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Inverse relations among tangents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Addition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Inverse relations among tangents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it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angles being acute makes equal tangents mean equal 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$\tan(A+B)$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angles being acute makes equal tangents mean equal 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$\tan(A+B)=\frac{\tan A+\tan B}{1-\tan A\tan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A\tan B=\frac{1}{\sqrt{x(x^2+x+1)}}\cdot\frac{\sqrt{x}}{\sqrt{x^2+x+1}}=\frac{1}{x^2+x+1}$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 A\tan B=\frac{x^2+x}{x^2+x+1}$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B=\frac{1+x}{\sqrt{x}\sqrt{x^2+x+1}}$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$\tan(A+B)=\frac{1+x}{\sqrt{x}\sqrt{x^2+x+1}}\times\frac{x^2+x+1}{x^2+x}=\frac{\sqrt{x^2+x+1}}{x\sqrt{x}}$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Tangent is one-one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C=\left(\frac{1}{x^3}+\frac{1}{x^2}+\frac{1}{x}\right)^{\frac{1}{2}}=\frac{\sqrt{1+x+x^2}}{x\sqrt{x}}$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$\tan(A+B)=\tan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A\tan B=\frac{1}{x^2+x+1}&lt;1$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Tangent is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must hold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the single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all three angles are standard,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must hold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the single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all three angles are standard,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A=\frac{1}{\sqrt{3}}$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B=\frac{1}{\sqrt{3}}$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C=\sqrt{1+1+1}=\sqrt{3}$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$A+B=60^\circ=C$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matches, and since the answer is the same relation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$\pi-C=120^\circ$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$\frac{\pi}{2}-C=30^\circ$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$2\pi-C=300^\circ$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matches, and since the answer is the same relation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exceeds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acute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justifies concluding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equal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Special-value test: if an MCQ asserts an identity valid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domain, substituting one convenient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eliminates every wrong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$\tan^{-1}a+\tan^{-1}b=\tan^{-1}\frac{a+b}{1-ab}$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acute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A\tan B&lt;1\iff A+B&lt;\frac{\pi}{2}$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justifies concluding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equal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Special-value test: if an MCQ asserts an identity valid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domain, substituting one convenient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eliminates every wrong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$x^{-3}+x^{-2}+x^{-1}=\frac{x^2+x+1}{x^3}$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numerical value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distance between two parallel lines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between the lines at a unit distance from one of them. An equilateral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formed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one of the parallel lines,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other.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distance between two parallel lines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between the lines at a unit distance from one of them. An equilateral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formed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one of the parallel lines,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other.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Solution of equilateral triangle between parallel lines, Compound angle formulae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right triangles;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angle turns it into one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right triangles;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angle turns it into one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feet of the perpendiculars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this line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feet of the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this line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$\sin\theta=\frac{4}{a}$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$\theta=\angle PQS$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PQR=\frac{\pi}{3}$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$\sin\left(\frac{2\pi}{3}-\theta\right)=\frac{5}{a}$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$\sin\frac{2\pi}{3}\cos\theta-\cos\frac{2\pi}{3}\sin\theta=\frac{5}{a}$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$\frac{\sqrt{3}}{2}\cdot\frac{\sqrt{a^2-16}}{a}+\frac{1}{2}\cdot\frac{4}{a}=\frac{5}{a}$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$\sqrt{3}\sqrt{a^2-16}+4=10$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$\sqrt{3}\sqrt{a^2-16}=6$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$(QR)^2=28$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centre of a rotation: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rotation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height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fixed by one coordinate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centre of a rotation: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rotation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height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fixed by one coordinate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other line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$Q=(q,0)$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other line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$P-Q=(-q,4)$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$R-Q=\left(-\frac{q}{2}-2\sqrt{3},\ -\frac{\sqrt{3}}{2}q+2\right)$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$-\frac{\sqrt{3}}{2}q+2=5$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$q=-2\sqrt{3}$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rotation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$QR^2=QP^2=q^2+4^2=12+16=28$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$QP^2=28$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two parallel lines, an equilateral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lines has side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formula is symmetric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does not matter which line carries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a vertex maps one vertex of an equilateral triangle to another; the image of a point on one line must land on the other line, which fixes the position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matches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two parallel lines, an equilateral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lines has side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$=\frac{4}{3}\left(d_1^2+d_1d_2+d_2^2\right)$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$\frac{4}{3}(1+4+16)=28$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formula is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does not matter which line carries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a vertex maps one vertex of an equilateral triangle to another; the image of a point on one line must land on the other line, which fixes the position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matches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infinite G.P., whose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$f(\theta)=\frac{\sin^4\theta+3\cos^2\theta}{\sin^4\theta+\cos^2\theta}$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infinite G.P.,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rational trigonometric functions, Sum of an infinite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the denominator in terms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$f=1+\frac{2\cos^2\theta}{\sin^4\theta+\cos^2\theta}$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the denominator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denominator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$f(\theta)=\frac{\sin^4\theta+\cos^2\theta+2\cos^2\theta}{\sin^4\theta+\cos^2\theta}=1+\frac{2\cos^2\theta}{\sin^4\theta+\cos^2\theta}$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$\sin^2\theta=1-\cos^2\theta$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$\sin^4\theta+\cos^2\theta=\cos^4\theta-\cos^2\theta+1$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$f(\theta)=\frac{2}{\cos^2\theta+\sec^2\theta-1}+1$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$\cos^2\theta+\sec^2\theta\ge2$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denominator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$f(\theta)\le\frac{2}{1}+1=3$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$f_{\max}=3$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unbounded above 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(excluded above)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common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unbounded above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(excluded above)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$f=\frac{1+0}{1+0}=1$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$f_{\min}=1$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common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$\frac{\alpha}{\beta}=\frac{1}{3}$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$S=\frac{64}{1-\frac{1}{3}}=96$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(dividing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study it as a decreasing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$t=\tan^2\theta\ge0$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$f=\frac{t^2+3t+3}{t^2+t+1}$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study it as a decreasing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$\sec^2\theta=1+t$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$f=\frac{t^2+3(1+t)}{t^2+(1+t)}=\frac{t^2+3t+3}{t^2+t+1}$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$f=1+\frac{2(t+1)}{t^2+t+1}$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$g(t)=\frac{t+1}{t^2+t+1}$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$g'(t)=\frac{(t^2+t+1)-(t+1)(2t+1)}{(t^2+t+1)^2}=\frac{-t^2-2t}{(t^2+t+1)^2}&lt;0$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taking all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taking all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$=\frac{64}{1-\frac{1}{3}}=96$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function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dividing by the highest power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treat the 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(it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off a constant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exposes a simple fraction whose extremes follow from AM-GM,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an infinite G.P.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$\sin^2\theta,\cos^2\theta$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$t=\tan^2\theta\ge0$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dividing by the highest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treat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(it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off a constant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exposes a simple fraction whose extremes follow from AM-GM,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$c+\frac{1}{c}\ge2$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an infinite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$\frac{64}{1-1/3}=96$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option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$2\sqrt{2}\cos^2\theta+\left(2-\sqrt{6}\right)\cos\theta-\sqrt{3}=0$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trigonometric equations (quadratic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trigonometric equations (quadratic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with surd coefficients; each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with surd coefficients; each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$|\cos\theta|&lt;1$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solutions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$[-2\pi,2\pi]$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middle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middle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$2\sqrt{2}\cos^2\theta+2\cos\theta-\sqrt{6}\cos\theta-\sqrt{3}=0$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$\left(2\cos\theta-\sqrt{3}\right)\left(\sqrt{2}\cos\theta+1\right)=0$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$\cos\theta=-\frac{1}{\sqrt{2}}$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sets are disjoint, so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$\theta=\pm\frac{\pi}{6},\pm\frac{11\pi}{6}$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$\cos\theta=-\frac{1}{\sqrt{2}}$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$\theta=\pm\frac{3\pi}{4},\pm\frac{5\pi}{4}$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sets are disjoint, so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per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Quadratics with surd coefficients usually factor by splitting the middle term: look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product of outer constants equal to the constant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both roots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counting: a root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give a common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counts add.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per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$\theta=-2\pi,0,2\pi$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Quadratics with surd coefficients usually factor by splitting the middle term: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$(a\sqrt{p}\,c+b)(\dots)$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product of outer constants equal to the constant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both roots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counting: a root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give a common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counts add.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$\left(4-\sqrt{3}\right)\sin x-2\sqrt{3}\cos^2x=-\frac{4}{1+\sqrt{3}}$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$x\in\left[-2\pi,\frac{5\pi}{2}\right]$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trigonometric equations (quadratic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counting solutions in an interval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trigonometric equations (quadratic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counting solutions in an interval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rational factorisation.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rational factorisation.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since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$-\frac{4}{1+\sqrt{3}}=-\frac{4(\sqrt{3}-1)}{2}=2(1-\sqrt{3})$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$\left(4-\sqrt{3}\right)\sin x-2\sqrt{3}\left(1-\sin^2x\right)=2\left(1-\sqrt{3}\right)$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$2\sqrt{3}\sin^2x+\left(4-\sqrt{3}\right)\sin 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$(2\sin x-1)\left(\sqrt{3}\sin x+2\right)=0$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$\sqrt{3}\sin 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x=-\frac{2}{\sqrt{3}}$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$\left|\sin x\right|\le1$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draw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draw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$\left[-2\pi,\frac{5\pi}{2}\right]$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$x=-\frac{11\pi}{6},-\frac{7\pi}{6},\frac{\pi}{6},\frac{5\pi}{6},\frac{13\pi}{6}$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quadratics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discard roots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discriminant of a surd quadratic is a perfect square in the surd field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the roots are simple and a factorisation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per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the extra solutions in the leftover piece; here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rationalise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quadratics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discard roots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discriminant of a surd quadratic is a perfect square in the surd field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$19+8\sqrt{3}=(4+\sqrt{3})^2$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the roots are simple and a factorisation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per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the extra solutions in the leftover piece; here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$\frac{9\pi}{2}=4\pi+\frac{\pi}{2}$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$-\frac{4}{1+\sqrt{3}}=2(1-\sqrt{3})$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rationalise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$\cos2\theta\cos\frac{\theta}{2}+\cos\frac{5\theta}{2}=2\cos^3\frac{5\theta}{2}$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$\left[-\frac{\pi}{2},\frac{\pi}{2}\right]$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Product-to-sum and sum-to-product formulae, General solution of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product-to-sum reduces everything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$2\cos^2\frac{5\theta}{2}-1$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$\cos5\theta$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product-to-sum reduces everything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$\cos\frac{15\theta}{2}-\cos\frac{3\theta}{2}=0$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Move the cube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Product-to-sum: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Move the cube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$\cos2\theta\cos\frac{\theta}{2}=2\cos^3\frac{5\theta}{2}-\cos\frac{5\theta}{2}=\cos\frac{5\theta}{2}\left(2\cos^2\frac{5\theta}{2}-1\right)=\cos\frac{5\theta}{2}\cos5\theta$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$2\cos2\theta\cos\frac{\theta}{2}=2\cos\frac{5\theta}{2}\cos5\theta$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Product-to-sum: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$\cos\frac{5\theta}{2}+\cos\frac{3\theta}{2}=\cos\frac{15\theta}{2}+\cos\frac{5\theta}{2}$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$\cos\frac{15\theta}{2}-\cos\frac{3\theta}{2}=0$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$-2\sin\frac{9\theta}{2}\sin3\theta=0$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 to both sets, so the total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$\sin\frac{9\theta}{2}=0$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$\frac{9\theta}{2}=n\pi$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$\theta=\frac{2n\pi}{9}$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$\left[-\frac{\pi}{2},\frac{\pi}{2}\right]$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$\theta=-\frac{4\pi}{9},-\frac{2\pi}{9},0,\frac{2\pi}{9},\frac{4\pi}{9}$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$\theta=\frac{n\pi}{3}$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$\theta=-\frac{\pi}{3},0,\frac{\pi}{3}$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 to both sets, so the total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$5+3-1=7$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solved by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$2\cos^3y=\frac{\cos3y+3\cos y}{2}$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$y=\frac{5\theta}{2}$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$\phi=\frac{\theta}{2}$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$\cos3\phi=\cos15\phi$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solved by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A=\cos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$\cos4\phi\cos\phi+\cos5\phi=2\cos^35\phi$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$\cos4\phi\cos\phi=\frac{1}{2}\left(\cos5\phi+\cos3\phi\right)$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$\frac{3\cos5\phi+\cos3\phi}{2}$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$2\cos^35\phi=\frac{\cos15\phi+3\cos5\phi}{2}$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$4\cos^3y=\cos3y+3\cos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$\cos3\phi=\cos15\phi$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$15\phi=2k\pi\pm3\phi$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$12\phi=2k\pi$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$18\phi=2k\pi$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$\theta=\frac{k\pi}{3}$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$\theta=\frac{2k\pi}{9}$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$\left[-\frac{\pi}{2},\frac{\pi}{2}\right]$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$\frac{2k\pi}{9}$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$k=-2,\dots,2$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$=3+5-1=7$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families of solutions are found, subtract the overlap before counting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both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common values are multiples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meets the interval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B=-2\sin\frac{A+B}{2}\sin\frac{A-B}{2}$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$2\cos^2y-1=\cos2y$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$4\cos^3y=\cos3y+3\cos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A=\cos B\iff A=2k\pi\pm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A=0\iff A=k\pi$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families of solutions are found, subtract the overlap before counting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$\frac{2n\pi}{9}$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common values are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meets the interval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$\theta=\frac{k\pi}{m}$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$[-L,L]$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$|k|\le\frac{mL}{\pi}$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$2\left\lfloor\frac{mL}{\pi}\right\rfloor+1$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$A=\left\{x\in(0,\pi)-\left\{\frac{\pi}{2}\right\}:\log_{(2/\pi)}|\sin x|+\log_{(2/\pi)}|\cos x|=2\right\}$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$B=\left\{x\ge0:\sqrt{x}\left(\sqrt{x}-4\right)-3\left|\sqrt{x}-2\right|+6=0\right\}$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equations with trigonometric functions, Equations with modulus and square roots, Union of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separately, then check that the sets do not overlap.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separately, then check that the sets do not overlap.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two arches (period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each arch twice,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$\log_{2/\pi}|\sin x|+\log_{2/\pi}|\cos x|=\log_{2/\pi}|\sin x\cos x|=2$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x\cos x|=\left(\frac{2}{\pi}\right)^2$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$|\sin2x|=\frac{8}{\pi^2}\approx0.81$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$y=|\sin2x|$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two arches (period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$y=\frac{8}{\pi^2}$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each arch twice,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$\sqrt{x}-2=t$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$x-4\sqrt{x}=(\sqrt{x}-2)^2-4=t^2-4$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$\left(t^2-4\right)-3|t|+6=0$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are valid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$|t|^2-3|t|+2=0$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$\sqrt{x}-2=\pm1,\pm2$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$\sqrt{x}=3,1,4,0$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$x=9,1,16,0$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are valid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$|\sin2|=0.909\neq\frac{8}{\pi^2}=0.811$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substitution by splitting on the sign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periodic structure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substitution by splitting on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$\sqrt{x}-2$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periodic structure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$|\sin2x|$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in range).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$u=\sqrt{x}\ge0$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$u^2-4u-3|u-2|+6=0$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$u^2-4u-3u+6+6=u^2-7u+12=0$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u&lt;2$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$u^2-4u+3u-6+6=u^2-u=0$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in range).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each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met twice;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periods,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element: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$x=u^2\in\{0,1,9,16\}$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$|\sin2x|=\frac{8}{\pi^2}\in(0,1)$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$|\sin2x|$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each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$\sin2x=\pm\frac{8}{\pi^2}$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met twice;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periods,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element: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$|\sin2|\neq\frac{8}{\pi^2}$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base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matters for inequalities, not for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modulus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becomes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per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test the overlap explicitly; here the sets have the single possible common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$\log_ba+\log_bc=\log_b(ac)$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$\frac{2}{\pi}&lt;1$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matters for inequalities, not for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modulus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$x-4\sqrt{x}=(\sqrt{x}-2)^2-4$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$t=\sqrt{x}-2$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becomes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$t^2=|t|^2$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kx|=c$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per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B)=n(A)+n(B)-n(A\cap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test the overlap explicitly; here the sets have the single possible common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$\theta\in\left[0,\frac{\pi}{4}\right]$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$4\cos\theta-3\sin\theta=1$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$\frac{4}{3\sqrt{6}+2}$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$\frac{4}{3\sqrt{6}-2}$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$\frac{6-\sqrt{6}}{3\sqrt{6}-2}$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$\frac{6+\sqrt{6}}{3\sqrt{6}+2}$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square, then choose the root consistent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square, then choose the root consistent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$\theta\in\left[0,\frac{\pi}{4}\right]$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$4\cos\theta-1=3\sin\theta$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$16\cos^2\theta+1-8\cos\theta=9\left(1-\cos^2\theta\right)$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$25\cos^2\theta-8\cos\theta-8=0$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$\cos\theta=\frac{8\pm\sqrt{64+4\cdot25\cdot8}}{2\cdot25}=\frac{8\pm4\sqrt{4+50}}{50}=\frac{4\pm2\sqrt{54}}{25}=\frac{4\pm6\sqrt{6}}{25}$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negative root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to match the options: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$\theta\in\left[0,\frac{\pi}{4}\right]$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$\cos\theta\ge\frac{1}{\sqrt{2}}&gt;0$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negative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$\frac{4-6\sqrt{6}}{25}$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$\cos\theta=\frac{4+6\sqrt{6}}{25}\approx0.748$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$\sin\theta=\frac{4\cos\theta-1}{3}\approx0.664&lt;\cos\theta$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to match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$\frac{4}{3\sqrt{6}-2}=\frac{4\left(3\sqrt{6}+2\right)}{54-4}=\frac{12\sqrt{6}+8}{50}=\frac{4+6\sqrt{6}}{25}$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$\frac{4}{3\sqrt{6}-2}$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auxiliary 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no squaring (no extraneous root)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auxiliary angle: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$4\cos\theta-3\sin\theta=5\cos(\theta+\varphi)$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$\cos\varphi=\frac{4}{5}$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$\sin\varphi=\frac{3}{5}$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no squaring (no extraneous root)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0.6435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1.43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$4\cos\theta-3\sin\theta=5\left(\frac{4}{5}\cos\theta-\frac{3}{5}\sin\theta\right)=5\cos(\theta+\varphi)$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$\sin\varphi=\frac{3}{5}$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$\varphi\approx0.6435$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$\cos(\theta+\varphi)=\frac{1}{5}$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$\theta\in\left[0,\frac{\pi}{4}\right]$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$\theta+\varphi\in\left[0.64,1.43\right]\subset\left(0,\frac{\pi}{2}\right)$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$\theta+\varphi=\cos^{-1}\frac{1}{5}$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$\sin(\theta+\varphi)=\frac{\sqrt{24}}{5}=\frac{2\sqrt{6}}{5}$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$\cos\theta=\cos\left((\theta+\varphi)-\varphi\right)=\cos(\theta+\varphi)\cos\varphi+\sin(\theta+\varphi)\sin\varphi=\frac{1}{5}\cdot\frac{4}{5}+\frac{2\sqrt{6}}{5}\cdot\frac{3}{5}$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$\cos\theta=\frac{4+6\sqrt{6}}{25}=\frac{4}{3\sqrt{6}-2}$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$\frac{4}{3\sqrt{6}-2}$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solvable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after isolating one function can introduce extraneous roots: always test against the interval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or in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it into a quadratic: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Pythagorean triples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keeping surds only from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$a\cos\theta+b\sin\theta=R\cos(\theta-\delta)$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solvable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$|c|\le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after isolating one function can introduce extraneous roots: always test against the interval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or in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it into a quadratic: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Pythagorean triples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$\varphi=\tan^{-1}\frac{3}{4}$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$\sin,\cos$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keeping surds only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$2\tan^2\theta-5\sec\theta=1$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$\left[0,\frac{n\pi}{2}\right]$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$\sum_{k=1}^{n}\frac{k}{2^k}$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$\frac{1}{2^{14}}\left(2^{15}-15\right)$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$1-\frac{15}{2^{13}}$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$\frac{1}{2^{13}}\left(2^{14}-15\right)$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$\frac{1}{2^{15}}\left(2^{14}-14\right)$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trigonometric equations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Counting solutions in an interval, Sum of an arithmetico-geometric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trigonometric equations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Counting solutions in an interval, Sum of an arithmetico-geometric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list its solutions in order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sum the AGP.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$\cos\theta=\frac{1}{3}$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list its solutions in order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sum the AGP.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$2\tan^2\theta-5\sec\theta-1=0$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$\tan^2\theta=\sec^2\theta-1$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$2\sec^2\theta-5\sec\theta-3=0$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$(2\sec\theta+1)(\sec\theta-3)=0$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solutions in increasing order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far beyond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$\alpha=\cos^{-1}\frac{1}{3}\in\left(0,\frac{\pi}{2}\right)$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$\alpha\approx1.23$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solutions in increasing order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 2\pi-\alpha,\ 2\pi+\alpha,\ 4\pi-\alpha,\ 4\pi+\alpha,\ 6\pi-\alpha,\ 6\pi+\alpha,\dots$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$6\pi+\alpha&lt;6\pi+\frac{\pi}{2}=\frac{13\pi}{2}$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$\frac{12\pi}{2}=6\pi&lt;6\pi+\alpha$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far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$S=\sum_{k=1}^{13}\frac{k}{2^k}=\frac{1}{2}+\frac{2}{2^2}+\frac{3}{2^3}+\dots+\frac{13}{2^{13}}$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$\frac{1}{2}S=\frac{1}{2^2}+\frac{2}{2^3}+\dots+\frac{12}{2^{13}}+\frac{13}{2^{14}}$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$\frac{S}{2}=\frac{1}{2}+\frac{1}{2^2}+\dots+\frac{1}{2^{13}}-\frac{13}{2^{14}}=\frac{1}{2}\cdot\frac{1-\frac{1}{2^{13}}}{1-\frac{1}{2}}-\frac{13}{2^{14}}$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$S=2\left(\frac{2^{13}-1}{2^{13}}\right)-\frac{13}{2^{13}}=\frac{2^{14}-2-13}{2^{13}}=\frac{1}{2^{13}}\left(2^{14}-15\right)$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$\frac{1}{2^{13}}\left(2^{14}-15\right)$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Telescope the sum: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Telescope the sum: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$\frac{k}{2^k}=a_k-a_{k+1}$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$a_k=\frac{k+1}{2^{k-1}}$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$\sum_{k=1}^{n}\frac{k}{2^k}=2-\frac{n+2}{2^n}$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the equation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solutions occur in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first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Seven solutions need three full periods plus the first of the next: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the equation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solutions occur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$2m\pi\pm\alpha$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first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Seven solutions need three full periods plus the first of the next: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$6\pi+\alpha\in\left(\frac{12\pi}{2},\frac{13\pi}{2}\right)$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$a_k=\frac{k+1}{2^{k-1}}$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$a_k-a_{k+1}=\frac{2(k+1)-(k+2)}{2^k}=\frac{k}{2^k}$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$\sum_{k=1}^{13}\frac{k}{2^k}=a_1-a_{14}=2-\frac{15}{2^{13}}$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$2-\frac{15}{2^{13}}=\frac{2^{14}-15}{2^{13}}$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$\frac{1}{2^{13}}\left(2^{14}-15\right)$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infinite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order: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reduce to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remember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inadmissible).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$\sum_{k=1}^{n}\frac{k}{2^k}=2-\frac{n+2}{2^n}$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$\sum_{k=1}^{n}kr^k=\frac{r\left(1-(n+1)r^n+nr^{n+1}\right)}{(1-r)^2}$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infinite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$\frac{r}{(1-r)^2}$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$\alpha,2\pi-\alpha,2\pi+\alpha,\dots$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reduce 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$\tan^2\theta=\sec^2\theta-1$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remember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$|\sec\theta|\ge1$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inadmissible).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$\sum=\frac{2^{14}-15}{2^{13}}\approx1.998$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$-\frac{\pi}{2}&lt;\alpha&lt;\frac{\pi}{2}$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$4\cos\theta+5\sin\theta=1$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$\frac{10-\sqrt{10}}{12}$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$\frac{\sqrt{10}-10}{6}$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$\frac{10-\sqrt{10}}{6}$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$\frac{\sqrt{10}-10}{12}$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Rejection of extraneous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Rejection of extraneous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squaring then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$\cos\alpha&gt;0$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$4+5\tan\alpha=\sec\alpha$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squaring then requires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$4+5\tan\alpha&gt;0$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$-\frac{\pi}{2}&lt;\alpha&lt;\frac{\pi}{2}$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$4\cos\alpha+5\sin\alpha=1$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$4+5\tan\alpha=\sec\alpha$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$16+40\tan\alpha+25\tan^2\alpha=1+\tan^2\alpha$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$24\tan^2\alpha+40\tan\alpha+15=0$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$\tan\alpha=\frac{-40\pm\sqrt{1600-1440}}{48}=\frac{-40\pm\sqrt{160}}{48}=\frac{-10\pm\sqrt{10}}{12}$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rejected,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$4+5\tan\alpha&gt;0$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$\tan\alpha&gt;-\frac{4}{5}$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$\tan\alpha=\frac{-10-\sqrt{10}}{12}\approx-1.10&lt;-\frac{4}{5}$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$\tan\alpha=\frac{-10+\sqrt{10}}{12}\approx-0.57&gt;-\frac{4}{5}$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$\tan\alpha=\frac{\sqrt{10}-10}{12}$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$\frac{\sqrt{10}-10}{12}$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half-angle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no squaring, so no extraneous root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half-angle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$t=\tan\frac{\alpha}{2}$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no squaring, so no extraneous root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$t=\tan\frac{\alpha}{2}$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$4(1-t^2)+10t=1+t^2$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$5t^2-10t-3=0$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$t=\frac{10\pm\sqrt{160}}{10}=1\pm\frac{2\sqrt{10}}{5}$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$t\approx2.26$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$t\approx-0.265$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$-\frac{\pi}{2}&lt;\alpha&lt;\frac{\pi}{2}$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$\left|\frac{\alpha}{2}\right|&lt;\frac{\pi}{4}$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$t=1-\frac{2\sqrt{10}}{5}=\frac{5-2\sqrt{10}}{5}$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$5t^2=10t+3$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$1-t^2=\frac{2}{5}-2t$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$\tan\alpha=\frac{2t}{1-t^2}=\frac{2t}{\frac{2}{5}-2t}=\frac{5t}{1-5t}$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$5t=5-2\sqrt{10}$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$1-5t=2\sqrt{10}-4$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$\tan\alpha=\frac{5-2\sqrt{10}}{2\sqrt{10}-4}=\frac{(5-2\sqrt{10})(2\sqrt{10}+4)}{40-16}=\frac{2\sqrt{10}-20}{24}=\frac{\sqrt{10}-10}{12}$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$\frac{\sqrt{10}-10}{12}$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match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rejects exactly the extraneous squared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extraneous roots,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in a full period: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only those in the stated interval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squaring, always substitute back or test the sign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$a+b\tan\theta=c\sec\theta$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match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rejects exactly the extraneous squared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$a(1-t^2)+2bt=c(1+t^2)$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$(a+c)t^2-2bt+(c-a)=0$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extraneous roots,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in a full period: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$|c|&lt;\sqrt{a^2+b^2}$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$1&lt;\sqrt{41}$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only those in the stated interval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squaring, always substitute back or test the sign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$\frac{3\cos2x+\cos^32x}{\cos^6x-\sin^6x}=x^3-x^2+6$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identities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Real roots of a cubic equation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identities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$\cos^6x-\sin^6x$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Real roots of a cubic equation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identically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(wherever defined), leaving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only real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identically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(wherever defined),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$x^3-x^2+2=0$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only real root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$\cos^6x-\sin^6x=\left(\cos^2x-\sin^2x\right)\left(\sin^4x+\cos^4x+\sin^2x\cos^2x\right)$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$\cos^2x-\sin^2x=\cos2x$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$\frac{\cos2x\left(3+\cos^22x\right)}{\cos2x\left(\sin^4x+\cos^4x+\sin^2x\cos^2x\right)}=\frac{3+\cos^22x}{1-\sin^2x\cos^2x}$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$\sin^4x+\cos^4x=1-2\sin^2x\cos^2x$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$\sin^2x\cos^2x=\frac{\sin^22x}{4}$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$\frac{3+\cos^22x}{1-\frac{\sin^22x}{4}}=4\cdot\frac{3+\cos^22x}{4-\sin^22x}$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$4-\sin^22x=3+\cos^22x$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real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admissible).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real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$4=x^3-x^2+6$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$x^3-x^2+2=0$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$x^3-x^2+2=(x+1)\left(x^2-2x+2\right)=(x+1)\left((x-1)^2+1\right)=0$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real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$\cos(-2)\neq0$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admissible).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real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$\cos^2x=\frac{1+u}{2}$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$\sin^2x=\frac{1-u}{2}$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$\cos^6x-\sin^6x=\frac{u(3+u^2)}{4}$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left 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$\cos^2x=\frac{1+u}{2}$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$\sin^2x=\frac{1-u}{2}$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$\cos^6x-\sin^6x=\frac{(1+u)^3-(1-u)^3}{8}=\frac{6u+2u^3}{8}=\frac{u\left(3+u^2\right)}{4}$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$3u+u^3=u\left(3+u^2\right)$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$\frac{u(3+u^2)}{u(3+u^2)/4}=4$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minimum,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zero,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real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$f\left(\frac{2}{3}\right)=\frac{50}{27}&gt;0$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minimum,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zero,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$f(-1)=-1-1+2=0$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$\cos(-2)\neq0$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numerator pattern; a ratio that cancels to a constant turns a trigonometric equation into a polynomial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Trap: for the sum of REAL solutions of a cubic, Vieta's sum of all roots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the printed key) includes the non-real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real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local maximum and minimum both on the same side of the axis has exactly one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$a^3-b^3=(a-b)(a^2+ab+b^2)$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$\cos^6x-\sin^6x=\cos2x\left(1-\frac{3}{4}\sin^22x\right)=\frac{\cos2x\left(3+\cos^22x\right)}{4}$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$\cos^6x+\sin^6x=1-\frac{3}{4}\sin^22x$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$3u+u^3=u\left(3+u^2\right)$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numerator pattern; a ratio that cancels to a constant turns a trigonometric equation into a polynomial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Trap: for the sum of REAL solutions of a cubic, Vieta's sum of all roots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the printed key) includes the non-real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real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$x^3+px^2+qx+r$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local maximum and minimum both on the same side of the axis has exactly one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$2\sin^3x+\sin2x\cos x+4\sin 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$\left[0,\frac{n\pi}{2}\right]$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$x^2+nx+(n-3)=0$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$\left(-\frac{\sqrt{17}}{2},\frac{\sqrt{17}}{2}\right)$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Solving trigonometric equations, Counting solutions in an interval, Nature and location of roots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$2\sin^3x+2\sin x\cos^2x=2\sin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x=\frac{2}{3}$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solutions in increasing order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$\sin2x\cos x=2\sin 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$2\sin^3x+2\sin x\cos^2x+4\sin 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$2\sin^3x+2\sin x\left(1-\sin^2x\right)+4\sin 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$2\sin^3x+6\sin x-2\sin^3x-4=0$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$6\sin 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$\alpha=\sin^{-1}\frac{2}{3}\approx0.73\in\left(0,\frac{\pi}{2}\right)$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solutions in increasing order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 \pi-\alpha,\ 2\pi+\alpha,\ 3\pi-\alpha,\dots$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three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the three crossings).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roots are negative, so they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three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$2\pi+\alpha\le\frac{n\pi}{2}&lt;3\pi-\alpha$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$4+\frac{2\alpha}{\pi}\le n&lt;6-\frac{2\alpha}{\pi}$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$4.46\le n&lt;5.54$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$\left[0,\frac{5\pi}{2}\right]$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the three crossings).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$x^2+nx+(n-3)=0$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$x=\frac{-5\pm\sqrt{17}}{2}$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$\sqrt{17}&lt;5$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roots are negative, so they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decide the sign of the roots by sum and product without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$2\sin^3x+2\sin x\cos^2x=2\sin x\left(\sin^2x+\cos^2x\right)=2\sin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decide the sign of the roots by sum and product without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exactly the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solutions occur exactly when the interval ends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$\sin2x\cos x=2\sin 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$2\sin^3x+\sin2x\cos x=2\sin x\left(\sin^2x+\cos^2x\right)=2\sin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$6\sin 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exactly the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$\alpha,\pi-\alpha,2\pi+\alpha,\dots$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$\alpha=\sin^{-1}\frac{2}{3}$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solutions occur exactly when the interval ends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$2\pi+\alpha\approx7.01$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$3\pi-\alpha\approx8.69$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$\frac{n\pi}{2}\in\{7.85\}$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real;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product means both roots have the same sign, and a negative sum makes it negative, so both roots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$25-8=17&gt;0$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real;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product means both roots have the same sign, and a negative sum makes it negative, so both roots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hiding in mixed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solutions changes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and negative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test (sum and product) avoids evaluating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$\sin2x\cos x+2\sin^3x=2\sin x\left(\cos^2x+\sin^2x\right)=2\sin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hiding in mixed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$0&lt;k&lt;1$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$[0,L]$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$\alpha,\pi-\alpha,2\pi+\alpha,3\pi-\alpha,\dots$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solutions changes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and negative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$25-8=17\ge0$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test (sum and product) avoids evaluating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$4\sin^2x-4\cos^3x+9-4\cos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Bounds on trigonometric expressions, Number of solutions of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needs a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is never reached.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needs a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is never reached.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$\sin^2x=1-\cos^2x$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$4-4\cos^2x-4\cos^3x+9-4\cos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$4\cos^3x+4\cos^2x+4\cos x=13$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$g(c)=4c^3+4c^2+4c$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$g'(c)=12c^2+8c+4$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$64-192&lt;0$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is always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 never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has no solution;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$g(c)\le g(1)=12&lt;13$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is always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 never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has no solution;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it is and bound the rest: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sum of a non-negative term and a positive term cannot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$4\sin^2x\ge0$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it is and bound the rest: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$9-4\cos x-4\cos^3x\ge9-4-4=1&gt;0$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sum of a non-negative term and a positive term cannot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therefore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has no solution;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$4\sin^2x+\left(9-4\cos x-4\cos^3x\right)=0$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 x+4\cos^3x\le8$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$9-4\cos x-4\cos^3x\ge1$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therefore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has no solution;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technique: when an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there are no solutions, with no need to solve.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quick bounds;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since its derivative has negative discriminant.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Sum-of-bounds check: a 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extreme values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at critical points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those.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were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single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solutions).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technique: when an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$A(x)+B(x)=0$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there are no solutions, with no need to solve.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quick bounds;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$4c^3+4c^2+4c$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since its derivative has negative discriminant.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Sum-of-bounds check: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extreme values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at critical points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those.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were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single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$x=-2\pi,0,2\pi$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solutions).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Trigonometry 01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