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3.0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expands (A+B)^2 although the question gives Tr((A-B)^2) = 14. The cross term is -2Tr(AB) instead of +2Tr(AB) but it vanishes either way, so the answer -8 is unchanged; the working here expands (A-B)^2 as the question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RPT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01 · JEE Main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$\sin\left(\frac{\pi}{12}\right)\sum_{k=1}^{6}\frac{1}{\sin\left(\frac{k\pi}{12}\right)\sin\left(\frac{(k+1)\pi}{12}\right)}$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 using the cot A − cot B identity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$\frac{\sin\theta}{\sin k\theta\,\sin(k+1)\theta}=\cot k\theta-\cot(k+1)\theta$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$\frac{\sin\theta}{\sin(k\theta)\sin((k+1)\theta)}=\cot(k\theta)-\cot((k+1)\theta)$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$S=\sum_{k=1}^{6}\big(\cot(k\theta)-\cot((k+1)\theta)\big)=\cot\theta-\cot7\theta$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$S=\cot\left(\frac{\pi}{12}\right)-\cot\left(\frac{7\pi}{12}\right)$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option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$\cot\left(\frac{7\pi}{12}\right)=\cot\left(\frac{\pi}{2}+\frac{\pi}{12}\right)=-\tan\left(\frac{\pi}{12}\right)$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$S=\cot\left(\frac{\pi}{12}\right)+\tan\left(\frac{\pi}{12}\right)=4$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x+\tan x=\frac{2}{\sin 2x}=\frac{2}{1/2}=4$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option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step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summing over an AP of angles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telescopes sums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sum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range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A-\cot B=\frac{\sin(B-A)}{\sin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d}{\sin a\,\sin(a+d)}=\cot a-\cot(a+d)$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step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summing over an AP of angles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a_{\text{first}}-\cot a_{\text{last}+d}$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$\tan(a+d)-\tan a=\frac{\sin d}{\cos a\cos(a+d)}$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telescopes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$\frac{1}{\cos\cos}$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x+\cot x=\frac{2}{\sin2x}$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k^\circ\sin(k+1)^\circ}$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range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$\frac{\cot(\text{first})-\cot(\text{last}+1^\circ)}{\sin1^\circ}$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trigonometric inequality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complete solution set of this inequality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trigonometric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$\sqrt{3}\tan x-2\sin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$x\in[0,2\pi)\setminus\left\{\frac{\pi}{2},\frac{3\pi}{2}\right\}$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complete solution set of this inequality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$[0,a]\cup(b,c]\cup(d,e]$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$0&lt;a&lt;b&lt;c&lt;d&lt;e&lt;2\pi$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inequalities (sign analysis / wavy curve)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changes only at the zeros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x\left(\frac{\sqrt3}{2}-\cos x\right)}{\cos x}\le0$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changes only at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x-\frac{\sqrt3}{2}$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inequality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dividing by the positive number 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inequality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x\left(\sqrt{3}-2\cos x\right)\le0$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$\Rightarrow\frac{\sin x\left(\frac{\sqrt3}{2}-\cos x\right)}{\cos x}\le0$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dividing by the positive number 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$x=0,\frac{\pi}{6},\frac{\pi}{2},\pi,\frac{3\pi}{2},\frac{11\pi}{6}$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Just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negative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sign then alternates at each critical point (wavy-curve method).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complete solution set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Just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negative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$\frac{\sqrt3}{2}-\cos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sign then alternates at each critical point (wavy-curve method).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complete solution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$\left[0,\frac{\pi}{6}\right]\cup\left(\frac{\pi}{2},\pi\right]\cup\left(\frac{3\pi}{2},\frac{11\pi}{6}\right]$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$a=\frac{\pi}{6},\ b=\frac{\pi}{2},\ c=\pi,\ d=\frac{3\pi}{2},\ e=\frac{11\pi}{6}$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$a+b+c+d+e=\frac{\pi}{6}+\frac{\pi}{2}+\pi+\frac{3\pi}{2}+\frac{11\pi}{6}=5\pi$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Quadrant by quadrant: in each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fixed sign, so the inequality reduces to the sign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Quadrant by quadrant: in each quadrant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fixed sign, so the inequality reduces to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$\sqrt3-2\cos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gives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throughout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$\sqrt3\tan x-2\sin x=\tan x\,(\sqrt3-2\cos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$\sqrt3-2\cos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$x=\frac{\pi}{6},\frac{11\pi}{6}$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$\sqrt3-2\cos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$\sqrt3-2\cos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throughout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$\left(\frac{\pi}{2},\pi\right)$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$\left(\frac{\pi}{2},\pi\right]$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product is positive,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IV,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$\sqrt3-2\cos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product is positive,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IV,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$x\le\frac{11\pi}{6}$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$\left(\frac{3\pi}{2},\frac{11\pi}{6}\right]$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$a,b,c,d,e=\frac{\pi}{6},\frac{\pi}{2},\pi,\frac{3\pi}{2},\frac{11\pi}{6}$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𝑝𝑟𝑜𝑑𝑢𝑐𝑡𝑠 𝑜𝑓 𝑠𝑖𝑛𝑒𝑠/𝑐𝑜𝑠𝑖𝑛𝑒𝑠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every zero and pole, mark poles as open ends, and alternate the sign across each simple critical point (a repeated factor does not change the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one factor has a known sign in a whole interval (e.g.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drop it and test only the other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$f(x)=\frac{\text{products of sines/cosines}}{\ldots}\le0$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every zero and pole, mark poles as open ends, and alternate the sign across each simple critical point (a repeated factor does not change the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one factor has a known sign in a whole interval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$\sqrt3-2\cos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drop it and test only the other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types always give critical points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pole points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the numerator must be included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inequality, but zeros of the denominator never 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$\sqrt3\tan x-2\sin x=2\sin x\left(\frac{\sqrt3}{2\cos x}-1\right)$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x-\sin x\cdot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types always give critical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pole points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the numerator must be included in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inequality, but zeros of the denominator never 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quadratic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homogeneous linear equations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homogeneous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$a_8x+a_7y+a_6z=0$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$a_7x+a_6y+a_5z=0$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x+2y+z=0$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Homogeneous system with a non-trivial solution (determinant zero), Newton's recurrence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a quadratic)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Homogeneous system with a non-trivial solution (determinant zero), Newton's recurrence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a quadratic)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operation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zeroes the first two entries of column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$a_{n+2}=2a_{n+1}+a_n$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operation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C_1-2C_2-C_3$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zeroes the first two entries of column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Newton's formula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 of the homogeneous system,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recurrence,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$\beta^2=2\beta+1$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Newton's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$a_n=2a_{n-1}+a_{n-2}$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$a_n-2a_{n-1}-a_{n-2}=0$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 of the homogeneous system,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$D=\left|\begin{matrix}a_8&amp;a_7&amp;a_6\\a_7&amp;a_6&amp;a_5\\\lambda&amp;2&amp;1\end{matrix}\right|=0$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C_1-2C_2-C_3$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$D=\left|\begin{matrix}a_8-2a_7-a_6&amp;a_7&amp;a_6\\a_7-2a_6-a_5&amp;a_6&amp;a_5\\\lambda-2(2)-1&amp;2&amp;1\end{matrix}\right|=0$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recurrence,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$a_8-2a_7-a_6=0$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$a_7-2a_6-a_5=0$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$D=\left|\begin{matrix}0&amp;a_7&amp;a_6\\0&amp;a_6&amp;a_5\\\lambda-5&amp;2&amp;1\end{matrix}\right|=0$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$(\lambda-5)\left(a_7a_5-a_6^2\right)=0$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$a_7a_5-a_6^2=-(\alpha\beta)^5(\alpha-\beta)^2=-(-1)^5\left(2^2-4(-1)\right)=8\neq0$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$\lambda-5=0\Rightarrow\lambda=5$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numbers: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Pell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is a small integer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$a_n=2\sqrt2\,P_n$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Pell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$P_n=1,2,5,12,29,70,169,408$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is a small integer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common factor of the first two rows' entries, so it does not change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408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expand along the third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$\alpha=1+\sqrt2,\ \beta=1-\sqrt2$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$a_n=2\sqrt2\,P_n$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$P_n=\frac{\alpha^n-\beta^n}{2\sqrt2}$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$P_n=2P_{n-1}+P_{n-2}$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$P_1=1,P_2=2$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$P_5,P_6,P_7,P_8=29,70,169,408$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common factor of the first two rows' entries, so it does not change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$D\propto\left|\begin{matrix}408&amp;169&amp;70\\169&amp;70&amp;29\\\lambda&amp;2&amp;1\end{matrix}\right|$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expand along the third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$\lambda(169\cdot29-70^2)-2(408\cdot29-70\cdot169)+(408\cdot70-169^2)$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$169\cdot29-70^2=4901-4900=1$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$408\cdot29-70\cdot169=11832-11830=2$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$408\cdot70-169^2=28560-28561=-1$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$D\propto\lambda-4-1=\lambda-5=0$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column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matrix of consecutive terms kill the first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Casoratian identity: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system: non-trivial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unique (trivial) solution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the Pell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$a_{n+2}=p\,a_{n+1}+q\,a_n$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column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C_1-p\,C_2-q\,C_3$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matrix of consecutive terms kill the first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Casoratian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$a_{n+1}a_{n-1}-a_n^2=-(\alpha\beta)^{n-1}(\alpha-\beta)^2$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$-(-1)^{n-1}\cdot8$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system: non-trivial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unique (trivial) solution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$a_n/(2\sqrt2)$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the Pell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$1,2,5,12,29,70,169,408,\dots$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positive real numbers in Geometric Progression.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Arithmetic Mean and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positive real numbers in Geometric Progression.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Arithmetic Mean and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$A+H=13$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$A-H=5$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$585$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AM, GM and HM of three numbers in GP (G² = AH)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GP,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GP,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$A\cdot H=b^2=G^2$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GP; the middle term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GP; the middle term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$A=\frac{a+b+c}{3}$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$G=(abc)^{1/3}=(b^3)^{1/3}=b$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$H=\frac{3}{\frac1a+\frac1b+\frac1c}=\frac{3abc}{ab+bc+ca}=\frac{3b^3}{b(a+c)+b^2}=\frac{3b^2}{a+b+c}$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 H=\left(\frac{a+b+c}{3}\right)\cdot\left(\frac{3b^2}{a+b+c}\right)=b^2=G^2$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$A+H=13$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$A-H=5$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$A=9,\ H=4$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$G=b=\sqrt{AH}=6$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$A=\frac{a+b+c}{3}=9$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$a+b+c=27\Rightarrow a+c=27-6=21$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$(a-c)^2=(a+c)^2-4ac=21^2-4(36)=441-144=297$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numbers in GP,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fact for any two positive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terms in GP,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sum and product information to a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(true), so the data are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Means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positive reals;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numbers in GP,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 H=G^2$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fact for any two positive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 H=G^2$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terms in GP,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$H=\frac{3b^2}{a+b+c}$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$(a-c)^2=(a+c)^2-4ac$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sum and product information to a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$(a+c)^2\ge4ac$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$441\ge144$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(true), so the data are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Means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 G\ge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positive reals;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$9\ge6\ge4$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x=\sqrt{1+2\cos^2x}$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 with extraneous roots (squaring)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Squaring creates extraneous roots; keep only those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Squaring creates extraneous roots; keep only those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x+\cos 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equation: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right-hand side is a principal square root, we must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x=\sqrt{1+2\cos^2x}$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right-hand side is a principal square root, we must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$1+2\sin x\cos x=1+2\cos^2x\Rightarrow2\cos x(\sin x-\cos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x=0\Rightarrow x=\frac{\pi}{2},\frac{3\pi}{2}$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condition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valid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their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x\Rightarrow\tan x=1\Rightarrow x=\frac{\pi}{4},\frac{5\pi}{4}$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condition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valid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$\frac{\pi}{4}+\frac{\pi}{2}=\frac{3\pi}{4}$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Restrict first: the right side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confines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squaring.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Restrict first: the right side is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$\sqrt2\sin\left(x+\frac{\pi}{4}\right)\ge1$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confines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squaring.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the single end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right side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(apart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fails), where both sides are non-negative and squaring is safe.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$\sqrt{1+2\cos^2x}\ge1$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$\sqrt2\sin\left(x+\frac{\pi}{4}\right)\ge1$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$\sin\left(x+\frac{\pi}{4}\right)\ge\frac{1}{\sqrt2}$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$x+\frac{\pi}{4}\in\left[\frac{\pi}{4},\frac{9\pi}{4}\right]$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$x+\frac{\pi}{4}\in\left[\frac{\pi}{4},\frac{3\pi}{4}\right]$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the single end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(apart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fails), where both sides are non-negative and squaring is safe.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x(\sin x-\cos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alone adds extraneous roots, so always test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 ranges can restrict the interval before any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often cancels the constant on the other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first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$\sqrt{u}=v$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alone adds extraneous roots, so always test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$\sqrt{1+2\cos^2x}\ge1$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x=\sqrt2\sin\left(x+\frac{\pi}{4}\right)$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 ranges can restrict the interval before any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often cancels the constant on the other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$\frac{\pi}{4},\frac{5\pi}{4}$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first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harmonic mean of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sequence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constant) forms a geometric progression,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harmonic mean of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$\{a_n\}$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$a_{n+1}=2a_n+3$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$b_n=a_n+\lambda$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constant) forms a geometric progression,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Harmonic mean, Linear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reduced to a GP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Harmonic mean, Linear recurrence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$a_{n+1}=2a_n+3$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reduced to a GP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both sides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both sides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$a_{n+1}=2a_n+3$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$a_{n+1}+3=2(a_n+3)$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ratio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recurrence: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$H=\frac{2\cdot4\cdot12}{4+12}=\frac{96}{16}=6$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$a_{n+1}=2a_n+3$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$a_{n+1}+3=2(a_n+3)$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GP with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first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$b_n=a_n+\lambda$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$b_{n+1}=2b_n$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$\{b_n\}$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GP with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$b_1=a_1+3=6+3=9$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$b_5=b_1\cdot r^4=9\cdot2^4=9\cdot16=144$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inspection: write the first three terms and impose the GP condition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inspection: write the first three terms and impose the GP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$b_2^2=b_1b_3$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$a_1=6,\ a_2=2\cdot6+3=15,\ a_3=2\cdot15+3=33$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$a_4=69,\ a_5=141$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$(15+\lambda)^2=(6+\lambda)(33+\lambda)$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$225+30\lambda+\lambda^2=198+39\lambda+\lambda^2\Rightarrow27=9\lambda\Rightarrow\lambda=3$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$b_5=a_5+3=141+3=144$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fixed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GP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Closed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GP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determines an unknown shift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 mean of two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$a_{n+1}=pa_n+q$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fixed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$\lambda=\frac{q}{p-1}$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GP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$\lambda=\frac{3}{1}=3$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Closed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$a_n=(a_1+\lambda)p^{n-1}-\lambda$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GP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determines an unknown shift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 mean of two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 H=G^2$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$a_n=9\cdot2^{n-1}-3$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$a_5=141$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$b_5=144$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cubic equation,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complete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remaining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 exactly one root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$P(x)=x^3+(a-2)x^2-(a+1)x+2=0$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cubic equation,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complete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remaining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 exactly one root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$\left(-\frac43,2\right)$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$\left(-2,\frac43\right)$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$\left(-\frac43,\frac23\right)$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Location of roots of a quadratic in an interval, Factor theorem for a cubic with a known root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removing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quadratic has roots with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(one positive, one negative), so a sign change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only way.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removing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quadratic has roots with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(one positive, one negative), so a sign change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$g(1)g(3)&lt;0$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only way.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$P(x)=x^3+(a-2)x^2-(a+1)x+2$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$P(x)=(x-1)\left(x^2+(a-1)x-2\right)$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roots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exactly one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opposite signs: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one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product of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positive and one negative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 is not possible that one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roots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$g(x)=x^2+(a-1)x-2=0$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exactly one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opposite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$g(1)\cdot g(3)&lt;0\Rightarrow a\in\left(-\frac43,2\right)$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$g(3)=3a+4$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one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product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$\frac{-2}{1}=-2&lt;0$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positive and one negative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 is not possible that one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union of both conditions: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union of both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$a\in\left(-\frac43,2\right)$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$\left(-\frac43,2\right)$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positive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use that it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positive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use that it increases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$s=1-a$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positive and one negative, so the only possible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interval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$g(x)=x^2-sx-2$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$\frac{s\pm\sqrt{s^2+8}}{2}$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positive and one negative, so the only possible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$r_+=\frac{s+\sqrt{s^2+8}}{2}$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$h(s)=s+\sqrt{s^2+8}$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$h'(s)=1+\frac{s}{\sqrt{s^2+8}}&gt;0$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$1&lt;r_+&lt;3\iff2&lt;h(s)&lt;6$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interval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$h(s)=2$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$\sqrt{s^2+8}=2-s\Rightarrow s^2+8=4-4s+s^2\Rightarrow s=-1\Rightarrow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(ends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$h(s)=6$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$\sqrt{s^2+8}=6-s\Rightarrow8=36-12s\Rightarrow s=\frac73\Rightarrow a=1-\frac73=-\frac43$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$-\frac43&lt;a&lt;2$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(ends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$\left(-\frac43,2\right)$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have opposite signs, so at most one root lies in any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one root there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boundary cases (root exactly at an end point) must be examined separately;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cannot occur together with a second root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a known root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quadratic; do the polynomial division once and reason with the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roots-in-interval test is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have opposite signs, so at most one root lies in any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$0&lt;m&lt;n$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one root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g(m)g(n)&lt;0$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boundary cases (root exactly at an end point) must be examined separately;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cannot occur together with a second root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a known root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quadratic; do the polynomial division once and reason with the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$g(3)=3a+4$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roots-in-interval test is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$(a-2)(3a+4)&lt;0$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representing a counter-clockwise rotation of the 2D plane about the origin by an angle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representing a reflection about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solution, then the positive real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representing a counter-clockwise rotation of the 2D plane about the origin by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representing a reflection about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$(2R-\lambda P)\begin{pmatrix}x\\y\end{pmatrix}=\begin{pmatrix}1\\2\end{pmatrix}$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solution, then the positive real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and reflection matrices, System of linear equations with no solution (determinant zero and inconsistency)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consistency of the system at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still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$\det(2R-\lambda P)=0$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consistency of the system at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still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rotation matrix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rotation matrix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$R=\begin{pmatrix}\cos\frac\pi3&amp;-\sin\frac\pi3\\\sin\frac\pi3&amp;\cos\frac\pi3\end{pmatrix}=\begin{pmatrix}\frac12&amp;-\frac{\sqrt3}{2}\\\frac{\sqrt3}{2}&amp;\frac12\end{pmatrix}$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matrix across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matrix: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no solution,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system is inconsistent (the second left side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matrix across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$P=\begin{pmatrix}0&amp;1\\1&amp;0\end{pmatrix}$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$A=2R-\lambda P=\begin{pmatrix}1&amp;-\sqrt3-\lambda\\\sqrt3-\lambda&amp;1\end{pmatrix}$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$A\begin{pmatrix}x\\y\end{pmatrix}=\begin{pmatrix}1\\2\end{pmatrix}$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no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$1\cdot1-\left(-(\lambda+\sqrt3)\right)(\sqrt3-\lambda)=0$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$1+(\lambda+\sqrt3)(\sqrt3-\lambda)=0\Rightarrow1+(3-\lambda^2)=0\Rightarrow\lambda^2=4\Rightarrow\lambda=\pm2$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$x-(2+\sqrt3)y=1$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$(\sqrt3-2)x+y=2$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system is inconsistent (the second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$2\ne(\sqrt3-2)\cdot1$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positive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positive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reflection (eigenvalues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singular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mirror's normal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$2R-\lambda P=P\,(2PR-\lambda 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reflection (eigenvalues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singular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mirror's normal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composition of a reflection and a rotation, hence a reflection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$2R-\lambda P=P\,(2PR-\lambda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$\det=\det P\cdot\det(2PR-\lambda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composition of a reflection and a rotation, hence a reflection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$(PR)^2=I$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reflects in a line at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along the mirror's normal (angle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this direction into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column 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spanned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negative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$2R-2P=2P\,(PR-I)$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reflects in a line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$\frac\pi4-\frac\pi6=\frac{\pi}{12}$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$(PR-I)v$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along the mirror's normal (angle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this direction into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$\frac\pi2-\frac{7\pi}{12}=-\frac{\pi}{12}$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column space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spanned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$(\cos15^\circ,-\sin15^\circ)$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negative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slope, so it is outside the column space: no solution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positive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slope, so it is outside the column space: no solution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positive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reflection in the line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a reflection and a rotation is a reflection; a product of two reflections is a rotation by twice the angle between the mirrors.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infinitely many. Always check consistency 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is consistent iff the right side has the same proportionality as the left-side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$\begin{pmatrix}\cos\theta&amp;-\sin\theta\\\sin\theta&amp;\cos\theta\end{pmatrix}$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reflection in the line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$\begin{pmatrix}\cos2\alpha&amp;\sin2\alpha\\\sin2\alpha&amp;-\cos2\alpha\end{pmatrix}$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a reflection and a rotation is a reflection; a product of two reflections is a rotation by twice the angle between the mirrors.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$b\notin$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space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infinitely many. Always check consistency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is consistent iff the right side has the same proportionality as the left-side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homogeneous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set of non-trivial solutions forms a line passing through the origin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set of solutions forms a plane passing through the origin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elements in the set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homogeneous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$(2\cos\theta)x+y+z=0$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$x+(2\cos\theta)y+z=0$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$x+y+(2\cos\theta)z=0$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set of non-trivial solutions forms a line passing through the origin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set of solutions forms a plane passing through the origin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$S_1\cup 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solutions of a homogeneous system: rank and the geometry of the solution set (line or plane through the origin)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Non-trivial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number of independent equations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line,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plane) separates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Non-trivial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number of independent equations (rank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line, 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$1\to$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plane) separates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$\left|\begin{matrix}2\cos\theta&amp;1&amp;1\\1&amp;2\cos\theta&amp;1\\1&amp;1&amp;2\cos\theta\end{matrix}\right|=0$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plane of the third equation passes through the line of intersection of the planes of the first two, so the solutions lie on a line through the origin: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equations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solutions lie in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$(2\cos\theta+2)(2\cos\theta-1)^2=0$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$8(\cos\theta+1)\left(\cos\theta-\frac12\right)^2=0$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$\cos\theta=-1\Rightarrow\theta=\pi$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$\cos\theta=\frac12\Rightarrow\theta=\frac\pi3,\frac{5\pi}{3}$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plane of the third equation passes through the line of intersection of the planes of the first two, so the solutions lie on a line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solutions lie in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$S_2=\left\{\frac\pi3,\frac{5\pi}{3}\right\}$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$S_1\cup S_2=\left\{\pi,\frac\pi3,\frac{5\pi}{3}\right\}$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$\pi+\frac\pi3+\frac{5\pi}{3}=3\pi$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all-ones matrix (eigenvalues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its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(once)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(twice); the multiplicity of the zero eigenvalue is the dimension of the solution set.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$(2\cos\theta-1)I+J$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all-ones matrix (eigenvalues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$3,0,0$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its eigenvalues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$2\cos\theta+2$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(once)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$2\cos\theta-1$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(twice); the multiplicity of the zero eigenvalue is the dimension of the solution set.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hence diagonalisable.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Non-trivial solutions exist iff an eigenvalue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solution space has dimension equal to the multiplicity of the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$M=(2\cos\theta-1)I+J$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$3,0,0$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hence diagonalisable.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Non-trivial solutions exist iff an eigenvalue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solution space has dimension equal to the multiplicity of the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solution set is a line,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multiplicity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plane,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solution set is a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multiplicity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plane,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$S_2=\left\{\frac\pi3,\frac{5\pi}{3}\right\}$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$=\pi+\frac\pi3+\frac{5\pi}{3}=3\pi$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matrix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system: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trivial;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form a line through the origin;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plane;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reading: rows are normals of planes through the origin;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two distinct planes meet in a line,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all three planes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$\det\begin{pmatrix}d&amp;1&amp;1\\1&amp;d&amp;1\\1&amp;1&amp;d\end{pmatrix}=(d+2)(d-1)^2$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matrix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$(d-1)I+J$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$d+2,\,d-1,\,d-1$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system: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trivial;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form a line through the origin;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plane;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reading: rows are normals of planes through the origin;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two distinct planes meet in a line,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all three planes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cubic polynomial. The complete set of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inequality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$P(x)=x^3-2x^2-9x+18$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cubic polynomial. The complete set of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$\frac{P(x)}{x^2-7x+12}\le0$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$(-\infty,-3]\cup[2,4)$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$(-\infty,-3]\cup[2,3)\cup(3,4)$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$(-\infty,-3]\cup(2,3)\cup(3,4)$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$[-3,2]\cup(3,4)$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Rational inequalities (wavy curve method), Factorisation of a cubic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$P(x)=(x-2)(x-3)(x+3)$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$P(x)=x^3-2x^2-9x+18=x^2(x-2)-9(x-2)=(x-2)(x-3)(x+3)$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$x^2-7x+12=(x-3)(x-4)$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$\frac{P(x)}{x^2-7x+12}=\frac{(x-2)(x+3)}{x-4}$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excluded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wavy curve: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(denominator of the original expression is zero):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$-3,\ 2,\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excluded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wavy curve: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$\frac{(x-2)(x+3)}{x-4}\le0$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$x\in(-\infty,-3]\cup[2,4)$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(denominator of the original expression is zero):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$x\in(-\infty,-3]\cup[2,3)\cup(3,4)$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$(-\infty,-3]\cup[2,3)\cup(3,4)$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the end-points and one interior value against the four options instead of drawing the sign chart.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undefined, so any option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(A) contains it (in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(A) 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included: (C)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undefined, so any option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(A) contains it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(A) 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$P(2)=8-8-18+18=0$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included: (C)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included: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excludes it, so (D) 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$P(-4)=-64-32+36+18=-42$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$x^2-7x+12=56$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$-\frac{42}{56}&lt;0$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included: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$[-3,2]\cup(3,4)$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excludes it, so (D) 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$(-\infty,-3]\cup[2,3)\cup(3,4)$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factor the numerator and denominator first; a common factor cancels in the sign chart but the zero of that factor must still be removed from the domain (a 'hole').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included,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the sign changes across every simple root of 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Rational-root test for cubics: try divisors of the constant term;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 Grouping also works: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options-based questions, the three checks (excluded points, included zeros, one test value) usually decide the answer in seconds.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factor the numerator and denominator first; a common factor cancels in the sign chart but the zero of that factor must still be removed from the domain (a 'hole').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$\frac{N(x)}{D(x)}\le0$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included,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the sign changes across every simple root of 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Rational-root test for cubics: try divisors of the constant term;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 Grouping also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$x^2(x-2)-9(x-2)$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options-based questions, the three checks (excluded points, included zeros, one test value) usually decide the answer in seconds.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positive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value of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value,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positive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value of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value,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AM–GM inequality (maximum of a product), Harmonic mean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For a fixed sum, the product is maximum when the two numbers are equal.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AM–GM inequality for positive reals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AM–GM inequality for positive reals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$\frac{a+b}{2}\ge\sqrt{ab}$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$\frac{10}{2}\ge\sqrt{ab}\Rightarrow5\ge\sqrt{ab}\Rightarrow ab\le25$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in AM–GM holds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in AM–GM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$H=\frac{2ab}{a+b}=\frac{2(5)(5)}{5+5}=\frac{50}{10}=5$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$M+H=25+5=30$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$ab=a(10-a)=25-(a-5)^2$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$ab=10a-a^2=25-(a-5)^2$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$(a-5)^2\ge0$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$ab\le25$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$H=\frac{2ab}{a+b}=\frac{2\cdot25}{10}=5$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$M+H=30$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means coincide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downward parabola with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also settles integer or interval-restricted versions.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$ab\le\frac{s^2}{4}$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$a+b\ge2\sqrt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 G\ge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$AH=G^2$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means coincide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$5,5,5$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$ab=a(s-a)$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downward parabola with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also settles integer or interval-restricted versions.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$M+H=\frac{s^2}{4}+\frac s2=25+5$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orthogonal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homogeneous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a possible real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$P=\frac13\begin{bmatrix}1&amp;2&amp;a\\2&amp;1&amp;b\\2&amp;-2&amp;c\end{bmatrix}$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orthogonal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$A=P-kI_3$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homogeneous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a possible real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matrix with determinant 1 (third column from the cross product), Singular matrix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matrix with determinant 1 (third column from the cross product), Singular matrix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$\det(P-kI)=0$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Columns of an orthogonal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Columns of an orthogonal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$C_3=C_1\times 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columns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orthonormal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orthonormal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$C_3=C_1\times 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$C_1=\frac13\begin{bmatrix}1\\2\\2\end{bmatrix}$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$C_2=\frac13\begin{bmatrix}2\\1\\-2\end{bmatrix}$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$C_3=\frac19\begin{bmatrix}1\\2\\2\end{bmatrix}\times\begin{bmatrix}2\\1\\-2\end{bmatrix}=\frac13\begin{bmatrix}-2\\2\\-1\end{bmatrix}$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$a=-2,\ b=2,\ 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$\det(P-kI_3)=0$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$\left|\begin{matrix}1-x&amp;2&amp;-2\\2&amp;1-x&amp;2\\2&amp;-2&amp;-1-x\end{matrix}\right|=0$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$\Rightarrow(3-x)\left[(x+1)^2+8\right]=0$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$x=3\Rightarrow3k=3\Rightarrow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rotation-type orthogonal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has the real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$\det(P-kI)=0$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rotation-type orthogonal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$\det=+1$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has the real eigenvalue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real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possible;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impossible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polynomial is a real cubic, so complex eigenvalues come in conjugate pairs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one real eigenvalue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all eigenvalues are real they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present.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$|Pv|=|v|$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real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possible;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impossible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polynomial is a real cubic, so complex eigenvalues come in conjugate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one real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P=k_0\cdot1=1$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all eigenvalues are real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present.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among the options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computed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among the options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computed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$\det(P-kI)=-\frac{(k-1)(3k^2+2k+3)}{3}$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matrix: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columns (and rows) are orthonormal;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each column is the cross product of the other two in cyclic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eigenvalues of an orthogonal matrix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rotation) always has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rotation axis), with the other two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quadratic factor having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$P^TP=I$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columns (and rows) are orthonormal;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P=\pm1$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P=+1$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$C_3=C_1\times 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each column is the cross product of the other two in cyclic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eigenvalues of an orthogonal matrix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rotation) always has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rotation axis), with the other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$A=P-kI$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$\det(P-kI)=-\frac{(k-1)(3k^2+2k+3)}{3}$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quadratic factor having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elements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$A=\begin{pmatrix}1&amp;1&amp;2\\0&amp;1&amp;1\\0&amp;0&amp;1\end{pmatrix}$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$B=\operatorname{adj}(A^{10})$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nilpotent matrix, Adjoint of a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nilpotent matrix, Adjoint of a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binomial series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stops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binomial series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$(I+N)^{10}$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stops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binomial expansion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$N=\begin{pmatrix}0&amp;1&amp;2\\0&amp;0&amp;1\\0&amp;0&amp;0\end{pmatrix}$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$N^2=\begin{pmatrix}0&amp;0&amp;1\\0&amp;0&amp;0\\0&amp;0&amp;0\end{pmatrix}$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binomial expansion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$A^{10}=(I+N)^{10}=I+10N+\frac{10\times9}{2}N^2=I+10N+45N^2$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(cofactors: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lower ones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10}=\begin{pmatrix}1&amp;0&amp;0\\0&amp;1&amp;0\\0&amp;0&amp;1\end{pmatrix}+\begin{pmatrix}0&amp;10&amp;20\\0&amp;0&amp;10\\0&amp;0&amp;0\end{pmatrix}+\begin{pmatrix}0&amp;0&amp;45\\0&amp;0&amp;0\\0&amp;0&amp;0\end{pmatrix}=\begin{pmatrix}1&amp;10&amp;65\\0&amp;1&amp;10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$B=\operatorname{adj}(M)=\begin{pmatrix}1&amp;-10&amp;35\\0&amp;1&amp;-10\\0&amp;0&amp;1\end{pmatrix}$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$C_{11}=C_{22}=C_{33}=1$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$C_{12}=-10$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$C_{23}=-10$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$C_{13}=10\cdot10-65=35$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lower ones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$1+(-10)+35+0+1+(-10)+0+0+1=18$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the binomial series again truncates: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A^{10}=1$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$\operatorname{adj}(A^{10})=(A^{10})^{-1}=(I+N)^{-10}$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the binomial series again truncates: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$I-10N+55N^2$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triangular with unit diagonal),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nilpotent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triangular with unit diagonal),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$\det(A^{10})=1$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$\operatorname{adj}(A^{10})=\det(A^{10})\,(A^{10})^{-1}=(A^{10})^{-1}=(I+N)^{-10}$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nilpotent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$(I+N)^{-10}=I+\binom{-10}{1}N+\binom{-10}{2}N^2=I-10N+55N^2$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$\binom{-10}{2}=\frac{(-10)(-11)}{2}=55$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$-10N=\begin{pmatrix}0&amp;-10&amp;-20\\0&amp;0&amp;-10\\0&amp;0&amp;0\end{pmatrix}$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$55N^2=\begin{pmatrix}0&amp;0&amp;55\\0&amp;0&amp;0\\0&amp;0&amp;0\end{pmatrix}$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$B=\begin{pmatrix}1&amp;-10&amp;35\\0&amp;1&amp;-10\\0&amp;0&amp;1\end{pmatrix}$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$=1-10+35+1-10+1=18$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using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unit-determinant matrix the adjoint is just the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upper triangular matrix is nilpotent;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top-right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$(I+N)^m=\sum_{j&lt;k}\binom mjN^j$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$\binom{-m}{j}=(-1)^j\binom{m+j-1}{j}$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$\operatorname{adj}(M)=\det(M)\,M^{-1}$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$\operatorname{adj}(M^n)=(\operatorname{adj}M)^n$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unit-determinant matrix the adjoint is just the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upper triangular matrix is nilpotent;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$A^{n}=I+nN+\binom n2N^2$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top-right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$20+45=65$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distinct real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third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expressed as a linear combination of its first two rows, then the sum of all possible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distinct real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$M(k)=\begin{pmatrix}1+x+x^2&amp;1+y+y^2&amp;1+z+z^2\\1+3x+9x^2&amp;1+3y+9y^2&amp;1+3z+9z^2\\1+(k^2-k)x+k^2x^2&amp;1+(k^2-k)y+k^2y^2&amp;1+(k^2-k)z+k^2z^2\end{pmatrix}$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third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expressed as a linear combination of its first two rows, then the sum of all possible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dependence of rows (determinant of coefficient system), Comparing coefficients of a polynomial identity at distinct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distinct,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of the row relation must separately agree.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distinct,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$1,x,x^2$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of the row relation must separately agree.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third row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constant terms 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third row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$R_3=\lambda R_1+\mu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constant terms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consistent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roots are real, and their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$\lambda+3\mu=k^2-k$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$\lambda+9\mu=k^2$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$\left|\begin{matrix}1&amp;1&amp;1\\1&amp;3&amp;k^2-k\\1&amp;9&amp;k^2\end{matrix}\right|=0$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$1\cdot(3k^2-9k^2+9k)-1\cdot(k^2-k^2+k)+1\cdot(9-3)=0\Rightarrow-6k^2+8k+6=0\Rightarrow3k^2-4k-3=0$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$16+36=52&gt;0$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roots are real, and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each row as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dependent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each row as the vector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$(1,p,q)$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vectors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$(1,3,9)$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$(1,k^2-k,k^2)$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dependent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$(p,q)=(k^2-k,k^2)$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coefficient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vanishing at three distinct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with three roots, hence the zero polynomial: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$c_{i0}+c_{i1}t+c_{i2}t^2$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coefficient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$(1,k^2-k,k^2)$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R_1+\mu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vanishing at three distinct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with three roots, hence the zero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$(1,k^2-k,k^2)=\lambda(1,1,1)+\mu(1,3,9)$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coordinates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affine combination of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coordinates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$(k^2-k,k^2)$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affine combination of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$q-1=\frac{9-1}{3-1}(p-1)$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$q=4p-3$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$p=k^2-k,\ q=k^2$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$k^2=4(k^2-k)-3\Rightarrow3k^2-4k-3=0$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 is identically zero; so a row relation valid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points forces equality of all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rows built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reduces to dependence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vectors, a determinant in the coefficients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distinct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(Vandermonde), which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non-zero determinant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Affine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'on the line through the two points'.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 is identically zero; so a row relation valid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points forces equality of all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$R_3=\lambda R_1+\mu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rows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$(1,x,x^2)$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reduces to dependence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vectors, a determinant in the coefficients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$\det\begin{pmatrix}1&amp;1&amp;1\\a&amp;b&amp;c\\a^2&amp;b^2&amp;c^2\end{pmatrix}=(b-a)(c-a)(c-b)\ne0$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distinct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non-zero determinant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$(x-y)(y-z)(z-x)$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M=2(x-y)(x-z)(y-z)(3k^2-4k-3)$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Affine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'on the line through the two points'.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orthogonal matrix,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value of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$A=\begin{bmatrix}\sin\theta&amp;\cos\phi\\-\cos\theta&amp;\sin\phi\end{bmatrix}$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orthogonal matrix,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$\theta,\phi\in\mathbb{R}$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value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$4\sin\theta+3\cos\phi$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matrix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off-diagonal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$A^TA=I$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off-diagonal entry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$\sin(\theta-\phi)=0$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$\cos\phi=\pm\cos\theta$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implies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\begin{bmatrix}\sin\theta&amp;-\cos\theta\\\cos\phi&amp;\sin\phi\end{bmatrix}\begin{bmatrix}\sin\theta&amp;\cos\phi\\-\cos\theta&amp;\sin\phi\end{bmatrix}=\begin{bmatrix}\sin^2\theta+\cos^2\theta&amp;\sin\theta\cos\phi-\cos\theta\sin\phi\\\sin\theta\cos\phi-\cos\theta\sin\phi&amp;\cos^2\phi+\sin^2\phi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$A^TA=\begin{bmatrix}1&amp;\sin(\theta-\phi)\\\sin(\theta-\phi)&amp;1\end{bmatrix}=\begin{bmatrix}1&amp;0\\0&amp;1\end{bmatrix}$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$\sin(\theta-\phi)=0$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$\theta-\phi=n\pi$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yields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$\phi=\theta-n\pi$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yields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$\cos\phi=\cos(\theta-n\pi)=(-1)^n\cos\theta=\pm\cos\theta$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$E=4\sin\theta+3\cos\phi$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$E=4\sin\theta\pm3\cos\theta$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$E_{\max}=\sqrt{4^2+(\pm3)^2}=\sqrt{16+9}=5$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of an orthogonal matrix are unit vectors,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Cauchy–Schwarz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of an orthogonal matrix are unit vectors,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$\sin^2\theta+\cos^2\phi=1$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Cauchy–Schwarz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$4\sin\theta+3\cos\phi=(4,3)\cdot(\sin\theta,\cos\phi)$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$5\cdot1$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orthogonal matrix has unit length: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Cauchy–Schwarz,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$(\sin\theta,\cos\phi)$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orthogonal matrix has unit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$\sin^2\theta+\cos^2\phi=1$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Cauchy–Schwarz,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$4\sin\theta+3\cos\phi=(4,3)\cdot(\sin\theta,\cos\phi)\le\sqrt{4^2+3^2}\sqrt{\sin^2\theta+\cos^2\phi}=5$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orthogonal.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$(\sin\theta,\cos\phi)=\left(\frac45,\frac35\right)$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$A=\begin{bmatrix}\frac45&amp;\frac35\\-\frac35&amp;\frac45\end{bmatrix}$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orthogonal.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 matrices are rotations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reflections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rows and columns are unit 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Cauchy–Schwarz: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unit-vector constraint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maximum is attained under the extra constraint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orthogonal matrices are rotations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$\begin{bmatrix}c&amp;-s\\s&amp;c\end{bmatrix}$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reflections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$\begin{bmatrix}c&amp;s\\s&amp;-c\end{bmatrix}$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rows and columns are unit 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$a\sin\theta+b\cos\theta=\sqrt{a^2+b^2}\sin(\theta+\delta)$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$\left[-\sqrt{a^2+b^2},\sqrt{a^2+b^2}\right]$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Cauchy–Schwarz: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a\cdot\mathbf u\le|\mathbf a||\mathbf 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u\parallel\mathbf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unit-vector constraint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$u_1^2+u_2^2=1$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$|\mathbf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maximum is attained under the extra constraint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relation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$y=\sin2\theta+\cos2\theta$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relation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$y^2-2y\left(x^2-1\right)+2\left(x^2-1\right)^2=1$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$y^2-2y\left(x^2+1\right)+2\left(x^2+1\right)^2=1$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$y^2+2y\left(x^2-1\right)+2\left(x^2-1\right)^2=1$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$y^2-y\left(x^2-1\right)+\left(x^2-1\right)^2=1$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Eliminating a parameter between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$x^2=1+\sin2\theta$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$\sin^22\theta+\cos^22\theta=1$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Squaring both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$x^2=1+2\sin\theta\cos\theta=1+\sin2\theta\Rightarrow\sin2\theta=x^2-1$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$y=\sin2\theta+\cos2\theta$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$y=(x^2-1)+\cos2\theta$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$\Rightarrow\cos2\theta=y-(x^2-1)$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$\sin^22\theta+\cos^22\theta=1$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$(x^2-1)^2+\left(y-(x^2-1)\right)^2=1$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$(x^2-1)^2+y^2-2y(x^2-1)+(x^2-1)^2=1$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$y^2-2y(x^2-1)+2(x^2-1)^2=1$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$y^2-2y\left(x^2-1\right)+2\left(x^2-1\right)^2=1$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one or two sample angles eliminate the wrong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one or two sample angles eliminate the wrong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must hold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and (C)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must hold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$1-2(3)+2(9)=13\ne1$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$1+2(1)+2(1)=5\ne1$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and (C)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$x^2=1+\sin\frac\pi3=1+\frac{\sqrt3}{2}$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$y=\sin\frac\pi3+\cos\frac\pi3=\frac{\sqrt3+1}{2}$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(D):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$y^2-\sqrt3y+2\cdot\frac34=\left(1+\frac{\sqrt3}2\right)-\sqrt3\cdot\frac{\sqrt3+1}2+\frac32=1+\frac{\sqrt3}2-\frac32-\frac{\sqrt3}2+\frac32=1$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$y^2-\frac{\sqrt3}{2}y+\frac34\approx1.866-1.183+0.75=1.43\ne1$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$y^2-2y\left(x^2-1\right)+2\left(x^2-1\right)^2=1$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 a common trigonometric piece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finish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quartic curve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options differ in signs, one sample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discards two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$x=f(\theta),y=g(\theta)$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 a common trigonometric piece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finish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$\sin^2+\cos^2=1$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$(\sin\theta+\cos\theta)^2=1+\sin2\theta$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$(\sin\theta-\cos\theta)^2=1-\sin2\theta$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$\cos2\theta=(\cos\theta-\sin\theta)(\cos\theta+\sin\theta)$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$\left(y-x^2+1\right)^2=x^2(2-x^2)$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quartic curve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options differ in signs, one sample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discards two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trigonometric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solutions of this equation that also satisfy the system of trigonometric inequalities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trigonometric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$\sin(3x)=\frac12$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solutions of this equation that also satisfy the system of trigonometric inequalities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Trigonometric inequalities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Trigonometric inequalities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solutions inside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x&gt;\cos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$x\in\left(\frac\pi2,\frac{5\pi}{4}\right)$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solutions inside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find all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find all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$\sin(3x)=\frac12$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$3x\in[0,6\pi)$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$3x=\frac\pi6,\frac{5\pi}{6},\frac{13\pi}{6},\frac{17\pi}{6},\frac{25\pi}{6},\frac{29\pi}{6}$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$x\in\left\{\frac{\pi}{18},\frac{5\pi}{18},\frac{13\pi}{18},\frac{17\pi}{18},\frac{25\pi}{18},\frac{29\pi}{18}\right\}$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22.5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 Correct option: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$x\in\left(\frac\pi2,\frac{5\pi}{4}\right)\subset[0,2\pi)$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$\frac\pi2=\frac{9\pi}{18}&lt;\frac{13\pi}{18}&lt;\frac{17\pi}{18}&lt;\frac{5\pi}{4}=\frac{22.5\pi}{18}$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$x=\frac{13\pi}{18},\frac{17\pi}{18}$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 Correct option: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Restrict first, then count: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window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Restrict first, then count: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$x\in\left(\frac\pi2,\frac{5\pi}{4}\right)$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$3x\in\left(\frac{3\pi}{2},\frac{15\pi}{4}\right)$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window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$\frac{9\pi}{4}$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the second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holds; in the third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the second quadrant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x&gt;0&gt;\cos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holds; in the third quadrant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$x\in\left(\frac\pi2,\frac{5\pi}{4}\right)$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$3x\in\left(\frac{3\pi}{2},\frac{15\pi}{4}\right)$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with sine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with 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$[0^\circ,720^\circ)$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$30^\circ,150^\circ,390^\circ,510^\circ,750^\circ\dots$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$(270^\circ,675^\circ)$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$3x=390^\circ,510^\circ$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$x=130^\circ,170^\circ=\frac{13\pi}{18},\frac{17\pi}{18}$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equally spread in pairs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the constraint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constraint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 solutions in that window; no need to list them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values such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when the inequality is strict.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x&gt;\cos x\iff\sin\left(x-\frac\pi4\right)&gt;0\iff x\in\left(\frac\pi4,\frac{5\pi}{4}\right)\pmod{2\pi}$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$x\in\left(\frac\pi2,\frac{3\pi}2\right)$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$\left(\frac\pi2,\frac{5\pi}{4}\right)$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equally spread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$\frac{\alpha+2\pi m}{k},\frac{\pi-\alpha+2\pi m}{k}$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$m=0,\dots,k-1$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the constraint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constraint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 solutions in that window; no need to list them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values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when the inequality is strict.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symmetric matrix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skew-symmetric matrix.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symmetric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skew-symmetric matrix.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$\operatorname{Tr}\left((A-B)^2\right)=14$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Trace of a matrix and its properties (symmetric and skew-symmetric matrices)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cross terms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skew-symmetric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$\operatorname{Tr}(AB)=0$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cross terms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$\operatorname{Tr}(AB)=\operatorname{Tr}\left((AB)^T\right)=\operatorname{Tr}\left(B^TA^T\right)=\operatorname{Tr}\left((-B)A\right)=-\operatorname{Tr}(BA)$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$\operatorname{Tr}(BA)=\operatorname{Tr}(AB)$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$\operatorname{Tr}(AB)=-\operatorname{Tr}(AB)\Rightarrow2\operatorname{Tr}(AB)=0\Rightarrow\operatorname{Tr}(AB)=0$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taking the trace: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$(A-B)^2=A^2-AB-BA+B^2$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taking the trace: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$\operatorname{Tr}\left((A-B)^2\right)=\operatorname{Tr}(A^2)-2\operatorname{Tr}(AB)+\operatorname{Tr}(B^2)$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$\operatorname{Tr}\left((A-B)^2\right)=\operatorname{Tr}(A^2)+\operatorname{Tr}(B^2)$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$\operatorname{Tr}\left((A-B)^2\right)=14$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$14=22+\operatorname{Tr}(B^2)\Rightarrow\operatorname{Tr}(B^2)=-8$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entrywise: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entrywise: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$\operatorname{Tr}(M^2)=\sum_{i,j}m_{ij}m_{ji}$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$m_{ij}m_{ji}=(a_{ij}+b_{ij})(a_{ij}-b_{ij})=a_{ij}^2-b_{ij}^2$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$\operatorname{Tr}(M^2)=\sum_{i,j}m_{ij}m_{ji}$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$a_{ji}=a_{ij}$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$b_{ji}=-b_{ij}$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$m_{ij}m_{ji}=(a_{ij}\pm b_{ij})(a_{ij}\mp b_{ij})=a_{ij}^2-b_{ij}^2$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$\operatorname{Tr}\left((A\pm B)^2\right)=\sum a_{ij}^2-\sum b_{ij}^2$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$\operatorname{Tr}(A^2)=\sum a_{ij}^2=22$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$\operatorname{Tr}(B^2)=\sum b_{ij}b_{ji}=-\sum b_{ij}^2$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$14=22+\operatorname{Tr}(B^2)$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$\operatorname{Tr}(B^2)=-8$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b_{ij}^2=8$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$\operatorname{Tr}(B^2)\le0$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(of the same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answer must be non-positive, which already rules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square matrix is uniquely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tools behind such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(of the same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$\operatorname{Tr}(A^2)=\sum a_{ij}^2\ge0$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$\operatorname{Tr}(B^2)=-\sum b_{ij}^2\le0$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answer must be non-positive, which already rules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square matrix is uniquely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$S=\frac{M+M^T}2$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$K=\frac{M-M^T}2$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$\operatorname{Tr}(M^2)=\operatorname{Tr}(S^2)+\operatorname{Tr}(K^2)$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$\operatorname{Tr}(XY)=\operatorname{Tr}(YX)$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$\operatorname{Tr}(X^T)=\operatorname{Tr}(X)$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tools behind such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trigonometric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of inequalities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trigonometric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$\sqrt3\sin2x+\sqrt3\sin x=1+\cos2x+\cos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of inequalities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 by factorisation,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(quadrants)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 by factorisation,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(quadrants)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common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$1+\cos2x=2\cos^2x$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$(2\cos 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common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$\sqrt3\sin2x+\sqrt3\sin x=1+\cos2x+\cos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$1+\cos2x=2\cos^2x$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x(2\cos x+1)=2\cos^2x+\cos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x(2\cos x+1)=\cos x(2\cos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x+1)(\sqrt3\sin x-\cos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x+1=0\Rightarrow\cos x=-\frac12\Rightarrow x=\frac{2\pi}{3},\frac{4\pi}{3}$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 the third quadrant: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valid solutions: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x-\cos x=0\Rightarrow\tan x=\frac{1}{\sqrt3}\Rightarrow x=\frac\pi6,\frac{7\pi}{6}$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 the third quadrant: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valid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$\frac{7\pi}{6}+\frac{4\pi}{3}=\frac{15\pi}{6}=\frac{5\pi}{2}$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inequalities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two factors' third-quadrant roots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inequalities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$\left(\pi,\frac{3\pi}{2}\right)$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two factors' third-quadrant roots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$x\in\left(\frac\pi2,\frac{3\pi}2\right)$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$x\in\left(\pi,\frac{3\pi}{2}\right)$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$\left(\pi,\frac{3\pi}2\right)$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are exactly the admissible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x+1)(\sqrt3\sin x-\cos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are exactly the admissible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$=\frac{4\pi}{3}+\frac{7\pi}{6}=\frac{5\pi}{2}$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pattern ASTC: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expose a common factor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Impose cheap sign conditions first and solve each factor only inside the allowed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zeros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x&gt;0,\ \cos x&lt;0\iff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$x\in(\pi,\frac{3\pi}2)\pmod{2\pi}$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pattern ASTC: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$1+\cos2x=2\cos^2x$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expose a common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Impose cheap sign conditions first and solve each factor only inside the allowed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x-\cos x=2\sin\left(x-\frac\pi6\right)$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zeros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digits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zeroes immediately after the decimal point before the first non-zero digit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digits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zeroes immediately after the decimal point before the first non-zero digit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$(0.125)^{20}$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$\log_{10}2=0.3010$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$\log_{10}3=0.4771$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digits of a power using logarithms, Number of zeros after the decimal point (negative characteristic)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integer characteristic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digits;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number of zeros after the decimal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$\log_{10}N=c+f$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integer characteristic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f&lt;1$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digits;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number of zeros after the decimal point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$|c|-1$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number of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0.7781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digits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number of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$\log_{10}(6^{40})=40\log_{10}(2\cdot3)=40(\log_{10}2+\log_{10}3)$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$=40(0.3010+0.4771)=40\times0.7781=31.124$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$\log_{10}(6^{40})$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digits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$n=31+1=32$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$(0.125)^{20}=\left(\frac18\right)^{20}=2^{-60}$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zeros immediately after the decimal point before the first non-zero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$\log_{10}\left(2^{-60}\right)=-60\log_{10}2=-60\times0.3010=-18.06=-19+0.94$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$\log_{10}(0.125)^{20}$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zeros immediately after the decimal point before the first non-zero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$m=|-19|-1=18$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$n-m=32-18=14$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Link the two parts through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𝑑𝑖𝑔𝑖𝑡𝑠 𝑜𝑓 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Link the two parts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$\log_{10}5=1-\log_{10}2$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$2^{-60}=5^{60}\cdot10^{-60}$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$m=60-(\text{digits of }5^{60})$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41.94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decimal point moved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left;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digits,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after the point,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$(0.125)^{20}=2^{-60}=\frac{5^{60}}{10^{60}}$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$\lfloor60\log_{10}5\rfloor+1=\lfloor60(1-0.3010)\rfloor+1=\lfloor41.94\rfloor+1=42$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$2^{-60}=5^{60}\times10^{-60}$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decimal point moved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left;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digits,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$60-42=18$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after the point,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0.7781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$\log_{10}6^{40}=40(0.7781)=31.124$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$n-m=32-18=14$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digits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integer)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zeros after the decimal point before the first non-zero digit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logs: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quantities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calculations are exactly where the negative characteristic trap lies: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exact values: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18.0618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same digits and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digits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integer)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$\lfloor\log_{10}N\rfloor+1$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zeros after the decimal point before the first non-zero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$-\lfloor\log_{10}x\rfloor-1$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logs: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$\log_{10}5=1-\log_{10}2$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$\log_{10}6=\log_{10}2+\log_{10}3$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$\log_{10}2^{-60}=-60\times0.3010$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quantities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$\lceil|\log_{10}x|\rceil$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calculations are exactly where the negative characteristic trap lies: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$-18.06=-19+0.94$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$-18+0.06$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exact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$\log_{10}6^{40}=31.126\ldots$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$-60\log_{10}2=-18.0618\ldots$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same digits and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an Arithmetic Progression (AP) with a positive common difference.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relation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an Arithmetic Progression (AP) with a positive common difference.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$\log_a3+\log_c3=\frac83\log_b3$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Logarithms: change of base,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relation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$\log_3a=u-d,\ \log_3b=u,\ \log_3c=u+d$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relation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$u^2=4d^2$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difference.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 AP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$\log_3a=u-d$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$\log_3b=u$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$\log_3c=u+d$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difference.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$\log_xy=\frac{1}{\log_yx}$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$\frac{1}{\log_3a}+\frac{1}{\log_3c}=\frac{8}{3\log_3b}$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 AP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$\frac{1}{u-d}+\frac{1}{u+d}=\frac{8}{3u}\Rightarrow\frac{2u}{u^2-d^2}=\frac{8}{3u}$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$6u^2=8\left(u^2-d^2\right)\Rightarrow2u^2=8d^2\Rightarrow u^2=4d^2$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discriminant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$\log_3a=2d-d=d\Rightarrow a=3^d$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$\log_3b=2d\Rightarrow b=3^{2d}$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$\log_3c=2d+d=3d\Rightarrow c=3^{3d}$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$3^d+3^{3d}=30$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$t=3^d&gt;0$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$t^3+t-30=0\Rightarrow(t-3)\left(t^2+3t+10\right)=0$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$t^2+3t+10=0$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discriminant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$D=9-40=-31&lt;0$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$3^d=3\Rightarrow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$a=3^1=3,\ b=3^2=9,\ c=3^3=27$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$a+b+c=3+9+27=39$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extreme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middle and the difference: the relation becomes a quadratic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extreme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$p=\log_3a$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$q=\log_3c$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middle and the difference: the relation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qp$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$p=\log_3a$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$q=\log_3c$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$q&gt;p&gt;0$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$\log_3b=\frac{p+q}{2}$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$\frac1p+\frac1q=\frac{8}{3\log_3b}$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$\frac{p+q}{pq}=\frac{16}{3(p+q)}$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$3(p+q)^2=16pq$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$3p^2-10pq+3q^2=0\Rightarrow(3p-q)(p-3q)=0$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$q&gt;p$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logarithms are in AP,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$\log_3c=3\log_3a$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$a+a^3=30$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$a^2+3a+10$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$b=\sqrt{ac}=\sqrt{3\cdot27}=9$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logarithms are in AP,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 are not the same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AP;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GP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Reciprocity: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Harmonic-type relation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fixes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root, found by trying small integers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 x,\log_b x,\log_c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 are not the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$\log_3a,\log_3b,\log_3c$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GP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$\log_xy\cdot\log_yx=1$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$\log_a3+\log_c3=\frac{1}{\log_3a}+\frac{1}{\log_3c}=\frac{\log_3a+\log_3c}{\log_3a\log_3c}$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Harmonic-type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$\frac1p+\frac1q=\frac{k}{p+q}$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fixes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$t^3+t=30$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root, found by trying small integers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determinant defined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determinant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$D_r=\left|\begin{matrix}1&amp;r&amp;r(r+1)\\1&amp;r+1&amp;(r+1)(r+2)\\1&amp;r+2&amp;(r+2)(r+3)\end{matrix}\right|$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$S=\sum_{r=1}^{\infty}\frac{D_r}{r(r+1)(r+2)}$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evaluation by row operations, Telescoping infinite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second difference) turns the last row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$R_3\to R_3-2R_2+R_1$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second difference) turns the last row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of the series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R_3-2R_2+R_1$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0,\ 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$D_r=\left|\begin{matrix}1&amp;r&amp;r(r+1)\\1&amp;r+1&amp;(r+1)(r+2)\\0&amp;0&amp;2\end{matrix}\right|=2\left[(r+1)-r\right]=2$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of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$T_r=\frac{D_r}{r(r+1)(r+2)}=\frac{2}{r(r+1)(r+2)}$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the telescoping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$\frac{2}{r(r+1)(r+2)}=\frac{(r+2)-r}{r(r+1)(r+2)}=\frac{1}{r(r+1)}-\frac{1}{(r+1)(r+2)}$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the telescoping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$S=\sum_{r=1}^{\infty}\left(\frac{1}{r(r+1)}-\frac{1}{(r+1)(r+2)}\right)=\frac{1}{1\cdot2}=\frac12$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$100S=100\times\frac12=50$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a Vandermonde: after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columns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a Vandermonde: 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columns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 x,\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$x=r,r+1,r+2$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$\left(1,x,x(x+1)\right)$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$x=r,r+1,r+2$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$D_r=\left|\begin{matrix}1&amp;x_1&amp;x_1^2\\1&amp;x_2&amp;x_2^2\\1&amp;x_3&amp;x_3^2\end{matrix}\right|=(x_2-x_1)(x_3-x_1)(x_3-x_2)$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$x_i=r,r+1,r+2$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$D_r=(1)(2)(1)=2$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$S=\sum\frac{2}{r(r+1)(r+2)}=\frac12$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$100S=50$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Second-difference row operation: for rows given by consecutive values of a quadratic,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successive differences are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Second-difference row operation: for rows given by consecutive values of a quadratic,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$R_3-2R_2+R_1$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successive differences are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$\left|\begin{matrix}1&amp;x_1&amp;x_1^2\\1&amp;x_2&amp;x_2^2\\1&amp;x_3&amp;x_3^2\end{matrix}\right|=(x_2-x_1)(x_3-x_1)(x_3-x_2)$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$\frac{1}{r(r+1)(r+2)}=\frac12\left[\frac{1}{r(r+1)}-\frac{1}{(r+1)(r+2)}\right]$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$\sum_{r\ge1}\frac{1}{r(r+1)(r+2)}=\frac14$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$\sum_{r\ge1}\frac{1}{r(r+1)\cdots(r+m)}=\frac{1}{m\cdot 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$t_k=\tan\left(\frac{\theta_k}{2}\right)$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$\theta_k\in\left(0,\frac\pi2\right)$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$\frac{2t_k}{1+t_k^2}=\frac{4}{k(k+1)(k+2)}$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$45\times\sum_{k=1}^{8}\sin(\theta_k)$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76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Half-angle tangent substitution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Telescoping sum by partial fractions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76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Half-angle tangent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Telescoping sum by partial fractions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$\frac{2\tan(\theta/2)}{1+\tan^2(\theta/2)}=\sin\theta$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$\sin\theta_k=\frac{4}{k(k+1)(k+2)}$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into partial fractions (telescoping):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$\sin\theta_k=\frac{2t_k}{1+t_k^2}=\frac{4}{k(k+1)(k+2)}$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into partial fractions (telescoping):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$T_k=\frac{4}{k(k+1)(k+2)}=4\cdot\frac12\left[\frac{1}{k(k+1)}-\frac{1}{(k+1)(k+2)}\right]=2\left[\frac{1}{k(k+1)}-\frac{1}{(k+1)(k+2)}\right]$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$S=\sum_{k=1}^{8}T_k=2\sum_{k=1}^{8}\left[\frac{1}{k(k+1)}-\frac{1}{(k+1)(k+2)}\right]$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$S=2\left[\left(\frac{1}{1\cdot2}-\frac{1}{2\cdot3}\right)+\left(\frac{1}{2\cdot3}-\frac{1}{3\cdot4}\right)+\cdots+\left(\frac{1}{8\cdot9}-\frac{1}{9\cdot10}\right)\right]$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$S=2\left[\frac{1}{1\cdot2}-\frac{1}{9\cdot10}\right]=2\left[\frac12-\frac{1}{90}\right]=2\cdot\frac{44}{90}=\frac{44}{45}$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$45\times S=45\times\frac{44}{45}=44$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closed form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closed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$\sum_{k=1}^{n}\frac{1}{k(k+1)(k+2)}=\frac{n(n+3)}{4(n+1)(n+2)}$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result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$\sin\theta_k=\frac{4}{k(k+1)(k+2)}$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$\sum_{k=1}^{8}\sin\theta_k=4\sum_{k=1}^{8}\frac{1}{k(k+1)(k+2)}$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result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$\sum_{k=1}^{n}\frac{1}{k(k+1)(k+2)}=\frac14-\frac{1}{2(n+1)(n+2)}=\frac{n(n+3)}{4(n+1)(n+2)}$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$\frac{8\cdot11}{4\cdot9\cdot10}=\frac{88}{360}$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(Existence: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well defined.)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$4\cdot\frac{88}{360}=\frac{44}{45}$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$45\times\frac{44}{45}=44$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(Existence: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$\sin\theta_k\le\frac23&lt;1$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$\theta_k\in\left(0,\frac\pi2\right)$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$t_k=\tan\frac{\theta_k}{2}$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well defined.)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given values are admissible: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and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unique, so the sum is well 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$\sin\theta=\frac{2t}{1+t^2},\ \cos\theta=\frac{1-t^2}{1+t^2},\ \tan\theta=\frac{2t}{1-t^2}$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$\sum_{k=1}^{n}\frac{1}{k(k+1)(k+2)}=\frac{n(n+3)}{4(n+1)(n+2)}\to\frac14$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given values are admissible: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$\frac{2t}{1+t^2}\le1$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and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$\frac{4}{k(k+1)(k+2)}\le\frac23$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unique, so the sum is well 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infinite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infinite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$S=\sum_{n=1}^{\infty}\frac{3n+10}{n(n+1)(n+2)}$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an infinite series by partial fractions (method of differences)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$3n+10=5(n+2)-2n$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$\frac{3n+10}{n(n+1)(n+2)}=\frac{5}{n(n+1)}-\frac{2}{(n+1)(n+2)}$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the numerator in terms of factors of the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$T_n=\frac{3n+10}{n(n+1)(n+2)}$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the numerator in terms of factors of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$3n+10=5(n+2)-2n$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$T_n=\frac{5(n+2)-2n}{n(n+1)(n+2)}=\frac{5}{n(n+1)}-\frac{2}{(n+1)(n+2)}$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into telescoping differences: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sum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into telescoping differences: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$T_n=5\left(\frac1n-\frac{1}{n+1}\right)-2\left(\frac{1}{n+1}-\frac{1}{n+2}\right)$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sum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$S=5\sum_{n=1}^{\infty}\left(\frac1n-\frac{1}{n+1}\right)-2\sum_{n=1}^{\infty}\left(\frac{1}{n+1}-\frac{1}{n+2}\right)$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$S=5(1)-2\left(\frac12\right)=5-1=4$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Cover-up rule for 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telescope with weights.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Cover-up rule for partial fractions: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$\frac{3n+10}{n(n+1)(n+2)}=\frac{A}{n}+\frac{B}{n+1}+\frac{C}{n+2}$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telescope with weights.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(cover-up rule);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harmonic term beyond the first few cancels because the coefficients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$A=\frac{3(0)+10}{(1)(2)}=5$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$B=\frac{3(-1)+10}{(-1)(1)}=-7$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$C=\frac{3(-2)+10}{(-2)(-1)}=2$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(cover-up rule);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$S=\sum_{n\ge1}\left(\frac5n-\frac7{n+1}+\frac2{n+2}\right)$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harmonic term beyond the first few cancels because the coefficients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 the coefficient of each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 the coefficient of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$5-7=-2$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$\frac{-2}{2}=-1$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$5-7+2=0$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converges and telescopes when the partial-fraction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guaranteed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Cover-up rule: the coefficient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deleting that factor from the denominator and evaluating the rest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terms uncancelled):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first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later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decrease, so a total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plausible.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$\sum\frac{p(n)}{n(n+1)(n+2)}$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converges and telescopes when the partial-fraction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guaranteed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Cover-up rule: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deleting that factor from the denominator and evaluating the rest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$\sum_n\left(\frac{A}{n}+\frac{B}{n+1}+\frac{C}{n+2}\right)$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terms uncancelled):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$5+\frac{5-7}{2}=4$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$\frac{13}{6}\approx2.17$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later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$\frac{16}{24},\frac{19}{60},\dots$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decrease, so a total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plausible.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the determinant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$T_k=\left|\begin{matrix}k&amp;k^2+1&amp;2\\1&amp;1&amp;2\\k+1&amp;k^2&amp;2\end{matrix}\right|$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$S_n=\sum_{k=1}^{n}T_k$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by row operations, Summation of polynomial series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by row operations, Summation of polynomial series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k,\ \sum 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third column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third column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$(2,0,0)^T$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third column: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$T_k=\left|\begin{matrix}k&amp;k^2+1&amp;2\\1-k&amp;-k^2&amp;0\\1&amp;-1&amp;0\end{matrix}\right|$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third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$T_k=2\left[(1-k)(-1)-(-k^2)(1)\right]=2\left(k-1+k^2\right)=2k^2+2k-2$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$S_{10}=\sum_{k=1}^{10}T_k=\sum_{k=1}^{10}\left(2k^2+2k-2\right)=2\sum k^2+2\sum k-\sum2$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$\sum_{k=1}^{10}k^2=385$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$\sum_{k=1}^{10}k=55$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$S_{10}=2(385)+2(55)-20=770+110-20=860$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column 3 and use the all-ones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clear the other 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column 3 and use the all-ones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clear the other 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$T_k=2\left|\begin{matrix}k&amp;k^2+1&amp;1\\1&amp;1&amp;1\\k+1&amp;k^2&amp;1\end{matrix}\right|$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$(k-1,\ k^2,\ 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$(k,\ k^2-1,\ 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middle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survives, with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middle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survives, with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$T_k=-2\left[(k-1)(k^2-1)-k^2\cdot k\right]=-2\left[-k^2-k+1\right]=2k^2+2k-2$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$S_n=\frac{n(n+1)(2n+1)}{3}+n(n+1)-2n$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$S_{10}=\frac{10\cdot11\cdot21}{3}+110-20=770+90=860$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rows (or columns) that share an entry pattern is the fastest way to create zeros; a column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rows are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yields a polynomial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degree is bounded by the total degree of the dominant diagonal term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rows (or columns) that share an entry pattern is the fastest way to create zeros; a column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$(c,0,0)^T$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$\sum_{k=1}^{n}k^2=\frac{n(n+1)(2n+1)}{6}$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$\sum_{k=1}^{n}k^3=\left[\frac{n(n+1)}{2}\right]^2$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rows are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yields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degree is bounded by the total degree of the dominant diagonal term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$S_n=\frac{2n^3+6n^2-2n}{3}$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$S_{10}=\frac{2000+600-20}{3}=860$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RPT 01 Paper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