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1.0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3.0</c:v>
                </c:pt>
                <c:pt idx="6">
                  <c:v>2.0</c:v>
                </c:pt>
                <c:pt idx="7">
                  <c:v>1.0</c:v>
                </c:pt>
                <c:pt idx="8">
                  <c:v>2.0</c:v>
                </c:pt>
                <c:pt idx="9">
                  <c:v>1.0</c:v>
                </c:pt>
                <c:pt idx="10">
                  <c:v>2.0</c:v>
                </c:pt>
                <c:pt idx="11">
                  <c:v>2.0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2.0</c:v>
                </c:pt>
                <c:pt idx="16">
                  <c:v>3.0</c:v>
                </c:pt>
                <c:pt idx="17">
                  <c:v>2.0</c:v>
                </c:pt>
                <c:pt idx="18">
                  <c:v>1.0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wrote (n+1)/(r+1)=55/34 (should be 55/35=11/7) and equation (2) as 3n-5r=4 (should be 3n-5r=0 because n/r=35/21=5/3). Solving the PDF's own equations gives r=-8, so its 'r=6, n=10' did not follow; with the corrected equations r=6, n=10 and the answer 50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figure labels the count for '7 not in the first place' as 3C1 x 9 x 9 x 9 (=2187). The correct factor is 3C1 x 8 x 9 x 9, because the first digit cannot be 0 or 7 (8 choices). The PDF's total 1944 and all later numbers (2673, 873, 97/297) are correct; verified by brute force over 1000-9999.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first-throw gain is written as 1/2 x 100 (should be 1/3 x 100), the case 'three throws all losing' (net -150, probability 8/27) is missing (it lists only 'two loss + 1 gain'), and it never adds the contributions - it just states 'overall gain/loss = 0'. Corrected working lists all four outcomes and sums them; final answer 0 is unchanged and checked with exact fractions.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only states 'r must be a multiple of 12' and 'max r = 12(182) = 2184', and then writes 2184. It never uses the second condition 3 | (n-r) (hence 3 | n) nor shows that n = 2184 is the least value; it should state n lies in [2184, 2195] and 3 | n. The answer 2184 is unchanged (verified by brute force).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sum of squares as 2^2+5^2+8^2+11^3+14^2+17^2 (a typo: 11^3 instead of 11^2). The value it then uses, 699, is the correct sum of squares (4+25+64+121+196+289), so every later line and the answer 210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Algebra 02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for a correct answer (assumed) · 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rational terms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18817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33845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3763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rational terms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$\left(2+\sqrt3\right)^8$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$18817$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$33845$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$16923$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$3763$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General term and rational terms in a binomial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term is rational exactly when the power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term is rational exactly when the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only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rational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$\left(2+\sqrt3\right)^8$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$T_{r+1}={}^8C_r\,2^{8-r}\left(\sqrt3\right)^r$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$\left(\sqrt3\right)^r$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only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$r=0,2,4,6,8$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rational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$={}^8C_0\,2^8+{}^8C_2\,2^6\left(\sqrt3\right)^2+{}^8C_4\,2^4\left(\sqrt3\right)^4+{}^8C_6\,2^2\left(\sqrt3\right)^6+{}^8C_8\left(\sqrt3\right)^8$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five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18817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five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$28\cdot64\cdot3=5376$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$70\cdot16\cdot9=10080$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$28\cdot4\cdot27=3024$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$=256+5376+10080+3024+81=18817$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18817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half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obeys a simple recurrence.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$(2+\sqrt3)^8$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half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$(2+\sqrt3)^8+(2-\sqrt3)^8$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obeys a simple recurrence.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odd-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in the sum, the even-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(rational) terms double.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required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$a=2+\sqrt3,\ b=2-\sqrt3$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odd-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$(2+\sqrt3)^8$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$(2-\sqrt3)^8$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in the sum, the even-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(rational) terms double.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required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$\frac12\left(a^8+b^8\right)=\frac12 S_8$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$S_n=a^n+b^n$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$ab=4-3=1$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$S_n=4S_{n-1}-S_{n-2}$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$S_0=2,\ S_1=4$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37634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37634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18817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$S_2=14,\ S_3=52,\ S_4=194,\ S_5=724,\ S_6=2702,\ S_7=10084,\ S_8=37634$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$=\frac12(37634)=18817$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18817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rational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irrational, the rational part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irrational part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'sum of rational terms' of an expansion with a surd means pairing with the conjugate expansion.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$(p+q\sqrt s)^n$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rational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irrational, the rational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$\frac12\left[(p+q\sqrt s)^n+(p-q\sqrt s)^n\right]$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irrational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$\frac12\left[(p+q\sqrt s)^n-(p-q\sqrt s)^n\right]$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$S_n=a^n+b^n$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$S_n=(a+b)S_{n-1}-abS_{n-2}$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$a+b=4,\ 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'sum of rational terms' of an expansion with a surd means pairing with the conjugate expansion.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r\le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${}^{n+1}C_{r+1}:{}^nC_r:{}^{n-1}C_{r-1}=55:35:21$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$2n+5r$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coefficients: ratios of consecutive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each coefficient as a multiple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each coefficient as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${}^nC_r$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$\frac{n+1}{r+1}\,{}^nC_r$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rn\,{}^nC_r$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two terms: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two terms: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${}^{n+1}C_{r+1}=\frac{n+1}{r+1}\,{}^nC_r$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${}^{n-1}C_{r-1}=\frac rn\,{}^nC_r$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$\frac{n+1}{r+1}\,{}^nC_r:{}^nC_r:\frac rn\,{}^nC_r=55:35:21$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two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$\frac{n+1}{r+1}=\frac{55}{35}=\frac{11}{7}$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$7(n+1)=11(r+1)$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$7n-11r=4$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two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nr=\frac{35}{21}=\frac53$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$3n=5r$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$3n-5r=0$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in (1):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$n=\frac{5r}{3}$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$\frac{35r}{3}-11r=4\Rightarrow\frac{2r}{3}=4$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$2n+5r=20+30=50$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nr=\frac53$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$n=5k,\ r=3k$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$2n+5r=25k$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${}^nC_r:{}^{n-1}C_{r-1}=\frac nr$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nr=\frac{35}{21}=\frac53$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$n=5k,\ r=3k$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$2n+5r=10k+15k=25k$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$55,\,60,\,62,\,50$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$n=10,\ 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$\frac{n+1}{r+1}=\frac{11}{7}=\frac{55}{35}$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consecutive coefficients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one ratio of non-adjacent type gives a ratio such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ratio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divisibility of the target expression can eliminate options immediately.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$\binom{n+1}{r+1}=\frac{n+1}{r+1}\binom nr$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\binom{n-1}{r-1}=\frac rn\binom nr$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\binom n{r}=\frac{n-r+1}{r}\binom n{r-1}$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consecutive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n{r+1}:\binom nr=(n-r):(r+1)$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linear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one ratio of non-adjacent type gives a ratio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ratio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$n:r=5:3$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$n=5k,r=3k$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divisibility of the target expression can eliminate options immediately.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$z=\frac{\sqrt3}{2}+\frac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$\left(1+iz+z^5+iz^8\right)^9$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$(-1+2i)^9$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Complex numbers: polar form and cube roots of unity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cube root of unity,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$z=-i\omega$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cube root of unity,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$iz=\omega$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non-real cube root of unity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$z=\frac{\sqrt3}{2}+\frac i2=-i\left(-\frac12+\frac{\sqrt3}{2}i\right)=-i\omega$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non-real cube root of unity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$\omega^3=1,\ 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$iz=i(-i\omega)=\omega$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$z^5=(-i)^5\omega^5=-i\omega^2$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$z^8=(-i)^8\omega^8=\omega^2$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$iz^8=i\omega^2$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$1+iz+z^5+iz^8=1+\omega-i\omega^2+i\omega^2=1+\omega$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$\left(1+iz+z^5+iz^8\right)^9=(-\omega^2)^9$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$(-\omega^2)^9=-\omega^{18}=-1$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−1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polar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terms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antipodal points and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polar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$z=e^{i\pi/6}$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$iz^8$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antipodal points and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$z=\cos\frac\pi6+i\sin\frac\pi6=e^{i\pi/6}$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$i=e^{i\pi/2}$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$iz=e^{i(\pi/2+\pi/6)}=e^{i2\pi/3}$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z^5=e^{i5\pi/6}$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iz^8=e^{i(\pi/2+4\pi/3)}=e^{i11\pi/6}$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$z^5+iz^8=e^{i5\pi/6}+e^{i11\pi/6}=e^{i5\pi/6}\left(1+e^{i\pi}\right)=0$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$1+e^{i2\pi/3}=1+\left(-\frac12+\frac{\sqrt3}2i\right)=\frac12+\frac{\sqrt3}{2}i=e^{i\pi/3}$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$\left(e^{i\pi/3}\right)^9=e^{i3\pi}=-1$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−1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rotates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unusual powers of a number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convert to polar form or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expanding.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$\frac{\sqrt3}2+\frac i2=e^{i\pi/6}$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$e^{i\theta}+e^{i(\theta+\pi)}=0$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$1+\omega=-\omega^2=e^{i\pi/3}$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$(1+\omega)^6=1$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unusual powers of a number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$\frac{\sqrt3}2\pm\frac 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convert to polar form or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i^k\omega^m$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expanding.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remainder,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remainder,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$7^{103}$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remainders and divisibility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the base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𝑚𝑢𝑙𝑡𝑖𝑝𝑙𝑒 𝑜𝑓 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𝑠𝑚𝑎𝑙𝑙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via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the base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$(\text{multiple of }23)\pm\text{small}$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$343=345-2$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$2^{34}$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via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$256=253+3$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$7^{103}=7\left(7^{102}\right)=7(343)^{34}=7(345-2)^{34}$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$345=23\cdot15$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$7^{103}=23K_1+7\cdot2^{34}$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$7\cdot2^{34}=7\cdot2^2\cdot2^{32}=28\cdot(256)^4=28(253+3)^4$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$253=23\cdot11$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$(253+3)^4=23(\cdot)+3^4=23(\cdot)+81$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$28\times81\Rightarrow(23+5)(69+12)$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$23K_2+5\cdot12=23K_2+60$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$60=2\cdot23+14$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Euler's criterion: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exponent can be cut down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Euler's criterion: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$7^{11}\equiv-1\pmod{23}$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$7^{22}\equiv1$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exponent can be cut down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23: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23: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$7^2=49\equiv3$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7^4\equiv9$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7^8\equiv81\equiv12$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$7^{11}=7^8\cdot7^2\cdot7\equiv12\cdot3\cdot7=252\equiv-1\pmod{23}$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$252=11\cdot23-1$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$7^{22}\equiv1$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$103=4\cdot22+15$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$7^{103}\equiv7^{15}$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$7^{15}=7^{11}\cdot7^4\equiv(-1)(9)=-9\equiv14\pmod{23}$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Fermat: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prime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Euler's criterion: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according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residue or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method: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last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the exponent modulo the order of the base (a divisor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finding the first power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shortens everything.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Fermat: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$a^{p-1}\equiv1\pmod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prime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$p\nmid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Euler's criterion: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$a^{(p-1)/2}\equiv\pm1$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according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residue or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method: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$a^k=(Mp\pm c)^m$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last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c)^m$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the exponent modulo the order of the base (a divisor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finding the first power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shortens everything.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651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dice are thrown independently.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 that the number appeared on the 1st die is less than the number appeared on the 2nd die,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 that the number appeared on the 1st die is even and that on the second die is odd,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 that the number appeared on the 1st die is odd and that on the 2nd is even.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number of favourable cases of the event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mutually exclusive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number of favourable cases of the events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651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dice are thrown independently.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 that the number appeared on the 1st die is less than the number appeared on the 2nd die,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 that the number appeared on the 1st die is even and that on the second die is odd,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 that the number appeared on the 1st die is odd and that on the 2nd is even.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number of favourable cases of the event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$(A\cup B)\cap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mutually exclusive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number of favourable cases of the events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Events: mutually exclusive, independent, counting favourable cases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the parity conditions on the 1st die clash.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$(A\cup B)\cap C=(A\cap C)\cup(B\cap 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$B\cap C=\varnothing$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the parity conditions on the 1st die clash.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sample space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1𝑠𝑡 𝑑𝑖𝑒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2𝑛𝑑 𝑑𝑖𝑒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2nd,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(even, odd),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(odd, even).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sample space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$(\text{1st die},\text{2nd die})$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2nd,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(even, odd),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(odd, even).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$n(B)=3\times3=9$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$n(C)=3\times3=9$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false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false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false: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n(A\cap C)=6$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n(B\cap 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n(A\cap B\cap 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$n\big((A\cup B)\cap C\big)=n(A\cap C)+n(B\cap C)-n(A\cap B\cap C)=6+0-0=6$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false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B)=3\ne0$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false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$n(B)=n(C)=9$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false: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$P(B\cap 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$P(B)P(C)=\frac14\cdot\frac14\ne0$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symmetry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complement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symmetry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$n(A\cap 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complement inside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pairs with equal numbers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symmetry between the two dice,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outcomes (odd, even).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numbers are never equal (different parity), so each outcome is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in 'first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second'.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pairs with equal numbers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symmetry between the two dice,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$n(1\text{st}&lt;2\text{nd})=n(1\text{st}&gt;2\text{nd})=\frac{36-6}{2}=15$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outcomes (odd, even).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numbers are never equal (different parity), so each outcome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in 'first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second'.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first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second: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answer, option (A)).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$(3,2),(5,2),(5,4)$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C)=9-3=6$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$B\cap C=\varnothing$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$n\big((A\cup B)\cap C\big)=6$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answer, option (A)).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fair dice,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2𝑛𝑑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𝑒𝑞𝑢𝑎𝑙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(15 of 36 outcomes).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events that fix different values or parities of the same die are mutually exclusive.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Mutually exclusive events with non-zero probability are never independent: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fair dice,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$P(\text{1st}&lt;\text{2nd})=\frac{1-P(\text{equal})}{2}=\frac5{12}$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(15 of 36 outcomes).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$(A\cup B)\cap C=(A\cap C)\cup(B\cap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events that fix different values or parities of the same die are mutually exclusive.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Mutually exclusive events with non-zero probability are never independent: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$P(B\cap C)=0\ne P(B)P(C)$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natural numbers whose exactly one digit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probability that a randomly chosen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natural numbers whose exactly one digit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probability that a randomly chosen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$\frac{97}{297}$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$\frac{122}{297}$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numbers with digit restrictions, Classical probability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division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last digit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count by the position of the single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keeping the first digit non-zero.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Remainder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division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last digit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count by the position of the single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keeping the first digit non-zero.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Sample space: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place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of the other three places: the first digit is non-zero and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ways), the other two free digits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each: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Event: the last digit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three digits contain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Sample space: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place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$1\times9\times9\times9=729$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of the other three places: the first digit is non-zero and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ways), the other two free digits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${}^3C_1\times8\times9\times9=1944$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$n(S)=729+1944=2673$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Event: the last digit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three digits contain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$8\times9\times9=648$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place: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2nd or 3rd place: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873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2673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place: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$7\_\_2$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$9\times9=81$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2nd or 3rd place: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${}^2C_1\times8\times9=144$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$n(E)=648+81+144=873$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$P(E)=\frac{873}{2673}=\frac{97}{297}$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297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$\frac{97}{297}$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all digit strings (leading zero allowed) with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subtract the strings that begin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all digit strings (leading zero allowed) with exactly one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subtract the strings that begin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Strings of 4 digits with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its position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ways), other three digits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Those with leading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three places contain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three free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among the first three):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Strings of 4 digits with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its position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ways), other three digits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$4\cdot9^3=2916$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Those with leading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three places contain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$3\cdot9^2=243$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$n(S)=2916-243=2673$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three free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$9^3=729$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among the first three):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$3\cdot9^2=243$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strings starting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middle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middle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873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2673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strings starting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$0\,\_\,\_\,7$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middle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$9^2=81$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$0\,\_\,\_\,2$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middle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$2\cdot9=18$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$n(E)=972-81-18=873$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$P=\frac{873}{2673}=\frac{97}{297}$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297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$\frac{97}{297}$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strings (zeros allowed) with exactly one given digit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 the ones with leading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on division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depends only on the last digit: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condition involves the last digit and a digit-count condition, split on whether the special digit sits in the last place.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strings (zeros allowed) with exactly one given digit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$n\cdot9^{n-1}$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 the ones with leading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on division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depends only on the last digit: 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condition involves the last digit and a digit-count condition, split on whether the special digit sits in the last place.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$\sum_{r=1}^{9}\left(\frac{r+3}{2^r}\right){}^9C_r=\alpha\left(\frac32\right)^9-\beta$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summation of series involving binomial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sum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$r\,{}^9C_r=9\,{}^8C_{r-1}$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sum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sum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second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</m:e>
                        </m:nary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$\sum_{r=1}^{9}\left(\frac{r+3}{2^r}\right){}^9C_r=\sum_{r=1}^9\frac{r}{2^r}\,{}^9C_r+\sum_{r=1}^9\frac3{2^r}\,{}^9C_r$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$r\,{}^9C_r=9\,{}^8C_{r-1}$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$\sum_{r=1}^{9}\frac{9}{2^r}\,{}^8C_{r-1}$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$3\sum_{r=1}^9{}^9C_r\left(\frac12\right)^r$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$=\frac92\sum_{r=1}^9{}^8C_{r-1}\left(\frac12\right)^{r-1}$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second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$=3\left(\sum_{r=0}^{9}{}^9C_r\left(\frac12\right)^r-1\right)$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theorem: first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second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theorem: first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$=\frac92\left(1+\frac12\right)^8$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second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$=3\left(\left(1+\frac12\right)^9-1\right)$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$=\frac92\left(\frac32\right)^8+3\left(\frac32\right)^9-3=3\left(\frac32\right)^9+3\left(\frac32\right)^9-3$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$6\left(\frac32\right)^9-3$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$\alpha=6,\ 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the weights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a binomial probability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an expectation.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the weights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$\binom9r\left(\frac12\right)^r$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$\left(\frac32\right)^9$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a binomial probability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an expectation.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full sum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$\left(\frac32\right)^9\binom9r\left(\frac13\right)^r\left(\frac23\right)^{9-r}=\binom9r\frac{2^{9-r}}{2^9}=\binom9r\left(\frac12\right)^r$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$\sum_{r=0}^{9}(r+3)\binom9r\frac1{2^r}=\left(\frac32\right)^9E[R+3]$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$R\sim\mathrm{Bin}\left(9,\frac13\right)$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$E[R]=9\cdot\frac13=3$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full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$\left(\frac32\right)^9(3+3)=6\left(\frac32\right)^9$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sum starts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subtract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result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sum starts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subtract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$\frac{3}{1}\binom90=3$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result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$6\left(\frac32\right)^9-3$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$\alpha=6,\ 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weighted binomial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an expectation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58281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the term-by-term sum.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$\sum_{r=0}^n\binom nrx^r=(1+x)^n$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$\sum_{r=0}^n r\binom nrx^r=nx(1+x)^{n-1}$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nrx^r=(1+x)^n\binom nrp^rq^{n-r}$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 x{1+x},\ q=\frac1{1+x}$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weighted binomial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an expectation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$\mathrm{Bin}(n,p)$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$x=\frac12,\ p=\frac13$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$6\left(\frac32\right)^9-3=\frac{58281}{256}$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the term-by-term sum.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three of the six vertices of a regular hexagon are chosen at random, then the probability that the triangle formed with these chosen vertices is equilateral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three of the six vertices of a regular hexagon are chosen at random, then the probability that the triangle formed with these chosen vertices is equilateral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Classical probability: favourable triangles from vertices of a regular hexagon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alternate vertices form an equilateral triangle, so exactly two triangles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qualify.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alternate vertices form an equilateral triangle, so exactly two triangles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$BDF$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qualify.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 the hexagon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two equilateral triangles can be formed from its vertices: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ways to choose three vertices: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 the hexagon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$ABCDEF$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two equilateral triangles can be formed from its 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ACE$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BDF$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ways to choose three 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${}^6C_3=20$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$=\frac{2}{{}^6C_3}=\frac2{20}=\frac1{10}$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equilateral triangles by rotational symmetry: such a triangle must have vertices exactly two steps apart.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of a regular hexagon lie on a circle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steps; an equilateral inscribed triangle has arcs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its vertices.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its vertices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starting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of a regular hexagon lie on a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steps; an equilateral inscribed triangle has arcs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its vertices.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its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$V_i,V_{i+2},V_{i+4}$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starting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$i\in\{1,\dots,6\}$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triangle arises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of starting vertex, so the number of triangles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triangle arises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of starting vertex, so the number of triangles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$P=\frac2{\binom63}=\frac2{20}=\frac1{10}$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regular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-gon, equilateral triangles from the vertices exist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triangles from the vertices of a convex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𝑒𝑞𝑢𝑖𝑙𝑎𝑡𝑒𝑟𝑎𝑙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regular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-gon, equilateral triangles from the vertices exist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triangles from the vertices of a convex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$P(\text{equilateral})=\frac{n/3}{\binom n3}$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$\frac1{55}$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unbiased coin is tossed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 Suppose that a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assigned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heads are obtained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expected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unbiased coin is tossed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 Suppose that a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assigned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heads are obtained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expected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Random variable: probability distribution and mathematical expectation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sequences with a run of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heads; every other outcome (probability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sequences with a run of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heads; every other outcome (probability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HHHHH.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HHHHT or THHHH.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HHHTT, HHHTH, THHHT, TTHHH, HTHHH.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$P(X=5)=\frac1{32}$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HHHHH.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$P(X=4)=\frac2{32}$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HHHHT or THHHH.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$P(X=3)=\frac5{32}$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HHHTT, HHHTH, THHHT, TTHHH, HTHHH.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𝑛𝑜𝑛𝑒 𝑜𝑓 𝑡ℎ𝑒𝑠𝑒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$P(\text{none of these})=1-\frac8{32}=\frac34$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$E(X)=\sum x_ip(x_i)=5\times\frac1{32}+4\times\frac2{32}+3\times\frac5{32}-1\times\frac34$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$E(X)=\frac{5+8+15}{32}-\frac{24}{32}=\frac4{32}=\frac18$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with tail probabilities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𝑟𝑢𝑛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tail-sum formula for expectation, avoiding listing the exact-run sequences.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with tail probabilities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$P(\text{run}\ge 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tail-sum formula for expectation, avoiding listing the exact-run sequences.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'otherwise'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Sequences with a run of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heads: inclusion-exclusion on blocks HHH at positions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heads in a row: HHHHT, THHHH, HHHHH,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'otherwise'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$E[X]=E[Y]-1$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Sequences with a run of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heads: inclusion-exclusion on blocks HHH at positions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$1\text{-}3,\,2\text{-}4,\,3\text{-}5$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$12-(2+2+1)+1=8$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$P(\ge3)=\frac8{32}$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heads in a row: HHHHT, THHHH, HHHHH,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Tail-sum: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Tail-sum: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$E[Y]=4P(\ge3)+1\cdot P(\ge4)+1\cdot P(\ge5)=\frac{32+3+1}{32}=\frac98$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$E[X]=\frac98-1=\frac18$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variable taking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jump variable use the weighted version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binary strings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heads is tribonacci: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strings contain HHH.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'Otherwise' cases are cheapest as a complement: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𝑙𝑖𝑠𝑡𝑒𝑑 𝑣𝑎𝑙𝑢𝑒𝑠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variable taking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$E[Y]=\sum_{k\ge1}P(Y\ge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jump variable use the weighted version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$E[Y]=\sum_k(y_k-y_{k-1})P(Y\ge y_k)$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binary strings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heads is tribonacci: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$1,2,4,7,13,24$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$n=0,\dots,5$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$32-24=8$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strings contain HHH.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'Otherwise' cases are cheapest as a complement: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$1-P(\text{listed values})$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39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outcome of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was observed;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gave an outcome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gave outcome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and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gave outcome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each. If the variance of this outcome data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39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outcome of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was observed;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gave an outcome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gave outcome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and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items gave outcome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each. If the variance of this outcome data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$|d|$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7273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Statistics: variance and its properties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Variance does not change when the data is shifted, so shift everything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Variance does not change when the data is shifted, so shift everything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$-d,0,d$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is independent of origin, so shift the data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values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shifted mean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is independent of origin, so shift the data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shifted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$\sigma^2=\frac{10d^2+10\times0^2+10d^2}{30}-(0)^2=\frac{2d^2}{3}$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$\frac{2d^2}{3}=\frac43$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$|d|=\sqrt2$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pairwise identity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needs no mean at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pairwise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$\sigma^2=\frac1{n^2}\sum_{i&lt;j}(x_i-x_j)^2$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needs no mean at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data,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between the groups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pairs, each with squared difference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with squared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pairs inside a group contribute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data,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$\sum_{i&lt;j}(x_i-x_j)^2=n\sum x_i^2-\left(\sum x_i\right)^2=n^2\sigma^2$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between the groups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$\left(\frac12-d,\frac12\right)$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$10\times10=100$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pairs, each with squared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$\left(\frac12,\frac12+d\right)$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$\left(\frac12-d,\frac12+d\right)$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with squared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pairs inside a group contribute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$=100d^2+100d^2+400d^2=600d^2$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$\sigma^2=\frac{600d^2}{900}=\frac{2d^2}3$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$\frac{2d^2}3=\frac43\Rightarrow d^2=2$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$|d|=\sqrt2$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is unchanged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scales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numbers of observations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variance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variance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is unchanged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scales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numbers of observations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$m-d,\,m,\,m+d$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$\frac{2d^2}3$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$m\pm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$\sigma^2=\frac1{n^2}\sum_{i&lt;j}(x_i-x_j)^2$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$\frac14\cdot4=1$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 of choosing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objects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objects of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identical and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 of 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objects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objects of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identical and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$2^{20}+1$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$2^{20}-1$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Selections of objects: identical and distinct objects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selection is fixed by how many distinct objects are taken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identical ones fill the rest. Then use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selection is fixed by how many distinct objects are taken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$k\le10$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identical ones fill the rest.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$\sum_{k\le10}{}^{21}C_k=\frac{2^{21}}2$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 for an identical object and D for a distinct object. A selection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...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 for an identical object and D for a distinct object. A selection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$(10I,0D)$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$(9I,1D)$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$(8I,2D)$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...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$(0I,10D)$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$1+{}^{21}C_1+{}^{21}C_2+\dots+{}^{21}C_{10}$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$\sum_{k=0}^{10}{}^{21}C_k$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half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ways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${}^{21}C_k={}^{21}C_{21-k}$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$k=0,\dots,10$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half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$\sum_{k=0}^{21}{}^{21}C_k=2^{21}$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ways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$\frac{2^{21}}2=2^{20}$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$2^{20}$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(Pascal) and use the symmetry of the even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${}^{21}C_k={}^{20}C_k+{}^{20}C_{k-1}$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(Pascal) and use the symmetry of the even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with a middle term: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$\sum_{k=0}^{10}{}^{21}C_k=\sum_{k=0}^{10}{}^{20}C_k+\sum_{k=0}^{10}{}^{20}C_{k-1}=\sum_{k=0}^{10}{}^{20}C_k+\sum_{j=0}^{9}{}^{20}C_j$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with a middle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$\sum_{k=0}^{10}{}^{20}C_k=\frac{2^{20}+{}^{20}C_{10}}2$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the middle terms cancel and the total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$\sum_{j=0}^{9}{}^{20}C_j=\frac{2^{20}-{}^{20}C_{10}}2$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the middle terms cancel and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$\frac{2^{20}}2+\frac{2^{20}}2=2^{20}$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$2^{20}$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objects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plus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 ones: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count of selections with identicals: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objects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plus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 ones: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$\sum_{k=0}^{r}\binom nk$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$\sum_{k=0}^{(n-1)/2}\binom nk=2^{n-1}$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$\sum_{k=0}^{n/2-1}\binom nk=\frac{2^n-\binom n{n/2}}2$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count of selections with identicals: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$\left(1+x+\dots\right)(1+x)^n$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game, a man wins Rs.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he gets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throw of a fair die and loses Rs.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getting any other number on the die. If he decides to throw the die either till he gets a five or a six or to a maximum of three throws, then his expected gain/loss (in rupees)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gain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loss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game, a man wins Rs.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he gets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throw of a fair die and loses Rs.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getting any other number on the die. If he decides to throw the die either till he gets a five or a six or to a maximum of three throws, then his expected gain/loss (in rupees)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$\frac{400}3$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gain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$\frac{400}3$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loss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$\frac{400}9$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Mathematical expectation: expected gain in a repeated game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outcomes of the stopping rule with their net gains: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probabilities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outcomes of the stopping rule with their net gains: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$+100$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$+50$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$-150$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probabilities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$\frac13,\frac29,\frac4{27},\frac8{27}$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𝑜𝑟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throw;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Stops on the 1st throw: net gain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contribution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Stops on the 2nd throw: one loss then a win, net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contribution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$P(5\text{ or }6)=\frac13$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throw;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Stops on the 1st throw: net 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contribution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$\frac13\times100$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Stops on the 2nd throw: one loss then a win, net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$-50+100=50$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$\frac23\cdot\frac13=\frac29$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contribution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$\frac29\times50$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Stops on the 3rd throw with a win: two losses then a win, net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contribution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losses: net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probability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gain or loss.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Stops on the 3rd throw with a win: two losses then a win, net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$-100+100=0$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$\frac49\cdot\frac13=\frac4{27}$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contribution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losses: net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$\left(\frac23\right)^3=\frac8{27}$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contribution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$-150\times\frac8{27}$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$E=\frac{100}3+\frac{100}9+0-\frac{400}9=\frac{300+100-400}9=0$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gain or loss.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throw is a fair bet (mean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any bounded stopping rule has expected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(Wald's identity).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throw is a fair bet (mean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any bounded stopping rule has expected total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(Wald's identity).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 throw the payoff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gain is the sum of the payoffs of the throws actually made,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(bounded) number of throws.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 throw the payoff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$=\frac{100}3-\frac{100}3=0$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gain is the sum of the payoffs of the throws actually made,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$G=X_1+\dots+X_N$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(bounded) number of throws.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Whether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throw is made depends only on the earlier throws,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Whether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throw is made depends only on the earlier throws,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$E[X_k\mathbf 1_{N\ge k}]=E[X_k]\,P(N\ge 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$E[G]=\sum_{k=1}^{3}E[X_k]\,P(N\ge k)=0\cdot E[N]=0$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Wald's identity: if the throws are independent with equal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bounded stopping time,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game that is fair per trial stays fair under any stopping rule (no betting strategy changes the mean).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loss were Rs.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instead, the mean per throw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Wald's identity: if the throws are independent with equal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bounded stopping time,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$E[\text{total}]=\mu\,E[N]$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game that is fair per trial stays fair under any stopping rule (no betting strategy changes the mean).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$E[N]=1+\frac23+\frac49=\frac{19}9$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loss were Rs.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instead, the mean per throw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$\frac{100}3-\frac{80}3=\frac{20}3$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$E=\frac{20}3\cdot\frac{19}9=\frac{380}{27}$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number of integral terms in the Binomial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g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g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number of integral terms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$\left(\sqrt[3]7+\sqrt[12]{11}\right)^n$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$2184$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expansion: number of integral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second condition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$T_{r+1}$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$12\mid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$3\mid(n-r)$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second condition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$3\mid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-part is an integer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(whole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-part is an integer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$\left(7^{1/3}+11^{1/12}\right)^n$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$T_{r+1}={}^nC_r\left(7^{1/3}\right)^{n-r}\left(11^{1/12}\right)^{r}$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-part is an integer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$12\mid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(whole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-part is an integer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$3\mid(n-r)$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integral terms is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integral terms is 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$0\le12k\le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 n{12}\right\rfloor+1=183$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 n{12}\right\rfloor=182$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$2184\le n\le2195$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$12\cdot182=2184$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$2184=3\cdot728$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2184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perfect powers),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': solve the count condition for an interval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apply the divisibility constraint to pick the smallest member.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$\left(a^{1/p}+b^{1/q}\right)^n$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perfect powers),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$q\mid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$p\mid(n-r)$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 nm\right\rfloor+1$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': solve the count condition for an interval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apply the divisibility constraint to pick the smallest member.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sample space associated to a random experiment.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$S=\{w_1,w_2,\dots\}$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sample space associated to a random experiment.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$P(w_n)=\frac{P(w_{n-1})}2,\ 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$A=\{2k+3l:k,l\in 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$B=\{w_n:n\in 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$\frac3{64}$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 geometric series, Probability on a countable sample space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total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identify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the missing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$P(w_n)=2^{-n}$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total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identify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$A=N\setminus\{1,2,3,4,6\}$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the missing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$P(w_1)=\lambda$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$P(w_2)=\frac\lambda2,\dots,P(w_n)=\frac\lambda{2^{n-1}}$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$\sum_{k=1}^\infty P(w_k)=\frac{\lambda}{1-\frac12}=1\Rightarrow\lambda=\frac12$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$P(w_n)=\frac1{2^n}$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$A=\{2k+3l:k,l\in N\}=\{5,7,8,9,10,\dots\}$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$6\notin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$A=N-\{1,2,3,4,6\}$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$B=\{w_5,w_7,w_8,w_9,w_{10},w_{11},\dots\}$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$P(B)=1-\left[P(w_1)+P(w_2)+P(w_3)+P(w_4)+P(w_6)\right]=1-\left[\frac12+\frac14+\frac18+\frac1{16}+\frac1{64}\right]$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$P(B)=1-\frac{32+16+8+4+1}{64}=\frac3{64}$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$\frac3{64}$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tail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geometric series, minus the single missing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$P(w_n)$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tail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geometric series, minus the single missing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halving rule).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numbers formed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only gap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Tail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$P(w_n)=2^{-n}$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halving rule).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$k,l\ge1$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$2k+3l=5+2(k-1)+3(l-1)$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numbers formed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$\{0,2,3,4,5,\dots\}$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$A=\{5,7,8,9,\dots\}$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only gap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$\sum_{n\ge5}2^{-n}=\frac{2^{-5}}{1-\frac12}=\frac1{16}$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$P(B)=\frac1{16}-P(w_6)=\frac1{16}-\frac1{64}=\frac3{64}$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$\frac3{64}$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coprime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include every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largest non-representable one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Normalise a halving/geometric probability law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 k}2^{-n}=2^{1-k}$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$\sum_{n\ge1}2^{-n}=1$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coprime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$ak+bl$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$k,l\ge1$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include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largest non-representable one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$k,l\ge0$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$ab-a-b=1$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Normalise a halving/geometric probability law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$P(w_1)=\frac12$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 balls are to be placed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boxes at random, then the probability that two of these boxes contain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945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945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 balls are to be placed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boxes at random, then the probability that two of these boxes contain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$\frac{965}{2^{10}}$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$\frac{945}{2^{11}}$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$\frac{945}{2^{10}}$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$\frac{965}{2^{11}}$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Distribution of distinct objects into distinct boxes, Classical probability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by the occupancy pattern of all four boxes: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last needs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box-arrangement.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by the occupancy pattern of all four boxes: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$(2,3,0,5)$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$(2,3,1,4)$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$(2,3,2,3)$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last needs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$\frac{4!}{2!2!}$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box-arrangement.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possible distributions (up to order of boxes)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60480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12600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302400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possible distributions (up to order of boxes)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$P_1:(3,2,0,5)$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$P_2:(3,2,1,4)$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$P_3:(3,2,3,2)$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$P_1=\frac{\frac{10!}{3!\,2!\,0!\,5!}\times4!}{4^{10}}=\frac{2520\times24}{4^{10}}=\frac{60480}{4^{10}}$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$P_2=\frac{\frac{10!}{3!\,2!\,1!\,4!}\times4!}{4^{10}}=\frac{12600\times24}{4^{10}}=\frac{302400}{4^{10}}$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151200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Desired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514080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945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16065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32768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none of the four options, so the question is a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$P_3=\frac{\frac{10!}{3!\,2!\,3!\,2!}\times\frac{4!}{2!\,2!}}{4^{10}}=\frac{25200\times6}{4^{10}}=\frac{151200}{4^{10}}$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Desired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$=P_1+P_2+P_3=\frac{514080}{4^{10}}=\frac{945\times17}{2^{15}}$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$\frac{16065}{32768}\approx0.49$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none of the four options, so the question is a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Bonus - no option is correct; the probability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945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16065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Bonus - no option is correct; the probability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$\frac{945\times17}{2^{15}}=\frac{16065}{2^{15}}$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ordered (box with 2, box with 3) choices, then correct for patterns that are counted more than once.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a box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 and a different box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80640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placements (remaining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 go to the other two boxes freely).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80640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967680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placement is counted once for each (box with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box with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has. Patterns with other two boxes not holding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counted once; the pattern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counted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a box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 and a different box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${}^{10}C_2\cdot{}^8C_3\cdot2^5=45\cdot56\cdot32=80640$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placements (remaining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 go to the other two boxes freely).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$12\cdot80640=967680$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placement is counted once for each (box with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box with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has. Patterns with other two boxes not holding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counted once; the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counted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placements: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151200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Overcount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151200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453600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967680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453600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514080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514080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945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$\frac{10!}{2!3!2!3!}\cdot6=151200$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Overcount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$=3\times151200=453600$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$=967680-453600=514080$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$P=\frac{514080}{4^{10}}=\frac{945\times17}{2^{15}}$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Bonus - no option is correct; the probability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945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16065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Bonus - no option is correct; the probability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$\frac{945\times17}{2^{15}}=\frac{16065}{2^{15}}$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with box occupancies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multiply by the number of distinct box-assignments of that occupancy pattern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𝑟𝑒𝑝𝑒𝑎𝑡𝑠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'one box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another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applied box by box, patterns in which several boxes qualify are over-counted; fix with multiplicities or work with whole occupancy patterns.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Official-style options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945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the over-counted figure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80640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967680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valid probability for the stated event) - a trap to recognise.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with box occupancies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$(n_1,\dots,n_k)$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$\frac{n!}{n_1!\cdots n_k!}$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multiply by the number of distinct box-assignments of that occupancy pattern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$\frac{k!}{\text{repeats}!}$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'one box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another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applied box by box, patterns in which several boxes qualify are over-counted; fix with multiplicities or work with whole occupancy patterns.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Official-style options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$\frac{945}{2^{10}}$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the over-counted figure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$12\cdot80640=967680$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valid probability for the stated event) - a trap to recognise.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six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A.P.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mean of these six numbers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variance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$a_1,a_2,a_3,a_4,a_5,a_6$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A.P.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mean of these six numbers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variance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progression, Statistics: mean and variance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mean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compute the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linear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mean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$a_1+a_3$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$a=2,\ d=3$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compute the variance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$2,5,8,11,14,17$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(ii) from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$=\frac{\frac62[2a+5d]}6=\frac{19}2$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$2a+5d=19$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$a_1+a_3=10\Rightarrow a+a+2d=10$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$2a+2d=10$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(ii) from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$3d=9$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$2,5,8,11,14,17$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$\sigma^2=\frac{2^2+5^2+8^2+11^2+14^2+17^2}6-\left(\frac{19}2\right)^2=\frac{699}6-\frac{361}4$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$\sigma^2=\frac{233}2-\frac{361}4=\frac{466-361}4=\frac{105}4$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$8\sigma^2=210$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Variance of an A.P. depends only on the common difference: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Variance of an A.P. depends only on the common difference: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$\sigma^2=\frac{d^2(n^2-1)}{12}$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an A.P.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first term is not needed for the variance).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an A.P.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$a+\frac{5d}2=\frac{19}2$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$a_1+a_3=2a+2d=10$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$\frac{3d}2=\frac92$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first term is not needed for the variance).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in A.P.,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the deviations from the mean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in 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$\sigma^2=\frac{d^2(n^2-1)}{12}$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the deviations from the mean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 d2,\pm\frac{3d}2,\dots$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$\sigma^2=\frac{9\cdot35}{12}=\frac{105}4$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$8\sigma^2=210$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210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an A.P. equals the average of first and last terms (also of the two middle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is shift-invariant, so the first term never matters; sum of squares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$\frac{d^2(n^2-1)}{12}$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an A.P. equals the average of first and last terms (also of the two middle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is shift-invariant, so the first term never matters; sum of squares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subset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said to be 'nice', if the sum of the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probability that a randomly chosen 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'nice'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$S=\{1,2,\dots,20\}$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subset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said to be 'nice', if the sum of the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probability that a randomly chosen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'nice'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$\frac7{2^{20}}$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$\frac6{2^{20}}$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$\frac5{2^{20}}$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$\frac4{2^{20}}$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Subsets with a given sum, Classical probability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total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subset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its complement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subsets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total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subset sums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its complement sums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subsets with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subset has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its complement has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subsets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$\frac{20\times21}2=210$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subset has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its complement has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$210-203=7$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$\{7\},\{1,6\},\{2,5\},\{3,4\},\{1,2,4\}$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subsets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$P=\frac5{2^{20}}$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$\frac5{2^{20}}$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subsets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distinct parts, using Euler's distinct-parts = odd-parts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subsets with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partitions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distinct parts, using Euler's distinct-parts = odd-parts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of a nice subset has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elements are distinct, so it is a partition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distinct parts (all parts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Euler's theorem the number of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distinct parts equals the number into odd parts.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of a nice subset has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elements are distinct, so it is a partition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distinct parts (all parts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$\le7\le20$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Euler's theorem the number of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distinct parts equals the number into odd parts.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odd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nice subsets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answer, matches the list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odd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$7;\ 5+1+1;\ 3+3+1;\ 3+1+1+1+1;\ 1\times7$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nice subsets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$P=\frac5{2^{20}}$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answer, matches the list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$\{7\},\{1,6\},\{2,5\},\{3,4\},\{1,2,4\}$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$\frac5{2^{20}}$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Subset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complement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pick the smaller of the two to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distinct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Euler: partitions into distinct parts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partitions into odd parts.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Subset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complement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$\frac{n(n+1)}2-s$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pick the smaller of the two to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distinct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$1,1,2,2,3,4,5,6,8,10$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$m=1,\dots,10$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Euler: partitions into distinct parts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partitions into odd parts.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the coefficients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terms in the binomial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A.P. Then the largest coefficient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the coefficients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terms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$(1+x)^{n+4}$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A.P. Then the largest coefficient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$(1+x)^{n+4}$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coefficients in A.P.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A.P. condition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${}^{n+4}C_4,{}^{n+4}C_5,{}^{n+4}C_6$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A.P. condition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$n^2-13n+30=0$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$n\ne10$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${}^{n+4}C_4,\ {}^{n+4}C_5,\ {}^{n+4}C_6$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$2\,{}^{n+4}C_5={}^{n+4}C_4+{}^{n+4}C_6$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$\frac{2\,(n+4)!}{(n-1)!\,5!}=\frac{(n+4)!}{n!\,4!}+\frac{(n+4)!}{(n-2)!\,6!}$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$\frac{6!\,n!}{(n+4)!}$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$2(6)n=(6)(5)+n(n-1)$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expansion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greatest binomial coefficient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$12n=30+n^2-n$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$n^2-13n+30=0$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$(n-3)(n-10)=0$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expansion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greatest binomial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${}^7C_4={}^7C_3=\frac{7\cdot6\cdot5}{3\cdot2\cdot1}=35$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criterion: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 A.P.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criterion: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${}^NC_{k-1},{}^NC_k,{}^NC_{k+1}$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 A.P.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$(N-2k)^2=N+2$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Clearing denominators and simplifying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coefficients are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terms,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$N=n+4$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$2\,{}^NC_k={}^NC_{k-1}+{}^NC_{k+1}$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$2=\frac k{N-k+1}+\frac{N-k}{k+1}$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Clearing denominators and simplifying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$(N-2k)^2=N+2$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coefficients are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terms,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$(N-10)^2=N+2$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$N^2-21N+98=0$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coefficient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$(N-7)(N-14)=0$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${}^7C_3=35$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consecutive binomial coefficients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coefficient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⌊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⌋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apply the stated exclusion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using a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consecutive binomial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N{k-1},\binom Nk,\binom N{k+1}$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$(N-2k)^2=N+2$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$N=7,k=5$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$N=14,k=5$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coefficient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N{\lfloor N/2\rfloor}$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apply the stated exclusion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using a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dices are rolled. If both dices have six faces numbered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probability that the sum of the numbers on the top faces is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dices are rolled. If both dices have six faces numbered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probability that the sum of the numbers on the top faces is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$\frac5{12}$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with non-standard dice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favourable ordered pairs row by row (first die value) and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favourable ordered pairs row by row (first die value) and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first die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$n(S)=6\times6=36$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$(1,1),(1,2),(1,3),(1,5),(1,7)$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$(2,1),(2,2),(2,3),(2,5)$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first die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$(3,1),(3,2),(3,3),(3,5)$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first die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pair; first die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die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$(5,1),(5,2),(5,3)$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first die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pair; first die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$=5+4+4+3+1=17$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$\frac{17}{36}$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only unordered pairs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 the off-diagonal ones.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only unordered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$a\le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 the off-diagonal ones.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of them,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on the diagonal (one ordered outcome each);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two orders.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Ordered favourable outcomes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$\{1,2,3,5,7,11\}$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$(1,1),(1,2),(1,3),(1,5),(1,7),(2,2),(2,3),(2,5),(3,3),(3,5)$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of them,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$(1,1),(2,2),(3,3)$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on the diagonal (one ordered outcome each);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two orders.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Ordered favourable outcomes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$=3+2\cdot7=17$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$\frac{17}{36}$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identical (non-standard) dice, count unordered pairs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(unequal);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faces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outcomes.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Row-by-row counts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first die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 the table quick; the largest face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occurs in a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identical (non-standard) dice, count unordered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(unequal);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outcomes.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Row-by-row counts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$5,4,4,3,1,0$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first die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$1,2,3,5,7,11$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 the table quick; the largest face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occurs in a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$P(\text{sum}\ge9)=\frac{19}{36}$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$\frac{17}{36}+\frac{19}{36}=1$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urn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green balls. A ball is drawn at random from the urn. If the drawn ball is green, then a red ball is added to the urn and if the drawn ball is red, then a green ball is added to the urn; the original ball is not returned to the urn. Now, a second ball is drawn at random from it. The probability that the second ball is red,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urn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green balls. A ball is drawn at random from the urn. If the drawn ball is green, then a red ball is added to the urn and if the drawn ball is red, then a green ball is added to the urn; the original ball is not returned to the urn. Now, a second ball is drawn at random from it. The probability that the second ball is red,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$\frac{26}{49}$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$\frac{21}{49}$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056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Total probability: two-stage experiment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Condition on the colour of the first ball: the urn then holds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green,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green.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Condition on the colour of the first ball: the urn then holds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green,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green.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ball green (probability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it is removed and a red ball is added, so the urn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green.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second ball is red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ball red (probability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it is removed and a green ball is added, so the urn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green; the second ball is red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ball green (probability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it is removed and a red ball is added, so the urn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green.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second ball is red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ball red (probability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it is removed and a green ball is added, so the urn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green; the second ball is red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$P(E)=\frac27\times\frac67+\frac57\times\frac47$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$P=\frac{12+20}{49}=\frac{32}{49}$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$\frac{32}{49}$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urn always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balls,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2𝑛𝑑 𝑟𝑒𝑑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𝑟𝑒𝑑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red count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1𝑠𝑡 𝑟𝑒𝑑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urn always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balls,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$P(\text{2nd red})=\frac{E[\#\text{red}]}7$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red count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$6-2\cdot\mathbf 1_{\{\text{1st red}\}}$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step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urn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balls. If the first ball was green the red count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red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𝑠𝑡 𝑟𝑒𝑑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ball is drawn uniformly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𝑟𝑒𝑑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step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urn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balls. If the first ball was green the red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red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$R=6-2\cdot\mathbf 1_{\{1\text{st red}\}}$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$E[R]=6-2\cdot\frac57=\frac{32}7$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ball is drawn uniformly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$P(\text{red})=\frac{E[R]}7=\frac{32}{49}$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$\frac{32}{49}$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Law of total probability: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colour of the first draw.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urn size after the first stage is fixed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2𝑛𝑑 𝑟𝑒𝑑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(random) number of red balls then.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Without the added ball, the unconditional chance of red on the second draw equals that on the first (symmetry of draws); the added ball is what changes it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Law of total probability: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$P(E)=\sum_iP(H_i)P(E\mid H_i)$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colour of the first draw.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urn size after the first stage is fixed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$P(\text{2nd red})=\frac{E[R]}N$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(random) number of red balls then.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Without the added ball, the unconditional chance of red on the second draw equals that on the first (symmetry of draws); the added ball is what changes 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$\frac{32}{49}\ne\frac57=\frac{35}{49}$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Algebra 02 Questions 1–20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