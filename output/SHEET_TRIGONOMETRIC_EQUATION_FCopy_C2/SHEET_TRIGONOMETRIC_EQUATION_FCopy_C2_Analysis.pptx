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Sheet1!$A$2:$A$24</c:f>
              <c:strCache>
                <c:ptCount val="2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  <c:pt idx="8">
                  <c:v>3.0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Case II of the PDF ends with $y=2n\pi\pm\cos^{-1}\frac{1}{\sqrt{12}}$, but there $\cos y=-\frac{1}{\sqrt{12}}$, so $y=(2n+1)\pi\mp\cos^{-1}\frac{1}{\sqrt{12}}$ (the final union in the key is still right). Also in Case I the PDF lists $\sec y=\frac{2}{\sqrt3}$ for $\sec y&lt;0$, which is a contradiction (it must be rejected), and uses $n$ instead of $k$ for the index of $x$.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factor for $\sin3x+\sin x$ as $\sin3x$; it equals $2\sin2x\cos x$, so the factor must be $\sin2x$. With $\sin3x$, $x=60^\circ$ would wrongly appear as a root and the least positive angle would look like $60^\circ$; the PDF's own list of roots and the answer $72^\circ$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(a) of the PDF checks only two sign patterns, $(1,1,1)$ and $(-1,1,-1)$; a product of three numbers of modulus $1$ equal to $+1$ also arises from $(-1,-1,1)$ and $(1,-1,-1)$, which were not examined. Replaced by the complete one-line argument ($|\sin x|=1\Rightarrow\sin2x=0$). Part (b)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After the factorisation the PDF writes $\cos x=-\frac12$ on a second line, which contradicts $2\cos^2x+\cos x-1=(2\cos x-1)(\cos x+1)$; the root is $\cos x=\frac12$ (the PDF's final $x=\pm\frac{\pi}{3}$ is consistent with $\frac12$). The spurious line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second branch as $\frac{5x}{2}=2n\pi\pm\frac{\pi}{2}-x$, with the $\pm$ on $\frac{\pi}{2}$ only; $\cos A=\cos B$ gives $A=2n\pi\pm B$ with $B=\frac{\pi}{2}-x$, i.e. $\frac{5x}{2}=2n\pi\pm\left(\frac{\pi}{2}-x\right)$. As written it would produce the non-roots $\frac{3\pi}{7},\frac{11\pi}{7}$. The listed roots in the PDF are correct; only the formula is fixed and the two branches are worked out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concludes the inequality is equivalent to $\cos7x&lt;0$. Since $\cos3+\sin3\approx-0.849$, the true condition is $\cos7x&lt;\frac{\cos3+\sin3}{2}\approx-0.425$, which is stronger than $\cos7x&lt;0$. The PDF's answer is still right: for $x=2n\pi+\frac{3\pi}{4}$, $\cos7x=-\frac{1}{\sqrt2}\approx-0.707$ satisfies it, and for $x=2n\pi+\frac{\pi}{4}$, $\cos7x&gt;0$ fails. The check of the second family (not shown in the PDF) has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answer states $x=\pm5\sqrt5$ and $y=n\pi+\tan^{-1}\frac12$ as if independent. They are coupled: $\cos y-\sin y$ changes sign with the parity of $n$, so $x=(-1)^n5\sqrt5$. (Checked numerically: $y=\tan^{-1}\frac12+\pi$ with $x=-5\sqrt5$ satisfies both equations, with $x=+5\sqrt5$ it does not.)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For (C) the PDF writes '$\cos2x=0$ or $\sin\left(\frac{x}{2}+\frac{\pi}{8}\right)=0$' and lists $x=n\pi\pm\frac{\pi}{4}$ or $2n\pi-\frac{\pi}{4}$. The equation is $\cos^22x+\sin^4(\ldots)=0$, so both factors must be zero together ('and'); only $x=2n\pi-\frac{\pi}{4}$ survives (at $x=\frac{\pi}{4}$ the left side minus the right side is $0.25\ne0$). The matching (C)-P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(B): the PDF only quotes $\sin\alpha\sin(60^\circ+\alpha)\sin(60^\circ-\alpha)=\frac14\sin3\alpha$, which shows $x=\frac{\pi}{3}$ is a solution but not that $x=n\pi\pm\frac{\pi}{3}$ are all the solutions. The derivation via $\sin^2x-\sin^2\alpha$ was added. Parts (A), (C), (D) are correct as in the PDF (with the step $4(1-\sin^2x\cos^2x)-3=1-\sin^22x$ made explicit).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Trigonometric Equations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TRIGONOMETRIC EQUATION · Exercise C-II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coordinates of the points of intersection of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coordinates of the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$-\frac{\pi}{2}\le x\le\frac{\pi}{2}$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general solution of cos A = cos B, Points of intersection of two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$\cos\left(\frac{\pi}{2}-3x\right)$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$A=2n\pi\pm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plus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minus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$\sin3x=\cos\left(\frac{\pi}{2}-3x\right)$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$\cos\left(\frac{\pi}{2}-3x\right)=\cos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$\frac{\pi}{2}-3x=2n\pi\pm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plus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$4x=\frac{\pi}{2}-2n\pi$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$x=\frac{\pi}{8}-\frac{n\pi}{2}$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minus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$2x=\frac{\pi}{2}-2n\pi$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$x=\frac{\pi}{4}-n\pi$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Keep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family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second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Keep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$x\in\left[-\frac{\pi}{2},\frac{\pi}{2}\right]$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family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$\left(\frac{\pi}{4},\frac{1}{\sqrt2}\right)$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$\left(\frac{\pi}{8},\cos\frac{\pi}{8}\right)$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$\left(-\frac{3\pi}{8},\cos\frac{3\pi}{8}\right)$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$\left(\frac{\pi}{4},\frac{1}{\sqrt2}\right)$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$\left(\frac{\pi}{8},\cos\frac{\pi}{8}\right)$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$\left(-\frac{3\pi}{8},\cos\frac{3\pi}{8}\right)$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sum-to-product formula instead of using the 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$\sin3x-\cos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sum-to-product formula instead of using the general solution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intersections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the interval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x=\sin\left(\frac{\pi}{2}-x\right)$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$\sin3x-\sin\left(\frac{\pi}{2}-x\right)=2\cos\left(x+\frac{\pi}{4}\right)\sin\left(2x-\frac{\pi}{4}\right)$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intersections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$\cos\left(x+\frac{\pi}{4}\right)=0$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$\sin\left(2x-\frac{\pi}{4}\right)=0$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$x+\frac{\pi}{4}=\frac{\pi}{2}+n\pi$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the interval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the interval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same three abscissae, so the same three points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$2x-\frac{\pi}{4}=n\pi$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$x=\frac{\pi}{8}+\frac{n\pi}{2}$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same three abscissae, so the same three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$\left(\frac{\pi}{4},\frac{1}{\sqrt2}\right)$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$\left(\frac{\pi}{8},\cos\frac{\pi}{8}\right)$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$\left(-\frac{3\pi}{8},\cos\frac{3\pi}{8}\right)$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difference of two trig functions of different angles factorises,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one into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intersection of two curves: equate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-values, solve, keep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stated interval (test integers 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substitute back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B\iff A=2n\pi\pm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A=\sin B\iff A=n\pi+(-1)^nB$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A=\tan B\iff A=n\pi+B$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A-\sin B=2\cos\frac{A+B}{2}\sin\frac{A-B}{2}$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difference of two trig functions of different angles factorises,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x=\sin\left(\frac{\pi}{2}-x\right)$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one into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intersection of two curves: equate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-values, solve, keep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stated interval (test integers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substitute back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$8^{1+|\cos x|+|\cos x|^2+|\cos x|^3+\cdots}=4^3$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an infinite geometric series, Trigonometric equation |cos x| = 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exponent is a geometric series,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both sides are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exponent is a geometric series,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$\frac{1}{1-|\cos x|}$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both sides are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exponent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converges (to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root to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equating exponents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$1+t+t^2+\cdots$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converges (to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root to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$4^3=2^6$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$8^{1+t+t^2+\cdots}=2^6$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$2^{\frac{3}{1-t}}=2^6$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equating 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$\frac{3}{1-t}=6$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$x=\pm\frac{\pi}{3},\ \pm\frac{2\pi}{3}$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$x=\pm\frac{\pi}{3},\ \pm\frac{2\pi}{3}$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series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both sides with the same base and equate exponents: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four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$1+t+t^2+\cdots=\frac{1}{1-t}$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series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both sides with the same base and equate exponents: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$8^{S}=4^3\iff 3S=6\iff 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$\frac{1}{1-t}=2$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$(0&lt;k&lt;1)$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four roots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$x=\pm\cos^{-1}k,\ \pm(\pi-\cos^{-1}k)$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$\pm\frac{\pi}{3},\pm\frac{2\pi}{3}$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following system of equations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following system of equations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$5^{(\csc^2x-3\sec^2y)}=1$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$2^{(2\csc x-\sqrt3|\sec y|)}=64$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 with exponential and modulus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equation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modulus in the second forces a sign check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first equation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 x=\pm\sqrt3\sec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modulus in the second forces a sign check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each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$5^{(\csc^2x-3\sec^2y)}=1\Rightarrow\csc^2x-3\sec^2y=0\Rightarrow(\csc x-\sqrt3\sec y)(\csc x+\sqrt3\sec 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$2^{(2\csc x-\sqrt3|\sec y|)}=64=2^6\Rightarrow2\csc x-\sqrt3|\sec y|=6$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x=\sqrt3\sec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$2\sqrt3\sec y-\sqrt3|\sec y|=6$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contradiction, so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$\sqrt3\sec 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y=2\sqrt3=\sqrt{12}$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$3\sqrt3\sec 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contradiction, so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$y=2n\pi\pm\cos^{-1}\frac{1}{\sqrt{12}}$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x=\sqrt3\cdot2\sqrt3=6$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$x=k\pi+(-1)^k\sin^{-1}\frac16$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x=-\sqrt3\sec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$-2\sqrt3\sec y-\sqrt3|\sec y|=6$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again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cases together: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$-3\sqrt3\sec 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$-\sqrt3\sec 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y=-2\sqrt3$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y=-\frac{1}{\sqrt{12}}$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$y=2n\pi\pm\cos^{-1}\left(-\frac{1}{\sqrt{12}}\right)=(2n+1)\pi\mp\cos^{-1}\frac{1}{\sqrt{12}}$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x=-\sqrt3(-2\sqrt3)=6$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cases together: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y=\pm\frac{1}{\sqrt{12}}$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$x=k\pi+(-1)^k\sin^{-1}\frac16$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$y=t\pi\pm\cos^{-1}\frac{1}{\sqrt{12}}$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$k,t\in\mathbb{Z}$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$x=k\pi+(-1)^k\sin^{-1}\frac16$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$y=t\pi\pm\cos^{-1}\frac{1}{\sqrt{12}}$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$k,t\in\mathbb{Z}$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equation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 cases collapse into one check.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$p=\csc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$q=\sqrt3|\sec y|\ge0$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equation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$|p|=q$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sign cases collapse into one check.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$p=\csc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$q=\sqrt3|\sec 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$p^2=3\sec^2y=q^2$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$2p-q=-3q=6$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together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$\sqrt3|\sec y|=6$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$|\sec y|=2\sqrt3$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y|=\frac{1}{\sqrt{12}}$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$x=k\pi+(-1)^k\sin^{-1}\frac16$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y=\pm\frac{1}{\sqrt{12}}$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together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$y=t\pi\pm\cos^{-1}\frac{1}{\sqrt{12}}$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$x=k\pi+(-1)^k\sin^{-1}\frac16$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$y=t\pi\pm\cos^{-1}\frac{1}{\sqrt{12}}$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$k,t\in\mathbb{Z}$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awkward pieces by single symbols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moduli/sign cases turn into one inequality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merges the two families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in different variables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have independent integer parameters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unless the equations couple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$a^{f}=1\iff 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$a^{f}=a^{g}\iff f=g$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awkward pieces by single symbols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$p=\csc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$q=\sqrt3|\sec 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two moduli/sign cases turn into one inequality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y=\pm c\iff y=t\pi\pm\cos^{-1}c$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merges the two families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$2n\pi\pm\alpha$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$(2n+1)\pi\pm\alpha$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in different variables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have independent integer parameters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unless the equations couple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$3-2\cos\theta-4\sin\theta-\cos2\theta+\sin2\theta=0$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factorisation using double-angle formulas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using double angles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has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using double angles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$2(\sin\theta-1)^2+2\cos\theta(\sin\theta-1)$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has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$3-2\cos\theta-4\sin\theta-\cos2\theta+\sin2\theta=0$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$\cos2\theta=1-2\sin^2\theta$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$3-2\cos\theta-4\sin\theta-(1-2\sin^2\theta)+2\sin\theta\cos\theta=0$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$2\sin^2\theta-4\sin\theta+2+2\cos\theta(\sin\theta-1)=0$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$2(\sin\theta-1)^2+2\cos\theta(\sin\theta-1)=0$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$(\sin\theta-1)(\sin\theta+\cos\theta-1)=0$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$\sin\theta=1\Rightarrow\theta=(4n+1)\frac{\pi}{2}$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$\sin\theta+\cos\theta=1\Rightarrow\cos\left(\theta-\frac{\pi}{4}\right)=\frac{1}{\sqrt2}\Rightarrow\theta-\frac{\pi}{4}=2n\pi\pm\frac{\pi}{4}$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$\theta=2n\pi$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$\theta=2n\pi+\frac{\pi}{2}$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equation as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parameter; its discriminant is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equation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parameter; its discriminant is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discriminant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$2s^2+(2c-4)s+(2-2c)=0$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$s^2+(c-2)s+(1-c)=0$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$(c-2)^2-4(1-c)=c^2$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$s=\frac{(2-c)\pm 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union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$\theta=2n\pi$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$\theta=2n\pi+\frac{\pi}{2}$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equations: treat one function as the unknown and the other as a parameter; a perfect-square discriminant means the equation factorises.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hidden squares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$\sin\theta,\cos\theta$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equations: treat one function as the unknown and the other as a parameter; a perfect-square discriminant means the equation factorises.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$|c|\le\sqrt{a^2+b^2}$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$\theta=2n\pi,\ 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hidden squares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$(\sin\theta-1)^2$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$1-\cos2\theta=2\sin^2\theta$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$\sin2\theta=2\sin\theta\cos\theta$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least positive angle measured in degrees satisfying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least positive angle measured in degrees satisfying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$\sin^3x+\sin^32x+\sin^33x=(\sin x+\sin2x+\sin3x)^3$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Algebraic identity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trigonometric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Algebraic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$a^3+b^3+c^3=(a+b+c)^3$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trigonometric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some pair of the three sines must add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$(a+b+c)^3-a^3-b^3-c^3=3(a+b)(b+c)(c+a)$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some pair of the three sines must add to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$a^3+b^3+c^3=(a+b+c)^3$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$(a+b+c)^3-a^3-b^3-c^3=3(a+b)(b+c)(c+a)$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$(a+b)(b+c)(c+a)=0$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x+\sin2x)(\sin2x+\sin3x)(\sin3x+\sin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x+\sin2x=2\sin\frac{3x}{2}\cos\frac{x}{2}$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$\sin2x+\sin3x=2\sin\frac{5x}{2}\cos\frac{x}{2}$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$\sin3x+\sin x=2\sin2x\cos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$8\sin\frac{3x}{2}\sin\frac{5x}{2}\sin2x\cos x\cos^2\frac{x}{2}=0$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$\sin\frac{3x}{2}=0$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$\sin\frac{5x}{2}=0$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$x=\frac{2\pi}{3},\frac{4\pi}{3},\dots$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$x=\frac{2\pi}{5},\frac{4\pi}{5},\dots$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$x=\frac{\pi}{2},\pi,\dots$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$x=\frac{\pi}{2},\frac{3\pi}{2},\dots$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$x=\pi,3\pi,\dots$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$\frac{2\pi}{5}=72^\circ$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$72^\circ$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each of the three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the first positive root of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each of the three factors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P+\sin Q=0$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P=\sin(-Q)$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the first positive root of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equation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equation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x+\sin2x)(\sin2x+\sin3x)(\sin3x+\sin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$\sin2x=\sin(-x)$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$2x=-x+2k\pi$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$x=\frac{2k\pi}{3}$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$2x=\pi+x+2k\pi$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$x=(2k+1)\pi$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$\sin3x=\sin(-2x)$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$3x=-2x+2k\pi$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$x=\frac{2k\pi}{5}$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$3x=\pi+2x+2k\pi$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$x=(2k+1)\pi$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positive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least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$\sin3x=\sin(-x)$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$3x=-x+2k\pi$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$3x=\pi+x+2k\pi$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$x=\frac{\pi}{2}+k\pi$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positive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$\frac{2\pi}{5},\pi$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$\frac{\pi}{2},\frac{\pi}{2}$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least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$\frac{2\pi}{5}=72^\circ$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$72^\circ$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some two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negatives of each other (test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each factor into a product of simple sines.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least positive root, take the first positive root of each factor family and compare; do not merge the families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$(a+b+c)^3-a^3-b^3-c^3=3(a+b)(b+c)(c+a)$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$a^3+b^3+c^3=(a+b+c)^3$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some two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negatives of each other (test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$a=1,b=2,c=-1$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$a^3+b^3+c^3=3abc\iff 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P+\sin Q=2\sin\frac{P+Q}{2}\cos\frac{P-Q}{2}$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each factor into a product of simple sines.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least positive root, take the first positive root of each factor family and compare; do not merge the families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equations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equations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x\cdot\sin2x\cdot\sin3x=1$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x\cdot\cos4x\cdot\sin5x=-\frac12$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trigonometric functions (bounding argument), Product-to-sum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would have to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$|\sin|,|\cos|\le1$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x|=1$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both sides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$2(\cos^24x+1)=\cos10x+\cos2x$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would have to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product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x|,|\sin2x|,|\sin3x|\le1$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product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x|=|\sin2x|=|\sin3x|=1$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x|=1\Rightarrow\cos x=0\Rightarrow\sin2x=2\sin x\cos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$|\sin2x|=1$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has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x\cos4x\sin5x=-\frac12\Rightarrow(2\sin x\sin5x)\cos4x=-1$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x\sin5x=\cos4x-\cos6x$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$(\cos4x-\cos6x)\cos4x=-1$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$\cos^24x+1=\cos6x\cos4x$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equality needs both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So (b)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$2(\cos^24x+1)=2\cos6x\cos4x=\cos10x+\cos2x$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equality needs both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$\cos10x=\cos2x=1$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$\cos4x=0\Rightarrow\cos^22x=\frac{1+\cos4x}{2}=\frac12\Rightarrow\cos2x=\pm\frac{1}{\sqrt2}\ne1$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So (b) has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Neither equation has a solution (proved)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A calculus-free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impossible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A calculus-free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x\sin2x\sin3x|\le2\sin^2x|\cos 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$u\cos6x=u^2+1$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impossible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$|u\cos6x|\le|u|&lt;u^2+1$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x\sin2x\sin3x|\le|\sin x|\cdot2|\sin x||\cos x|=2(1-c^2)|c|$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$(1-c^2)|c|$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$\frac{4}{3\sqrt3}\approx0.77&lt;1$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x\sin5x=\cos4x-\cos6x$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$u^2-u\cos6x=-1$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$u\cos6x=u^2+1$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$|u\cos6x|\le|u|\le\frac{1+u^2}{2}&lt;1+u^2$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$u\cos6x&lt;1+u^2$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Neither equation has a solution (proved)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'no solution', show the two sides lie in disjoint ranges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AM-GM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non-zero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occur 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sum of two cosines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both to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(a) a complete 'all sign patterns' check is unnecessary: one factor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kills the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'no solution', show the two sides lie in disjoint ranges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$|\sin\theta|,|\cos\theta|\le1$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AM-GM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$|u|\le\frac{1+u^2}{2}$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$|\sin\theta|=1\Rightarrow\cos\theta=0\Rightarrow\sin2\theta=0$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occur 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A\sin B=\cos(A-B)-\cos(A+B)$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sum of two cosines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both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(a) a complete 'all sign patterns' check is unnecessary: one factor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kills the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$\sin5x=16\sin^5x$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Multiple-angle formulas: sin 5x in terms of sin 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 on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$\sin5x=\sin(3x+2x)$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$\sin^5x$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 on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$\sin5x=\sin(3x+2x)=\sin3x\cos2x+\cos3x\sin2x$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$\sin3x=3\sin x-4\sin^3x$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$\sin5x=16\sin^5x$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$(3\sin x-4\sin^3x)(1-2\sin^2x)=3\sin x-10\sin^3x+8\sin^5x$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$(4\cos^3x-3\cos x)\cdot2\sin x\cos x=8\sin x\cos^4x-6\sin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$8\sin x\cos^4x=8\sin x-16\sin^3x+8\sin^5x$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$-6\sin x\cos^2x=-6\sin x+6\sin^3x$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$\sin5x=5\sin x-20\sin^3x+16\sin^5x$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$5\sin x-20\sin^3x+16\sin^5x=16\sin^5x$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$5\sin x-20\sin^3x=0$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x(1-4\sin^2x)=0$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$\sin^2x=\frac14=\sin^2\frac{\pi}{6}$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$x=n\pi\pm\frac{\pi}{6}$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$x=n\pi\pm\frac{\pi}{6}$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 Moivre) and reduce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$\sin5x$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binomial expansion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$(\cos x+i\sin x)^5$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 Moivre) and reduce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$\cos^2x+\sin^2x=1$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Moivre,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Moivre,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x+i\sin x)^5$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$\sin5x=5c^4s-10c^2s^3+s^5$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$\sin5x=16\sin^5x$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$5c^4s-10c^2s^3+s^5=16s^5$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$s\,(5c^4-10c^2s^2-15s^4)=0$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$c^4-2c^2s^2-3s^4=(c^2-3s^2)(c^2+s^2)=c^2-3s^2$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$c^2=3s^2$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$x=n\pi\pm\frac{\pi}{6}$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$x=n\pi\pm\frac{\pi}{6}$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expanded by the binomial theorem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part)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solved by comparing the leading terms, which often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dividing, so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lost.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$\sin3x=3\sin x-4\sin^3x$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$\sin5x=16\sin^5x-20\sin^3x+5\sin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x+i\sin 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expanded by the binomial theorem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(imaginary part)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$\frac{\sin5x}{\sin x}=16\cos^4x-12\cos^2x+1$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nx=P(\sin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solved by comparing the leading terms, which often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rather than dividing, so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lost.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all the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all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$4\cos^2x\sin x-2\sin^2x=3\sin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reducible to a cubic in sin x, Sine of 18 degrees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$4s^2+2s-1=0$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$\sin18^\circ$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$-\sin54^\circ$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$4\cos^2x\sin x-2\sin^2x=3\sin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$4(1-\sin^2x)\sin x-2\sin^2x-3\sin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 x-4\sin^3x-2\sin^2x-3\sin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x\,(1-2\sin x-4\sin^2x)=0$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$4\sin^2x+2\sin 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x=\frac{-2\pm\sqrt{4+16}}{8}=\frac{-1\pm\sqrt5}{4}$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x=\frac{\sqrt5-1}{4}=\sin\frac{\pi}{10}$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x=-\frac{1+\sqrt5}{4}=\sin\left(-\frac{3\pi}{10}\right)$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$x=n\pi+(-1)^n\frac{\pi}{10}$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$x=n\pi+(-1)^n\left(-\frac{3\pi}{10}\right)$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$x=n\pi+(-1)^n\frac{\pi}{10}$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$x=n\pi+(-1)^n\left(-\frac{3\pi}{10}\right)$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Identify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factor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exactly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roots are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Identify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$4s^2+2s-1$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factor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$4s^3-2s^2-3s+1$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exactly the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$\sin3\theta=\cos2\theta$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roots are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factoring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roots of the quadratic are the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factoring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$4s^2+2s-1=0$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$(s-1)(4s^2+2s-1)=4s^3-2s^2-3s+1$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$4s^3-2s^2-3s+1=0\iff3s-4s^3=1-2s^2\iff\sin3x=\cos2x$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roots of the quadratic are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$\sin3x=\sin\left(\frac{\pi}{2}-2x\right)$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$3x=\frac{\pi}{2}-2x+2k\pi$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$x=\frac{\pi}{10}+\frac{2k\pi}{5}$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apart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solution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$x=18^\circ,90^\circ,162^\circ,234^\circ,306^\circ$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apart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x=\sin18^\circ=\sin\frac{\pi}{10}$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$\sin234^\circ=-\sin54^\circ=\sin\left(-\frac{3\pi}{10}\right)$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$\sin\left(-\frac{3\pi}{10}\right)$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solution set.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$x=n\pi+(-1)^n\frac{\pi}{10}$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$x=n\pi+(-1)^n\left(-\frac{3\pi}{10}\right)$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regular-pentagon angles).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negative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it out, otherwise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lost.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$\cos36^\circ=\sin54^\circ=\frac{\sqrt5+1}{4}$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$\frac{\pm1\pm\sqrt5}{4}$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$(s-1)(4s^2+2s-1)=0$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$\theta=\frac{\pi}{10}+\frac{2k\pi}{5}$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regular-pentagon angles).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x=\sin\alpha\iff x=n\pi+(-1)^n\alpha$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negative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$\alpha=-\frac{3\pi}{10}$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it out, otherwise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lost.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$(-\pi\le x\le\pi)$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$2(\cos x+\cos2x)+\sin2x(1+2\cos x)=2\sin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factorisation by grouping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group in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group in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$(1+\sin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$(1+\sin x)(2\cos^2x+\cos x-1)=0$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$2(\cos x+\cos2x)+\sin2x(1+2\cos x)=2\sin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x+2-4\sin^2x+2\sin x\cos x+4\sin x\cos^2x-2\sin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x+2\sin x\cos x+2\sin x+2-4\sin^2x-4\sin^3x=0$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x(1+\sin x)+2(1+\sin x)-4\sin^2x(1+\sin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x)(2\cos x+2-4\sin^2x)=0$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x+2-4(1-\cos^2x)=4\cos^2x+2\cos 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x)(2\cos^2x+\cos 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$2\cos^2x+\cos x-1=(2\cos x-1)(\cos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$x=\pm\frac{\pi}{3},\ -\frac{\pi}{2},\ \pm\pi$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product-to-sum; the equation factors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$\sin2x\,(1+2\cos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$\sin2x+\sin3x+\sin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product-to-sum; the equation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$2(1+\sin x)(\cos x+\cos2x)=0$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$\sin2x(1+2\cos x)=\sin2x+2\sin2x\cos x=\sin2x+\sin3x+\sin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x+2\cos2x+\sin2x+\sin3x+\sin x-2\sin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x+2\cos2x+\sin2x+(\sin3x-\sin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$\sin3x-\sin x=2\cos2x\sin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x+\sin2x+2\cos2x(1+\sin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x+\sin2x=2\cos x(1+\sin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$2(1+\sin x)(\cos x+\cos2x)=0$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x=-1\Rightarrow x=-\frac{\pi}{2}$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$\cos2x=-\cos x=\cos(\pi-x)$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$2x=2n\pi\pm(\pi-x)$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$3x=(2n+1)\pi$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$x=(2n-1)\pi$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$x=\pm\frac{\pi}{3},\ -\frac{\pi}{2},\ \pm\pi$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Mixed products usually hide a common factor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it when terms pair up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factoring, substitute one root of every factor into the original equation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gives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A\cos B=\sin(A+B)+\sin(A-B)$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$\sin2x\,(1+2\cos x)=\sin2x+\sin3x+\sin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x+\cos2x=2\cos\frac{3x}{2}\cos\frac{x}{2}$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Mixed products usually hide a common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look for it when terms pair up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$f+f\sin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factoring, substitute one root of every factor into the original equation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$2(-1+1)+0=0=2\sin\pi$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$2\cos^2x+\cos x-1=(2\cos x-1)(\cos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gives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x=\frac12,\,-1$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general solution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general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$2(\sin x-\cos2x)-\sin2x(1+2\sin x)+2\cos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factorisation by grouping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and grouping gives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and grouping gives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$(1-\cos x)(2\sin^2x+\sin x-1)=0$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terms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$2(\sin x-\cos2x)-\sin2x(1+2\sin x)+2\cos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x-2+4\sin^2x-2\sin x\cos x-4\sin^2x\cos x+2\cos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x(1-\cos x)+4\sin^2x(1-\cos x)-2(1-\cos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 x)(2\sin x+4\sin^2x-2)=0$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 x)(2\sin^2x+\sin 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$2\sin^2x+\sin x-1=(2\sin x-1)(\sin 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x=1\Rightarrow x=2n\pi$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x=-1\Rightarrow x=n\pi+(-1)^n\left(-\frac{\pi}{2}\right)$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x=\frac12\Rightarrow x=n\pi+(-1)^n\frac{\pi}{6}$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$x=n\pi+(-1)^n\left(-\frac{\pi}{2}\right)$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$x=n\pi+(-1)^n\frac{\pi}{6}$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rewrite the equation; it factors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 x\sin2x=\cos x-\cos3x$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rewrite the equation; it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$2(1-\cos x)(\sin x-\cos2x)=0$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$\sin2x\cdot2\sin x=\cos x-\cos3x$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$\sin2x(1+2\sin x)=\sin2x+\cos x-\cos3x$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x-2\cos2x-\sin2x-\cos x+\cos3x+2\cos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x-\sin2x-2\cos2x+(\cos3x+\cos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$\cos3x+\cos x=2\cos2x\cos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x-\sin2x-2\cos2x(1-\cos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x-\sin2x=2\sin x(1-\cos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family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$2(1-\cos x)(\sin x-\cos2x)=0$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x=\cos2x=\sin\left(\frac{\pi}{2}-2x\right)$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$x=\frac{\pi}{2}-2x+2k\pi$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$x=\frac{\pi}{6}+\frac{2k\pi}{3}$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$x=\pi-\frac{\pi}{2}+2x+2k\pi$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$x=-\frac{\pi}{2}-2k\pi$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family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$\frac{\pi}{6},\frac{5\pi}{6},\frac{3\pi}{2}$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$x=n\pi+(-1)^n\frac{\pi}{6}$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$x=-\frac{\pi}{2}+2n\pi$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$x=2n\pi$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$x=n\pi+(-1)^n\left(-\frac{\pi}{2}\right)$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$x=n\pi+(-1)^n\frac{\pi}{6}$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expose factors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written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family in the original: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A\sin B=\cos(A-B)-\cos(A+B)$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A+\cos B=2\cos\frac{A+B}{2}\cos\frac{A-B}{2}$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expose factors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x=\cos2x\iff2\sin^2x+\sin x-1=0\iff\sin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written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$n\pi+(-1)^n\left(-\frac{\pi}{2}\right)$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each family in the original: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$2(0-1)-0+2=0$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$\cos3x+\cos2x=\sin\frac{3x}{2}+\sin\frac{x}{2}$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sum-to-product and general solution of cos A = cos B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become a multiple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sum-to-product, so factor it out instead of dividing.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become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$\cos\frac{x}{2}$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sum-to-product, so factor it out instead of dividing.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Sum-to-product on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$\cos3x+\cos2x=\sin\frac{3x}{2}+\sin\frac{x}{2}$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Sum-to-product on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$2\cos\frac{5x}{2}\cos\frac{x}{2}=2\sin x\cos\frac{x}{2}$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$\cos\frac{x}{2}\left(\cos\frac{5x}{2}-\sin 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$\frac{x}{2}=\frac{\pi}{2}$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Plus sign: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Minus sign: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already found.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$\cos\frac{5x}{2}=\sin x=\cos\left(\frac{\pi}{2}-x\right)$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$\frac{5x}{2}=2n\pi\pm\left(\frac{\pi}{2}-x\right)$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$\frac{7x}{2}=2n\pi+\frac{\pi}{2}$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$x=\frac{(4n+1)\pi}{7}$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$\frac{\pi}{7},\frac{5\pi}{7},\frac{9\pi}{7},\frac{13\pi}{7}$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Minus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$\frac{3x}{2}=2n\pi-\frac{\pi}{2}$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$x=\frac{(4n-1)\pi}{3}$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already found.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$x=\frac{\pi}{7},\frac{5\pi}{7},\pi,\frac{9\pi}{7},\frac{13\pi}{7}$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$x=\frac{\pi}{7},\ \frac{5\pi}{7},\ \pi,\ \frac{9\pi}{7},\ \frac{13\pi}{7}$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sign applies to the whole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minus branch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factor, do not divide.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bounded interval list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systematically: the family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four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test one root in the original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B\iff A=2n\pi\pm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sign applies to the whole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$B=\frac{\pi}{2}-x$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minus branch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$-\left(\frac{\pi}{2}-x\right)$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$-\frac{\pi}{2}-x$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$\sin\frac{3x}{2}+\sin\frac{x}{2}=2\sin x\cos\frac{x}{2}$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$\cos3x+\cos2x=2\cos\frac{5x}{2}\cos\frac{x}{2}$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factor, do not divide.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bounded interval list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systematically: 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$\frac{(4n+1)\pi}{7}$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four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test one root in the original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$x=\frac{3\pi}{7}$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$\tan^22x+\cot^22x+2\tan2x+2\cot2x=6$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substitution t = tan 2x + cot 2x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equation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$t=\tan2x+\cot2x$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$\tan^22x+\cot^22x=t^2-2$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$\tan^22x+\cot^22x+2\tan2x+2\cot2x=6\Rightarrow(\tan2x+\cot2x)^2+2(\tan2x+\cot2x)=8$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$\tan2x+\cot2x=t$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$t^2+2t-8=0$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$\tan^22x-2\tan2x+1=0\Rightarrow\tan2x=1$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$\tan2x=1\Rightarrow2x=n\pi+\frac{\pi}{4}\Rightarrow x=\frac{n\pi}{2}+\frac{\pi}{8}$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$\tan^22x+4\tan2x+1=0$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$\frac{\sin^22x}{\cos^22x}+1=\frac{-4\sin2x}{\cos2x}$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$\frac{1}{\cos^22x}=\frac{-4\sin2x}{\cos2x}$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$1=-4\sin2x\cos2x=-2\sin4x$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$\sin4x=-\frac12=\sin\left(-\frac{\pi}{6}\right)$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$4x=n\pi+(-1)^n\left(-\frac{\pi}{6}\right)\Rightarrow x=\frac{n\pi}{4}+(-1)^{n+1}\frac{\pi}{24}$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$x=\frac{n\pi}{2}+\frac{\pi}{8}$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$x=\frac{n\pi}{4}+(-1)^{n+1}\frac{\pi}{24}$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equation becomes a quadratic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equation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$\frac{1}{\sin4x}$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$\tan\theta+\cot\theta=\frac{1}{\sin\theta\cos\theta}=\frac{2}{\sin2\theta}=\frac{2}{\sin4x}$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$\tan^22x+\cot^22x=(\tan2x+\cot2x)^2-2=\frac{4}{\sin^24x}-2$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$\frac{4}{\sin^24x}-2+\frac{4}{\sin4x}=6$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$z=\frac{1}{\sin4x}$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$4z^2+4z-8=0$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$z^2+z-2=0$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$\sin4x=1\Rightarrow4x=2n\pi+\frac{\pi}{2}\Rightarrow x=\frac{n\pi}{2}+\frac{\pi}{8}$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$\sin4x=-\frac12\Rightarrow4x=n\pi+(-1)^{n+1}\frac{\pi}{6}\Rightarrow x=\frac{n\pi}{4}+(-1)^{n+1}\frac{\pi}{24}$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$x=\frac{n\pi}{2}+\frac{\pi}{8}$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$x=\frac{n\pi}{4}+(-1)^{n+1}\frac{\pi}{24}$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this.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 expressions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 to the key's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$|\tan\theta+\cot\theta|\ge2$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satisfy this.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$\tan^2\theta+\cot^2\theta=(\tan\theta+\cot\theta)^2-2$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$\tan\theta\cot\theta=1$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 expressions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$\tan,\cot$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$t=\tan\theta+\cot\theta$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$x=\frac{n\pi}{2}+\frac{\pi}{8}$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 to the key's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$\frac{n\pi}{4}+(-1)^n\frac{\pi}{8}$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$1+2\csc x=-\frac{\sec^2\frac{x}{2}}{2}$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half-angle (t = tan x/2)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$t=\tan\frac{x}{2}$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 x=\frac{1+t^2}{2t}$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$\sec^2\frac{x}{2}=1+t^2$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one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$\tan\frac{x}{2}=t$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$\sec^2\frac{x}{2}=1+t^2$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$1+\frac{2(1+t^2)}{2t}+\frac{1+t^2}{2}=0$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$1+\frac{1+t^2}{t}+\frac12+\frac{t^2}{2}=0$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$2t+2(1+t^2)+t(1+t^2)=0$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$t^3+2t^2+3t+2=0$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$(t+1)(t^2+t+2)=0$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$t^2+t+2$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$\tan\frac{x}{2}=-1=\tan\left(-\frac{\pi}{4}\right)\Rightarrow\frac{x}{2}=n\pi-\frac{\pi}{4}$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$x=2n\pi-\frac{\pi}{2}$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denominators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equation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denominators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x,\cos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$u=\sin x+\cos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equation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$\sec^2\frac{x}{2}=\frac{2}{1+\cos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$1+\frac{2}{\sin x}+\frac{1}{1+\cos 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x(1+\cos x)+2(1+\cos x)+\sin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x+2\sin x+2\cos 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x=\frac{u^2-1}{2}$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$\frac{u^2-1}{2}+2u+2=0\Rightarrow u^2+4u+3=0\Rightarrow 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undefined), so reject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$\sqrt2\sin\left(x+\frac{\pi}{4}\right)=-1$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$x+\frac{\pi}{4}=-\frac{\pi}{4}+2n\pi$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$\frac{5\pi}{4}+2n\pi$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undefined), so reject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$x=2n\pi-\frac{\pi}{2}$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$x=2n\pi-\frac{\pi}{2}$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Weierstrass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together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remember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Reject roots that make a denominator zero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check candidate roots in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visible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(rational root test).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Weierstrass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$\sec^2\frac{x}{2}=1+t^2=\frac{2}{1+\cos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x=\frac{u^2-1}{2}$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Reject roots that make a denominator zero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check candidate roots in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$t^3+2t^2+3t+2$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visible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$t=\pm1,\pm2$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(rational root test).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$\tan^2x\cdot\tan^23x\cdot\tan4x=\tan^2x-\tan^23x+\tan4x$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equation: identity for tan(A+B) tan(A−B) and domain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domain.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$\frac{\tan^2A-\tan^2B}{1-\tan^2A\tan^2B}=\tan(A+B)\tan(A-B)$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$\tan4x=\tan2x\tan4x$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domain.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$\tan4x\left[(\tan x\tan3x)^2-1\right]=\tan^2x-\tan^23x$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$\tan4x=\frac{\tan^2x-\tan^23x}{\tan^2x\tan^23x-1}=\frac{\tan^23x-\tan^2x}{1-\tan^2x\tan^23x}$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$\tan(A-B)\tan(A+B)=\frac{\tan^2A-\tan^2B}{1-\tan^2A\tan^2B}$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$\tan4x=\tan2x\tan4x$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defined,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defined,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division step: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original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roots stand.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$4x=\frac{\pi}{2}+2n\pi$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defined,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$\tan4x=0\Rightarrow x=\frac{n\pi}{4}$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defined,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$x\ne(2n+1)\frac{\pi}{2}$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$x=(2n+1)\frac{\pi}{4}$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division step: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$x=(2n+1)\frac{\pi}{4}$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$\tan^2x\tan^23x-1$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$\tan^2x-\tan^23x$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original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these roots stand.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$x=(2n+1)\frac{\pi}{4}$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$x=k\pi$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$n,k\in\mathbb{Z}$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factor, treating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$\tan4x=\tan(3x+x)=\frac{p+q}{1-pq}$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$q=\tan3x$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factor, treating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 and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$q=\tan3x$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$T(p^2q^2-1)=(p-q)(p+q)$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$T=\tan(3x+x)=\frac{p+q}{1-pq}$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 and is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$p^2q^2-1=-(1-pq)(1+pq)$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$-(p+q)(1+pq)=(p-q)(p+q)$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$(p+q)(1+pq+p-q)=0$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undefined, rejected.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$\tan3x=-\tan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$3x=-x+n\pi$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$1+pq+p-q=0$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$q=\frac{1+p}{1-p}=\tan\left(x+\frac{\pi}{4}\right)$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$3x=x+\frac{\pi}{4}+n\pi$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$x=\frac{\pi}{8}+\frac{n\pi}{2}$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$4x=\frac{\pi}{2}+2n\pi$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undefined, rejected.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$x=(2n+1)\frac{\pi}{2}$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$x=(2n+1)\frac{\pi}{4}$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$x=(2n+1)\frac{\pi}{4}$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$x=k\pi$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$n,k\in\mathbb{Z}$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cancel a common factor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move and 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tangent equations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original must be defined; reject roots that make any of them infinite, and test roots where a division was used.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exist: such branches are always rejected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$\tan(A+B)\tan(A-B)=\frac{\tan^2A-\tan^2B}{1-\tan^2A\tan^2B}$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$\tan^2A-\tan^2B=\frac{\sin(A+B)\sin(A-B)}{\cos^2A\cos^2B}$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cancel a common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$\tan4x=\tan2x\tan4x$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move and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$\tan4x(1-\tan2x)=0$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tangent equations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original must be defined; reject roots that make any of them infinite, and test roots where a division was used.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$4x=\frac{\pi}{2}+2n\pi$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exist: such branches are always rejected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inequality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$\sin\left(x-\frac{\pi}{4}\right)-\cos\left(x+\frac{3\pi}{4}\right)=1$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$\frac{2\cos7x}{\cos3+\sin3}&gt;2^{\cos2x}$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combined with an exponential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equality fixes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radians is in the second quadrant) then decides which root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equality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x=\frac{1}{\sqrt2}$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$2^{\cos2x}=1$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$\cos3+\sin3$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radians is in the second quadrant) then decides which root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x\cos\frac{\pi}{4}-\cos x\sin\frac{\pi}{4}-\cos x\cos\frac{3\pi}{4}+\sin x\sin\frac{3\pi}{4}=1$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$\cos\frac{\pi}{4}=\sin\frac{\pi}{4}=\sin\frac{3\pi}{4}=\frac{1}{\sqrt2}$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$\cos\frac{3\pi}{4}=-\frac{1}{\sqrt2}$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x=\frac{1}{\sqrt2}\Rightarrow x=2n\pi+\frac{\pi}{4}$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$x=2n\pi+\frac{3\pi}{4}$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inequality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171.9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negative number reverses the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$\cos2x=1-2\sin^2x=0$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$2^{\cos2x}=1$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inequality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$\frac{2\cos7x}{\cos3+\sin3}&gt;1$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radians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$\approx171.9^\circ$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$\cos3\approx-0.990$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$\sin3\approx0.141$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$\cos3+\sin3\approx-0.849&lt;0$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the negative number reverses the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$2\cos7x&lt;\cos3+\sin3$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$\cos7x&lt;\frac{\cos3+\sin3}{2}\approx-0.425$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inequality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$\cos7x=\cos\frac{7\pi}{4}=\frac{1}{\sqrt2}&gt;0$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inequality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$x=2n\pi+\frac{3\pi}{4}$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$7x=14n\pi+\frac{21\pi}{4}$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$\cos7x=\cos\frac{5\pi}{4}=-\frac{1}{\sqrt2}\approx-0.707&lt;-0.425$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$x=2n\pi+\frac{3\pi}{4}$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$x=2n\pi+\frac{3\pi}{4}$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cosine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left side is a sum of two sines.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the cosine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$\cos\left(x+\frac{3\pi}{4}\right)=-\sin\left(x+\frac{\pi}{4}\right)$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left side is a sum of two sines.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equality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3.926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negative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$\cos\left(x+\frac{3\pi}{4}\right)=\sin\left(\frac{\pi}{2}-x-\frac{3\pi}{4}\right)=-\sin\left(x+\frac{\pi}{4}\right)$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$\sin\left(x-\frac{\pi}{4}\right)+\sin\left(x+\frac{\pi}{4}\right)=2\sin x\cos\frac{\pi}{4}=\sqrt2\sin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$2^{\cos2x}=1$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$\cos3+\sin3=\sqrt2\sin\left(3+\frac{\pi}{4}\right)$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$3+\frac{\pi}{4}\approx3.926\in(\pi,\frac{3\pi}{2})$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negative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$\approx-0.849$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is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(fails).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(holds).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$\cos7x&lt;\frac{\cos3+\sin3}{2}\approx-0.425$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$\cos7x=\cos\left(\frac{7\pi}{4}\right)=\frac{1}{\sqrt2}$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(fails).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$x=\frac{3\pi}{4}+2n\pi$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$\cos7x=\cos\frac{5\pi}{4}=-\frac{1}{\sqrt2}$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(holds).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$x=2n\pi+\frac{3\pi}{4}$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$x=2n\pi+\frac{3\pi}{4}$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shifting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cos into sin and merges terms,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given in plain numbers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radians: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left side has a negative denominator the inequality sign reverses, and the right side must be compared with a number, not just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merely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equality first to fix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exponentials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become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$\cos(\theta+\pi)=-\cos\theta$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$\cos\left(\frac{\pi}{2}-\varphi\right)=\sin\varphi$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shifting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cos into sin and merges terms,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$\sin\left(x-\frac{\pi}{4}\right)+\sin\left(x+\frac{\pi}{4}\right)=\sqrt2\sin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given in plain numbers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radians: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$\frac{\pi}{2}\approx1.57&lt;3&lt;\pi\approx3.14$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$\cos3&lt;0&lt;\sin3$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$|\cos3|&gt;\sin3$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left side has a negative denominator the inequality sign reverses, and the right side must be compared with a number, not just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$\cos7x&lt;-0.425$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merely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equality first to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exponentials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become constants.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$\sin\left(\frac{\sqrt x}{2}\right)+\cos\left(\frac{\sqrt x}{2}\right)=\sqrt2\sin\sqrt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with a square root and a domain restriction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the integers to whole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$\sin\left(\frac{\pi}{4}+\frac{\sqrt x}{2}\right)=\sin\sqrt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A=\sin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restricts the integers to whole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$\sin\frac{\sqrt x}{2}+\cos\frac{\sqrt x}{2}=\sqrt2\sin\sqrt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$\frac{1}{\sqrt2}\sin\frac{\sqrt x}{2}+\frac{1}{\sqrt2}\cos\frac{\sqrt x}{2}=\sin\sqrt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$\sin\left(\frac{\pi}{4}+\frac{\sqrt x}{2}\right)=\sin\sqrt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x=n\pi+(-1)^n\left(\frac{\pi}{4}+\frac{\sqrt 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x-\frac{\sqrt x}{2}=2n\pi+\frac{\pi}{4}$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x=4n\pi+\frac{\pi}{2}$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$n\to2m+1$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x+\frac{\sqrt x}{2}=(2m+1)\pi-\frac{\pi}{4}$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x=\frac{4m\pi}{3}+\frac{\pi}{2}$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non-negative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family is 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second).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non-negative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x=-\frac{4\pi}{3}+\frac{\pi}{2}&lt;0$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$x=\left(4n\pi+\frac{\pi}{2}\right)^2$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$x=\left(\frac{4m\pi}{3}+\frac{\pi}{2}\right)^2$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family is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second).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$x=\left(4n\pi+\frac{\pi}{2}\right)^2$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$x=\left(\frac{4m\pi}{3}+\frac{\pi}{2}\right)^2$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$m,n\in W$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$u=\sin\theta+\cos\theta$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$\theta=\frac{\sqrt 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$\sin2\theta=u^2-1$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$\theta=\frac{\sqrt x}{2}\ge0$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$u^2=1+\sin2\theta$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$\sin2\theta=u^2-1$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$u=\sqrt2(u^2-1)$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$\sqrt2u^2-u-\sqrt2=0$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$u=\frac{1\pm3}{2\sqrt2}$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$u=\sqrt2\sin\left(\theta+\frac{\pi}{4}\right)$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$\theta=\frac{\pi}{4}+2n\pi$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are exactly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$\sin\left(\theta+\frac{\pi}{4}\right)=-\frac12$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$\theta+\frac{\pi}{4}=\frac{7\pi}{6}+2k\pi$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$\frac{11\pi}{6}+2k\pi$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$\theta=\frac{11\pi}{12}+2k\pi$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$\frac{19\pi}{12}+2k\pi$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x=\frac{\pi}{2}+4n\pi$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$\frac{11\pi}{6}+4k\pi$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$\frac{19\pi}{6}+4k\pi$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$n,k\ge0$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x=\frac{\pi}{2}+\frac{4m\pi}{3}$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$m=3n,\,3k+1,\,3k+2$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$x=\left(4n\pi+\frac{\pi}{2}\right)^2$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$x=\left(\frac{4m\pi}{3}+\frac{\pi}{2}\right)^2$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$m,n\in W$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equations mixing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quadratics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domain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'all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into whole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the smallest negative integer to confirm.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 families may overlap: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$a\sin\theta+b\cos\theta=\sqrt{a^2+b^2}\sin(\theta+\alpha)$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$\sin\theta+\cos\theta=\sqrt2\sin\left(\theta+\frac{\pi}{4}\right)$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$\sin2\theta=u^2-1$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quadratics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domain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'all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into whole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the smallest negative integer to confirm.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 families may overlap: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$\left(4n\pi+\frac{\pi}{2}\right)$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$\left(\frac{4m\pi}{3}+\frac{\pi}{2}\right)$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$x\cos^3y+3x\cos y\sin^2y=14$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$x\sin^3y+3x\cos^2y\sin 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Solving a system of trigonometric equations: sum and difference give perfect cubes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dividing the two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$x(\cos y+\sin y)^3=27$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subtracting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$x(\cos y-\sin y)^3=1$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dividing the two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(i)+(ii):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(real cube root)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$x\cos^3y+3x\cos y\sin^2y=14$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$x\sin^3y+3x\cos^2y\sin 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(i)+(ii):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$x(\cos^3y+3\cos^2y\sin y+3\cos y\sin^2y+\sin^3y)=27$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$x(\cos y+\sin y)^3=27$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$x=\frac{27}{(\cos y+\sin 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$x(\cos^3y-3\cos^2y\sin y+3\cos y\sin^2y-\sin^3y)=1$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$x(\cos y-\sin y)^3=1$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$x=\frac{1}{(\cos y-\sin y)^3}$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$\left(\frac{\cos y+\sin y}{\cos y-\sin y}\right)^3=27$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(real cube root)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y+\sin y}{\cos y-\sin y}=3$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 (or 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sign),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go together: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 (or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$\frac{1+\tan y}{1-\tan y}=3\Rightarrow\tan 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$y=n\pi+\tan^{-1}\frac12$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y=\pm\frac{2}{\sqrt5}$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y=\pm\frac{1}{\sqrt5}$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sign),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y-\sin y=\pm\frac{1}{\sqrt5}$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$x=\frac{1}{(\cos y-\sin y)^3}=\pm5\sqrt5$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go together: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$x=(-1)^n5\sqrt5$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sign matching the parity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$y=n\pi+\tan^{-1}\frac12$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$x=(-1)^n\,5\sqrt5$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$x=\pm5\sqrt5$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sign matching the parity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(real, signed); then the system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and difference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$p=r\cos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$q=r\sin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$r=x^{1/3}$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(real, signed); then the system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$p^3+3pq^2=14$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$q^3+3p^2q=13$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and difference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$(p+q)^3$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$(p-q)^3$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real cube root,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cube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$r=x^{1/3}$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real cube root,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$p=r\cos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$x\cos^3y=p^3$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$p^3+3pq^2=14$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$q^3+3p^2q=13$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$p^3-3p^2q+3pq^2-q^3=(p-q)^3=1$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cube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y=\frac{q}{p}=\frac12$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$r^2=p^2+q^2=5$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$r=\pm\sqrt5$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$x=r^3=\pm5\sqrt5$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$r\cos y=2&gt;0$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$r\sin y=1&gt;0$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$y=2k\pi+\tan^{-1}\frac12$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$y=(2k+1)\pi+\tan^{-1}\frac12$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sign matching the parity of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$y=n\pi+\tan^{-1}\frac12$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$x=(-1)^n\,5\sqrt5$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$x=\pm5\sqrt5$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the sign matching the parity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pair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Absorb a common factor into the variables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the trigonometric system becomes an algebraic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(componendo-dividendo); over the reals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system the signs of the unknowns can be coupled: always test the final pairs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$(a+b)^3=a^3+3a^2b+3ab^2+b^3$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$(a-b)^3=a^3-3a^2b+3ab^2-b^3$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pair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$a^3+3ab^2$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$b^3+3a^2b$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Absorb a common factor into the variables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$p=x^{1/3}\cos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$q=x^{1/3}\sin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the trigonometric system becomes an algebraic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$\frac{1+\tan y}{1-\tan y}=k\Rightarrow\tan y=\frac{k-1}{k+1}$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(componendo-dividendo); over the reals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system the signs of the unknowns can be coupled: always test the final pairs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 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$A=\{\theta\in\mathbb{R}:\cos^2(\sin\theta)+\sin^2(\cos\theta)=1\}$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$B=\{\theta\in\mathbb{R}:\cos(\sin\theta)\cdot\sin(\cos\theta)=0\}$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Composite trigonometric functions: bounds of sin and cos, Sets and their intersection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$|\sin\theta|,|\cos\theta|\le1&lt;\frac{\pi}{2}$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$\cos(\sin\theta)\ne0$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$\cos^2(\pm1)+0\ne1$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 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$\cos^2(\sin\theta)+\sin^2(\cos\theta)=1$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$\cos(\sin\theta)\sin(\cos\theta)=0$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$\sin\theta=(2n+1)\frac{\pi}{2}$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$|\sin\theta|\le1&lt;\frac{\pi}{2}$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$|\cos\theta|\le1$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first condition would read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both sets: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first condition would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$\cos^2(\pm1)+\sin^2(0)=\cos^21=1$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$\cos^21\approx0.29\ne1$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both 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Describe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completely first: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show no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Describe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completely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$\cos^2(\sin\theta)+\sin^2(\cos\theta)=1$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$|\cos\theta|=|\sin\theta|$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show no such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$\cos^2(\sin\theta)+\sin^2(\cos\theta)=1\iff\sin^2(\cos\theta)=1-\cos^2(\sin\theta)=\sin^2(\sin\theta)$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$u\mapsto|\sin 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$\sin^2(\cos\theta)=\sin^2(\sin\theta)\iff|\cos\theta|=|\sin\theta|$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$\theta=\frac{\pi}{4}+\frac{k\pi}{2}$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$\cos\theta=\pm\frac{1}{\sqrt2}$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$\sin(\cos\theta)=\pm\sin\frac{1}{\sqrt2}\ne0$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$\cos(\sin\theta)=\cos\frac{1}{\sqrt2}\ne0$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$\cos(\sin\theta)\sin(\cos\theta)\ne0$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one-one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such conditions describe a set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trig functions: first bound the inner function's range, then decide which zeros of the outer function are reachable.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$\sin\theta,\cos\theta\in[-1,1]\subset\left(-\frac{\pi}{2},\frac{\pi}{2}\right)$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$\cos^2P+\sin^2Q=1\iff\sin^2Q=\sin^2P$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such conditions describe a set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$|Q|=|P|$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trig functions: first bound the inner function's range, then decide which zeros of the outer function are reachable.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sheet - JEE Advanced default of 3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95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set of all those solutions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which are independent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set of all such solutions which are dependent on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The sets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None of these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955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set of all those solutions of the equation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$(1+a)\cos\theta\cos(2\theta-b)=(1+a\cos2\theta)\cos(\theta-b)$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which are independent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the set of all such solutions which are dependent 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The sets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are: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$S_1=\{n\pi:n\in\mathbb{Z}\}$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$S_2=\left\{\frac{n\pi}{2}+\frac{b}{2}+(-1)^n\frac{\sin^{-1}(a\sin b)}{2}:n\in\mathbb{Z}\right\}$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$S_1=\{n\pi:n\in\mathbb{Z}\}$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$S_2=\left\{\frac{n\pi}{2}+(-1)^n\frac{\sin^{-1}(b\sin a)}{2}:n\in\mathbb{Z}\right\}$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$S_1=\left\{\frac{n\pi}{2}:n\in\mathbb{Z}\right\}$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$S_2=\left\{\frac{n\pi}{2}+\frac{b}{2}+(-1)^n\sin^{-1}\left(\frac{a}{2}\sin b\right):n\in\mathbb{Z}\right\}$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None of these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with parameters: product-to-sum and general solution of sin A = 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Product-to-sum reduces the equation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other is not.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Product-to-sum reduces the equation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$\sin\theta\left[\sin(2\theta-b)-a\sin b\right]=0$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free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other is not.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$(1+a)\cos\theta\cos(2\theta-b)=(1+a\cos2\theta)\cos(\theta-b)$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$\cos\theta\cos(2\theta-b)+a\cos\theta\cos(2\theta-b)=\cos(\theta-b)+a\cos2\theta\cos(\theta-b)$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do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$\cos(3\theta-b)+\cos(\theta-b)+a[\cos(3\theta-b)+\cos(\theta-b)]=2\cos(\theta-b)+a[\cos(3\theta-b)+\cos(\theta+b)]$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$a\cos(3\theta-b)$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$\cos(3\theta-b)+a\cos(\theta-b)=\cos(\theta-b)+a\cos(\theta+b)$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$\cos(3\theta-b)-\cos(\theta-b)=a[\cos(\theta+b)-\cos(\theta-b)]$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C-\cos D=-2\sin\frac{C+D}{2}\sin\frac{C-D}{2}$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$-2\sin(2\theta-b)\sin\theta=-2a\sin\theta\sin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$\sin\theta\left[\sin(2\theta-b)-a\sin b\right]=0$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$\sin\theta=0\Rightarrow\theta=n\pi$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these do not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$S_1=\{n\pi:n\in\mathbb{Z}\}$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$\sin(2\theta-b)=a\sin b\Rightarrow2\theta-b=n\pi+(-1)^n\sin^{-1}(a\sin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$S_2=\left\{\frac{n\pi}{2}+\frac{b}{2}+(-1)^n\frac{\sin^{-1}(a\sin b)}{2}:n\in\mathbb{Z}\right\}$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the equation by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constant bracket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bracket multiplying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Collect the equation by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constant bracket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$-\sin\theta\sin(2\theta-b)$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bracket multiplying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$[\cos\theta\cos(2\theta-b)-\cos(\theta-b)]+a[\cos\theta\cos(2\theta-b)-\cos2\theta\cos(\theta-b)]=0$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$\cos(\theta-b)=\cos\left((2\theta-b)-\theta\right)=\cos(2\theta-b)\cos\theta+\sin(2\theta-b)\sin\theta$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$-\sin\theta\sin(2\theta-b)$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factorisation,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$\frac12[\cos(3\theta-b)+\cos(\theta-b)]-\frac12[\cos(3\theta-b)+\cos(\theta+b)]=\frac12[\cos(\theta-b)-\cos(\theta+b)]=\sin\theta\sin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$\sin\theta\left[a\sin b-\sin(2\theta-b)\right]=0$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factorisation,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$S_1=\{n\pi\}$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Products to sums: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parametric equations, group by powers of the parameter: the parameter-free part gives roots that hold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solvable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numerical check of the factorisation: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difference of the two sides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Products to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C-\cos D=-2\sin\frac{C+D}{2}\sin\frac{C-D}{2}$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parametric equations, group by powers of the parameter: the parameter-free part gives roots that hold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$\sin\varphi=k\iff\varphi=n\pi+(-1)^n\sin^{-1}k$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numerical check of the factorisation: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$a=0.7$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difference of the two sides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$-\sin\theta\sin(2\theta-b)+a\sin\theta\sin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420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those solutions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such solutions which are dependent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that should be imposed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420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those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$(1+a)\cos\theta\cos(2\theta-b)=(1+a\cos2\theta)\cos(\theta-b)$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such solutions which are dependent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that should be imposed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$\left|\frac{a}{2}\sin b\right|&lt;1$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$\left|\frac{a}{2}\sin b\right|\le1$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$|a\sin b|\le1$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with parameters: existence of solutions (range of sine)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solvable, i.e.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$\sin(2\theta-b)=a\sin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solvable, i.e.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previous question, expand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rearrange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previous question, expand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B=\cos(A+B)+\cos(A-B)$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rearrange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$\cos(3\theta-b)-\cos(\theta-b)=a[\cos(\theta+b)-\cos(\theta-b)]$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$2\sin(2\theta-b)\sin\theta=2a\sin\theta\sin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$\sin\theta\left[\sin(2\theta-b)-a\sin b\right]=0$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dependent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defined too, so equality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dependent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$\sin(2\theta-b)=a\sin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$\sin(2\theta-b)=\sin\left(\sin^{-1}(a\sin b)\right)$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$2\theta-b=n\pi+(-1)^n\sin^{-1}(a\sin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$\sin^{-1}(a\sin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$|a\sin b|\le1$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$|a\sin 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defined too, so equality is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$|a\sin b|\le1$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$|a\sin b|\le1$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boundary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exists);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𝑙𝑖𝑛𝑒𝑎𝑟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argument takes all real values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so only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matters, not the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restricts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for look-alike options: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 different condition (it would come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$\sin^{-1}(\pm1)=\pm\frac{\pi}{2}$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exists);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$\sin(\text{linear in }\theta)=k$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argument takes all real values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so only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matters, not the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$|a\sin b|\le1$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restricts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b|\le\frac{1}{|a|}$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Watch for look-alike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$\left|\frac{a}{2}\sin b\right|\le1$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 different condition (it would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$\sin(2\theta-b)=\frac{a}{2}\sin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permissible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non-empty, are: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permissible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$S_2\cap(0,\pi)$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non-empty, are: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with parameters: solutions in a given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member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$\theta=\frac{n\pi+b}{2}$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member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$0&lt;n\pi+b&lt;2\pi$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earlier parts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solutions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after reducing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we need this member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earlier parts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-dependent solutions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$2\theta-b=n\pi+(-1)^n\sin^{-1}(a\sin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after reducing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$\sin\theta\left[\sin(2\theta-b)-a\sin b\right]=0$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$\sin(2\theta-b)=0$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$2\theta-b=n\pi$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$\theta=\frac{n\pi+b}{2}$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we need this member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$0&lt;\frac{n\pi+b}{2}&lt;\pi\Rightarrow0&lt;n\pi+b&lt;2\pi$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$-n\pi&lt;b&lt;2\pi-n\pi$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$b\in(-n\pi,\,2\pi-n\pi)$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Picture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equally spaced points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an open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contains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Picture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equally spaced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$\frac{b}{2}+\frac{n\pi}{2}$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an open interval of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contains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points spaced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always contains at least one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$S_2=\left\{\frac{b}{2}+\frac{n\pi}{2}\right\}$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points spaced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$\pi=2\cdot\frac{\pi}{2}$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always contains at least one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$0,\frac{\pi}{2},\pi$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some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namely the one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intervals have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overlap, covering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option (B) describes the 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given member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wrong ends),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some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namely the one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$0&lt;n\pi+b&lt;2\pi$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$b\in(-n\pi,2\pi-n\pi)$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intervals have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overlap, covering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option (B) describes the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given 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wrong ends),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$b\in(-n\pi,\,2\pi-n\pi)$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solution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arithmetic progression with common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open interval longer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one of its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member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leads to an interval condition on the parameter,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it for the parameter, keeping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wording is loose: since the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overlap and cover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a suitable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(B) is the condition 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member.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solution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$\theta=\frac{b}{2}+\frac{n\pi}{2}$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arithmetic progression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open interval longer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one of its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member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leads to an interval condition on the parameter,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$\alpha&lt;\theta_n&lt;\beta$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it for the parameter, keeping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wording is loose: since the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$(-n\pi,2\pi-n\pi)$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overlap and cover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for a suitable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(B) is the condition 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member.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 – 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sheet - JEE Advanced default of 3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13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 (Equation):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 (General Solution):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No solution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13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 (Equation):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$\frac{1-\cos2x}{\sin2x}=0$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$\cos^2x+5\cos x=2\sin^2x$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$\sin^4x+\sin^4\left(\frac{x}{2}+\frac{\pi}{8}\right)+\cos^4x=\frac12\sin^22x$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$4\cos^2\theta\sin\theta-2\sin^2\theta=3\sin\theta$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 (General Solution):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$(8n-1)\frac{\pi}{4}$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$2n\pi\pm\cos^{-1}\frac13$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No solution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$n\pi+(-1)^n\left(-\frac{3\pi}{10}\right)$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general solutions of different types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(C)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sum of non-negative terms, so both must vanish together (AND, not 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(C)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$\cos^22x+\sin^4\left(\frac{x}{2}+\frac{\pi}{8}\right)=0$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sum of non-negative terms, so both must vanish together (AND, not OR).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$\frac{1-\cos2x}{\sin2x}=\frac{2\sin^2x}{2\sin x\cos x}=\tan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fraction is undefined. So there is no solution: (A) matches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matches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x=0\Rightarrow 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fraction is undefined. So there is no solution: (A) matches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$\cos^2x+5\cos x-2(1-\cos^2x)=0\Rightarrow3\cos^2x+5\cos x-2=0\Rightarrow(3\cos x-1)(\cos 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$x=2n\pi\pm\cos^{-1}\frac13$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matches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$1-\frac12\sin^22x+\sin^4\left(\frac{x}{2}+\frac{\pi}{8}\right)=\frac12\sin^22x$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$1-\sin^22x+\sin^4\left(\frac{x}{2}+\frac{\pi}{8}\right)=0$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$\cos^22x+\sin^4\left(\frac{x}{2}+\frac{\pi}{8}\right)=0$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two non-negative terms is zero only if both are zero: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automatically: (C) matches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two non-negative terms is zero only if both are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$\sin\left(\frac{x}{2}+\frac{\pi}{8}\right)=0$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$\frac{x}{2}+\frac{\pi}{8}=k\pi\Rightarrow x=2k\pi-\frac{\pi}{4}=(8k-1)\frac{\pi}{4}$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$\cos2x=\cos\left(4k\pi-\frac{\pi}{2}\right)=0$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automatically: (C) matches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$4(1-\sin^2\theta)\sin\theta-2\sin^2\theta-3\sin\theta=0\Rightarrow4\sin^3\theta+2\sin^2\theta-\sin\theta=0\Rightarrow\sin\theta(4\sin^2\theta+2\sin\theta-1)=0$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matches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(A)-R, (B)-Q, (C)-P, (D)-S.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$\sin\theta=\frac{-1\pm\sqrt5}{4}$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$\theta=n\pi+(-1)^n\frac{\pi}{10}$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$\theta=n\pi+(-1)^n\left(-\frac{3\pi}{10}\right)$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matches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(A)-R, (B)-Q, (C)-P, (D)-S.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R, (B) Q, (C) P, (D)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Match by 'signature' of the reduced equations and eliminate; confirm the leftover pair by direct substitution.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reduces to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only admissible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(Q) contains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entry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contradictory; the only 'no solution' entry is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reduces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only admissible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(Q)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$\sin\theta(4\sin^2\theta+2\sin\theta-1)=0$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$\frac{-1\pm\sqrt5}{4}$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$\sin\left(-\frac{3\pi}{10}\right)$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entry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contradictory; the only 'no solution' entry is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elimination (C) must match (P).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(P)):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(A)-R, (B)-Q, (C)-P, (D)-S.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elimination (C) must match (P).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(P)):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$\sin^4\frac{\pi}{4}+\sin^4\left(-\frac{\pi}{8}+\frac{\pi}{8}\right)+\cos^4\frac{\pi}{4}=\frac14+0+\frac14=\frac12=\frac12\sin^2\frac{\pi}{2}$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(A)-R, (B)-Q, (C)-P, (D)-S.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R, (B) Q, (C) P, (D)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after solving, always test the roots against the denominator (the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all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non-negative terms)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simultaneously: the solution set is the intersection, not the union.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matching questions, recognise the answer 'signature'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solution) and eliminate before solving every item.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$\frac{1-\cos2x}{\sin2x}=\tan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after solving, always test the roots against the denominator (the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all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non-negative terms)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simultaneously: the solution set is the intersection, not the union.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$\sin^2x=1-\cos^2x$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$\cos^2x+5\cos x=2\sin^2x$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matching questions, recognise the answer 'signature'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solution) and eliminate before solving every item.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13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constant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13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$\cos3x\cdot\cos^3x+\sin3x\cdot\sin^3x=0$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$\sin3\alpha=4\sin\alpha\sin(x+\alpha)\sin(x-\alpha)$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 n\pi$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constant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$|2\tan x-1|+|2\cot x-1|=2$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$\sin^{10}x+\cos^{10}x=\frac{29}{16}\cos^42x$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Column-II: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$n\pi\pm\frac{\pi}{3}$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$n\pi+\frac{\pi}{4}$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$\frac{n\pi}{4}+\frac{\pi}{8}$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$\frac{n\pi}{2}\pm\frac{\pi}{4}$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identities, modulus and powers of sine and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has one recognisable move: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has one recognisable move: (A)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$\cos3x\cos^3x+\sin3x\sin^3x=\cos^32x$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$\sin(x+\alpha)\sin(x-\alpha)=\sin^2x-\sin^2\alpha$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x+\cot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$\sin^2x,\cos^2x=\frac{1\mp\cos2x}{2}$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$\cos3x\cos^3x+\sin3x\sin^3x=(4\cos^3x-3\cos x)\cos^3x+(3\sin x-4\sin^3x)\sin^3x=4(\cos^6x-\sin^6x)-3(\cos^4x-\sin^4x)$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matches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solutions: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matches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$\cos^6x-\sin^6x=\cos2x(1-\sin^2x\cos^2x)$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$\cos^4x-\sin^4x=\cos2x$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$\cos2x[4(1-\sin^2x\cos^2x)-3]=\cos2x(1-\sin^22x)=\cos^32x$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$\cos^32x=0\Rightarrow2x=n\pi+\frac{\pi}{2}\Rightarrow x=\frac{n\pi}{2}+\frac{\pi}{4}$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$\frac{n\pi}{2}\pm\frac{\pi}{4}$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matches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$\sin\alpha\sin(60^\circ+\alpha)\sin(60^\circ-\alpha)=\frac14\sin3\alpha$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$\sin3\alpha=4\sin\alpha\sin(x+\alpha)\sin(x-\alpha)$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$\sin(x+\alpha)\sin(x-\alpha)=\sin^2x-\sin^2\alpha$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$\sin3\alpha=3\sin\alpha-4\sin^3\alpha$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$4\sin\alpha(\sin^2x-\sin^2\alpha)=3\sin\alpha-4\sin^3\alpha$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$x=n\pi\pm\frac{\pi}{3}$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matches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matches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$(2\tan x-1)^2+(2\cot x-1)^2+2|(2\tan x-1)(2\cot x-1)|=4$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$(2\tan x-1)(2\cot x-1)=5-2(\tan x+\cot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$\tan^2x+\cot^2x=t^2-2$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x+\cot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$4t^2-8+2-4t+2|5-2t|=4$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$4t^2-8t=0$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$t=\sqrt5&lt;\frac52$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$t=2\Rightarrow\tan x=1\Rightarrow x=n\pi+\frac{\pi}{4}$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matches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$\sin^2x=\frac{1-t}{2}$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$\cos^2x=\frac{1+t}{2}$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$\left(\frac{1-t}{2}\right)^5+\left(\frac{1+t}{2}\right)^5=\frac{29}{16}t^4$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matches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(A)-S, (B)-P, (C)-Q, (D)-R.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$(1-t)^5+(1+t)^5=58t^4\Rightarrow2+20t^2+10t^4=58t^4\Rightarrow24t^4-10t^2-1=0$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$(2t^2-1)(12t^2+1)=0$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$12t^2+1&gt;0$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$4x=n\pi+\frac{\pi}{2}$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$x=\frac{n\pi}{4}+\frac{\pi}{8}$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matches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(A)-S, (B)-P, (C)-Q, (D)-R.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S; (B) P; (C) Q; (D)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linearise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triangle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recurrence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linearise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$\cos^3x,\sin^3x$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triangle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$|A|+|B|\ge|A+B|$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x+\cot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recurrence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$\sin^{2n}x+\cos^{2n}x$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$p=\sin^2x\cos^2x$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$\cos^3x=\frac{3\cos x+\cos3x}{4}$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$\sin^3x=\frac{3\sin x-\sin3x}{4}$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$\frac14[3(\cos3x\cos x+\sin3x\sin x)+\cos^23x-\sin^23x]=\frac{3\cos2x+\cos6x}{4}$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$\cos6x=4\cos^32x-3\cos2x$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$x=\frac{n\pi}{2}\pm\frac{\pi}{4}$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$B=\frac{2}{u}-1$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$|A|+|B|\ge|A+B|=\left|2\left(u+\frac1u\right)-2\right|$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$u+\frac1u\ge2$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$u+\frac1u\le-2$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$|A|+|B|\ge6&gt;2$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$x=n\pi+\frac{\pi}{4}$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$a_n=\sin^{2n}x+\cos^{2n}x$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$a_n=a_{n-1}-p\,a_{n-2}$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$a_2=1-2p$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$a_3=1-3p$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$a_4=1-4p+2p^2$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$a_5=1-5p+5p^2$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 Part (B) is as in the main solution: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$\cos^42x=(1-\sin^22x)^2=(1-4p)^2$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$16(1-5p+5p^2)=29(1-4p)^2$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$384p^2-152p+13=0$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$p=\frac{13}{48}$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$p=\frac{\sin^22x}{4}\le\frac14&lt;\frac{13}{48}$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$x=\frac{n\pi}{4}+\frac{\pi}{8}$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(R). Part (B) is as in the main solution: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S; (B) P; (C) Q; (D) R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all solutions, not just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handles sums of two moduli.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$\cos3x\cos^3x+\sin3x\sin^3x=\cos^32x$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$\sin\alpha\sin(60^\circ-\alpha)\sin(60^\circ+\alpha)=\frac14\sin3\alpha$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$\sin(x+\alpha)\sin(x-\alpha)=\sin^2x-\sin^2\alpha$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all solutions, not just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x+\cot x=\frac{2}{\sin2x}$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$|A|+|B|\ge|A+B|$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handles sums of two moduli.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$\sin^{2n}x+\cos^{2n}x$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$a_n=a_{n-1}-p\,a_{n-2}$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$p=\sin^2x\cos^2x\le\frac14$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$a_3=1-3p$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$a_4=1-4p+2p^2$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$a_5=1-5p+5p^2$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2.71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23 questions, 87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Trigonometric Equations (Exercise C-II) SHEET TRIGONOMETRIC EQUATION · Exercise C-II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2.71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