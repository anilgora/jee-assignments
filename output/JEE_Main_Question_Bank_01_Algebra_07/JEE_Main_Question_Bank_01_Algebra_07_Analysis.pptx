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2.0</c:v>
                </c:pt>
                <c:pt idx="1">
                  <c:v>1.0</c:v>
                </c:pt>
                <c:pt idx="2">
                  <c:v>2.0</c:v>
                </c:pt>
                <c:pt idx="3">
                  <c:v>2.0</c:v>
                </c:pt>
                <c:pt idx="4">
                  <c:v>2.0</c:v>
                </c:pt>
                <c:pt idx="5">
                  <c:v>2.0</c:v>
                </c:pt>
                <c:pt idx="6">
                  <c:v>1.0</c:v>
                </c:pt>
                <c:pt idx="7">
                  <c:v>2.0</c:v>
                </c:pt>
                <c:pt idx="8">
                  <c:v>2.0</c:v>
                </c:pt>
                <c:pt idx="9">
                  <c:v>2.0</c:v>
                </c:pt>
                <c:pt idx="10">
                  <c:v>1.0</c:v>
                </c:pt>
                <c:pt idx="11">
                  <c:v>1.0</c:v>
                </c:pt>
                <c:pt idx="12">
                  <c:v>2.0</c:v>
                </c:pt>
                <c:pt idx="13">
                  <c:v>3.0</c:v>
                </c:pt>
                <c:pt idx="14">
                  <c:v>2.0</c:v>
                </c:pt>
                <c:pt idx="15">
                  <c:v>1.0</c:v>
                </c:pt>
                <c:pt idx="16">
                  <c:v>2.0</c:v>
                </c:pt>
                <c:pt idx="17">
                  <c:v>2.0</c:v>
                </c:pt>
                <c:pt idx="18">
                  <c:v>2.0</c:v>
                </c:pt>
                <c:pt idx="19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dismisses $\sin\alpha=-1/\sqrt2$ as 'Rejected' (taking $\alpha\in[0,\pi/2]$, which the question never states). That value also satisfies the equation; it simply gives no option. The answer $\pi/4$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In the PDF's first line the first factor of $AA$ is printed as $\begin{bmatrix}i&amp;i\\-i&amp;i\end{bmatrix}$ (top-right entry $i$); $A$ has $-i$ there. With the correct factor the product $\begin{bmatrix}-2&amp;2\\2&amp;-2\end{bmatrix}$ is what the PDF shows, so every later line and the answer are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fourth line reads $A^2B(B-I)^{-1}$; this is a garbled version of $A^2=B(B-I)^{-1}$ (multiply $A^2(B-I)=B$ on the right by $(B-I)^{-1}$). As printed it is not a valid step. The PDF also does not say why $(B-I)^{-1}$ exists and equals $A^2-I$ (it follows from line $(1)$); both are added. The final result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the combined numerator as $(a-b)^3+(b-c)^3+(c-a)^3$ over $(a-b)(b-c)(c-a)$ (and a denominator $(b-a)(c-b)(a-c)$ in the intermediate line) without showing the sign handling; the value $3$ is correct. The sign handling is added (terms are $z^2/xy,\ x^2/yz,\ y^2/zx$), and the remark that the result is independent of $\alpha$. Nothing else 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In the PDF's alternate layout the number of ways written beside rows 1-5 is '5, 4, 3, 4, 1'; the fourth should be $2$ (the product $5\cdot4\cdot3\cdot2\cdot1=120$ is what the PDF finally uses). Corrected; the answer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01 Algebra 07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Matrices and Determinants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Q03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printed in the paper)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JEE Advanced default for single-correct questions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total number of matrices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6   (B) 3   (C) 4   (D) 2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total number of matrices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$A=\begin{pmatrix}0&amp;2y&amp;1\\2x&amp;y&amp;-1\\2x&amp;-y&amp;1\end{pmatrix}$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$(x,y\in\mathbb R,\ x\neq 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$A^TA=3I_3$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6   (B) 3   (C) 4   (D) 2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Orthogonal matrices and the condition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Orthogonal matrices and the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$A^TA=kI$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says the columns are mutually orthogonal, each of squared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only the diagonal gives conditions.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$A^TA=3I$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says the columns are mutually orthogonal, each of squared length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only the diagonal gives conditions.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out gives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all off-diagonal entries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automatically.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$A^TA=\begin{pmatrix}0&amp;2x&amp;2x\\2y&amp;y&amp;-y\\1&amp;-1&amp;1\end{pmatrix}\begin{pmatrix}0&amp;2y&amp;1\\2x&amp;y&amp;-1\\2x&amp;-y&amp;1\end{pmatrix}=3I$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out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$\begin{pmatrix}8x^2&amp;0&amp;0\\0&amp;6y^2&amp;0\\0&amp;0&amp;3\end{pmatrix}$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all off-diagonal entries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automatically.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$\begin{pmatrix}8x^2&amp;0&amp;0\\0&amp;6y^2&amp;0\\0&amp;0&amp;3\end{pmatrix}=\begin{pmatrix}3&amp;0&amp;0\\0&amp;3&amp;0\\0&amp;0&amp;3\end{pmatrix}$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for every choice of signs.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combinations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$8x^2=3$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$6y^2=3$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$x=\pm\sqrt{\dfrac38},\ y=\pm\sqrt{\dfrac12}$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$x^2=\tfrac38\neq\tfrac12=y^2$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for every choice of signs.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combinations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$(x,y)=2\times2=4$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a square matrix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equivalent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use the rows instead of the columns.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a square matrix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$A^TA=3I$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equivalent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$AA^T=3I$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use the rows instead of the columns.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well, so the rows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orthogonal with squared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1: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2: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$A^TA=3I\Rightarrow A^{-1}=\tfrac13A^T\Rightarrow AA^T=3I$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well, so the rows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orthogonal with squared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1: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$0+4y^2+1=3\Rightarrow y^2=\tfrac12$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$4x^2+y^2+1=3\Rightarrow4x^2=2-\tfrac12=\tfrac32\Rightarrow x^2=\tfrac38$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3 gives the same equation as row 2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remaining conditions are consistent: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independent signs: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matrices. Same answer (also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agrees).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3 gives the same equation as row 2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$4x^2+y^2+1=3$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remaining conditions are consistent: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$R_1\cdot R_2=2y^2-1=0$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$R_1\cdot R_3=-2y^2+1=0$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$R_2\cdot R_3=4x^2-y^2-1=\tfrac32-\tfrac12-1=0$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$x^2=\tfrac38,\ y^2=\tfrac12$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independent signs: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matrices. Same answer (also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$|A|=-12xy$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$|A|^2=144\cdot\tfrac38\cdot\tfrac12=27=3^3$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agrees).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square matrix,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orthogonal): both the rows and the columns are mutually perpendicular with squared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indeed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diagonal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the squared lengths of the columns and the off-diagonal entries are the pairwise dot products; check which off-diagonals vanish identically before solving.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independent sign choice of the free parameters multiplies the count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square matrix,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$A^TA=kI\iff AA^T=kI$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$A/\sqrt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orthogonal): both the rows and the columns are mutually perpendicular with squared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$A^TA=kI_n\Rightarrow|A|^2=k^n$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$|A|^2=27$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indeed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$|A|=-12xy$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$144x^2y^2=27$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diagonal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the squared lengths of the columns and the off-diagonal entries are the pairwise dot products; check which off-diagonals vanish identically before solving.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independent sign choice of the free parameters multiplies the count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$y=\pm$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matrices such that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determinant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determinant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3   (B)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$A=[a_{ij}]$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$B=[b_{ij}]$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matrices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$b_{ij}=(3)^{(i+j-2)}a_{ji}$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$i,j=1,2,3$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determinant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determinant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3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$\tfrac1{81}$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$\tfrac19$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Determinant properties: scalar multiples of rows and columns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multiplies row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column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$b_{ij}=3^{i-1}3^{j-1}a_{ji}$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multiplies row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column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$j$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powers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$|B|=3^{6}|A|$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 of rows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 of columns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common factor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remaining determinant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$B=\begin{pmatrix}a_{11}&amp;3a_{21}&amp;3^2a_{31}\\3a_{12}&amp;3^2a_{22}&amp;3^3a_{32}\\3^2a_{13}&amp;3^3a_{23}&amp;3^4a_{33}\end{pmatrix}$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$3^0,3^1,3^2$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 of rows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$3^0,3^1,3^2$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 of columns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common factor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$3^{0+1+2}\cdot3^{0+1+2}=3^6$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remaining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$|A^T|=|A|$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$|B|=3^6|A|$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$3^6|A|=81=3^4\Rightarrow|A|=3^{-2}=\dfrac19$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$\tfrac19$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diag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$B=DA^TD$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$D=\operatorname{diag}(1,3,9)$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$|XYZ|=|X||Y||Z|$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diag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$(DA^TD)_{ij}=d_i\,a_{ji}\,d_j=3^{i-1}3^{j-1}a_{ji}=3^{i+j-2}a_{ji}=b_{ij}$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$B=DA^TD$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$D=\operatorname{diag}(1,3,9)$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$|D|=1\cdot3\cdot9=27$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$|B|=|D|\,|A^T|\,|D|=27^2|A|=729|A|$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$729|A|=81\Rightarrow|A|=\dfrac{81}{729}=\dfrac19$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$\tfrac19$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rank-one rescaling)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diag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diag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transpose built into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change the determinant.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pattern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$b_{ij}=u_iv_j\,a_{ij}$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rank-one rescaling)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$B=\operatorname{diag}(u)\,A\,\operatorname{diag}(v)$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$|B|=\prod u_i\prod v_j\,|A|$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$|A^T|=|A|$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transpose built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$a_{ji}$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change the determinant.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$n\times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$|kA|=k^n|A|$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pattern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$b_{ij}=k^{i+j-2}a_{ij}$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$|B|=k^{n(n-1)}|A|$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𝑎𝑛𝑑 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contains more than two elements.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contains exactly two elements.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is a singleton.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is an empty set.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$A=\{X=(x,y,z)^T: PX=0 \text{ and } x^2+y^2+z^2=1\}$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$P=\begin{pmatrix}1&amp;2&amp;1\\-2&amp;3&amp;-4\\1&amp;9&amp;-1\end{pmatrix}$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contains more than two elements.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contains exactly two elements.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is a singleton.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is an empty set.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Homogeneous linear systems: non-trivial solutions on the unit sphere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rank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solutions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 line through the origin; a line meets the unit sphere in exactly two points.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$|P|=0$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rank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solutions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 line through the origin; a line meets the unit sphere in exactly two points.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infinitely many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$|P|=(-3+36)-2(2+4)+1(-18-3)=33-12-21=0$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infinitely many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from the first,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from the third,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satisfies the second equation too: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49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49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174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$x+2y+z=0$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$-2x+3y-4z=0$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$x+9y-z=0$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from the first,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$x+2y=-\lambda$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from the third,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$x+9y=\lambda$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$7y=2\lambda$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$y=\dfrac{2\lambda}7$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$x=-\lambda-2y=-\dfrac{11\lambda}7$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$(x,y,z)=\left(-\dfrac{11\lambda}7,\dfrac{2\lambda}7,\lambda\right)$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satisfies the second equation too: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$\tfrac{22\lambda}7+\tfrac{6\lambda}7-4\lambda=0$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$x^2+y^2+z^2=1\Rightarrow\lambda^2\left(\dfrac{121}{49}+\dfrac4{49}+1\right)=1$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$\lambda^2\cdot\dfrac{174}{49}=1\Rightarrow\lambda=\pm\dfrac7{\sqrt{174}}$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two points,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two elements.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two points,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two elements.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contains exactly two elements.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null space is the line along the cross product of two independent rows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normalise it to get both unit vectors.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null space is the line along the cross product of two independent rows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normalise it to get both unit vectors.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independent,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their span, so the solution set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line perpendicular to both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$r_1=(1,2,1)$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$r_3=(1,9,-1)$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independent,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their span, so the solution set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line perpendicular to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$r_1,r_3$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$r_1\times r_3=(2\cdot(-1)-1\cdot9,\ 1\cdot1-1\cdot(-1),\ 1\cdot9-2\cdot1)=(-11,2,7)$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$r_2=(-2,3,-4)$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$(-2)(-11)+3\cdot2+(-4)\cdot7=22+6-28=0$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174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Exactly two unit vectors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174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$X=t(-11,2,7)$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$|X|=1\Rightarrow t^2(121+4+49)=1\Rightarrow t=\pm\dfrac1{\sqrt{174}}$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Exactly two unit vectors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$\pm\dfrac{(-11,2,7)}{\sqrt{174}}$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contains exactly two elements.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homogeneous system of rank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solution set is a line through the origin, spanned by the cross product of any two independent rows.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through the origin meets the unit sphere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points; rank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(only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rank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plane) gives infinitely many (a circle).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Rank-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test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two rows are independent and the third row is a combination of them, the cross product of the two gives the kernel direction.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rule: number of unit solutions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nullity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nullity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nullity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homogeneous system of rank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solution set is a line through the origin, spanned by the cross product of any two independent rows.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through the origin meets the unit sphere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points; rank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(only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rank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plane) gives infinitely many (a circle).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Rank-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test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two rows are independent and the third row is a combination of them, the cross product of the two gives the kernel direction.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rule: number of unit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nullity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nullity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nullity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printed in the paper)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JEE Advanced default for numerical questions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$A=\begin{bmatrix}x&amp;1\\1&amp;0\end{bmatrix}$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$A^4=[a_{ij}]$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$a_{11}=109$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$a_{22}$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Powers of a matrix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Square twice: the entries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depend only 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Square twice: the entries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depend only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$a_{11}=109$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$x^2=9$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109</m:t>
                              </m:r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PDF leaves the off-diagonal entries blank).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$A^2=\begin{bmatrix}x&amp;1\\1&amp;0\end{bmatrix}\begin{bmatrix}x&amp;1\\1&amp;0\end{bmatrix}=\begin{bmatrix}x^2+1&amp;x\\x&amp;1\end{bmatrix}$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$A^4=A^2A^2=\begin{bmatrix}x^2+1&amp;x\\x&amp;1\end{bmatrix}\begin{bmatrix}x^2+1&amp;x\\x&amp;1\end{bmatrix}$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$A^4=\begin{bmatrix}(x^2+1)^2+x^2&amp;x(x^2+1)+x\\x(x^2+1)+x&amp;x^2+1\end{bmatrix}=\begin{bmatrix}109&amp;a_{12}\\a_{21}&amp;a_{22}\end{bmatrix}$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PDF leaves the off-diagonal entries blank).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$(x^2+1)^2+x^2=109$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$t^2+3t-108=0$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$100+9=109$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$a_{22}=x^2+1=10$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(Cayley-Hamilton), so every power is a combination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$A^2=xA+I$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(Cayley-Hamilton), so every power is a combination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Characteristic polynomial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Characteristic polynomial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$\lambda^2-x\lambda-1=0$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$A^2=xA+I$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$xA+I=\begin{bmatrix}x^2+1&amp;x\\x&amp;1\end{bmatrix}$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$A^4=(xA+I)^2=x^2A^2+2xA+I=x^2(xA+I)+2xA+I=(x^3+2x)A+(x^2+1)I$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$a_{11}=(x^3+2x)x+(x^2+1)=x^4+3x^2+1=109\Rightarrow x^4+3x^2-108=0\Rightarrow x^2=9$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$a_{22}=(x^3+2x)\cdot0+(x^2+1)=x^2+1=10$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Cayley-Hamilton 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every higher power reduces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Fibonacci-type recurrence.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(Fibonacci polynomials);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these are the Fibonacci numbers.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 twice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faster than multiplying four times, and for a symmetric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 powers stay symmetric.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Cayley-Hamilton for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$A^2=(\operatorname{tr}A)A-(\det A)I$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every higher power reduces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$pA+qI$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$A^n=p_nA+q_nI$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Fibonacci-type recurrence.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$A=\begin{bmatrix}x&amp;1\\1&amp;0\end{bmatrix}$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$A^n=\begin{bmatrix}F_{n+1}&amp;F_n\\F_n&amp;F_{n-1}\end{bmatrix}$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$F_{n+1}=xF_n+F_{n-1}$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(Fibonacci polynomials);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these are the Fibonacci numbers.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 twice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$A^4=(A^2)^2$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faster than multiplying four times, and for a symmetric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 powers stay symmetric.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$A^4=(x^3+2x)A+(x^2+1)I$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$a_{22}=x^2+1$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$a_{11}=x^4+3x^2+1$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Q05 – Q09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printed in the paper)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JEE Advanced default for single-correct questions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ordered pair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81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$\operatorname{adj}A=\begin{bmatrix}2&amp;-1&amp;1\\-1&amp;0&amp;2\\1&amp;-2&amp;-1\end{bmatrix}$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$B=\operatorname{adj}(\operatorname{adj}A)$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$|(B^{-1})^T|=\mu$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ordered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$(|\lambda|,\mu)$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$(3,81)$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$\left(9,\tfrac19\right)$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$\left(3,\tfrac1{81}\right)$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$\left(9,\tfrac1{81}\right)$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Adjoint of a matrix and determinant of adj(adj A)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an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$n\times 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matrix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$|\operatorname{adj}A|=|A|^{n-1}$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$|\operatorname{adj}(\operatorname{adj}A)|=|A|^{(n-1)^2}$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$|\operatorname{adj}A|=\begin{vmatrix}2&amp;-1&amp;1\\-1&amp;0&amp;2\\1&amp;-2&amp;-1\end{vmatrix}=2(0+4)+1(1-2)+1(2-0)=8-1+2=9$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$|\operatorname{adj}A|=|A|^{n-1}$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$|A|^2=9\Rightarrow|A|=\pm3$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$|A|=\lambda=\pm3$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$|\lambda|=3$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$B=\operatorname{adj}(\operatorname{adj}A)$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$|B|=|\operatorname{adj}(\operatorname{adj}A)|=|A|^{(n-1)^2}=|A|^4$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$|B|=|A|^4=81$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$\mu=|(B^{-1})^T|=|B^{-1}|=\dfrac1{|B|}$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$\mu=\dfrac1{81}$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$(|\lambda|,\mu)=\left(3,\dfrac1{81}\right)$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li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81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$\left(3,\tfrac1{81}\right)$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just a scalar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$\operatorname{adj}(\operatorname{adj}A)=|A|\,A$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just a scalar multiple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one gets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(computed from the given matrix),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Pair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$A\operatorname{adj}A=|A|I$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one gets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$\operatorname{adj}(\operatorname{adj}A)=|A|^{n-2}A$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$B=\lambda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$|B|=\lambda^3|A|=\lambda^4$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$|\lambda A|=\lambda^3|A|$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$|\operatorname{adj}A|=\lambda^2=9$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(computed from the given matrix),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$|\lambda|=3$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$\lambda^4=81$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$\mu=|(B^{-1})^T|=1/|B|=\dfrac1{81}$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$\left(3,\dfrac1{81}\right)$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li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81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$\left(3,\tfrac1{81}\right)$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invertible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given,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known up to sign: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options usually ask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an even power for this reason.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$|\operatorname{adj}A|=|A|^{n-1}$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$\operatorname{adj}(\operatorname{adj}A)=|A|^{n-2}A$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$|\operatorname{adj}(\operatorname{adj}A)|=|A|^{(n-1)^2}$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invertible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$|A^{-1}|=1/|A|$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$|M^T|=|M|$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$|(B^{-1})^T|=1/|B|$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given,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known up to sign: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$|A|=\pm\sqrt{|\operatorname{adj}A|}$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options usually ask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$|\lambda|$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an even power for this reason.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$A=2I_3$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$\operatorname{adj}A=4I$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$|\operatorname{adj}A|=64=8^2$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$\operatorname{adj}(\operatorname{adj}A)=16I=8\cdot2I$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which one of the following is not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$A=\begin{bmatrix}\cos\theta&amp;i\sin\theta\\i\sin\theta&amp;\cos\theta\end{bmatrix}$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$\left(\theta=\dfrac\pi{24}\right)$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$A^5=\begin{bmatrix}a&amp;b\\c&amp;d\end{bmatrix}$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$i=\sqrt{-1}$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which one of the following is not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$a^2-d^2=0$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$a^2-b^2=\tfrac12$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a^2+b^2\le1$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$a^2-c^2=1$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4355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Powers of a matrix with trigonometric entries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multiplication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adds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multiplication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adds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$A^n=\begin{bmatrix}\cos n\theta&amp;i\sin n\theta\\i\sin n\theta&amp;\cos n\theta\end{bmatrix}$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$i^2=-1$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by the same pattern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\begin{bmatrix}\cos\theta&amp;i\sin\theta\\i\sin\theta&amp;\cos\theta\end{bmatrix}\begin{bmatrix}\cos\theta&amp;i\sin\theta\\i\sin\theta&amp;\cos\theta\end{bmatrix}=\begin{bmatrix}\cos^2\theta+i^2\sin^2\theta&amp;i(2\sin\theta\cos\theta)\\2i\sin\theta\cos\theta&amp;\cos^2\theta+i^2\sin^2\theta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$A^2=\begin{bmatrix}\cos2\theta&amp;i\sin2\theta\\i\sin2\theta&amp;\cos2\theta\end{bmatrix}$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$A^3=A^2A=\begin{bmatrix}\cos3\theta&amp;i\sin3\theta\\i\sin3\theta&amp;\cos3\theta\end{bmatrix}$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by the same pattern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$A^5=\begin{bmatrix}\cos5\theta&amp;i\sin5\theta\\i\sin5\theta&amp;\cos5\theta\end{bmatrix}=\begin{bmatrix}a&amp;b\\c&amp;d\end{bmatrix}$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$a=\cos5\theta$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$b=i\sin5\theta$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$c=i\sin5\theta$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$d=\cos5\theta$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(B) is not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 Hence the statement that is not true is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$a^2-b^2=\cos^25\theta-i^2\sin^25\theta=\cos^25\theta+\sin^25\theta=1\neq\tfrac12$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(B) is not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$a^2-d^2=\cos^25\theta-\cos^25\theta=0$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$a^2+b^2=\cos^25\theta-\sin^25\theta=\cos10\theta=\cos\dfrac{5\pi}{12}\in(0,1)$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$a^2-c^2=\cos^25\theta+\sin^25\theta=1$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 Hence the statement that is not true is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$a^2-b^2=\tfrac12$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symmetry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$\det A^5=(\det A)^5=1$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symmetry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$a=d,\ b=c$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forced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$A=\cos\theta\,I+i\sin\theta\,J$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every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of the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$A=\cos\theta\,I+i\sin\theta\,J$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$J=\begin{bmatrix}0&amp;1\\1&amp;0\end{bmatrix}$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every 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$pI+qJ$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A=\cos^2\theta-i^2\sin^2\theta=\cos^2\theta+\sin^2\theta=1$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A^5=1$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fails.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follow at once, so (A) and (D) are true. Same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A^5=ad-bc=a^2-b^2=1$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$a^2-b^2=1$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fails.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$a^2-d^2=0$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$a^2-c^2=a^2-b^2=1$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follow at once, so (A) and (D) are true. Same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$a^2-b^2=\tfrac12$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 Moivre, 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likewise the rotation matrix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e>
                              </m:m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family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closed under multiplication and commutative;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invariants without computing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any statement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$\begin{bmatrix}\cos\theta&amp;i\sin\theta\\i\sin\theta&amp;\cos\theta\end{bmatrix}^n=\begin{bmatrix}\cos n\theta&amp;i\sin n\theta\\i\sin n\theta&amp;\cos n\theta\end{bmatrix}$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 Moivre,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$J^2=I$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likewise the rotation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$\begin{bmatrix}\cos\theta&amp;\sin\theta\\-\sin\theta&amp;\cos\theta\end{bmatrix}^n$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family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$pI+qJ$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$J^2=I$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closed under multiplication and commutative;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$\det(pI+qJ)=p^2-q^2$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$\det(A^n)=(\det A)^n$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invariants without computing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A^5=1$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$\cos^2\!\phi-i^2\sin^2\!\phi=1$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any statement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$a^2-c^2$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969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the vectors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solutions of the system of linear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the vector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right side is equal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determinant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2   (C) 4   (D)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969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the vectors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$x_1,x_2,x_3$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solutions of the system of linear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the vector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right side is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$b_1,b_2,b_3$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$x_1=\begin{bmatrix}1\\1\\1\end{bmatrix},x_2=\begin{bmatrix}0\\2\\1\end{bmatrix},x_3=\begin{bmatrix}0\\0\\1\end{bmatrix},b_1=\begin{bmatrix}1\\0\\0\end{bmatrix},b_2=\begin{bmatrix}0\\2\\0\end{bmatrix}$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$b_3=\begin{bmatrix}0\\0\\2\end{bmatrix}$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determinant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2   (C) 4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$\tfrac12$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805679"/>
                <a:ext cx="10725912" cy="160324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Matrix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determinant of a product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805679"/>
                <a:ext cx="10725912" cy="160324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Matrix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determinant of a product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the solutions side by side: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the solutions side by side: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$A[x_1\ x_2\ x_3]=[b_1\ b_2\ b_3]$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$AX=B$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$|A||X|=|B|$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(lower triangular)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$X=[x_1\ x_2\ x_3]=\begin{bmatrix}1&amp;0&amp;0\\1&amp;2&amp;0\\1&amp;1&amp;1\end{bmatrix}$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$B=[b_1\ b_2\ b_3]=\begin{bmatrix}1&amp;0&amp;0\\0&amp;2&amp;0\\0&amp;0&amp;2\end{bmatrix}$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$Ax_k=b_k$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$\Rightarrow|A||X|=|B|$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$|X|=1\cdot2\cdot1=2$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(lower triangular)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$|B|=1\cdot2\cdot2=4$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$\Rightarrow|A|=\dfrac{|B|}{|X|}=\dfrac42=2$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itself, one column at a time, using the very simple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itself, one column at a time, using the very simple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$x_3=e_3$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(columns).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$A=[c_1\ c_2\ c_3]$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(columns).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$Ax=x_1c_1+x_2c_2+x_3c_3$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$x=(x_1,x_2,x_3)^T$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$Ax_3=c_3=b_3=(0,0,2)^T$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$Ax_2=2c_2+c_3=(0,2,0)^T\Rightarrow c_2=\tfrac12\big((0,2,0)-(0,0,2)\big)=(0,1,-1)^T$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lower triangular,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$Ax_1=c_1+c_2+c_3=(1,0,0)^T\Rightarrow c_1=(1,0,0)-(0,1,-1)-(0,0,2)=(1,-1,-1)^T$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$A=\begin{bmatrix}1&amp;0&amp;0\\-1&amp;1&amp;0\\-1&amp;-1&amp;2\end{bmatrix}$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lower triangular,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$|A|=1\cdot1\cdot2=2$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Several solutions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packed into one matrix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determinant of a triangular matrix is the product of its diagonal entries: no expansion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each column separately, so the columns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solutions are dependent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be found this way.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Several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$Ax_k=b_k$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packed into one matrix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$|A|=|B|/|X|$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$A=BX^{-1}$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determinant of a triangular matrix is the product of its diagonal entries: no expansion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$A(x_1\ x_2\ x_3)$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each column separately, so the columns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solutions are dependent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be found this way.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is one   (B)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is zero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$\theta=\dfrac\pi5$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$A=\begin{bmatrix}\cos\theta&amp;\sin\theta\\-\sin\theta&amp;\cos\theta\end{bmatrix}$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$B=A+A^4$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is one   (B)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is zero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061968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Powers of a rotation matrix and determinant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061968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Powers of a rotation matrix and determinant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$A+A^4$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rotation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$B=A(I+A^3)$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$|A|=1$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rotation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$|B|=2+2\cos3\theta$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$B=A+A^4=A(I+A^3)$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$|B|=|A|\,|I+A^3|$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$|A|=\cos^2\theta+\sin^2\theta=1$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$|B|=|I+A^3|$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$A^2=\begin{bmatrix}\cos2\theta&amp;\sin2\theta\\-\sin2\theta&amp;\cos2\theta\end{bmatrix}$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$A^3=A^2A=\begin{bmatrix}\cos3\theta&amp;\sin3\theta\\-\sin3\theta&amp;\cos3\theta\end{bmatrix}$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$A^3+I=\begin{bmatrix}1+\cos3\theta&amp;\sin3\theta\\-\sin3\theta&amp;1+\cos3\theta\end{bmatrix}$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1.38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$|A^3+I|=(1+\cos3\theta)^2+\sin^23\theta$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$|B|=1+2\cos3\theta+1=2(1+\cos3\theta)$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$\theta=36^\circ$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$|B|=2(1+\cos108^\circ)=2(1-\cos72^\circ)=2(1-\sin18^\circ)$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$\sin18^\circ=\dfrac{\sqrt5-1}4$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$|B|=2\left(1-\dfrac{\sqrt5-1}4\right)=2\cdot\dfrac{5-\sqrt5}4=\dfrac{5-\sqrt5}2\approx1.38\in(1,2)$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lies in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$(1,2)$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the rotation matrix as the complex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matrix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the rotation matrix as the complex number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$z=e^{-i\theta}$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matrix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$w$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$|w|^2$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matrices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multiply like complex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have determinant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matrices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$\begin{bmatrix}p&amp;q\\-q&amp;p\end{bmatrix}$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multiply like complex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$p-iq$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have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$p^2+q^2=|p-iq|^2$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$A\leftrightarrow z=e^{-i\theta}$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$I+A^3\leftrightarrow1+e^{-3i\theta}$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$\det(I+A^3)=|1+e^{-3i\theta}|^2$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254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236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236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1.38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same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$|1+e^{-3i\theta}|^2=2+2\cos3\theta=4\cos^2\dfrac{3\theta}2=4\cos^254^\circ=4\sin^236^\circ$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$\sin^236^\circ=\dfrac{1-\cos72^\circ}2=\dfrac{1-\frac{\sqrt5-1}4}2=\dfrac{5-\sqrt5}8$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$|B|=\dfrac{5-\sqrt5}2\approx1.38$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same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lies in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$(1,2)$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e>
                              </m:m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same matrix with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rotation matrices commute and have determinant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 values: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out the common matrix power first: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a sum into a product, so determinants multiply.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$\begin{bmatrix}\cos\theta&amp;\sin\theta\\-\sin\theta&amp;\cos\theta\end{bmatrix}^n$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same matrix with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rotation matrices commute and have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$M=\begin{bmatrix}p&amp;q\\-q&amp;p\end{bmatrix}$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M=p^2+q^2$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$\det(I+R_\phi)=2+2\cos\phi=4\cos^2(\phi/2)$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 values: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$\sin18^\circ=\dfrac{\sqrt5-1}4$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$\cos36^\circ=\dfrac{\sqrt5+1}4$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$\cos72^\circ=\dfrac{\sqrt5-1}4$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out the common matrix power 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$A+A^4=A(I+A^3)$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a sum into a product, so determinants multiply.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495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matrices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skew-symmetric. Then the system of linear equations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column matrix of unknown variables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null matrix, has: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no solution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exactly two solutions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infinitely many solutions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a unique solution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495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matrices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skew-symmetric. Then the system of linear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$(A^2B^2-B^2A^2)X=O$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column matrix of unknown variables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null matrix, has: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no solution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exactly two solutions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infinitely many solutions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a unique solution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Symmetric and skew-symmetric matrices; solutions of a homogeneous system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skew-symmetric of odd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its determinant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$A^2B^2-B^2A^2$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skew-symmetric of odd order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its determinant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this equals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$(A^2B^2-B^2A^2)^T=(A^2B^2)^T-(B^2A^2)^T$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$(PQ)^T=Q^TP^T$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$(A^2)^T=A^2$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$(B^2)^T=B^2$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$(B^T)^2=(-B)^2=B^2$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this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$B^2A^2-A^2B^2$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skew-symmetric.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skew-symmetric matrix of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homogeneous system has non-trivial solutions: infinitely many solutions,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 A^2B^2-B^2A^2$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skew-symmetric.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skew-symmetric matrix of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$|S|=|S^T|=|-S|=-|S|$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$\Rightarrow|A^2B^2-B^2A^2|=0$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homogeneous system has non-trivial solutions: infinitely many solutions,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infinitely many solutions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skew-symmetric matrix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 fixed vector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itself solves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skew-symmetric matrix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 v=w\times v$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 fixed vector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$w$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$w$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itself solves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skew-symmetric (shown by taking the transpose).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real skew-symmetric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has the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$K=A^2B^2-B^2A^2$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skew-symmetric (shown by taking the transpose).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real skew-symmetric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has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$K=\begin{bmatrix}0&amp;-w_3&amp;w_2\\w_3&amp;0&amp;-w_1\\-w_2&amp;w_1&amp;0\end{bmatrix}$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$Kv=w\times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vector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every multiple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a solution;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solution. Either way there are infinitely many solutions. Same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$Kw=w\times w=0$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vector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every multiple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a solution;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solution. Either way there are infinitely many solutions. Same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infinitely many solutions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Odd-order skew-symmetric matrices are singular; even-order ones need not be (e.g.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commutator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two symmetric matrices is skew-symmetric, and of a symmetric and a skew matrix it is symmetric (check: transpose and swap).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Even powers of a skew-symmetric matrix are symmetric; odd powers are skew-symmetric.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homogeneous system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non-trivial (infinitely many) solutions exactly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never has 'no solution' or 'exactly two'.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Odd-order skew-symmetric matrices are singular; even-order ones need not be (e.g.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$\begin{bmatrix}0&amp;1\\-1&amp;0\end{bmatrix}$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commutator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$PQ-QP$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two symmetric matrices is skew-symmetric, and of a symmetric and a skew matrix it is symmetric (check: transpose and swap).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Even powers of a skew-symmetric matrix are symmetric; odd powers are skew-symmetric.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homogeneous system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$MX=O$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non-trivial (infinitely many) solutions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never has 'no solution' or 'exactly two'.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printed in the paper)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JEE Advanced default for numerical questions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bar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θ</m:t>
                                      </m:r>
                                    </m:num>
                                    <m:den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bar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θ</m:t>
                                      </m:r>
                                    </m:num>
                                    <m:den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$A=\begin{bmatrix}0&amp;-\tan\left(\frac\theta2\right)\\\tan\left(\frac\theta2\right)&amp;0\end{bmatrix}$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$(I_2+A)(I_2-A)^{-1}=\begin{bmatrix}a&amp;-b\\b&amp;a\end{bmatrix}$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$13(a^2+b^2)$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736339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Matrix equations and inverse of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matrix; trigonometric half-angle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736339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Matrix equations and inverse of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matrix; trigonometric half-angle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remove the inverse and compare entries; the sums of squares of two rows collapse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$(I-A)$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remove the inverse and compare entries; the sums of squares of two rows collapse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$a^2+b^2=1$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comparison: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$t=\tan\dfrac\theta2$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$A=\begin{bmatrix}0&amp;-t\\t&amp;0\end{bmatrix}$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$(I_2+A)(I_2-A)^{-1}=\begin{bmatrix}a&amp;-b\\b&amp;a\end{bmatrix}\Rightarrow I_2+A=\begin{bmatrix}a&amp;-b\\b&amp;a\end{bmatrix}(I_2-A)$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$\begin{bmatrix}1&amp;-t\\t&amp;1\end{bmatrix}=\begin{bmatrix}a&amp;-b\\b&amp;a\end{bmatrix}\begin{bmatrix}1&amp;t\\-t&amp;1\end{bmatrix}=\begin{bmatrix}a+bt&amp;at-b\\b-at&amp;bt+a\end{bmatrix}$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comparison: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$a+bt=1\ \ldots(1)$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$at-b=-t\ \ldots(2)$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 and add (1) and (2):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$b-at=t\ \ldots(3)$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$bt+a=1\ \ldots(4)$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 and add (1) and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$(a+bt)^2+(at-b)^2=1+t^2$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$a^2+b^2t^2+2abt+a^2t^2+b^2-2abt=(a^2+b^2)(1+t^2)=1+t^2$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$13(a^2+b^2)=13$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determinants: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determinants: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$\det[(I+A)(I-A)^{-1}]=\det(I+A)/\det(I-A)$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$\det\begin{bmatrix}a&amp;-b\\b&amp;a\end{bmatrix}=a^2+b^2$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det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det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 (and incidentally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$\det\begin{bmatrix}a&amp;-b\\b&amp;a\end{bmatrix}=a^2+b^2$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$\det(I+A)=\begin{vmatrix}1&amp;-t\\t&amp;1\end{vmatrix}=1+t^2$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$\det(I-A)=\begin{vmatrix}1&amp;t\\-t&amp;1\end{vmatrix}=1+t^2$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$a^2+b^2=\dfrac{\det(I+A)}{\det(I-A)}=\dfrac{1+t^2}{1+t^2}=1$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$13(a^2+b^2)=13$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 (and incidentally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$a=\cos\theta,\ b=\sin\theta$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Cayley transform: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skew-symmetric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invertible)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orthogonal with determinant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matrix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determinant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taking determinants of a matrix equation often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one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commute with each other (both are polynomials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half-angle formulas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Cayley transform: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skew-symmetric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invertible)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$(I+A)(I-A)^{-1}$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orthogonal with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$\begin{bmatrix}a&amp;-b\\b&amp;a\end{bmatrix}$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taking determinants of a matrix equation often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one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$I\pm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commute with each other (both are polynomials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$(I+A)(I-A)^{-1}=(I-A)^{-1}(I+A)$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$(I+A)(I-A)^{-1}=\begin{bmatrix}\cos\theta&amp;-\sin\theta\\\sin\theta&amp;\cos\theta\end{bmatrix}$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half-angle formulas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$\frac{1-t^2}{1+t^2},\frac{2t}{1+t^2}$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Q11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printed in the paper)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JEE Advanced default for single-correct questions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symmetric matrix of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integer entries. If the sum of the diagonal elements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possible number of such matrices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   (B) 12   (C) 6   (D) 4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symmetric matrix of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integer entries. If the sum of the diagonal elements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possible number of such matrices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   (B) 12   (C) 6   (D) 4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160324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Symmetric matrices of order 2 and trace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160324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Symmetric matrices of order 2 and trace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with integer entries this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$A=\begin{bmatrix}a&amp;b\\b&amp;c\end{bmatrix}$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$\operatorname{tr}(A^2)=a^2+2b^2+c^2$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with integer entries this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 if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(symmetric).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diagonal entries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$A=\begin{bmatrix}a&amp;b\\b&amp;c\end{bmatrix}$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$a,b,c\in\mathbb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(symmetric).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$A^2=\begin{bmatrix}a&amp;b\\b&amp;c\end{bmatrix}\begin{bmatrix}a&amp;b\\b&amp;c\end{bmatrix}=\begin{bmatrix}a^2+b^2&amp;ab+bc\\ab+bc&amp;b^2+c^2\end{bmatrix}$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diagonal entries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$=a^2+b^2+b^2+c^2=1\Rightarrow a^2+2b^2+c^2=1$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 integer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Either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possible matrices.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$2b^2\le1$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 integer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$a^2+c^2=1$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Either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possible matrices.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sum of squares of all entries; for symmetric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an off-diagonal entry is counted twice.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 solutions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sum of non-negative integer squares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exactly one square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rest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entry costs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excluded.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symmetric matrix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count of integer matrices is the number of integer points on the ellipsoid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 carefully with signs: each non-zero entry contributes a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$\operatorname{tr}(A^TA)$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sum of squares of all entries; for symmetric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$\operatorname{tr}(A^2)=\sum a_{ij}^2$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an off-diagonal entry is counted twice.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 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$a^2+2b^2+c^2=1$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sum of non-negative integer squares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exactly one square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entry costs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excluded.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symmetric matrix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$\operatorname{tr}A^2=m$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count of integer matrices is the number of integer points on the ellipsoid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$a^2+2b^2+c^2=m$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$(\pm1,0,0),(0,0,\pm1)$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 carefully with signs: each non-zero entry contributes a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a possible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$A=\begin{pmatrix}0&amp;\sin\alpha\\\sin\alpha&amp;0\end{pmatrix}$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$\det\left(A^2-\dfrac12I\right)=0$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a possible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$\dfrac\pi2$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8142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Determinant of a matrix expression and trigonometric equation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scalar,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lin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$A^2=\sin^2\alpha\cdot 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scalar,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$\det\left(A^2-\tfrac12I\right)=\left(\sin^2\alpha-\tfrac12\right)^2$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$A^2=\begin{pmatrix}0&amp;\sin\alpha\\\sin\alpha&amp;0\end{pmatrix}\begin{pmatrix}0&amp;\sin\alpha\\\sin\alpha&amp;0\end{pmatrix}=\begin{bmatrix}\sin^2\alpha&amp;0\\0&amp;\sin^2\alpha\end{bmatrix}$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$A^2-\dfrac I2=\begin{bmatrix}\sin^2\alpha-\frac12&amp;0\\0&amp;\sin^2\alpha-\frac12\end{bmatrix}$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$\det\left(A^2-\dfrac I2\right)=\left(\sin^2\alpha-\dfrac12\right)^2=0$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second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none of which is among the options.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Among the options,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$\sin\alpha=\dfrac1{\sqrt2}$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$\sin\alpha=-\dfrac1{\sqrt2}$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second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$\alpha=-\dfrac\pi4,\dfrac{5\pi}4,\ldots$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none of which is among the options.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Among the options,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$\sin\alpha=\dfrac1{\sqrt2}$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$\alpha=\dfrac\pi4$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$\dfrac\pi4$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Eigenvalues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test the four options.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Eigenvalues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$\pm\sin\alpha$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$\det(A^2-\tfrac12I)=\prod(\lambda^2-\tfrac12)$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test the four options.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with eigenvalues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(characteristic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eigenvalues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(twice), so the determinant is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li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with eigenvalues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$\lambda=\pm\sin\alpha$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(characteristic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$\lambda^2-\sin^2\alpha=0$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$A^2-\tfrac12I$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eigenvalues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$\lambda^2-\tfrac12=\sin^2\alpha-\tfrac12$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(twice), so the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$\left(\sin^2\alpha-\tfrac12\right)^2$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the options by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(C).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the options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$\tfrac\pi3\to\tfrac34$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$\tfrac\pi6\to\tfrac14$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$\tfrac\pi4\to\tfrac12$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$\tfrac\pi2\to1$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$\sin^2\alpha=\tfrac12$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(C).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$\dfrac\pi4$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square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square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matrix: zero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the eigenvalues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a polynomial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options are given, substituting them in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fastest check: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among the standard angles.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$\begin{pmatrix}0&amp;p\\p&amp;0\end{pmatrix}$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square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$\begin{pmatrix}0&amp;p\\q&amp;0\end{pmatrix}$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square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$pq\,I$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$M=kI$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$\det(M-cI)=(k-c)^n$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$n\times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matrix: zero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$\det(f(A))=\prod f(\lambda_i)$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the eigenvalues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a polynomial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options are given, substituting them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$\sin^2\alpha=\tfrac12$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fastest check: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$\alpha=\pi/4$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among the standard angles.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system of linear equations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Infinitely many solutions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Exactly two solutions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A unique solution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No solution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$A=\begin{bmatrix}i&amp;-i\\-i&amp;i\end{bmatrix}$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$i=\sqrt{-1}$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system of linear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$A^8\begin{bmatrix}x\\y\end{bmatrix}=\begin{bmatrix}8\\64\end{bmatrix}$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Infinitely many solutions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Exactly two solutions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A unique solution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No solution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Powers of a matrix and consistency of a linear system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proportional rows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but the right side is not in the same ratio, so the system is inconsistent.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proportional rows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$R_2=-R_1$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but the right side is not in the same ratio, so the system is inconsistent.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$A^2=AA=\begin{bmatrix}i&amp;-i\\-i&amp;i\end{bmatrix}\begin{bmatrix}i&amp;-i\\-i&amp;i\end{bmatrix}=\begin{bmatrix}-2&amp;2\\2&amp;-2\end{bmatrix}$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128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128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128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128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system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impossible: the system has no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$A^4=A^2A^2=\begin{bmatrix}-2&amp;2\\2&amp;-2\end{bmatrix}\begin{bmatrix}-2&amp;2\\2&amp;-2\end{bmatrix}=\begin{bmatrix}8&amp;-8\\-8&amp;8\end{bmatrix}$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$A^8=A^4A^4=\begin{bmatrix}8&amp;-8\\-8&amp;8\end{bmatrix}\begin{bmatrix}8&amp;-8\\-8&amp;8\end{bmatrix}=\begin{bmatrix}128&amp;-128\\-128&amp;128\end{bmatrix}$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system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$128x-128y=8$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$-128x+128y=64$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impossible: the system has no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No solution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one step.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$A=iN$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$N=\begin{bmatrix}1&amp;-1\\-1&amp;1\end{bmatrix}$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$N^2=2N$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$A^8=i^8N^8=2^7N$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one step.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128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128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128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128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system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Contradictory, so there is no solution.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$A=i\begin{bmatrix}1&amp;-1\\-1&amp;1\end{bmatrix}=iN$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$N^2=\begin{bmatrix}2&amp;-2\\-2&amp;2\end{bmatrix}=2N$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$N^k=2^{k-1}N$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$A^8=i^8N^8=1\cdot2^7N=128N=\begin{bmatrix}128&amp;-128\\-128&amp;128\end{bmatrix}$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system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$128(x-y)=8$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$-128(x-y)=64$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$x-y=\tfrac1{16}$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$x-y=-\tfrac12$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Contradictory, so there is no solution.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No solution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rank-one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System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consistent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(then infinitely many solutions), otherwise inconsistent;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alone does not give infinitely many.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the system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either no solution or infinitely many; compare the right side with the row dependency to decide.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rows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solution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fails.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rank-one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$N=uv^T$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$N^2=(v^Tu)N$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$N^k=(v^Tu)^{k-1}N$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$u=(1,-1)^T$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$v=(1,-1)^T$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$v^Tu=2$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System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$\begin{bmatrix}p&amp;q\\kp&amp;kq\end{bmatrix}\begin{bmatrix}x\\y\end{bmatrix}=\begin{bmatrix}r\\s\end{bmatrix}$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consistent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$s=kr$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(then infinitely many solutions), otherwise inconsistent;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alone does not give infinitely many.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$|A^8|=|A|^8=0$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the system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$A^8x=b$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either no solution or infinitely many; compare the right side with the row dependency to decide.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rows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$R_1+R_2=0$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solution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$8+64=0$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fails.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two non-zero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such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two non-zero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$n\times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$A^2+B=A^2B$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$A^2B=BA^2$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$A^2B=I$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Algebra of matrices: inverse and commutativity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two factors are inverses of each other and therefore commute.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$A^2+B=A^2B\iff(A^2-I)(B-I)=I$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two factors are inverses of each other and therefore commute.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given relation,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 by (1),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$A^2+B=A^2B\Rightarrow A^2B-A^2-B+I=I$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$(A^2-I)(B-I)=I\ \ldots(1)$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given relation,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$A^2(B-I)=B$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 by (1),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$A^2=B(B-I)^{-1}$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$(B-I)^{-1}=A^2-I$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$A^2=B(A^2-I)$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(A) is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$A^2=BA^2-B$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$A^2+B=BA^2$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$A^2+B=A^2B$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$A^2B=BA^2$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(A) is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$A^2B=BA^2$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function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therefore commutes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$B-I=(A^2-I)^{-1}$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$B=I+(A^2-I)^{-1}$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function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therefore commutes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above,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commutes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with its inverse (if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commutes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above,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$(A^2-I)(B-I)=I$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$B-I=(A^2-I)^{-1}$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$B=I+(A^2-I)^{-1}$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commutes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with its inverse (if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$XY=YX$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$X^{-1}Y=YX^{-1}$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commutes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$B=I+(A^2-I)^{-1}$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$A^2B=BA^2$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$A^2B=BA^2$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Factorisation trick: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matrices as for numbers;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finite-dimensional matrix ring,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one-sided inverses are two-sided,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Anything that is a rational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(polynomials and inverses of polynomials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commutes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relation is symmetric in the roles: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one gets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Factorisation trick: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$XY-X-Y=0\iff(X-I)(Y-I)=I$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matrices as for numbers;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finite-dimensional matrix ring,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$XY=I\Rightarrow YX=I$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one-sided inverses are two-sided,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$(A^2-I)(B-I)=I\Rightarrow(B-I)(A^2-I)=I$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Anything that is a rational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(polynomials and inverses of polynomials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commutes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relation is symmetric in the roles: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$(B-I)(A^2-I)=I$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one gets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$BA^2=A^2+B$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root of the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distinct real numbers such that the matrix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α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singular. Then the value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3   (B) 12   (C) 6   (D) 9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root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$(a-c)x^2+(b-a)x+(c-b)=0$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distinct real numbers such that the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$\begin{bmatrix}\alpha^2&amp;\alpha&amp;1\\1&amp;1&amp;1\\a&amp;b&amp;c\end{bmatrix}$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singular.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$\dfrac{(a-c)^2}{(b-a)(c-b)}+\dfrac{(b-a)^2}{(a-c)(c-b)}+\dfrac{(c-b)^2}{(a-c)(b-a)}$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3   (B) 12   (C) 6   (D) 9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8142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Singular matrix, root of a quadratic and algebraic identities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the sum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singular-matrix condition is not even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$x=a-b,\ y=b-c,\ z=c-a$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$x+y+z=0$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the sum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$\dfrac{x^3+y^3+z^3}{xyz}=3$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singular-matrix condition is not even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α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coefficients of this quadratic add up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so do those of the given one,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both: the matrix is singular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the required expression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$\Delta=0=\begin{vmatrix}\alpha^2&amp;\alpha&amp;1\\1&amp;1&amp;1\\a&amp;b&amp;c\end{vmatrix}$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$\alpha^2(c-b)-\alpha(c-a)+(b-a)=0$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coefficients of this quadratic add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so do those of the given one,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both: the matrix is singular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the required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$\dfrac{(a-c)^2}{(b-a)(c-b)}+\dfrac{(b-a)^2}{(a-c)(c-b)}+\dfrac{(c-b)^2}{(a-c)(b-a)}$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becomes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the PDF writes, with numerator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value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$y=b-c$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$z=c-a$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$(a-c)^2=z^2$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$(b-a)(c-b)=xy$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$(b-a)^2=x^2$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$(a-c)(c-b)=yz$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$(c-b)^2=y^2$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$(a-c)(b-a)=zx$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$\dfrac{z^2}{xy}+\dfrac{x^2}{yz}+\dfrac{y^2}{zx}=\dfrac{z^3+x^3+y^3}{xyz}$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the PDF writes, with 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$(a-b)^3+(b-c)^3+(c-a)^3$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$x^3+y^3+z^3=3xyz$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$\dfrac{3xyz}{xyz}=3$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options are constants, so the value cannot depend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substitute convenient distinct numbers.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options are constants, so the value cannot depend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substitute convenient distinct numbers.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the same for every admissible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makes the matrix singular), so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the same for every admissible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makes the matrix singular), so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$a=0,b=1,c=3$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$\dfrac{(a-c)^2}{(b-a)(c-b)}=\dfrac{9}{1\cdot2}=\dfrac92$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$\dfrac{(b-a)^2}{(a-c)(c-b)}=\dfrac{1}{(-3)(2)}=-\dfrac16$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$\dfrac{(c-b)^2}{(a-c)(b-a)}=\dfrac{4}{(-3)(1)}=-\dfrac43$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$=\dfrac92-\dfrac16-\dfrac43=\dfrac{27-1-8}6=3$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root; the other root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determinant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α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(rows 1 and 2 become equal).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an answer must be a constant, a numerical substitution of simple distinct values is a valid and fast check.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$x^3+y^3+z^3=3xyz$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$y=b-c$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$z=c-a$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$(a-b)^3+(b-c)^3+(c-a)^3=3(a-b)(b-c)(c-a)$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$px^2+qx+r=0$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$p+q+r=0$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root; the other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$r/p$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$\begin{vmatrix}\alpha^2&amp;\alpha&amp;1\\1&amp;1&amp;1\\a&amp;b&amp;c\end{vmatrix}$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(rows 1 and 2 become equal).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an answer must be a constant, a numerical substitution of simple distinct values is a valid and fast check.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square matrices of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entries from the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 the sum of all the elements in each row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of all the elements in each column is 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225   (B) 125   (C) 150   (D) 120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square matrices of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entries from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$\{0,1\}$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 the sum of all the elements in each row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of all the elements in each column is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225   (B) 125   (C) 150   (D) 120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Permutations and counting of 0-1 matrices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Exactly one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each row and each column means a permutation matrix: place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 row by row, one fewer free column each time.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Exactly one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each row and each column means a permutation matrix: place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 row by row, one fewer free column each time.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row and each column must contain exactly one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entries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1: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go in any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columns, which then has no room for another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2: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columns remain,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row and each column must contain exactly one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entries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1: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go in any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columns, which then has no room for another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columns remain,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3: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ways; row 4: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ways; row 5: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matrices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3: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ways; row 4: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ways; row 5: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matrices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$=5\times4\times3\times2\times1=120$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120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Rows give a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column sums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bijection, counted by inclusion-exclusion on surjections.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Rows give a function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$f:\{1..5\}\to\{1..5\}$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column sums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bijection, counted by inclusion-exclusion on surjections.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matrix with every row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column of 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matrices.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column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each column is hit exactly once,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 (and, 5 rows into 5 columns, a bijection).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matrix with every row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column of 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$5^5=3125$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matrices.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column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each column is hit exactly once,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 (and, 5 rows into 5 columns, a bijection).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Inclusion-exclusion: number of onto functions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Inclusion-exclusion: number of onto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$=\sum_{k=0}^{5}(-1)^k\binom5k(5-k)^5=3125-5\cdot1024+10\cdot243-10\cdot32+5\cdot1-0$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$=3125-5120+2430-320+5=120$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$=5!$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120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0-1 matrices with every row sum and column sum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exactly the permutation matrices; 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Matrices with every row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(columns free) number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row sums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column sums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you again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Onto functions from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to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 identity).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rule: place items row by row, and each placement removes one column from the later rows (multiplication principle).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$n\times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0-1 matrices with every row sum and column sum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exactly the permutation matrices;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Matrices with every row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(columns free)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row sums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column sums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you again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Onto functions from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to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$\sum_k(-1)^k\binom nk(n-k)^n=n!$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 identity).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rule: place items row by row, and each placement removes one column from the later rows (multiplication principle).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b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sSub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sSub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sSub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$x,y,z&gt;1$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$A=\begin{bmatrix}1&amp;\log_xy&amp;\log_xz\\\log_yx&amp;2&amp;\log_yz\\\log_zx&amp;\log_zy&amp;3\end{bmatrix}$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$|\operatorname{adj}(\operatorname{adj}A^2)|$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Determinants with logarithmic entries, Adjoint of a matrix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Convert every entry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log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ratios and pull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out of rows/columns to get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Convert every entry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$\log$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ratios and pull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$\log x,\log y,\log 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out of rows/columns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$|A|=\begin{vmatrix}1&amp;1&amp;1\\1&amp;2&amp;1\\1&amp;1&amp;3\end{vmatrix}=2$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den>
                              </m:f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den>
                              </m:f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(rows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multiplied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 of columns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$A=\begin{bmatrix}1&amp;\frac{\log y}{\log x}&amp;\frac{\log z}{\log x}\\\frac{\log x}{\log y}&amp;2&amp;\frac{\log z}{\log y}\\\frac{\log x}{\log z}&amp;\frac{\log y}{\log z}&amp;3\end{bmatrix}$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$|A|=\dfrac1{\log x\log y\log z}\begin{vmatrix}\log x&amp;\log y&amp;\log z\\\log x&amp;2\log y&amp;\log z\\\log x&amp;\log y&amp;3\log z\end{vmatrix}$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multiplied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 x,\log y,\log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 x,\log y,\log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 of columns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$|A|=\begin{vmatrix}1&amp;1&amp;1\\1&amp;2&amp;1\\1&amp;1&amp;3\end{vmatrix}$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$|A|=1(6-1)-1(3-1)+1(1-2)=5-2-1=2$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$|\operatorname{adj}(\operatorname{adj}A^2)|=|A^2|^{(n-1)^2}=|A|^{2\cdot4}=|A|^8$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$|A|^8=2^8$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$2^8$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diag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similar matrices have equal determinants;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$A=D^{-1}KD$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$D=\operatorname{diag}(\log x,\log y,\log z)$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similar matrices have equal determinants;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$\operatorname{adj}(\operatorname{adj}M)=|M|M$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diag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$p=\log x,q=\log y,r=\log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$D=\operatorname{diag}(p,q,r)$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$(D^{-1}KD)_{ij}=K_{ij}\,d_j/d_i$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$A=D^{-1}KD$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$K=\begin{bmatrix}1&amp;1&amp;1\\1&amp;2&amp;1\\1&amp;1&amp;3\end{bmatrix}$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$A_{12}=q/p=\log_xy$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$A_{31}=p/r=\log_zx$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$|A|=|D|^{-1}|K||D|=|K|=2$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$\operatorname{adj}(\operatorname{adj}M)=|M|^{3-2}M=|M|M$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$|M|=4$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$|\operatorname{adj}(\operatorname{adj}M)|=|M|^3|M|=|M|^4=4^4=2^8$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$2^8$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matrix with entries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off the diagonal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has determinant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Conjugation by a diagonal matrix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multiplies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leaves the diagonal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unchanged.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on a small case: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determinant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$\log_ab=\dfrac{\log b}{\log 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matrix with entries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$\log_{a_i}a_j$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off the diagonal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$D^{-1}KD$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has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$|K|$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Conjugation by a diagonal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$D^{-1}KD$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$K_{ij}$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$d_j/d_i$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leaves the diagonal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$|K|$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unchanged.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$|\operatorname{adj}(\operatorname{adj}M)|=|M|^{(n-1)^2}$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$\operatorname{adj}(\operatorname{adj}M)=|M|^{n-2}M$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on a small case: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$M=2I_3$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$\operatorname{adj}M=4I$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$\operatorname{adj}(\operatorname{adj}M)=16I$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$4096=8^4=|M|^4$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068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inverse of the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2023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2023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2023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2023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068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$A=\begin{bmatrix}\frac1{\sqrt{10}}&amp;\frac3{\sqrt{10}}\\-\frac3{\sqrt{10}}&amp;\frac1{\sqrt{10}}\end{bmatrix}$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$B=\begin{bmatrix}1&amp;-i\\0&amp;1\end{bmatrix}$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$i=\sqrt{-1}$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$M=A^TBA$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inverse of the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$AM^{2023}A^T$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$\begin{bmatrix}1&amp;-2023i\\0&amp;1\end{bmatrix}$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$\begin{bmatrix}1&amp;0\\2023i&amp;1\end{bmatrix}$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$\begin{bmatrix}1&amp;2023i\\0&amp;1\end{bmatrix}$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$\begin{bmatrix}1&amp;0\\-2023i&amp;1\end{bmatrix}$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Orthogonal matrices and powers of a unipotent matrix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just adds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corner each time.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$AA^T=I$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$AM^nA^T=(AMA^T)^n=B^n$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$B^n$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just adds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corner each time.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$AA^T=\begin{bmatrix}\frac1{\sqrt{10}}&amp;\frac3{\sqrt{10}}\\-\frac3{\sqrt{10}}&amp;\frac1{\sqrt{10}}\end{bmatrix}\begin{bmatrix}\frac1{\sqrt{10}}&amp;-\frac3{\sqrt{10}}\\\frac3{\sqrt{10}}&amp;\frac1{\sqrt{10}}\end{bmatrix}=\begin{bmatrix}1&amp;0\\0&amp;1\end{bmatrix}$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pattern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2023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general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2023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inverse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2023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$B^2=\begin{bmatrix}1&amp;-i\\0&amp;1\end{bmatrix}\begin{bmatrix}1&amp;-i\\0&amp;1\end{bmatrix}=\begin{bmatrix}1&amp;-2i\\0&amp;1\end{bmatrix}$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$B^3=\begin{bmatrix}1&amp;-3i\\0&amp;1\end{bmatrix}$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pattern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$B^n=\begin{bmatrix}1&amp;-ni\\0&amp;1\end{bmatrix}$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$B^{2023}=\begin{bmatrix}1&amp;-2023i\\0&amp;1\end{bmatrix}$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$M=A^TBA$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$M^2=A^TBAA^TBA=A^TB^2A$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$M^3=M^2M=A^TB^2AA^TBA=A^TB^3A$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$M^{2023}=A^TB^{2023}A$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$AM^{2023}A^T=AA^TB^{2023}AA^T=B^{2023}=\begin{bmatrix}1&amp;-2023i\\0&amp;1\end{bmatrix}$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inverse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$B^{2023}$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$\begin{bmatrix}1&amp;2023i\\0&amp;1\end{bmatrix}$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2023</m:t>
                              </m:r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$\begin{bmatrix}1&amp;2023i\\0&amp;1\end{bmatrix}$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the binomial theorem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conjugation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multiplicative.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$B=I+N$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$N^2=0$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$B^n=I+nN$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the binomial theorem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$B^{-n}=I-nN$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conjugation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multiplicative.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too,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preserves products: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(higher terms vanish),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2023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$A^TA=I$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too,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$X\mapsto AXA^T$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preserves products: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$AM^nA^T=(AMA^T)^n$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$AMA^T=AA^TBAA^T=B$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$B=I+N$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$N=\begin{bmatrix}0&amp;-i\\0&amp;0\end{bmatrix}$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$B^{2023}=(I+N)^{2023}=I+2023N$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(higher terms vanish),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$(AM^{2023}A^T)^{-1}=B^{-2023}=(I+N)^{-2023}=I-2023N$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$(I+2023N)(I-2023N)=I$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$I-2023N=\begin{bmatrix}1&amp;2023i\\0&amp;1\end{bmatrix}$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2023</m:t>
                              </m:r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$\begin{bmatrix}1&amp;2023i\\0&amp;1\end{bmatrix}$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orthogonal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orthogonal conjugation commutes with taking powers.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(including negative: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its inverse is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matrix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orthogonal (a rotation matrix);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orthogonal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$AA^T=I$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$(A^TBA)^n=A^TB^nA$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orthogonal conjugation commutes with taking powers.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$(I+N)^n=I+nN$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(including negative: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$(I+N)^{-1}=I-N$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$\begin{bmatrix}1&amp;c\\0&amp;1\end{bmatrix}^n=\begin{bmatrix}1&amp;nc\\0&amp;1\end{bmatrix}$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its inverse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$\begin{bmatrix}1&amp;-c\\0&amp;1\end{bmatrix}$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$\frac1{\sqrt{p^2+q^2}}\begin{bmatrix}p&amp;q\\-q&amp;p\end{bmatrix}$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orthogonal (a rotation matrix);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$(p,q)=(1,3)$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skew-symmetric. Consider the statements (S1)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symmetric; (S2)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symmetric. Then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Both S1 and S2 are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Only S1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Both S1 and S2 are false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Only S2 is true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skew-symmetric. Consider the statements (S1)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$A^{13}B^{26}-B^{26}A^{13}$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symmetric; (S2)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$A^{26}C^{13}-C^{13}A^{26}$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symmetric. Then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Both S1 and S2 are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Only S1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Both S1 and S2 are false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Only S2 is true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Symmetric and skew-symmetric matrices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3438144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Transpose reverses products; odd powers of a skew matrix stay skew, even powers become symmetric.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S1: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S1: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$(A^{13}B^{26}-B^{26}A^{13})^T=(A^{13}B^{26})^T-(B^{26}A^{13})^T$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$=(B^{26})^T(A^{13})^T-(A^{13})^T(B^{26})^T$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$=(B^T)^{26}(A^T)^{13}-(A^T)^{13}(B^T)^{26}$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S1's matrix is skew-symmetric (not symmetric in general): S1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S2: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symmetric: S2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S2 is true and S1 is false: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$=(-B)^{26}A^{13}-A^{13}(-B)^{26}=B^{26}A^{13}-A^{13}B^{26}$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$=-(A^{13}B^{26}-B^{26}A^{13})$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S1's matrix is skew-symmetric (not symmetric in general): S1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$(A^{26}C^{13}-C^{13}A^{26})^T=(C^T)^{13}(A^T)^{26}-(A^T)^{26}(C^T)^{13}$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$=(-C)^{13}A^{26}-A^{26}(-C)^{13}=-C^{13}A^{26}+A^{26}C^{13}$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$=A^{26}C^{13}-C^{13}A^{26}$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symmetric: S2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S2 is true and S1 is false: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Only S2 is true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Sign rule for commutators: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ε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ε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marks symmetric or skew.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Sign rule for commutators: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$[U,V]^T=-\varepsilon_U\varepsilon_V[U,V]$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$\varepsilon=\pm1$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marks symmetric or skew.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symmetric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or skew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iff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(one symmetric, one skew), and skew iff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Types of the powers: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symmetric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skew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$U,V$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symmetric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$\varepsilon=+1$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or skew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$\varepsilon=-1$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$(UV-VU)^T=V^TU^T-U^TV^T=\varepsilon_U\varepsilon_V(VU-UV)=-\varepsilon_U\varepsilon_V(UV-VU)$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$UV-VU$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$\varepsilon_U\varepsilon_V=-1$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(one symmetric, one skew), and skew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$\varepsilon_U\varepsilon_V=+1$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Types of the powers: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$A^{26}$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symmetric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$\varepsilon=+1$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$B^{26}$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$(-1)^{26}=+1$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skew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$(-1)^{13}=-1$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S1: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ε</m:t>
                        </m:r>
                      </m:e>
                      <m: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p>
                        </m:sSup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ε</m:t>
                        </m:r>
                      </m:e>
                      <m: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26</m:t>
                            </m:r>
                          </m:sup>
                        </m:sSup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commutator is skew-symmetric: S1 is false (it is not symmetric unless it is zero).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S2: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ε</m:t>
                        </m:r>
                      </m:e>
                      <m: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26</m:t>
                            </m:r>
                          </m:sup>
                        </m:sSup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ε</m:t>
                        </m:r>
                      </m:e>
                      <m: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p>
                        </m:sSup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commutator is symmetric: S2 true. Same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S1: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$\varepsilon_{A^{13}}\varepsilon_{B^{26}}=(+1)(+1)=+1$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commutator is skew-symmetric: S1 is false (it is not symmetric unless it is zero).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$\varepsilon_{A^{26}}\varepsilon_{C^{13}}=(+1)(-1)=-1$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commutator is symmetric: S2 true. Same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Only S2 is true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 skew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even powers symmetric, odd powers skew.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Commutator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when one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and the other skew; it is skew when both are symmetric or both skew.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Anti-commutator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opposite behaviour: symmetric when both are of the same type.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symmetric.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$(X^n)^T=(X^T)^n$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 skew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$(S^n)^T=(-1)^nS^n$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even powers symmetric, odd powers skew.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Commutator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$[U,V]=UV-VU$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when one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$U,V$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and the other skew; it is skew when both are symmetric or both skew.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Anti-commutator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$UV+VU$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opposite behaviour: symmetric when both are of the same type.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$A=\begin{bmatrix}1&amp;0\\0&amp;2\end{bmatrix}$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$C=\begin{bmatrix}0&amp;1\\-1&amp;0\end{bmatrix}$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$AC-CA=\begin{bmatrix}0&amp;1\\-2&amp;0\end{bmatrix}-\begin{bmatrix}0&amp;2\\-1&amp;0\end{bmatrix}=\begin{bmatrix}0&amp;-1\\-1&amp;0\end{bmatrix}$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symmetric.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real numbers. Consider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real numbers. Consider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$A^2=3A+\alpha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$A^4=21A+\beta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Polynomial relations in a matrix (Cayley-Hamilton type reduction)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compare coefficients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form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$pA+qI$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$A^2=3A+\alpha 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compare coefficients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$A^2=3A+\alpha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$A^3=3A^2+\alpha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$A^3=3(3A+\alpha I)+\alpha A=9A+3\alpha I+\alpha A=(9+\alpha)A+3\alpha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$A^4=A\cdot A^3=(9+\alpha)A^2+3\alpha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$A^4=(9+\alpha)(3A+\alpha I)+3\alpha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$A^4=A(27+3\alpha+3\alpha)+\alpha(9+\alpha)I=(27+6\alpha)A+\alpha(9+\alpha)I$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$A^4=21A+\beta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$27+6\alpha=21\Rightarrow\alpha=-1$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$\beta=\alpha(9+\alpha)=(-1)(8)=-8$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$\beta=-8$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the relation as a quadratic with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both roots satisfy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subtract.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the relation as a quadratic with roots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$r,s$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$r+s=3$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$rs=-\alpha$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both roots satisfy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$\lambda^4=21\lambda+\beta$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subtract.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each root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the two equations: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$\lambda=r,s$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$\lambda^2-3\lambda-\alpha=0$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$r+s=3$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$rs=-\alpha$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each root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$\lambda^4=21\lambda+\beta$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the two equations: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$r^4-s^4=21(r-s)\Rightarrow(r+s)(r^2+s^2)=21$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$r\neq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$r^2+s^2=(r+s)^2-2rs=9+2\alpha$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$3(9+2\alpha)=21\Rightarrow\alpha=-1$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$r^2=3r-1$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$r^4=(3r-1)^2=9r^2-6r+1=9(3r-1)-6r+1=21r-8$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$\beta=-8$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every power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(reduce one power at a time).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same relation holds for every eigenvalue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polynomial relations among matrix powers can be solved as scalar equations on eigenvalues.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55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$A^2=pA+qI$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every power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$A^n=a_nA+b_nI$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$a_{n+1}=pa_n+b_n$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$b_{n+1}=qa_n$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(reduce one power at a time).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$A^3=(p^2+q)A+pqI$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$A^4=(p^3+2pq)A+(p^2q+q^2)I$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$A^2=pA+qI$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$p=3,q=\alpha$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$27+6\alpha$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$9\alpha+\alpha^2$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same relation holds for every eigenvalue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polynomial relations among matrix powers can be solved as scalar equations on eigenvalues.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$A^2=3A-I$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$A^4=21A-8I$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$A=\begin{bmatrix}3&amp;-1\\1&amp;0\end{bmatrix}$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$A^2=\begin{bmatrix}8&amp;-3\\3&amp;-1\end{bmatrix}=3A-I$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$A^4=\begin{bmatrix}55&amp;-21\\21&amp;-8\end{bmatrix}=21A-8I$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1.80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5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14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QB 01 Algebra 07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1.80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