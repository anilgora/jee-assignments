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Sheet1!$A$2:$A$9</c:f>
              <c:strCache>
                <c:ptCount val="8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2.0</c:v>
                </c:pt>
                <c:pt idx="1">
                  <c:v>2.0</c:v>
                </c:pt>
                <c:pt idx="2">
                  <c:v>3.0</c:v>
                </c:pt>
                <c:pt idx="3">
                  <c:v>3.0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question prints 'a^2+b^2 = alpha*sqrt2 - beta', but a^2+b^2 = a^2e^2 = 9 is a constant. The PDF's own solution (and the original JEE question) work with a^2 b^2 = 6a^3 = 810*sqrt2 - 1134, so the statement is corrected to a^2 b^2 = alpha*sqrt2 - beta. The working is unchanged. Also a figure label '(-a, e, 0)' should read (-ae, 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printed directrices x = +-4/sqrt3 contradict the rest of the data: tangency plus latus rectum 9 force a = 2, b^2 = 9, e^2 = 13/4, so the directrix is x = +-a/e = +-4/sqrt13. With 4/sqrt3 one gets e = sqrt3/2 &lt; 1 (and the PDF's line '2/e = 1/sqrt3' is itself inconsistent with 4/sqrt3), so the PDF concludes 'bonus' and gives no value, while its answer key says 61. The statement is corrected to 4/sqrt13 and the solution completed (contact point, focal distances, m = 48, answer 61), matching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Coordinate Geometry 07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Hyperbola (PDF Q121–Q128, numbered 1–8)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0895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foci of a hyperbola are same as that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eccentricity of the hyperbola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eccentricity of the ellipse, then the smaller focal distance of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0895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foci of a hyperbola are same as that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$\frac{x^2}{9}+\frac{y^2}{25}=1$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eccentricity of the hyperbola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eccentricity of the ellipse, then the smaller focal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$\left(\sqrt2,\frac{14}{3}\sqrt{\frac25}\right)$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hyperbola,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$7\sqrt{\frac25}+\frac83$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$7\sqrt{\frac25}-\frac83$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$14\sqrt{\frac25}-\frac43$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$14\sqrt{\frac25}-\frac{16}{3}$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Foci and eccentricity of an ellipse, Focal distance and directrix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focal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distance from the matching directrix; the nearer focus pairs with the nearer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focal distance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distance from the matching directrix; the nearer focus pairs with the nearer directrix.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$\frac{x^2}{9}+\frac{y^2}{25}=1$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of the ellipse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Eccentricity of the hyperbola: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lie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take the hyperbola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focus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$e=\sqrt{1-\frac{9}{25}}=\frac45$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$=(0,\pm be)=(0,\pm4)$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Eccentricity of the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$e_H=\frac45\times\frac{15}{8}=\frac32$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foci lie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take the hyperbola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$(0,Be_H)=(0,4)$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$Be_H=4\Rightarrow B=\frac83$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$A^2=B^2(e_H^2-1)=\frac{64}{9}\left(\frac94-1\right)\Rightarrow A^2=\frac{80}{9}$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at the given 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Directrices: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2.95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smaller focal distance is to the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$\frac{x^2}{80/9}-\frac{y^2}{64/9}=-1$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(Check: at the given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$\frac{9\cdot2}{80}-\frac{9}{64}\cdot\frac{392}{45}=\frac{9}{40}-\frac{49}{40}=-1$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$y=\pm\frac{B}{e_H}=\pm\frac{16}{9}$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$y=\frac{14}{3}\sqrt{\frac25}\approx2.95&gt;0$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smaller focal distance is to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$y=\frac{16}{9}$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$PS=e_H\,PM$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$PS=\frac32\left|\frac{14}{3}\sqrt{\frac25}-\frac{16}{9}\right|=7\sqrt{\frac25}-\frac83$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$7\sqrt{\frac25}-\frac83$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definition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median formula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directrix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definition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$|d_1-d_2|=2B$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median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$d_1^2+d_2^2=2(OP^2+c^2)$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directrix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transverse semi-axis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 the focal distances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 for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$e_H=\frac32$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transverse semi-axis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$B=\frac{c}{e_H}=\frac83$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 the focal distances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$d_2-d_1=2B=\frac{16}{3}$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smaller).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$OP^2=2+\frac{196}{9}\cdot\frac25=\frac{482}{45}$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 for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$SS'$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$d_1^2+d_2^2=2(OP^2+c^2)=2\left(\frac{482}{45}+16\right)=\frac{2404}{45}$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$(d_2-d_1)^2=\frac{256}{9}=\frac{1280}{45}$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$2d_1d_2=\frac{2404-1280}{45}=\frac{1124}{45}$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$(d_1+d_2)^2=\frac{2404+1124}{45}=\frac{3528}{45}=\frac{392}{5}\Rightarrow d_1+d_2=14\sqrt{\frac25}$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$d_1=\frac12\left[(d_1+d_2)-(d_2-d_1)\right]=7\sqrt{\frac25}-\frac83$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$7\sqrt{\frac25}-\frac83$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(transverse axis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distances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their difference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(hyperbola)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(ellipse) it gives both focal distances without directrices.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foci means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the ellipse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for the hyperbola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Quick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(transverse axis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$e^2=1+\frac{A^2}{B^2}$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 Be)$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 Be$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focal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$|ey\pm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their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$d_1^2+d_2^2=2(OP^2+c^2)$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$|d_1-d_2|=2B$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(hyperbola)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$d_1+d_2=2B$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(ellipse) it gives both focal distances without directrices.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foci means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$c^2=b^2-a^2$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for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Quick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$9+16=25$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$\frac{80}{9}+\frac{64}{9}=16$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of the hyperbola with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of the hyperbola with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$3x^2-y^2-\alpha x+\beta y+\gamma=0$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Hyperbola with given foci and shifted centre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is the midpoint of the foci,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shifted standard form to compare coefficients with.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is the midpoint of the foci,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$b^2=c^2-a^2$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shifted standard form to compare coefficients with.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midpoint of the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transverse axis is horizontal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midpoint of the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transverse axis is horizontal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$b^2=c^2-a^2=4-a^2$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$\frac{(x-6)^2}{a^2}-\frac{(y-2)^2}{4-a^2}=1$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$a^2(4-a^2)$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$(4-a^2)(x-6)^2-a^2(y-2)^2=a^2(4-a^2)$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$3x^2-y^2-\alpha x+\beta y+\gamma=0$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$3:-1$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$4-a^2=3a^2\Rightarrow 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$3(x-6)^2-(y-2)^2=3$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$3x^2-36x+108-y^2+4y-4-3=0\Rightarrow3x^2-y^2-36x+4y+101=0$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$\alpha=36,\ \beta=4,\ \gamma=101$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$\alpha+\beta+\gamma=141$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of a conic is where both partial derivatives vanish,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centre of a conic is where both partial derivatives vanish,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 from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$(6,2)$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(midpoint of the foci)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of the left side at the centre: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(midpoint of the foci)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$3x^2-y^2-\alpha x+\beta y+\gamma=0$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$-2y+\beta=0$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of the left side at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$3\cdot36-4-36\cdot6+4\cdot2+\gamma=\gamma-104$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conic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$X=x-6,\ Y=y-2$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$3X^2-Y^2=104-\gamma=K$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$\frac{X^2}{K/3}-\frac{Y^2}{K}=1$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K3+K=4\Rightarrow 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$\gamma=104-3=101$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$\alpha+\beta+\gamma=36+4+101=141$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asymptote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the two semi-axes, so one more condition (here the coefficient ratio) fixes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$Ax^2+By^2+Dx+Ey+F=0$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$\left(-\frac{D}{2A},-\frac{E}{2B}\right)$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$\left(\frac{36}{6},\frac{4}{2}\right)=(6,2)$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$X^2,Y^2$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$b^2:-a^2$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asymptote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 ba=\pm\sqrt3$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$(h\pm c,k)$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links the two semi-axes, so one more condition (here the coefficient ratio) fixes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one of its focus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latus rectum through its other focus subtends a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one of its focus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latus rectum through its other focus subtends a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$a^2b^2=\alpha\sqrt2-\beta$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Latus rectum and foci of a hyperbola, Angle between lines (slope)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ends of the latus rectum are symmetric about the axis, so each makes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ends of the latus rectum are symmetric about the axis, so each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$PF_2$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$\tan45^\circ=\frac{b^2/a}{2ae}$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focus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latus rectum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ends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split by the axis into two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$P(-3,0)=(-ae,0)\Rightarrow ae=3$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$PF_2=2ae=6$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latus rectum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$\left(ae,\pm\frac{b^2}{a}\right)$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split by the axis into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angles: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$\tan45^\circ=\frac{b^2/a}{2ae}$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$2ae=\frac{b^2}{a}$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$a^2e^2=a^2+b^2\Rightarrow9=a^2+6a\Rightarrow a^2+6a-9=0$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189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$a=-3\pm3\sqrt2=-3(1\pm\sqrt2)$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$a^2b^2=a^2\cdot6a=6a^3$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$6a^3=6\cdot27(\sqrt2-1)^3=6\left(135\sqrt2-189\right)$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$(\sqrt2-1)^3=5\sqrt2-7$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$a^2b^2=810\sqrt2-1134$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$\alpha=810,\ \beta=1134$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$\alpha+\beta=1944$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isosceles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property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- no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the isosceles right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$PF_2L$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property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$PL-F_2L=2a$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- no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end of the latus rectum.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bisected by the axis,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right,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right branch: (distance to far focus)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to near focus)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$PF_2=6$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$L=\left(3,\frac{b^2}{a}\right)$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 end of the latus rectum.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bisected by the 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LPF_2=45^\circ$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$LF_2\perp PF_2$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$PF_2L$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right,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$F_2L=PF_2=6$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$PL=6\sqrt2$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right branch: (distance to far focus)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to near focus)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$PL-F_2L=6\sqrt2-6=2a\Rightarrow a=3(\sqrt2-1)$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$F_2L=\frac{b^2}{a}=6\Rightarrow b^2=6a$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$a^2b^2=6a^3=6\cdot27(\sqrt2-1)^3=162(5\sqrt2-7)=810\sqrt2-1134$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$\alpha+\beta=810+1134=1944$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1944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ends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latus rectum through one focus subtends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other focus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right angle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Focal-difference property: for a point on the right branch, (distance to the left focus)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to the right focus)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$\left(\pm ae,\pm\frac{b^2}{a}\right)$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$\frac{2b^2}{a}=2a(e^2-1)$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latus rectum through one focus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other focus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$\tan\theta=\frac{b^2/a}{2ae}=\frac{e^2-1}{2e}$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right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$e^2-2e-1=0$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$a=\frac{3}{1+\sqrt2}=3(\sqrt2-1)$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Focal-difference property: for a point on the right branch, (distance to the left focus)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to the right focus)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$(\sqrt2-1)^2=3-2\sqrt2$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$(\sqrt2-1)^3=5\sqrt2-7$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$(\sqrt2+1)^3=5\sqrt2+7$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$a^2b^2=a^4(e^2-1)$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have the centre on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cut off a chord of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one of the foci is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transverse axis is the diameter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810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have the centre on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and cut off 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$-3x+2y=1$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$\frac{x^2}{\alpha^2}-\frac{y^2}{\beta^2}=1$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one of the foci is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length of the transverse axis is the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$2\alpha^2+3\beta^2$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897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Circle: tangent line and chord length, Hyperbola: foci and transverse axis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 half-length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tangent line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chord line, both in terms of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Chord half-length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$^2=r^2-p^2$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tangent line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chord line, both in terms of the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the centre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renamed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so that it is not confused with the hyperbola's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from the chord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centre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the centre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renamed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 so that it is not confused with the hyperbola's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$r=\frac{|h+1|}{\sqrt2}$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from the chord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$p=\frac{|-3h-1|}{\sqrt{13}}=\frac{3h+1}{\sqrt{13}}$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the centre is on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Transverse axis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focus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$\frac{4}{\sqrt{13}}=2\sqrt{r^2-p^2}=2\sqrt{\frac{(h+1)^2}{2}-\frac{(3h+1)^2}{13}}$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and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$8=13(h+1)^2-2(3h+1)^2$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$2\sqrt2=\sqrt{13(h+1)^2-2(3h+1)^2}$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$13h^2+26h+13-18h^2-12h-2=8\Rightarrow-5h^2+14h+3=0\Rightarrow5h^2-14h-3=0$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$5h^2-15h+h-3=0\Rightarrow5h(h-3)+1(h-3)=0\Rightarrow h=3$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$h=-\frac15$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(rejected, the centre is on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$r=\frac{4}{\sqrt2}=2\sqrt2$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$2\alpha=4\sqrt2\Rightarrow\alpha=2\sqrt2$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e=3\Rightarrow e=\frac{3}{2\sqrt2}$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$e^2=1+\frac{\beta^2}{\alpha^2}\Rightarrow\frac98=1+\frac{\beta^2}{8}\Rightarrow\beta^2=1$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$2\alpha^2+3\beta^2=2\cdot8+3\cdot1=19$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tangent to a line has radius equal to the distance from its centre to the line; the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with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transverse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agrees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-route.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apply the side condition (centre on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at the end of a quadratic to reject the extra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$l^2=r^2-p^2$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tangent to a line has radius equal to the distance from its centre to the line;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$px+qy+s=0$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$\frac{|ph+s|}{\sqrt{p^2+q^2}}$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$\beta^2=c^2-\alpha^2$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agrees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-route.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apply the side condition (centre on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at the end of a quadratic to reject the extra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hyperbolas having length of latus rectums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their eccentricities be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product of their transverse axes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$H_1:\frac{x^2}{a^2}-\frac{y^2}{b^2}=1$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$H_2:-\frac{x^2}{A^2}+\frac{y^2}{B^2}=1$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hyperbolas having length of latus rectums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Let their eccentricities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$e_1=\sqrt{\frac52}$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product of their transverse axes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$25e_2^2$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Latus rectum, eccentricity and conjugate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latus rectum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product of transverse axes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latus rectum fixes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$\frac{b^2}{a^2}$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latus rectum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product of transverse axes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 latus rectum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transverse axis is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$\frac{2b^2}{a}=15\sqrt2$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transverse axis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$\frac{2A^2}{B}=12\sqrt5$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$e_1=\sqrt{1+\frac{b^2}{a^2}}=\sqrt{\frac52}\Rightarrow\frac{b^2}{a^2}=\frac32$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$2\cdot\frac32a=3a=15\sqrt2\Rightarrow a=5\sqrt2$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$b^2=\frac32a^2=75$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transverse axes: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transverse axes: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$(2a)(2B)=100\sqrt{10}$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$2a=10\sqrt2\Rightarrow2B=10\sqrt5$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$B=5\sqrt5$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$2A^2=12\sqrt5\cdot B=12\sqrt5\cdot5\sqrt5=300\Rightarrow A^2=150$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$e_2^2=1+\frac{A^2}{B^2}=1+\frac{150}{125}$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$25e_2^2=25\left(1+\frac{150}{125}\right)=55$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(transverse axis)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(transverse axis)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$\times(e^2-1)$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transverse axis. The same holds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(transverse axis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$\frac{2b^2}{a}=2a\cdot\frac{b^2}{a^2}=(2a)(e^2-1)$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$=T\,(e^2-1)$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transverse axis. The same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(transverse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$e_2^2-1=\frac{A^2}{B^2}$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$15\sqrt2=T_1\left(\frac52-1\right)=\frac32T_1\Rightarrow T_1=10\sqrt2$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$T_1T_2=100\sqrt{10}\Rightarrow T_2=\frac{100\sqrt{10}}{10\sqrt2}=10\sqrt5$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$12\sqrt5=T_2(e_2^2-1)=10\sqrt5\,(e_2^2-1)\Rightarrow e_2^2-1=\frac65$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$e_2^2=\frac{11}{5}$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$25e_2^2=55$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either orientation,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𝑐𝑜𝑛𝑗𝑢𝑔𝑎𝑡𝑒 𝑠𝑒𝑚𝑖-𝑎𝑥𝑖𝑠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𝑡𝑟𝑎𝑛𝑠𝑣𝑒𝑟𝑠𝑒 𝑠𝑒𝑚𝑖-𝑎𝑥𝑖𝑠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𝑡𝑟𝑎𝑛𝑠𝑣𝑒𝑟𝑠𝑒 𝑎𝑥𝑖𝑠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transverse semi-axis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(roles of the denominators swap).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axis ratios directly from eccentricity: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either orientation,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$=\frac{2(\text{conjugate semi-axis})^2}{\text{transverse semi-axis}}=(\text{transverse axis})\times(e^2-1)$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$-\frac{x^2}{A^2}+\frac{y^2}{B^2}=1$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transverse semi-axis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$e^2=1+\frac{A^2}{B^2}$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(roles of the denominators swap).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$e^2-1=\frac{b^2}{a^2}$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axis ratios directly from eccentricity: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$e_1^2=\frac52\Rightarrow\frac{b^2}{a^2}=\frac32$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latus rectum and directrices of a hyperbola with eccentricity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this hyperbola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of the focal distances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length of the latus rectum and directrices of a hyperbola with eccentricity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$x=\pm\frac{4}{\sqrt{13}}$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respectively. Let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$y-\sqrt3x+\sqrt3=0$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this hyperbola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product of the focal distances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Tangency, latus rectum, directrix and focal distances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Tangency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contact point then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Tangency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$c^2=a^2m^2-b^2$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$2b^2=9a$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contact point then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$m=e^2x_0^2-a^2$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 Directrices: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of tangency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 Directrices: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 ae=\pm\frac{4}{\sqrt{13}}$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$y=\sqrt3x-\sqrt3$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$m_t=\sqrt3$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intercept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of tangency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$c^2=a^2m_t^2-b^2$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$3=3a^2-b^2\Rightarrow b^2=3a^2-3$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$2(3a^2-3)=9a\Rightarrow6a^2-9a-6=0\Rightarrow2a^2-3a-2=0$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with (2):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(As printed in the PDF,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 - the PDF therefore calls it a bonus; the key 61 belongs to the corrected directrix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$2a^2-4a+a-2=0\Rightarrow(a-2)(2a+1)=0\Rightarrow 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rejected).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$b^2=3\cdot4-3=9$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$e^2=1+\frac{b^2}{a^2}=\frac{13}{4}$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with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ae=\frac{2}{\sqrt{13}/2}=\frac{4}{\sqrt{13}}$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(As printed in the PDF,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ae=\frac4{\sqrt3}$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$e=\frac{\sqrt3}{2}&lt;1$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 - the PDF therefore calls it a bonus; the key 61 belongs to the corrected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$\pm\frac4{\sqrt{13}}$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 of contact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$\left(-\frac{a^2m_t}{c},-\frac{b^2}{c}\right)=\left(\frac{4\sqrt3}{\sqrt3},\frac{9}{\sqrt3}\right)=(4,3\sqrt3)$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$\frac{16}{4}-\frac{27}{9}=1$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 of a point of the right branch: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distances of a point of the right branch: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$ex_0-a$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$ex_0+a$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$ex_0=\frac{\sqrt{13}}{2}\cdot4=2\sqrt{13}$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$2\sqrt{13}-2$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$2\sqrt{13}+2$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$m=(2\sqrt{13}-2)(2\sqrt{13}+2)=52-4=48$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$4e^2+m=13+48=61$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form of the tangent gives the contact point directly, and the median formula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form of the tangent gives the contact point directly, and the median formula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$d_1d_2=OP^2+b^2-a^2$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comparing,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hyperbola: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$\sqrt3x-y=\sqrt3$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$x-\frac{y}{\sqrt3}=1$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$\frac{xx_0}{a^2}-\frac{yy_0}{b^2}=1$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$\frac{x_0}{a^2}=1$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$\frac{y_0}{b^2}=\frac{1}{\sqrt3}$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$x_0=a^2,\ y_0=\frac{b^2}{\sqrt3}$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$a^2-\frac{b^2}{3}=1\Rightarrow b^2=3a^2-3$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$6a^2-6=9a\Rightarrow(a-2)(2a+1)=0\Rightarrow a=2,\ 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Contact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 for the focal triangle: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Contact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$(x_0,y_0)=(4,3\sqrt3)$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$e^2=\frac{c^2}{a^2}=\frac{13}{4}$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formula for the focal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$d_1^2+d_2^2=2(OP^2+c^2)$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$(d_2-d_1)^2=4a^2$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$d_1d_2=OP^2+c^2-2a^2=OP^2+b^2-a^2$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$m=d_1d_2=(16+27)+9-4=48$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$4e^2+m=13+48=61$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Convert the line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to read the point form directly: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 every derived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all the data: a directrix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caught the misprint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determine the hyperbola: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$c^2=a^2m^2-b^2$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$\left(-\frac{a^2m}{c},-\frac{b^2}{c}\right)$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Convert the line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$lx+my=n$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to read the point form directly: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$a^2l^2-b^2m^2=n^2$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focal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$d_1d_2=e^2x_0^2-a^2=OP^2+b^2-a^2$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$52-4=43+9-4=48$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 every derived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all the data: a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caught the misprint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 ae$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determine the hyperbola: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$a=2,b^2=9$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check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$\frac{18}{2}=9$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focus of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with its centre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focus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$\frac{x^2}{3}-\frac{y^2}{5}=1$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circle with its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$A(\sqrt6,\sqrt5)$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$OSB$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Foci of a hyperbola, Midpoint and area of a triangle (determinant)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centre, so it is the midpoint of the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centre, so it is the midpoint of the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$B=2A-S$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on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$\frac{x^2}{3}-\frac{y^2}{5}=1$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$b^2=a^2(e^2-1)\Rightarrow5=3(e^2-1)\Rightarrow e=\sqrt{\frac83}$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on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$S=(ae,0)=\left(2\sqrt2,0\right)$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∣"/>
                            <m:sepChr m:val=""/>
                            <m:endChr m:val="∣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rad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rad>
                                </m:e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$B=2A-S=\left(2\sqrt6-2\sqrt2,\ 2\sqrt5\right)$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$\Delta(OSB)=\frac12\left|\begin{vmatrix}0&amp;0&amp;1\\2\sqrt2&amp;0&amp;1\\2\sqrt6-2\sqrt2&amp;2\sqrt5&amp;1\end{vmatrix}\right|=\frac12\cdot2\sqrt2\cdot2\sqrt5=2\sqrt{10}$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$(\Delta(OSB))^2=40$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median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height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median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OSB$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$[OSB]=2[OSA]$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$OSA$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and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$y_A=\sqrt5$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median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median halves the area,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$S=(2\sqrt2,0)$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$OS=2\sqrt2$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median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OSB$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median halves the area,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$[OSB]=2[OSA]$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height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square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needed.)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OSA$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$OS=2\sqrt2$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$y_A=\sqrt5$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$[OSA]=\frac12\cdot2\sqrt2\cdot\sqrt5=\sqrt{10}$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$[OSB]=2\sqrt{10}$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needed.)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median halves the area. Doubling a triangle with the origin as vertex and base on an axis is just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with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foci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Extra data (the 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may only be there to fix one point: here it just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$[OPQ]=2[OPM]$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median halves the area. Doubling a triangle with the origin as vertex and base on an axis is just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$O,(x_1,y_1),(x_2,y_2)$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$\frac12|x_1y_2-x_2y_1|$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$\frac{x^2}{a^2}-\frac{y^2}{b^2}=1$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foci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 ae,0)$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$\sqrt{3+5}=2\sqrt2$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Extra data (the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may only be there to fix one point: here it just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$B=2A-S$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latus rectum of the hyperbola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 an angle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the hyperbola.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 numbers,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latus rectum of the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$\frac{x^2}{9}-\frac{y^2}{b^2}=1$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of the hyperbola.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$\frac{\ell}{m}\left(1+\sqrt 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$\ell^2+m^2+n^2$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Latus rectum subtending an angle at the centre of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each end of the latus rectum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axis: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 each end of the latus rectum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axis: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$\tan\frac\pi6=\frac{b^2/a}{ae}=\frac{e^2-1}{e}$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ends of the latus rectum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each end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ends of the latus rectum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$\left(ae,\pm\frac{b^2}{a}\right)$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symmetry each end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$\frac\pi3\cdot\frac12=\frac\pi6$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$\tan\frac\pi6=\frac{b^2/a}{ae}=\frac{b^2}{a^2e}$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$\frac{b^2}{a^2}=e^2-1$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$\frac{1}{\sqrt3}=\frac{e^2-1}{e}\Rightarrow\sqrt3e^2-e-\sqrt3=0$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$e=\frac{1\pm\sqrt{1+12}}{2\sqrt3}$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$e=\frac{\sqrt{13}+1}{2\sqrt3}$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$e^2=\frac{13+1+2\sqrt{13}}{12}=\frac{14+2\sqrt{13}}{12}$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$b^2=a^2(e^2-1)=9\left(\frac{13+1+2\sqrt{13}}{12}-1\right)=9\left(\frac{2+2\sqrt{13}}{12}\right)$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$b^2=9\left(\frac{1+\sqrt{13}}{6}\right)=\frac32\left(1+\sqrt{13}\right)$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$\ell=3,\ m=2,\ n=13\Rightarrow\ell^2+m^2+n^2=9+4+169=182$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so the condition becomes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$ae=\sqrt{a^2+b^2}$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directly, so the condition becomes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appears.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end of the latus rectum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end of the latus rectum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$L=\left(\sqrt{9+b^2},\frac{b^2}{3}\right)$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$\frac{b^2}{a}=\frac{b^2}{3}$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$\frac{b^2}{3}=\sqrt{9+b^2}\tan\frac\pi6=\frac{\sqrt{9+b^2}}{\sqrt3}$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$\frac{b^4}{9}=\frac{9+b^2}{3}\Rightarrow b^4=27+3b^2\Rightarrow b^4-3b^2-27=0$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root)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$b^2=\frac{3+\sqrt{9+108}}{2}=\frac{3+3\sqrt{13}}{2}$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root)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$=\frac32\left(1+\sqrt{13}\right)$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$\ell=3,\ m=2,\ n=13$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$\ell^2+m^2+n^2=182$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ends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angle at the centre for an ellipse: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latus rectum ends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split a surd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integers, rationalise and cancel common factors until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$\left(ae,\pm\frac{b^2}{a}\right)$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$\tan\theta=\frac{b^2}{a^2e}=\frac{e^2-1}{e}$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$e^2-e\tan\theta-1=0$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$e=\frac{\tan\theta+\sqrt{\tan^2\theta+4}}{2}$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$\tan\frac\pi6=\frac1{\sqrt3}$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$e=\frac{1+\sqrt{13}}{2\sqrt3}$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angle at the centre for an ellipse: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$\tan\theta=\frac{1-e^2}{e}$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latus rectum ends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$\left(ae,\pm\frac{b^2}{a}\right)$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$b^2=a^2(e^2-1)=a^2e\tan\theta$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one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$9\cdot\frac{1+\sqrt{13}}{2\sqrt3}\cdot\frac1{\sqrt3}=\frac32(1+\sqrt{13})$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split a surd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$\frac{\ell}{m}(1+\sqrt 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integers, rationalise and cancel common factors until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$\gcd(\ell,m)=1$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(2/2)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2.38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8 questions, 32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Coordinate Geometry 07 Hyperbola (PDF Q121–Q128, numbered 1–8)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2.38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