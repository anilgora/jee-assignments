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Sheet1!$A$2:$A$17</c:f>
              <c:strCache>
                <c:ptCount val="1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3.0</c:v>
                </c:pt>
                <c:pt idx="5">
                  <c:v>1.0</c:v>
                </c:pt>
                <c:pt idx="6">
                  <c:v>2.0</c:v>
                </c:pt>
                <c:pt idx="7">
                  <c:v>1.0</c:v>
                </c:pt>
                <c:pt idx="8">
                  <c:v>3.0</c:v>
                </c:pt>
                <c:pt idx="9">
                  <c:v>2.0</c:v>
                </c:pt>
                <c:pt idx="10">
                  <c:v>2.0</c:v>
                </c:pt>
                <c:pt idx="11">
                  <c:v>3.0</c:v>
                </c:pt>
                <c:pt idx="12">
                  <c:v>3.0</c:v>
                </c:pt>
                <c:pt idx="13">
                  <c:v>2.0</c:v>
                </c:pt>
                <c:pt idx="14">
                  <c:v>3.0</c:v>
                </c:pt>
                <c:pt idx="15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Answer unchanged. The PDF applies L'Hospital's rule, which silently assumes $\lim f'(x)=f'(2)$ (f' continuous at 2); this is not given. Added the remark in the last-but-one step; the alternate solution (first-principles split) needs only differentiability at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Answer unchanged. The PDF's last two lines read '$f'(4)/f'(4)=124\times2=248$': the denominator should be $f'(2)$ and the factor 14 was dropped ($14\cdot124/7=248$). Fixed the last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Methods of Differentiation (Exercise J-M)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XII SHEET METHODS OF DIFFERENTIATION · Exercise J-M (JEE Main)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$\lim_{x\to2}\frac{x^2f(2)-4f(x)}{x-2}$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Derivative at a point: limit of the difference quotient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numerator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that L'Hospital's rule turns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numerator vanishes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that L'Hospital's rule turns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$4f(2)-4f'(2)$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L'Hospital's rule: differentiate numerator and denominator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$4f(2)-4f(2)=0$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L'Hospital's rule: differentiate numerator and denominator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$\lim_{x\to2}\frac{2xf(2)-4f'(x)}{1}$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$4f(2)-4f'(2)$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Rigour: L'Hospital's rule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the question does not state; the alternate solution avoids this assumption and gives the same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$=4(4)-4(1)=16-4=12$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Rigour: L'Hospital's rule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$f'(x)\to f'(2)$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the question does not state; the alternate solution avoids this assumption and gives the same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numerator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limit is built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definition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L'Hospital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numerator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$f(2)=4$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limit is built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$\frac{x^2-4}{x-2}$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definition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L'Hospital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$x^2f(2)-4f(x)=4x^2-4f(x)$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$4x^2-4f(x)=4(x^2-4)-4\left(f(x)-4\right)=4(x^2-4)-4\left(f(x)-f(2)\right)$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$\frac{x^2f(2)-4f(x)}{x-2}=4(x+2)-4\cdot\frac{f(x)-f(2)}{x-2}$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(definition of the derivative).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answer, using only differentiability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$4(x+2)\to16$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$\frac{f(x)-f(2)}{x-2}\to f'(2)=1$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(definition of the derivative).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$=16-4(1)=12$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answer, using only differentiability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L'Hospital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Trick: add and subtract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𝑠𝑜𝑚𝑒𝑡ℎ𝑖𝑛𝑔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make a difference quotient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L'Hospital's rule needs the limit of the derivative ratio to exist; with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given, prefer the definition of the derivative.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a}\frac{g(x)}{x-a}=g'(a)$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L'Hospital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a}\frac{x^nf(a)-a^nf(x)}{x-a}$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$na^{n-1}f(a)-a^nf'(a)$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$n=2,a=2$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$4\cdot4-4\cdot1=12$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Trick: add and subtract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$f(a)\cdot(\text{something})$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make a difference quotient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$\frac{f(x)-f(a)}{x-a}$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L'Hospital's rule needs the limit of the derivative ratio to exist; with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given, prefer the definition of the derivative.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43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43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$f(x)=\cos\left(2\tan^{-1}\sin\left(\cot^{-1}\sqrt{\frac{1-x}{x}}\right)\right)$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$(1+x)^2f'(x)-2(f(x))^2=0$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$(1-x)^2f'(x)+2(f(x))^2=0$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$(1+x)^2f'(x)+2(f(x))^2=0$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$(1-x)^2f'(x)-2(f(x))^2=0$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524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Inverse trigonometric functions: simplification, Differentiation of rational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Peel the nested inverse functions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differentiate.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Peel the nested inverse functions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$x=\sin^2\theta$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$f(x)=\frac{1-x}{1+x}$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differentiate.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$\sqrt{\frac{1-x}{x}}=\sqrt{\frac{\cos^2\theta}{\sin^2\theta}}=\cot\theta$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$f(x)=\cos\left(2\tan^{-1}\sin\left(\cot^{-1}(\cot\theta)\right)\right)$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$\cot^{-1}(\cot\theta)=\theta$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$f(x)=\cos\left(2\tan^{-1}\sin\theta\right)$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$\tan^{-1}(\sin\theta)=\phi$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$\tan\phi=\sin\theta$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$f=\cos2\phi=\frac{1-\tan^2\phi}{1+\tan^2\phi}$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$f(x)=\frac{1-\sin^2\theta}{1+\sin^2\theta}=\frac{1-x}{1+x}$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$f'(x)=\frac{-(1+x)-(1-x)}{(1+x)^2}=\frac{-2}{(1+x)^2}$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$(1-x)^2f'(x)=-2\left(\frac{1-x}{1+x}\right)^2$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$(1-x)^2f'(x)=-2(f(x))^2$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$(1-x)^2f'(x)+2(f(x))^2=0$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$(1-x)^2f'(x)+2(f(x))^2=0$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substitution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$\sin(\cot^{-1}u)=\frac{1}{\sqrt{1+u^2}}$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$\sin(\cdot)=\sqrt{x}$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$\cos2\phi=\frac{1-\tan^2\phi}{1+\tan^2\phi}$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$\tan\phi=\sqrt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substitution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triangle with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$\sin(\cot^{-1}u)=\frac{1}{\sqrt{1+u^2}}$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triangle with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$u=\sqrt{\frac{1-x}{x}}$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$1+u^2=\frac1x$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$\sin\left(\cot^{-1}u\right)=\sqrt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$f(x)=\cos\left(2\tan^{-1}\sqrt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$\tan\phi=\sqrt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$\cos2\phi=\frac{1-\tan^2\phi}{1+\tan^2\phi}$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 again.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$f(x)=\frac{1-x}{1+x}$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$1+f=\frac{2}{1+x}$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$f'(x)=-\frac{2}{(1+x)^2}=-\frac{(1+f)^2}{2}$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$(1-x)^2f'(x)=-2\frac{(1-x)^2}{(1+x)^2}=-2f^2$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 again.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$(1-x)^2f'(x)+2(f(x))^2=0$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first two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last two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 inverse-trig argument suggests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$\sin(\cot^{-1}u)=\frac{1}{\sqrt{1+u^2}}$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$\cos(\tan^{-1}u)=\frac{1}{\sqrt{1+u^2}}$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$\cos(2\tan^{-1}u)=\frac{1-u^2}{1+u^2}$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$\sin(2\tan^{-1}u)=\frac{2u}{1+u^2}$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first two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last two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$\sqrt{\frac{1-x}{x}}$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$\sqrt{\frac{1-x}{1+x}}$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 inverse-trig argument suggests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clean multiple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expressions: check options by substituting the closed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principal-value ranges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cancelling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$f=\frac{1-x}{1+x}$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$f'=-\frac{2}{(1+x)^2}$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clean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expressions: check options by substituting the closed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principal-value ranges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$\tan^{-1}\in(-\frac\pi2,\frac\pi2)$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cancelling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$\cot^{-1}\cot$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$y(x)=\cot^{-1}\left(\frac{\sqrt{1+\sin x}+\sqrt{1-\sin x}}{\sqrt{1+\sin x}-\sqrt{1-\sin x}}\right)$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$x\in\left(\frac\pi2,\pi\right)$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Inverse trigonometric functions: simplification with principal values, Differentiation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fix the modulus signs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$1\pm\sin x=\left(\sin\frac x2\pm\cos\frac x2\right)^2$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fix the modulus signs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x2\in\left(\frac\pi4,\frac\pi2\right)$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positive; the modulus signs can be dropped.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$\sqrt{1\pm\sin x}=\left|\sin\frac x2\pm\cos\frac x2\right|$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$1\pm\sin x=\left(\sin\frac x2\pm\cos\frac x2\right)^2$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$x\in\left(\frac\pi2,\pi\right)$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x2\in\left(\frac\pi4,\frac\pi2\right)$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 x2&gt;\cos\frac x2&gt;0$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 x2+\cos\frac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 x2-\cos\frac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positive; the modulus signs can be dropped.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$y=\cot^{-1}\left(\frac{\left(\sin\frac x2+\cos\frac x2\right)+\left(\sin\frac x2-\cos\frac x2\right)}{\left(\sin\frac x2+\cos\frac x2\right)-\left(\sin\frac x2-\cos\frac x2\right)}\right)$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interval, in particular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$y=\cot^{-1}\left(\frac{2\sin\frac x2}{2\cos\frac x2}\right)=\cot^{-1}\left(\tan\frac x2\right)$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x2=\cot\left(\frac\pi2-\frac x2\right)$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$y=\cot^{-1}\left(\cot\left(\frac\pi2-\frac x2\right)\right)$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$\frac\pi2-\frac x2\in\left(0,\frac\pi4\right)\subset(0,\pi)$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$y=\frac\pi2-\frac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interval, in particular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Rationalise: multiply numerator and denominator by the numerator; the ratio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Rationalise: multiply numerator and denominator by the numerator; the ratio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$\frac{1+|\cos x|}{\sin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$\frac{1-\cos x}{\sin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$A=\sqrt{1+\sin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$B=\sqrt{1-\sin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$=\frac{A+B}{A-B}=\frac{(A+B)^2}{A^2-B^2}$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$(A+B)^2=2+2\sqrt{1-\sin^2x}=2+2|\cos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$A^2-B^2=2\sin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$\left(\frac\pi2,\pi\right)$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 x}{\sin x}=\frac{2\sin^2\frac x2}{2\sin\frac x2\cos\frac x2}=\tan\frac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1.5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0.5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1.5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0.5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$y=\cot^{-1}\left(\tan\frac x2\right)=\frac\pi2-\frac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$\frac\pi2-\frac x2\in(0,\pi)$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$x=\frac{5\pi}6$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$=\frac{\sqrt{1.5}+\sqrt{0.5}}{\sqrt{1.5}-\sqrt{0.5}}=2+\sqrt3=\cot\frac\pi{12}=\cot\left(\frac\pi2-\frac{5\pi}{12}\right)$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interval decides.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safe general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independent of the particular point: such simplifications give a linear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derivative is constant on the interval.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$\sqrt{1\pm\sin x}=\left|\sin\frac x2\pm\cos\frac x2\right|$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$\sqrt{1\pm\cos x}=\sqrt2\left|\cos\frac x2\right|$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$\sqrt2\left|\sin\frac x2\right|$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$\frac{\sqrt{1+\sin x}+\sqrt{1-\sin x}}{\sqrt{1+\sin x}-\sqrt{1-\sin 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$x\in\left(\frac\pi2,\pi\right)$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interval decides.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$\cot^{-1}(\cot\theta)=\theta$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$\cot^{-1}(\tan u)=\frac\pi2-u$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$u\in\left(-\frac\pi2,\frac\pi2\right)$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safe general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independent of the particular point: such simplifications give a linear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$y=c-\frac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derivative is constant on the interval.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Q04 – Q06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implicit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implicit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$\log_e(x+y)=4xy$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Implicit differentiation: second derivative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differentiate twice and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each stage.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$x+y=e^{4xy}$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differentiate twice and 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each stage.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$\ln(x+y)=4xy$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$x+y=e^{4xy}$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$1+\frac{dy}{dx}=e^{4xy}\left(4y+4x\frac{dy}{dx}\right)$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 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$1+y_1=1\cdot(4+0)$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(1) again: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(1)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$\frac{d^2y}{dx^2}=e^{4xy}\left(4y+4x\frac{dy}{dx}\right)^2+e^{4xy}\left(4\frac{dy}{dx}+4\frac{dy}{dx}+4x\frac{d^2y}{dx^2}\right)$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 y=1,\ \frac{dy}{dx}=3$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$y_2=(4)^2+(12+12+0)$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$y_2=16+24=40$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$\left.\frac{d^2y}{dx^2}\right|_{x=0}=40$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Taylor-expand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coefficients;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Taylor-expand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$y=1+ax+bx^2+\dots$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coefficients;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$y''(0)=2b$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(we know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$y=1+ax+bx^2+\dots$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(we know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$y''(0)=2b$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$x+y=1+(a+1)x+bx^2+\dots$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$\ln(x+y)=(a+1)x+\left(b-\frac{(a+1)^2}{2}\right)x^2+\dots$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$4xy=4x+4ax^2+\dots$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$b-\frac{16}{2}=4a=12$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$y''(0)=2b=40$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Implicit differentiation twice: after getting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differentiate the first-derivative relation (not the original equation), and substitute the known values at each step.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point-value question, a local Taylor expansion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beats repeated differentiation.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rule inside: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note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often easier to exponentiate first,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Implicit differentiation twice: after getting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differentiate the first-derivative relation (not the original equation), and substitute the known values at each step.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point-value question, a local Taylor expansion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$y=y_0+ax+bx^2$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$\ln(1+u)=u-\frac{u^2}{2}$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beats repeated differentiation.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rule inside: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$\frac{d}{dx}\left(4y+4xy'\right)=8y'+4xy''$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note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$\ln(x+y)=g(x,y)$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often easier to exponentiate first,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$x+y=e^{g}$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$y^{1/4}+y^{-1/4}=2x$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$(x^2-1)\frac{d^2y}{dx^2}+\alpha x\frac{dy}{dx}+\beta 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$|\alpha-\beta|$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644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Differentiation: forming a differential equation, Differentiation of implicit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once, use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reach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differentiate again.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once,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$\left(y^{1/4}-y^{-1/4}\right)^2=4x^2-4$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$\sqrt{x^2-1}\,y'=4y$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differentiate again.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$y^{1/4}+y^{-1/4}=2x$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$\left(\frac14y^{-3/4}-\frac14y^{-5/4}\right)\frac{dy}{dx}=2$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$\frac{1}{4y}\left(y^{1/4}-y^{-1/4}\right)\frac{dy}{dx}=2$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$y^{1/4}-y^{-1/4}=\sqrt{\left(y^{1/4}+y^{-1/4}\right)^2-4}$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$\sqrt{\left(y^{1/4}+y^{-1/4}\right)^2-4}\ \frac{dy}{dx}=8y$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$\sqrt{4x^2-4}\ \frac{dy}{dx}=8y$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$\sqrt{x^2-1}\ \frac{dy}{dx}=4y$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$\sqrt{x^2-1}\ \frac{d^2y}{dx^2}+\frac{1}{2\sqrt{x^2-1}}\cdot2x\frac{dy}{dx}=4\frac{dy}{dx}=4\cdot\frac{4y}{\sqrt{x^2-1}}$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$(x^2-1)\frac{d^2y}{dx^2}+x\frac{dy}{dx}-16y=0$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$\alpha=1,\ \beta=-16$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$|\alpha-\beta|=|1+16|=17$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ODE is read off with the chain rule.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$x=\cosh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$y^{1/4}=e^{u}$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$y=e^{4u}$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ODE is read off with the chain rule.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(1)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$t+\frac1t=2x$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$t=y^{1/4}$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$t=e^u$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$x=\cosh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$y=e^{4u}$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$u=\cosh^{-1}x$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$\frac{du}{dx}=\frac{1}{\sinh 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$\frac{dy}{dx}=\frac{4e^{4u}}{\sinh 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$\sinh u\cdot y'=4y$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(1)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 u\cdot\frac{1}{\sinh u}y'+\sinh u\cdot y''=4y'$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$\sinh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$x\,y'+\sinh^2u\cdot y''=4\sinh u\cdot y'=16y$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$\sinh^2u=x^2-1$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$(x^2-1)y''+xy'-16y=0$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$\alpha=1,\ \beta=-16$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$|\alpha-\beta|=17$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Chebyshev link: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hyperbolic version flips signs.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the first-derivative relation into algebra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$y=\left(x+\sqrt{x^2-1}\right)^n$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$y^{1/n}+y^{-1/n}=2x$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$(x^2-1)y''+xy'-n^2y=0$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Chebyshev link: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$x=\cos\theta,\ y=\cos 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$(1-x^2)y''-xy'+n^2y=0$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hyperbolic version flips signs.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$t+\frac1t=2x$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$t=e^{u},\ x=\cosh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$\left(a-\frac1a\right)^2=\left(a+\frac1a\right)^2-4$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the first-derivative relation into algebra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natural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$f(x)=x^6+2x^4+x^3+2x+3$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natural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$\lim_{x\to1}\frac{x^nf(1)-f(x)}{x-1}=44$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L'Hospital's rule, Derivative of a polynomial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L'Hospital's rule, Derivative of a polynomial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limit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limit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$9n-f'(1)$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becomes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form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L'Hospital's rule: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$f(x)=x^6+2x^4+x^3+2x+3$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$f(1)=1+2+1+2+3=9$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$\lim_{x\to1}\frac{9x^n-f(x)}{x-1}=44$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form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L'Hospital's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$\lim_{x\to1}\frac{9nx^{n-1}-f'(x)}{1}=44$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$9n-f'(1)=44$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$f'(x)=6x^5+8x^3+3x^2+2$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$9n-19=44$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$9n=63$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definition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$9x^n-f(x)=9(x^n-1)-\left(f(x)-f(1)\right)$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$\frac{x^n-1}{x-1}\to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definition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$x^nf(1)-f(x)=9\left(x^n-1\right)-\left(f(x)-f(1)\right)$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$9\cdot\frac{x^n-1}{x-1}-\frac{f(x)-f(1)}{x-1}$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$\frac{x^n-1}{x-1}=x^{n-1}+\dots+x+1\to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$\frac{f(x)-f(1)}{x-1}\to f'(1)=19$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$9n-19=44$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power,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finite limit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it to find unknown constants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polynomial: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substituting back: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a}\frac{f(x)-f(a)}{x-a}=f'(a)$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power,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a}\frac{x^n-a^n}{x-a}=na^{n-1}$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finite limit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$\frac{N(x)}{x-a}$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it to find unknown constants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derivative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polynomial: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$f'(1)=\sum k\,a_k$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$6+8+3+2=19$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substituting back: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$9\cdot7-19=44$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Q07 – Q11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$y=\tan^{-1}\left(\sec x^3-\tan x^3\right)$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$\frac\pi2&lt;x^3&lt;\frac{3\pi}2$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$xy''+2y'=0$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$x^2y''-6y+\frac{3\pi}{2}=0$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$x^2y''-6y+3\pi=0$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$xy''-4y'=0$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Inverse trigonometric functions: simplification with principal values, Higher-order derivatives and relations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given range keeps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inside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 t-\tan t=\tan\left(\frac\pi4-\frac t2\right)$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given range keeps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$\frac\pi4-\frac 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$\left(-\frac\pi2,\frac\pi2\right)$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inside the principal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$y=\tan^{-1}\left(\frac1{\cos x^3}-\frac{\sin x^3}{\cos x^3}\right)=\tan^{-1}\left(\frac{1-\sin x^3}{\cos x^3}\right)$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$\frac{1-\sin x^3}{\cos x^3}=\frac{1-\cos\left(\frac\pi2-x^3\right)}{\sin\left(\frac\pi2-x^3\right)}=\tan\left(\frac\pi4-\frac{x^3}{2}\right)$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$y=\tan^{-1}\tan\left(\frac\pi4-\frac{x^3}{2}\right)$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$\frac\pi2&lt;x^3&lt;\frac{3\pi}2$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$-\frac\pi2&lt;\frac\pi4-\frac{x^3}2&lt;0$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inside the principal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(B):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$y=\frac\pi4-\frac{x^3}{2}$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$\frac{dy}{dx}=\frac{-3x^2}{2}$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$y'=-\frac32x^2$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$xy''+2y'=x(-3x)+2\left(-\frac32x^2\right)=-6x^2\ne0$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$x^2(-3x)-6\left(\frac\pi4-\frac{x^3}2\right)+\frac{3\pi}2=-3x^3-\frac{3\pi}2+3x^3+\frac{3\pi}2=0$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$x^2y''-6y+\frac{3\pi}{2}=0$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without simplifying: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identically.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without simplifying: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$u=\sec t-\tan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$u'=-u\sec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$1+u^2=2u\sec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$\frac{dy}{dt}=-\frac12$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identically.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$u=\sec t-\tan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$\frac{dy}{dt}=\frac{u'}{1+u^2}$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$u'=\sec t\tan t-\sec^2t=-\sec t\left(\sec t-\tan t\right)=-u\sec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$1+u^2=1+\sec^2t-2\sec t\tan t+\tan^2t=2\sec^2t-2\sec t\tan t=2\sec t\cdot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substituting in (B)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above.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$\frac{dy}{dt}=\frac{-u\sec t}{2u\sec t}=-\frac12$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$y=C-\frac t2=C-\frac{x^3}{2}$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$y=\tan^{-1}(-1-0)=-\frac\pi4$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$y=\frac\pi4-\frac{x^3}2$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$y'=-\frac32x^2$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substituting in (B)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above.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$x^2y''-6y+\frac{3\pi}{2}=0$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test the interval before dropping the inverse.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wherever defined - the derivative is constant, only the intercept depends on the branch.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constant in the ODE can be fitted by eliminating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$\sec\theta-\tan\theta=\tan\left(\frac\pi4-\frac\theta2\right)$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$\sec\theta+\tan\theta=\tan\left(\frac\pi4+\frac\theta2\right)$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$\tan^{-1}\tan\phi=\phi$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$\phi\in\left(-\frac\pi2,\frac\pi2\right)$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test the interval before dropping the inverse.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$\frac{d}{d\theta}\tan^{-1}(\sec\theta-\tan\theta)=-\frac12$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wherever defined - the derivative is constant, only the intercept depends on the branch.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$y=c-\frac{x^3}{2}$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constant in the ODE can be fitted by eliminating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$x^2y''-6y=-6c$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$f(x)=x^3+x-5$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$g'(63)$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$\frac{43}{49}$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$\frac{91}{49}$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Derivative of an inverse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$g=f^{-1}$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$g'(63)=\frac{1}{f'(4)}$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$f(4)=63$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hence invertible.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$f(x)=x^3+x-5$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hence invertible.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$g'(f(x))\,f'(x)=1$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$x^3+x-5=63$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$g'(f(4))\,f'(4)=1$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$f'(4)=3(16)+1=49$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$g'(63)\times49=1$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$g'(63)=\frac1{49}$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$\frac{1}{49}$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guessing an integer root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Geometric view: the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mirror image of the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slopes are reciprocals.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derivative of the inverse: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Strictly increasing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derivative) guarantees that the inverse exists and is differentiable.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$g'(b)=\frac{1}{f'(a)}$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guessing an integer root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$f(4)=64+4-5=63$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Geometric view: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mirror image of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slopes are reciprocals.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derivative of the inverse: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$g''(b)=-\frac{f''(a)}{\left(f'(a)\right)^3}$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$f''(4)=24$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$g''(63)=-\frac{24}{49^3}$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Strictly increasing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derivative) guarantees that the inverse exists and is differentiable.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polynomial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polynomial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$f(x)+f'(x)+f''(x)=x^5+64$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$\lim_{x\to1}\frac{f(x)}{x-1}$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Polynomial functions from a differential relation, Derivative at a point: limit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Polynomial functions from a differential relation, Derivative at a point: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$\frac{f(x)}{x-1}$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relation repeatedly and subtract to isolate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relation repeatedly and subtract to isolate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exists (finite)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the given relation: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second relation from the fourth: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exists (finite)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$\lim_{x\to1}\frac{f(x)}{x-1}=f'(1)$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the given relation: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$f'+f''+f'''=5x^4$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$f''+f'''+f^{iv}=20x^3$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$f'''+f^{iv}+f^{v}=60x^2$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second relation from the fourth: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$f^{v}(x)-f''(x)=60x^2-20x^3$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Original relation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$f^{v}=120$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$120-f''(1)=40$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$f''(1)=80$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Original relation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$f(1)+f'(1)+f''(1)=65$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$0+f'(1)+80=65$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Operator method: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Operator method: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$1+D+D^2=\frac{1-D^3}{1-D}$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$f=(1-D)\left(1+D^3+\dots\right)\left(x^5+64\right)$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(finite on polynomials).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kills it).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$D=\frac{d}{dx}$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$\left(1+D+D^2\right)f=x^5+64$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$1+D+D^2=\frac{1-D^3}{1-D}$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$f=(1-D)\left(1-D^3\right)^{-1}\left(x^5+64\right)$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$\left(1-D^3\right)^{-1}=1+D^3+D^6+\dots$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(finite on polynomials).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$\left(1+D^3\right)\left(x^5+64\right)=x^5+64+60x^2$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kills it).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confirming that the limit exists.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$f=(1-D)\left(x^5+60x^2+64\right)=x^5+60x^2+64-5x^4-120x$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$f(1)=1+60+64-5-120=0$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confirming that the limit exists.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$f'(x)=5x^4+120x-20x^3-120$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$f'(1)=5+120-20-120=-15$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finite limit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polynomial solutions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(series terminates).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(finite sum for polynomials); the same geometric-series idea applies to any constant-coefficient operator.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Degree-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polynomial: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leading coefficient - used to pin down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finite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a}\frac{f(x)}{x-a}$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polynomial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$\left(1+D+D^2\right)f=p$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$\frac1{1+D+D^2}=(1-D)\left(1+D^3+D^6+\dots\right)$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(series terminates).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$\left(1+aD\right)f=p$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$f=p-ap'+a^2p''-\dots$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(finite sum for polynomials); the same geometric-series idea applies to any constant-coefficient operator.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Degree-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polynomial: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$f^{(n)}$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leading coefficient - used to pin down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$f^{v}=120$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43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43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$\cos^{-1}\left(\frac y2\right)=\log_e\left(\frac x5\right)^5$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$x^2y''+xy'-25y=0$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$x^2y''-xy'-25y=0$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$x^2y''-xy'+25y=0$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$x^2y''+xy'+25y=0$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524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Differentiation: forming a differential equation, Inverse trigonometric and logarithmic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differentiation brings a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$y=2\cos\left(5\ln\frac x5\right)$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differentiation brings a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$\frac5x$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$x\frac{d}{dx}$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$-25y$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$\cos^{-1}\left(\frac y2\right)=\log_e\left(\frac x5\right)^5=5\ln\frac x5$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y2=\cos\left(5\ln\frac x5\right)$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$y'=-2\sin\left(5\ln\frac x5\right)\times\frac5x$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$xy'=-10\sin\left(5\ln\frac x5\right)$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$xy''+y'=-10\cos\left(5\ln\frac x5\right)\times\frac5x$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$x^2y''+xy'=-50\cos\left(5\ln\frac x5\right)$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$x^2y''+xy'=-25y$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$2\cos(\cdot)=y$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$x^2y''+xy'+25y=0$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$x^2y''+xy'+25y=0$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Euler's operator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$x=5e^{\theta}$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Euler's operator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$x^2y''+xy'=\frac{d^2y}{d\theta^2}$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$y=2\cos5\theta$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relation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$\theta=\ln\frac x5$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$x=5e^\theta$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relation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$y=2\cos5\theta$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$x\frac{d}{dx}=\frac{d}{d\theta}$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$xy'=\frac{dy}{d\theta}$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$x^2y''+xy'=\frac{d^2y}{d\theta^2}$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$\left(x\frac d{dx}\right)^2=x^2\frac{d^2}{dx^2}+x\frac d{dx}$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$\frac{d^2y}{d\theta^2}=-50\cos5\theta=-25y$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$x^2y''+xy'+25y=0$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$x^2y''+xy'+25y=0$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 (Cauchy) operator: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differentiating.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condition just keeps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 (Cauchy) operator: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$x\frac{d}{dx}=\frac d{d\theta}$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$x^2\frac{d^2}{dx^2}=\frac{d^2}{d\theta^2}-\frac{d}{d\theta}$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$y=A\cos\left(k\ln x+c\right)$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$x^2y''+xy'+k^2y=0$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$x^2y''+xy'-k^2y=0$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$\log\left(\frac x5\right)^5=5\ln\frac x5$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differentiating.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condition just keeps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$\cos^{-1}\left(\frac y2\right)$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squares of all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$f(x)=\left|\begin{matrix}a&amp;-1&amp;0\\ax&amp;a&amp;-1\\ax^2&amp;ax&amp;a\end{matrix}\right|$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squares of all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$2f'(10)-f'(5)+100=0$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Determinants: expansion, Quadratic equations: sum of squares of roots, Differentiation of polynomials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Expanding the determinant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condition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Vieta gives the sum of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Expanding the determinant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$f(x)=a^3+2a^2x+ax^2$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condition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Vieta gives the sum of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$f(x)=a\left(a^2+ax\right)+1\left(a^2x+ax^2\right)$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$f(x)=a^3+2a^2x+ax^2$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$f'(x)=2a^2+2ax$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$f'(10)=2a^2+20a$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$f'(5)=2a^2+10a$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real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$2f'(10)-f'(5)+100=2\left(2a^2+20a\right)-\left(2a^2+10a\right)+100=0$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$2a^2+30a+100=0$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$a^2+15a+50=0$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$225-200=25&gt;0$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$\alpha+\beta=-15,\ \alpha\beta=50$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$\alpha^2+\beta^2=(\alpha+\beta)^2-2\alpha\beta=225-100=125$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determinant row by row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determinants with one row differentiated) instead of expanding first.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determinant row by row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$f'=\sum$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determinants with one row differentiated) instead of expanding first.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$R_1=(a,-1,0)$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$R_2=(ax,a,-1)$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$R_3=(ax^2,ax,a)$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$R_2'=(a,0,0)$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$R_3'=(2ax,a,0)$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$f'=\left|R_1;R_2';R_3\right|+\left|R_1;R_2;R_3'\right|$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$\left|\begin{matrix}a&amp;-1&amp;0\\a&amp;0&amp;0\\ax^2&amp;ax&amp;a\end{matrix}\right|=a^2$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$\left|\begin{matrix}a&amp;-1&amp;0\\ax&amp;a&amp;-1\\2ax&amp;a&amp;0\end{matrix}\right|=a^2+2ax$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as before, and the quadratic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$f'(x)=2a^2+2ax$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as before, and the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$a^2+15a+50=0$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$=225-100=125$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 of a determinant: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of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 that roots are real so that every root counts.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lower-triangular-like pattern (zeros in the top-right) makes the determinant expand quickly along the first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 of a determinant: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$\frac{d}{dx}|R_1;R_2;R_3|=|R_1';R_2;R_3|+|R_1;R_2';R_3|+|R_1;R_2;R_3'|$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of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$p^2-2q$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$225-100=125$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 that roots are real so that every root counts.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lower-triangular-like pattern (zeros in the top-right) makes the determinant expand quickly along the first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Q12 – Q13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$f(x+y)=2^xf(y)+4^yf(x)$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x,y\in\mathbb{R}$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$14\cdot\frac{f'(4)}{f'(2)}$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Functional equations and differentiation, Derivative of exponential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functional equation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each; subtract to eliminate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functional equation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each; subtract to 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the original equation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$f'(x+y)=2^x\ln2\,f(y)+4^yf'(x)$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$f'(4)=4\ln2\cdot f(2)+16f'(2)=12\ln2+16f'(2)$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$f'(4)-16f'(2)=12\ln2$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the original equation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$f'(x+y)=2^xf'(y)+f(x)4^y\ln4$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$f'(4)=4f'(2)+3\cdot16\ln4$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$f'(4)-4f'(2)=48\ln4$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(1) from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(1) 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$12f'(2)=48\ln4-12\ln2=96\ln2-12\ln2=84\ln2$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$f'(2)=7\ln2$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$f'(4)=16\cdot7\ln2+12\ln2=124\ln2$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$14\cdot\frac{f'(4)}{f'(2)}=14\cdot\frac{124\ln2}{7\ln2}=2\cdot124=248$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functional equation: 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symmetrising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differentiate.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functional equation: dividing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$4^{x+y}$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symmetrising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$f(x)=k\left(4^x-2^x\right)$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differentiate.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Dividing the equation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Interchange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$g(x)=\frac{f(x)}{4^x}$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Dividing the equation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$4^{x+y}$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$g(x+y)=2^{-x}g(y)+g(x)$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Interchange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$g(x+y)=2^{-y}g(x)+g(y)$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$g(x)\left(1-2^{-y}\right)=g(y)\left(1-2^{-x}\right)$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$\frac{g(x)}{1-2^{-x}}=k$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$f(x)=k\,4^x\left(1-2^{-x}\right)=k\left(4^x-2^x\right)$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$f(2)=k(16-4)=12k=3$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$2^x(4^y-2^y)+4^y(4^x-2^x)=4^{x+y}-2^{x+y}$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$f'(x)=k\ln2\left(2\cdot4^x-2^x\right)$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$f'(4)=k\ln2(512-16)=496k\ln2$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$f'(2)=k\ln2(32-4)=28k\ln2$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$14\cdot\frac{f'(4)}{f'(2)}=14\cdot\frac{496}{28}=248$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 by substituting back.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Strategy for functional equations: differentiate partially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plug special values; two independent equations eliminate the unknown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convert all logs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they cancel in ratios.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a suitable exponential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turns a mixed relation into a Cauchy-type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$f(x+y)=a^xf(y)+b^yf(x)$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$f(x)=k\left(b^x-a^x\right)$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$a=2,b=4$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 by substituting back.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Strategy for functional equations: differentiate partially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plug special values; two independent equations eliminate the unknown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$\frac{d}{dx}a^x=a^x\ln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$\ln4=2\ln2$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convert all logs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they cancel in ratios.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a suitable exponential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$4^{x+y}$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turns a mixed relation into a Cauchy-type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$y(x)=\left(x^x\right)^x$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$\frac{d^2x}{dy^2}+20$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Logarithmic differentiation, Derivative of an inverse function: second derivative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differentiate once more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(chain rule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$\frac{dx}{dy}=\frac{1}{y'}$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differentiate once more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(chain rule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y=x^2\ln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$\frac1y\frac{dy}{dx}=2x\ln x+x^2\cdot\frac1x=2x\ln x+x$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$\frac{dx}{dy}=\frac{1}{y\left(2x\ln x+x\right)}$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$\frac{d^2x}{dy^2}=\frac{-1}{y^2\left(2x\ln x+x\right)^2}\cdot\left[\left(2x\ln x+x\right)+y\left(2x\cdot\frac1x+2\ln x+1\right)\frac{dx}{dy}\right]$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 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$2x\ln x+x=1$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$2+2\ln x+1=3$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$\frac{d^2x}{dy^2}=\frac{-1}{(1)(1)^2}\left[(0+1)+(1)(2+0+1)\cdot1\right]=-(1+3)=-4$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$\frac{d^2x}{dy^2}+20=-4+20=16$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series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reverse 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series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reverse it: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$x=1+(y-1)+c(y-1)^2$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$\frac{d^2x}{dy^2}=2c$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reversing: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$x^2\ln x=(1+2h+h^2)\left(h-\frac{h^2}2+\dots\right)=h+\frac32h^2+\dots$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$y=e^{x^2\ln x}=1+\left(h+\frac32h^2\right)+\frac12h^2+\dots=1+h+2h^2+\dots$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$v=y-1=h+2h^2$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reversing: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$h=v-2v^2+\dots$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$x=1+v-2v^2+\dots$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$\frac{dx}{dy}\Big|_{x=1}=1$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$\frac{d^2x}{dy^2}\Big|_{x=1}=2(-2)=-4$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$-4+20=16$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always read the tower of exponents carefully.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reversion: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remember the product rule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$\frac{d^2x}{dy^2}=-\frac{y''}{\left(y'\right)^3}$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$\frac{dx}{dy}=\frac1{y'}$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$y'(1)=1,\ y''(1)=4$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$\left(x^x\right)^x=x^{x^2}$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$x^{x^x}$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always read the tower of exponents carefully.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reversion: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$y-y_0=h+bh^2$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$x-x_0=(y-y_0)-b(y-y_0)^2+\dots$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$\frac{d}{dx}\left(2x\ln x+x\right)=2\ln 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remember the product rule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Q14 – Q15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$\log_e2\ \frac{d}{dx}\left(\log_{\cos x}\csc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Logarithms: change of base, Differentiation of logarithmic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Change the base: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the quotient rule at the point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Change the base: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$\log_{\cos x}\csc x=-\frac{\ln\sin x}{\ln\cos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the quotient rule at the point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x=\cos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(quotient rule,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$y=\log_{\cos x}\csc x=\frac{\ln\csc x}{\ln\cos x}=-\frac{\ln(\sin x)}{\ln(\cos 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$\frac{dy}{dx}=-\frac{\cot x\cdot\ln(\cos x)+\tan x\cdot\ln(\sin x)}{\left(\ln\cos x\right)^2}$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(quotient rule,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$\frac{d}{dx}\ln\cos x=-\tan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 x=\frac1{\sqrt2}$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$\ln\frac1{\sqrt2}=-\frac12\ln2$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x=\tan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denominator: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x\ln\cos x+\tan x\ln\sin x=-\frac12\ln2-\frac12\ln2=-\ln2$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$\left(\frac12\ln2\right)^2=\frac{(\ln2)^2}{4}$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$\left.\frac{dy}{dx}\right|_{x=\frac\pi4}=-\frac{-\ln2}{(\ln2)^2/4}=\frac{4}{\ln2}$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$\log_e2\cdot\frac4{\ln2}=4$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Clear the denominator first: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differentiate implicitly (product rule, no quotient rule)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Clear the denominator first: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$y\ln\cos x=-\ln\sin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differentiate implicitly (product rule, no quotient rule)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$y\left(\frac\pi4\right)=-1$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$y=-\frac{\ln\sin x}{\ln\cos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$y\ln\cos x=-\ln\sin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$\ln\sin x=\ln\cos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$y'\ln\cos x+y\cdot(-\tan x)=-\cot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$y'\left(-\frac12\ln2\right)+(-1)(-1)=-1$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(This is a variant of the same calculus with a different organisation; no radically different route exists.)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$-\frac{\ln2}{2}y'=-2$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$y'=\frac4{\ln2}$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$\log_e2\cdot y'=4$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(This is a variant of the same calculus with a different organisation; no radically different route exists.)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a point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reduces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symmetric point simplifies everything.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question is a hint that the answer is free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$\log_ab=\frac{\ln b}{\ln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$\log_{\cos x}\csc x=-\frac{\ln\sin x}{\ln\cos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$y=\frac{\ln p}{\ln 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$y'=\frac{\frac{p'}{p}\ln q-\frac{q'}{q}\ln p}{(\ln q)^2}$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a point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$\frac1{\ln q}\left(\frac{p'}{p}-\frac{q'}{q}\right)$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$\ln\sin=\ln\cos=-\frac12\ln2$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symmetric point simplifies everything.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question is a hint that the answer is free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$x(t)=2\sqrt2\cos t\sqrt{\sin2t}$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$y(t)=2\sqrt2\sin t\sqrt{\sin2t}$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$\frac{1+\left(\frac{dy}{dx}\right)^2}{\frac{d^2y}{dx^2}}$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$\frac{-2\sqrt2}{3}$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377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Parametric differentiation: second derivative, Trigonometric identities: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377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Parametric differentiation: second derivative, Trigonometric identities: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$\sin(A+B)$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-derivative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$\frac{d}{dt}\left(\cos t\sqrt{\sin2t}\right)=\frac{\cos3t}{\sqrt{\sin2t}}$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-derivative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$\sin3t$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$\frac{dy}{dx}=\tan3t$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$x=2\sqrt2\cos t\sqrt{\sin2t}$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$\frac{dx}{dt}=\frac{2\sqrt2\cos3t}{\sqrt{\sin2t}}$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t\cos2t-\sin t\sin2t=\cos3t$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$y=2\sqrt2\sin t\sqrt{\sin2t}$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$\frac{dy}{dt}=\frac{2\sqrt2\sin3t}{\sqrt{\sin2t}}$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t\cos2t+\cos t\sin2t=\sin3t$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$\frac{dy}{dx}=\tan3t$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$\frac{dy}{dx}=\tan\frac{3\pi}4=-1$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$\frac{d^2y}{dx^2}=\frac{3\sec^23t}{dx/dt}=\frac{3}{2\sqrt2}\sec^33t\sqrt{\sin2t}$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$\sec^3\frac{3\pi}4=\left(-\sqrt2\right)^3=-2\sqrt2$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$\sqrt{\sin\frac\pi2}=1$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$\frac{d^2y}{dx^2}=\frac{3}{2\sqrt2}\left(-2\sqrt2\right)=-3$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$\frac{1+\left(\frac{dy}{dx}\right)^2}{\frac{d^2y}{dx^2}}=\frac{1+1}{-3}=-\frac23$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$-\frac23$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curve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differentiate implicitly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$x^2+y^2=8\sin2t$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$xy=4\sin^22t$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curve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$\left(x^2+y^2\right)^2=16xy$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differentiate implicitly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$x^2+y^2=8\sin2t$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$xy=8\sin t\cos t\sin2t=4\sin^22t$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$\left(x^2+y^2\right)^2=64\sin^22t=16xy$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$x=y=2\sqrt2\cdot\frac1{\sqrt2}\cdot1=2$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$4\left(x^2+y^2\right)(x+yy')=16(y+xy')$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$\left(x^2+y^2\right)(x+yy')=4(y+xy')$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$8(2+2y')=4(2+2y')$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$2(x+yy')^2+\left(x^2+y^2\right)\left(1+y'^2+yy''\right)=4\left(2y'+xy''\right)$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$8(2+2y'')=4(-2+2y'')$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$16+16y''=-8+8y''$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$\frac{1+y'^2}{y''}=\frac{2}{-3}=-\frac23$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$-\frac23$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curve is a lemniscate,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tangent angle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of curvature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quantity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Parametric second derivative: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 products of trig functions into one angle: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$x=r\cos t,\ y=r\sin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$r^2=8\sin2t$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curve is a lemniscate,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$\left(x^2+y^2\right)^2=16xy$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tangent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$\frac{dy}{dx}=\tan3t$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of curvature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$r^2=a^2\sin2\theta$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$\frac{a^2}{3r}$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quantity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$\frac{1+y'^2}{y''}=\pm\frac{R}{\sqrt{1+y'^2}}$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$=-\frac{2\sqrt2/3}{\sqrt2}=-\frac23$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Parametric second 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$\frac{d^2y}{dx^2}=\frac{d(dy/dx)/dt}{dx/dt}$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 products of trig functions into one 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t\cos2t-\sin t\sin2t=\cos3t$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t\cos2t+\cos t\sin2t=\sin3t$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$C:\left(x^2+y^2-3\right)+\left(x^2-y^2-1\right)^5=0$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$3y'-y^3y''$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Implicit differentiation: first and second derivative at a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curve, then differentiate twice; at the point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simplifies.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curve, then differentiate twice; at the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$x^2-y^2-1=-1$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$x-yy'$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simplifies.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(1) again (after halving it):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$2\alpha^2-3+(-1)^5=0$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$2x+2yy'+5\left(x^2-y^2-1\right)^4\left(2x-2yy'\right)=0$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$\left(\sqrt2,\sqrt2\right)$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$\sqrt2+\sqrt2y'+5(1)\left(\sqrt2-\sqrt2y'\right)=0$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(1) again (after halving it):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$1+y'^2+yy''+40\left(x^2-y^2-1\right)^3(x-yy')^2+5\left(x^2-y^2-1\right)^4\left(1-y'^2-yy''\right)=0$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$\left(\sqrt2,\sqrt2\right)$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$x-yy'=\sqrt2-\frac{3\sqrt2}2=-\frac{\sqrt2}{2}$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$(x-yy')^2=\frac12$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$\left(x^2-y^2-1\right)^3=-1$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$\left(1+\frac94\right)+\sqrt2y''-40\cdot\frac12+5\left(1-\frac94-\sqrt2y''\right)=0$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$\frac{13}{4}-20-\frac{25}4+\sqrt2y''-5\sqrt2y''=0$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$-4\sqrt2y''=23$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$\sqrt2y''=-\frac{23}{4}$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$y^3y''=2\sqrt2\,y''=2\cdot\left(-\frac{23}{4}\right)=-\frac{23}2$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$3y'-y^3y''=\frac92+\frac{23}2=16$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parameter: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$q=x^2-y^2$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parameter: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$p=x^2+y^2=3-(q-1)^5$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$x^2,y^2$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$y'=\frac{y_q}{x_q}$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$y''=\frac{y_{qq}x_q-y_qx_{qq}}{x_q^3}$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$q=x^2-y^2$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$p=3-(q-1)^5$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$p'=-5(q-1)^4$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$p''=-20(q-1)^3$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$p''=20$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$s=x^2=\frac{p+q}2$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$w=y^2=\frac{p-q}2$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$s_q=-2,\ s_{qq}=10,\ w_q=-3,\ w_{qq}=10$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$x_q=\frac{s_q}{2x}=-\frac1{\sqrt2}$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$x_{qq}=\frac{s_{qq}}{2x}-\frac{s_q^2}{4x^3}=\frac{9}{2\sqrt2}$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$y_q=\frac{w_q}{2y}=-\frac{3}{2\sqrt2}$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$y_{qq}=\frac{w_{qq}}{2y}-\frac{w_q^2}{4y^3}=\frac{31}{8\sqrt2}$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$y'=\frac{y_q}{x_q}=\frac32$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$y''=\frac{y_{qq}x_q-y_qx_{qq}}{x_q^3}=\frac{-\frac{31}{16}+\frac{27}{8}}{-\frac{1}{2\sqrt2}}=-\frac{23\sqrt2}{8}$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$y^3y''=2\sqrt2\cdot\left(-\frac{23\sqrt2}8\right)=-\frac{23}2$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$3y'-y^3y''=\frac92+\frac{23}2=16$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appear, 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new variables; this reduces symmetric-looking curves to one-variable relations.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derivative from an implicit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differentiating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terms twice, keep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separate;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odd/even powers matter for signs.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curve first: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$x^2\pm 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appear, treat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$q=x^2-y^2$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new variables; this reduces symmetric-looking curves to one-variable relations.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derivative from an implicit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$F(x,y)=0$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$y''=-\frac{F_{xx}+2F_{xy}y'+F_{yy}y'^2}{F_y}$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terms twice, keep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$u^4u'$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$u^3u'^2$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separate;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odd/even powers matter for signs.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curve first: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$2\alpha^2-3+(-1)^5=0$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2.19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16 questions, 64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Methods of Differentiation (Exercise J-M) XII SHEET METHODS OF DIFFERENTIATION · Exercise J-M (JEE Main)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2.19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