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Sheet1!$A$2:$A$12</c:f>
              <c:strCache>
                <c:ptCount val="11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0.0</c:v>
                </c:pt>
                <c:pt idx="8">
                  <c:v>1.0</c:v>
                </c:pt>
                <c:pt idx="9">
                  <c:v>2.0</c:v>
                </c:pt>
                <c:pt idx="10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with 'x = 60deg, y = 30deg, x/y = 2', but $x=\tan\theta_1=\sqrt3$ gives $\theta_1=60^\circ$ and ratio $\frac{\theta_2}{\theta_1}=\frac12$, not the largest; the largest ratio (2) needs $\theta_1=30^\circ$ (which is also what the PDF's own figure shows). The PDF also never uses the area to find the scale $a$ or computes the perimeter. Both added here; the answer 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Ratios (Exercise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RATIO · 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$\tan15^\circ+\frac{1}{\tan75^\circ}+\frac{1}{\tan105^\circ}+\tan195^\circ=2a$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$\left(a+\frac1a\right)$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$5-\frac32\sqrt3$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Allied angles and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171297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Allied angles and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term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allied angles;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term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$\pm\tan15^\circ$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allied angles;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$a+\frac1a=\tan\theta+\cot\theta=\frac{2}{\sin2\theta}$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Allied angles: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Allied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$\frac{1}{\tan75^\circ}=\cot75^\circ=\tan15^\circ$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$\frac{1}{\tan105^\circ}=\cot105^\circ=-\tan15^\circ$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$\tan195^\circ=\tan(180^\circ+15^\circ)=\tan15^\circ$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$\tan15^\circ+\tan15^\circ-\tan15^\circ+\tan15^\circ=2a$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$2\tan15^\circ=2a$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215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$a+\frac1a=\tan15^\circ+\frac{1}{\tan15^\circ}$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$=\frac{1+\tan^215^\circ}{\tan15^\circ}=\frac{2}{\sin30^\circ}$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$\frac{1+\tan^2\theta}{\tan\theta}=\frac{1}{\sin\theta\cos\theta}=\frac{2}{\sin2\theta}$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$=\frac{2}{1/2}=4$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add it to its reciprocal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$a=\tan15^\circ=2-\sqrt3$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 and add it to its reciprocal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four terms collapse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(rationalising).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four terms collapse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$\tan15^\circ=\tan(45^\circ-30^\circ)=\frac{1-\frac{1}{\sqrt3}}{1+\frac{1}{\sqrt3}}=\frac{\sqrt3-1}{\sqrt3+1}=2-\sqrt3$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$\frac1a=\frac{1}{2-\sqrt3}=2+\sqrt3$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(rationalising).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$a+\frac1a=(2-\sqrt3)+(2+\sqrt3)=4$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Allied-angle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0.2679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a sum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tangent is always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need for the exact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Allied-angle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$\cot(90^\circ+\theta)=-\tan\theta$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$\tan(180^\circ+\theta)=\tan\theta$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$\cot(90^\circ-\theta)=\tan\theta$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$\cot105^\circ=-0.2679=-\tan15^\circ$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$\tan15^\circ\cdot\tan75^\circ=1$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$\tan15^\circ+\tan75^\circ=4$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a sum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tangent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need for the exact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227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281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2243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$36\left(4\cos^29^\circ-1\right)\left(4\cos^227^\circ-1\right)\left(4\cos^281^\circ-1\right)\left(4\cos^2243^\circ-1\right)$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Triple angle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telescoping products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Triple angle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$\sin3\theta=\sin\theta(4\cos^2\theta-1)$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telescoping products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(each triple the last)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$4\cos^2\theta-1=\frac{\sin3\theta}{\sin\theta}$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$9^\circ,27^\circ,81^\circ,243^\circ$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(each triple the last) telescope.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Everything cancels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$4\cos^2\theta-1=4\left(1-\sin^2\theta\right)-1=3-4\sin^2\theta=\frac{\sin3\theta}{\sin\theta}$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$36\times\frac{\sin27^\circ}{\sin9^\circ}\times\frac{\sin81^\circ}{\sin27^\circ}\times\frac{\sin243^\circ}{\sin81^\circ}\times\frac{\sin729^\circ}{\sin243^\circ}$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Everything cancels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$36\times\frac{\sin729^\circ}{\sin9^\circ}$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$729^\circ=720^\circ+9^\circ$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$\sin729^\circ=\sin9^\circ$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$36\times1=36$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pair the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exact surds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$4\cos^2\theta-1=1+2\cos2\theta$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pair the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$9^\circ,81^\circ$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$27^\circ,243^\circ$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exact surds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$4\cos^2\theta-1=1+2\cos2\theta$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$1+2\cos54^\circ$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$1+2\cos162^\circ$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$1+2\cos486^\circ$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$\cos162^\circ=-\cos18^\circ$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$\cos486^\circ=\cos126^\circ=-\cos54^\circ$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$\left(1-4\cos^218^\circ\right)\left(1-4\cos^254^\circ\right)$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$4\cos^218^\circ-1=1+2\cos36^\circ=1+\frac{\sqrt5+1}{2}=\frac{3+\sqrt5}{2}$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$4\cos^254^\circ-1=1+2\cos108^\circ=1-2\cos72^\circ=1-\frac{\sqrt5-1}{2}=\frac{3-\sqrt5}{2}$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$=\left(-\frac{3+\sqrt5}{2}\right)\left(-\frac{3-\sqrt5}{2}\right)=\frac{9-5}{4}=1$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$36\times1=36$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 when angles are in ratio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large angles mod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product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factors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$\sin3\theta=\sin\theta\left(4\cos^2\theta-1\right)=\sin\theta\,(1+2\cos2\theta)$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$\sin3\theta=4\sin\theta\sin(60^\circ-\theta)\sin(60^\circ+\theta)$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$\prod_{k=0}^{n-1}\left(4\cos^23^k\theta-1\right)=\frac{\sin3^n\theta}{\sin\theta}$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 when angles are in ratio 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large angles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end: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$\sin729^\circ=\sin9^\circ$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$3^4\cdot9=729=2\cdot360+9$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product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factors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$3-4\sin^2x$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$\sin3x/\sin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$96\cos\frac{\pi}{33}\cos\frac{2\pi}{33}\cos\frac{4\pi}{33}\cos\frac{8\pi}{33}\cos\frac{16\pi}{33}$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Product of cosines in doubling angles (multiply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Product of cosines in doubling angles (multiply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A\cos2A\cdots\cos2^{n-1}A=\frac{\sin2^nA}{2^n\sin 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$2^5\cdot\frac{\pi}{33}$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close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repeatedly: the product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$96\cos A\cos2A\cos2^2A\cos2^3A\cos2^4A$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$2\sin\theta\cos\theta=\sin2\theta$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repeatedly: the product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$96\cdot\frac{\sin2^5A}{2^5\sin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$=96\cdot\frac{\sin\frac{32\pi}{33}}{32\sin\frac{\pi}{33}}$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$\sin\frac{32\pi}{33}=\sin\left(\pi-\frac{\pi}{33}\right)=\sin\frac{\pi}{33}$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$\frac{96}{32}=3$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cosine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sum;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$z=e^{iA}$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cosine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$\frac12z^{-2^j}(1+z^{2^{j+1}})$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$(1+w^{2^j})$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sum;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$z^{66}=1$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$\cos2^jA=\frac12z^{-2^j}\left(1+z^{2^{j+1}}\right)$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$j=0,\dots,4$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$\frac{1}{32}z^{-31}\prod_{j=0}^{4}\left(1+w^{2^j}\right)$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$\prod_{j=0}^{4}\left(1+w^{2^j}\right)=1+w+\dots+w^{31}=\frac{w^{32}-1}{w-1}=\frac{z^{64}-1}{z^2-1}$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$z^{66}=1$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$z^{64}=z^{-2}$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$\frac{z^{-2}-1}{z^2-1}=-z^{-2}$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$=\frac{1}{32}z^{-31}\cdot(-z^{-2})=-\frac{z^{-33}}{32}=-\frac{e^{-i\pi}}{32}=\frac{1}{32}$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$96\times\frac{1}{32}=3$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Classic: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angles doubling each time means 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smallest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$\prod_{j=0}^{n-1}\cos2^jA=\frac{\sin2^nA}{2^n\sin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$A=\frac{\pi}{3},n=1$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$\cos\frac{\pi}{3}=\frac12=\frac{\sin\frac{2\pi}{3}}{2\sin\frac{\pi}{3}}$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$2^nA=\pi\pm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$2^5\cdot\frac{\pi}{33}=\pi-\frac{\pi}{33}$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$\sin2^nA=\sin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Classic: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$\cos\frac{\pi}{7}\cos\frac{2\pi}{7}\cos\frac{4\pi}{7}=-\frac18$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$2^3A=\pi+A$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Cue: angles doubling each time means 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smallest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$\tan9^\circ-\tan27^\circ-\tan63^\circ+\tan81^\circ$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$\tan63^\circ=\cot27^\circ$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$(\tan9^\circ+\cot9^\circ)-(\tan27^\circ+\cot27^\circ)$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$\tan81^\circ=\cot9^\circ$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$\tan63^\circ=\cot27^\circ$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$\left(\tan9^\circ+\cot9^\circ\right)-\left(\tan27^\circ+\cot27^\circ\right)$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$\tan\theta+\cot\theta=\frac{1}{\sin\theta\cos\theta}$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$\frac{1}{\sin9^\circ\cos9^\circ}-\frac{1}{\sin27^\circ\cos27^\circ}$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$=\frac{2}{\sin18^\circ}-\frac{2}{\sin54^\circ}$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$\frac{2(4)}{\sqrt5-1}-\frac{2(4)}{\sqrt5+1}$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$\frac{8(\sqrt5+1)}{4}-\frac{8(\sqrt5-1)}{4}$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$=2\left[(\sqrt5+1)-(\sqrt5-1)\right]=2\cdot2=4$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sum-to-product rule only - no surd values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$\frac{1}{\sin18^\circ}-\frac{1}{\sin54^\circ}=2$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sum-to-product rule only - no surd values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$2\left(\frac{1}{\sin18^\circ}-\frac{1}{\sin54^\circ}\right)$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$\frac{1}{\sin18^\circ}-\frac{1}{\sin54^\circ}=\frac{\sin54^\circ-\sin18^\circ}{\sin18^\circ\sin54^\circ}$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$\sin54^\circ-\sin18^\circ=2\cos36^\circ\sin18^\circ$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$\sin54^\circ=\cos36^\circ$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$\frac{2\cos36^\circ\sin18^\circ}{\sin18^\circ\cos36^\circ}=2$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Pattern: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JEE classic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$\tan(90^\circ-\theta)=\cot\theta$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$\tan9^\circ-\tan27^\circ-\tan63^\circ+\tan81^\circ=4$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(compare the JEE classic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$\tan6^\circ\tan42^\circ\tan66^\circ\tan78^\circ=1$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$\sin54^\circ-\sin18^\circ=\frac12$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$\sin54^\circ+\sin18^\circ=\frac{\sqrt5}{2}$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$0.809-0.309$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$0.809+0.309=1.118$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figure,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largest, then the perimeter (in unit)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(Figure: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with right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extended upwards,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figure,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$\sqrt3(BE)=4(AB)$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largest, then the perimeter (in unit)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 (Figure: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rectangle with right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extended upwards,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ABC=\theta_1$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ECD=\theta_2$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Right-triangle heights and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complementary angles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Right-triangle heights and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$\tan\theta_1+\tan\theta_2$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$\tan\theta_1\tan\theta_2=1$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complementary angles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area fixes the scale.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$\tan\theta_1+\tan\theta_2=\frac{BE}{AB}=\frac{4}{\sqrt3}$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$\tan\theta_1\tan\theta_2=1$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$\theta_1,\theta_2$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area fixes the scale.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$\tan\theta_2=\frac{DE}{CD}=\frac{BE-AC}{AB}$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$\tan\theta_2=\frac{BE}{AB}-\tan\theta_1$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$\tan\theta_1+\tan\theta_2=\frac{BE}{AB}=\frac{4}{\sqrt3}$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$\theta_1+\theta_2=\frac{\pi}{2}$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$\tan\theta_1\tan\theta_2=1$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smaller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choice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$\tan\theta_2=y$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$x+\frac1x=\frac{4}{\sqrt3}$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$\sqrt3x^2-4x+\sqrt3=0$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$\sqrt3x(x-\sqrt3)-1(x-\sqrt3)=0$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smaller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$x=\tan\theta_1=\frac{1}{\sqrt3}$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choice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$AB=CD=a$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$AC=BD=a\tan30^\circ=\frac{a}{\sqrt3}$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$DE=a\tan60^\circ=a\sqrt3$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$CE=\frac{a}{\cos60^\circ}=2a$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CAB=\frac12\cdot a\cdot\frac{a}{\sqrt3}=\frac{a^2}{2\sqrt3}=2\sqrt3-3$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$a^2=2\sqrt3(2\sqrt3-3)=12-6\sqrt3$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$(3-\sqrt3)^2=12-6\sqrt3$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CED=a+a\sqrt3+2a=a(3+\sqrt3)=(3-\sqrt3)(3+\sqrt3)=9-3=6$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quadratic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angle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quadratic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$\sin2\theta_1=\frac{\sqrt3}{2}$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angle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$\theta_2=\frac{\pi}{2}-\theta_1$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$\tan\theta_1+\cot\theta_1=\frac{4}{\sqrt3}$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$\frac{2}{\sin2\theta_1}=\frac{4}{\sqrt3}$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$\sin2\theta_1=\frac{\sqrt3}{2}$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$2\theta_1=60^\circ$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perimeter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perimeter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$(3+\sqrt3)a$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$\frac{a^2}{2\sqrt3}=2\sqrt3-3$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$=(3+\sqrt3)(3-\sqrt3)=6$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given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difference trick: a point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seen at depression/elevation angles from two points on the same horizontal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it is maximised for the smaller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shortest leg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$\tan\alpha\tan\beta=1$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$\tan\alpha+\tan\beta=\frac{2}{\sin2\alpha}\ge2$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given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$\{\alpha,\beta\}$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$s=\frac{4}{\sqrt3}\approx2.309$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difference trick: a point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seen at depression/elevation angles from two points on the same horizontal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$\tan\theta_1+\tan\theta_2=\frac{h}{d}$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$\frac{\theta_2}{\theta_1}=\frac{\pi/2-\theta_1}{\theta_1}$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it is maximised for the smaller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with shortest leg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$a,a\sqrt3,2a$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$(3+\sqrt3)a$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one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$\alpha,\beta\in(0,\pi/2)$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$3\sin(\alpha+\beta)=2\sin(\alpha-\beta)$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$\tan\alpha=k\tan\beta$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 angle formulas with componendo and dividendo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componendo-dividendo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componendo-dividendo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$\frac{\sin(\alpha+\beta)}{\sin(\alpha-\beta)}=\frac23$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$\sin\alpha\cos\beta$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$\cos\alpha\sin\beta$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$\frac{\sin(\alpha+\beta)}{\sin(\alpha-\beta)}=\frac23$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$\frac{\sin(\alpha+\beta)+\sin(\alpha-\beta)}{\sin(\alpha+\beta)-\sin(\alpha-\beta)}=\frac{2+3}{2-3}$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Sum-to-product: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$\frac{2\sin\alpha\cos\beta}{2\cos\alpha\sin\beta}=\frac{5}{-1}$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tangents are positive, so no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exist; the question is formally vacuous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key's intended result.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$\tan\alpha=-5\tan\beta$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$\alpha,\beta\in(0,\pi/2)$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tangents are positive, so no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exist; the question is formally vacuous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key's intended result.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sides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both sides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$\cos\alpha\cos\beta$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linear relation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$3(\sin\alpha\cos\beta+\cos\alpha\sin\beta)=2(\sin\alpha\cos\beta-\cos\alpha\sin\beta)$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$3(\tan\alpha+\tan\beta)=2(\tan\alpha-\tan\beta)$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$\tan\alpha=-5\tan\beta$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resulting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premise is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$p\sin(\alpha+\beta)=q\sin(\alpha-\beta)$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$\frac{\tan\alpha}{\tan\beta}=\frac{q+p}{q-p}$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$p=3,q=2$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$\frac{5}{-1}=-5$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$\frac{\sin(\alpha+\beta)}{\sin(\alpha-\beta)}=\frac{\tan\alpha+\tan\beta}{\tan\alpha-\tan\beta}$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$\sin(\alpha+\beta)&gt;0$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$\sin(\alpha-\beta)&gt;0$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resulting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$\alpha\in(0,\pi/2)$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premise is inconsistent.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A=\frac{1}{\sqrt{x(x^2+x+1)}}$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B=\frac{\sqrt x}{\sqrt{x^2+x+1}}$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C=\left(x^{-3}+x^{-2}+x^{-1}\right)^{1/2}$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$0&lt;A,B,C&lt;\frac{\pi}{2}$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addition formula and comparison of tangents of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addition formula (note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compare it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$\tan(A+B)$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addition formula (note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A\tan B=\frac{1}{x^2+x+1}$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compare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given values: numerator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$\tan(A+B)=\frac{\tan A+\tan B}{1-\tan A\tan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given values: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$\frac{1}{\sqrt{x(x^2+x+1)}}+\frac{\sqrt x}{\sqrt{x^2+x+1}}=\frac{1+x}{\sqrt x\sqrt{x^2+x+1}}$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$1-\frac{1}{x^2+x+1}=\frac{x^2+x}{x^2+x+1}$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tangent it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$\tan(A+B)=\frac{1+x}{\sqrt x\sqrt{x^2+x+1}}\times\frac{x^2+x+1}{x^2+x}=\frac{\sqrt{x^2+x+1}}{x\sqrt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C=\left(\frac{1}{x^3}+\frac{1}{x^2}+\frac1x\right)^{1/2}=\frac{\sqrt{1+x+x^2}}{x\sqrt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positive tangent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at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decide among the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at one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(say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decide among the four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decide.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options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one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decide.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C=\sqrt{1+1+1}=\sqrt3$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$A+B=60^\circ=C$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C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nicely - look for it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is one-one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range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Option-type questions with an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a convenient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eliminate options;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inverse-tangent form: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B=\frac{1}{x^2+x+1}$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 A\tan B=\frac{x^2+x}{x^2+x+1}$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nicely - look for it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P=\tan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$P,Q\in\left(0,\frac{\pi}{2}\right)$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is one-one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$(-\frac{\pi}{2},\frac{\pi}{2})$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Always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range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Option-type questions with an identity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a convenient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eliminate options;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inverse-tangent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$\tan^{-1}\tan A+\tan^{-1}\tan 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$\pi&lt;x&lt;\frac{3\pi}{2}$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$80\left(\tan^2x-\cos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ratios in a given quadrant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third quadrant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third quadrant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$\sin,\cos&lt;0$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the right triangle with opposite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adjacent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 the third quadrant)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Draw the right triangle with opposite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adjacent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third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 the third quadrant)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$80\left(\tan^2x-\cos x\right)=80\left(\frac{9}{16}+\frac45\right)$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$=5\times9+16\times4=45+64=109$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109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signs: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 Pythagorean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trap: 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is fixed by the quadrant, and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adds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Quadrant signs: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$(\pi,\frac{3\pi}{2})$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 Pythagorean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$(5,12,13)$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$\tan^2x=\sec^2x-1$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$\frac{25}{16}-1=\frac{9}{16}$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trap: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x=+\frac45$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sign is fixed by the quadrant, and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natural numbers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$\frac{3\cos36^\circ+5\sin18^\circ}{5\cos36^\circ-3\sin18^\circ}$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$\frac{a\sqrt5-b}{c}$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natural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$\gcd(a,c)=1$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Exact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Exact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rationalisation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the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$3\cdot\frac{\sqrt5+1}{4}+5\cdot\frac{\sqrt5-1}{4}$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$5\cdot\frac{\sqrt5+1}{4}-3\cdot\frac{\sqrt5-1}{4}$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$\frac{8\sqrt5-2}{2\sqrt5+8}$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$=\frac{4\sqrt5-1}{\sqrt5+4}$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$\frac{\sqrt5-4}{\sqrt5-4}$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$\frac{20-16\sqrt5-\sqrt5+4}{5-16}=\frac{24-17\sqrt5}{-11}$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$=\frac{17\sqrt5-24}{11}$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$\gcd(17,11)=1$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$a+b+c=17+24+11=52$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the sum and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both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the sum and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$\cos36^\circ+\sin18^\circ=\frac{\sqrt5}{2}$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$\cos36^\circ-\sin18^\circ=\frac12$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both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$c-s=\frac{(\sqrt5+1)-(\sqrt5-1)}{4}=\frac12$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$c+s=\frac{\sqrt5}{2}$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$3c+5s=4(c+s)-(c-s)=2\sqrt5-\frac12$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$5c-3s=4(c-s)+(c+s)=2+\frac{\sqrt5}{2}$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rationalising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$=\frac{4\sqrt5-1}{4+\sqrt5}$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rationalising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$\frac{17\sqrt5-24}{11}$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$a+b+c=17+24+11=52$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52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derived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rationalise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by the conjugate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the integer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$\cos36^\circ-\sin18^\circ=\frac12$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$\cos36^\circ+\sin18^\circ=\frac{\sqrt5}{2}$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$0.809\mp0.309$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$\cos36^\circ\sin18^\circ=\cos36^\circ\cos72^\circ=\frac14$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$\sin18^\circ=\cos72^\circ=\frac{\sqrt5-1}{4}$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derived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$\sin36^\circ=\cos54^\circ$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$4\sin^218^\circ+2\sin18^\circ-1=0$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rationalise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$\frac{p+q\sqrt5}{r+t\sqrt5}$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$r-t\sqrt5$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$r^2-5t^2$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$\left|\cos\theta\cdot\cos(60^\circ-\theta)\cdot\cos(60^\circ+\theta)\right|\le\frac18$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attains its maximum value,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$\cos\theta\cos(60^\circ-\theta)\cos(60^\circ+\theta)=\frac14\cos3\theta$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this set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product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$\frac14\cos3\theta$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$|\cos3\theta|\le\frac12$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maximum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this set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becomes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(graph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six times).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$\cos\theta\cos(60^\circ-\theta)\cos(60^\circ+\theta)=\frac14\cos3\theta$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$\left|\cos3\theta\right|\le\frac12$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$-\frac12\le\cos3\theta\le\frac12$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$0\le3\theta\le6\pi$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$3\theta=\frac{\pi}{3},\frac{5\pi}{3},\frac{7\pi}{3},\frac{11\pi}{3},\frac{13\pi}{3},\frac{17\pi}{3}$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six times).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$\theta=\frac{\pi}{9},\ \frac{\pi}{2}+\frac{\pi}{18},\ \frac{5\pi}{6}-\frac{\pi}{18},\ \frac{7\pi}{6}+\frac{\pi}{18},\ \frac{3\pi}{2}-\frac{\pi}{18},\ \frac{11\pi}{6}+\frac{\pi}{18}$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$\frac{\pi}{9},\frac{5\pi}{9},\frac{7\pi}{9},\frac{11\pi}{9},\frac{13\pi}{9},\frac{17\pi}{9}$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$=\frac{(2+10+14+22+26+34)\pi}{18}=\frac{108\pi}{18}=6\pi$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6π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six solutions form three pairs, each pair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solution 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$\cos3\theta=\frac12$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$\theta\to2\pi-\theta$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six solutions form three pairs, each pair summing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(three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$|\cos3\theta|\le\frac12$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$3\theta=\pm\frac{\pi}{3}+2n\pi$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$\theta=\pm\frac{\pi}{9}+\frac{2n\pi}{3}$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(three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$\cos3(2\pi-\theta)=\cos(6\pi-3\theta)=\cos3\theta$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six solutions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six solutions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$\{\theta,2\pi-\theta\}$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$=3\times2\pi=6\pi$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6π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shortcut: if the equation depends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(number of solutions)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condition with care: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greatest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allowed set,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$\cos\theta\cos(60^\circ-\theta)\cos(60^\circ+\theta)=\frac14\cos3\theta$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$\sin\theta\sin(60^\circ-\theta)\sin(60^\circ+\theta)=\frac14\sin3\theta$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$1\cdot\frac12\cdot\frac12=\frac14$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$\tan\theta\tan(60^\circ-\theta)\tan(60^\circ+\theta)=\tan3\theta$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shortcut: if the equation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k\theta$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$\theta\leftrightarrow2\pi-\theta$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(number of solutions)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condition with care: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$|\cos3\theta|\le\frac12$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greatest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allowed set,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is a numerical value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infinite G.P.,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$f(\theta)=\frac{\sin^4\theta+3\cos^2\theta}{\sin^4\theta+\cos^2\theta}$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infinite G.P.,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trigonometric rational function and sum of an infinite G.P.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it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$f=1+\frac{2\cos^2\theta}{\sin^4\theta+\cos^2\theta}$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$\cos^2\theta+\sec^2\theta\ge2$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$f(\theta)=1+\frac{2\cos^2\theta}{\sin^4\theta+\cos^2\theta}$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$\sin^4\theta=\left(1-\cos^2\theta\right)^2$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$f(\theta)=1+\frac{2\cos^2\theta}{\cos^4\theta-\cos^2\theta+1}$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$f(\theta)=\frac{2}{\cos^2\theta+\sec^2\theta-1}+1$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fraction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 is positive and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AM-GM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$\cos^2\theta+\sec^2\theta\ge2$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fraction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$f_{\max}=3$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 is positive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$f_{\min}=1$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$[\alpha,\beta]=[1,3]$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$\frac{\alpha}{\beta}=\frac13$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$S=\frac{64}{1-\frac13}=96$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separately: both are visibly non-negative fractions, and each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 obvious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separately: both are visibly non-negative fractions, and each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 obvious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at least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$D=\sin^4\theta+\cos^2\theta&gt;0$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$f-1=\frac{2\cos^2\theta}{D}\ge0$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$3-f=\frac{3\sin^4\theta+3\cos^2\theta-\sin^4\theta-3\cos^2\theta}{D}=\frac{2\sin^4\theta}{D}\ge0$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$S=\frac{64}{1-1/3}=96$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 constants: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square-like or sign-definite expression the bounds appear at once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bounds expressions like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G.P.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endpoints are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subtract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ND-m=\frac{N-mD}{D}$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square-like or sign-definite expression the bounds appear at once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$N-3D=-2\sin^4\theta$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$N-D=2\cos^2\theta$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bounds expressions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$\cos^2\theta+\sec^2\theta$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Infinite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$S=\frac{a}{1-r}$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$a=64,r=\frac13$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endpoints are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$f\left(\frac{\pi}{2}\right)=1$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(3/3)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1.45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11 questions, 44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Ratios (Exercise J-M) SHEET TRIGONOMETRIC RATIO · Exercise J-M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1.45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