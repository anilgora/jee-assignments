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2.0</c:v>
                </c:pt>
                <c:pt idx="2">
                  <c:v>2.0</c:v>
                </c:pt>
                <c:pt idx="3">
                  <c:v>2.0</c:v>
                </c:pt>
                <c:pt idx="4">
                  <c:v>2.0</c:v>
                </c:pt>
                <c:pt idx="5">
                  <c:v>2.0</c:v>
                </c:pt>
                <c:pt idx="6">
                  <c:v>1.0</c:v>
                </c:pt>
                <c:pt idx="7">
                  <c:v>1.0</c:v>
                </c:pt>
                <c:pt idx="8">
                  <c:v>2.0</c:v>
                </c:pt>
                <c:pt idx="9">
                  <c:v>3.0</c:v>
                </c:pt>
                <c:pt idx="10">
                  <c:v>2.0</c:v>
                </c:pt>
                <c:pt idx="11">
                  <c:v>3.0</c:v>
                </c:pt>
                <c:pt idx="12">
                  <c:v>2.0</c:v>
                </c:pt>
                <c:pt idx="13">
                  <c:v>3.0</c:v>
                </c:pt>
                <c:pt idx="14">
                  <c:v>3.0</c:v>
                </c:pt>
                <c:pt idx="15">
                  <c:v>2.0</c:v>
                </c:pt>
                <c:pt idx="16">
                  <c:v>2.0</c:v>
                </c:pt>
                <c:pt idx="17">
                  <c:v>2.0</c:v>
                </c:pt>
                <c:pt idx="18">
                  <c:v>3.0</c:v>
                </c:pt>
                <c:pt idx="19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lists the three component equations and then jumps to '|5alpha-11beta-8gamma| = 25' with no working (the substitution that makes lambda and the multiplier cancel is missing). Added the substitution steps; the answer 25 is correct. The PDF's multiplier is called mu, which clashes with the parameter of L2.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working is correct in substance but its last lines are mislabelled and incomplete: it names the root of the quadratic 'C' (it is the x-component a), writes b with a bare '-+' sign and only carries one of the two roots to the final vector without saying that the other root gives a vector not in the options. Added the sign pairing and the check of the second root; the final answer (3)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3 = k(-3 + 3*lambda) in equation (1); the sum is 2+6-15+3-2+3*lambda = -6 + 3*lambda (the PDF's very next line uses k = 3/(-6+3 lambda), so (1) is a typo). Corrected to k(-6+3 lambda); the answer 25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01 Vector 3D 02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Questions 1–20 (printed 21–40)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Marking not printed in the paper;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+4 for a correct answer · 0 otherwise (assumed)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position vectors of three vertices of a triangle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position vectors of the orthocentre and the circumcentre of the triangle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6   (B) 3   (C) 1   (D) 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position vectors of three vertices of a triangle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$4\vec p+\vec q-3\vec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$-5\vec p+\vec q+2\vec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$2\vec p-\vec q+2\vec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position vectors of the orthocentre and the circumcentre of the triangle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$\frac{\vec p+\vec q+\vec r}{4}$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$\alpha\vec p+\beta\vec q+\gamma\vec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$\alpha+2\beta+5\gamma$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6   (B) 3   (C) 1   (D) 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Orthocentre, centroid and circumcentre of a triangle (Euler line) in vector form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orthocentre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centroid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circumcentre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collinear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orthocentre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centroid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circumcentre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collinear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$HG:GC=2:1$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$G=\frac{H+2C}{3}$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centroid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orthocentre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centroid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circumcentre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a line (the Euler line)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section formula,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acc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centroid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$G=\frac{(4\vec p+\vec q-3\vec r)+(-5\vec p+\vec q+2\vec r)+(2\vec p-\vec q+2\vec r)}{3}=\frac{\vec p+\vec q+\vec r}{3}$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orthocentre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centroid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circumcentre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a line (the Euler line)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$OG:GC=2:1$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section formula,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$G=\frac{1\cdot O+2\cdot C}{3}$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$\frac{\vec p+\vec q+\vec r}{3}=\frac{\frac{\vec p+\vec q+\vec r}{4}+2(\alpha\vec p+\beta\vec q+\gamma\vec r)}{3}$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$2(\alpha\vec p+\beta\vec q+\gamma\vec r)+\frac{\vec p+\vec q+\vec r}{4}=\vec p+\vec q+\vec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the coefficients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(taken as linearly independent):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same way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the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p,\vec q,\vec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(taken as linearly independent):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$2\alpha+\frac14=1$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same way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$\beta=\gamma=\frac38$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$\alpha+2\beta+5\gamma=8\cdot\frac38=3$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(2)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Euler line: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collinear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circumcentre;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vertices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is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the circumcentre as origin (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(Sylvester's relation): the orthocentre is the sum of the vertex vectors.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Euler line: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collinear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g=\frac{\vec h+2\vec o}{3}$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circumcentre;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$3\vec g=\vec a+\vec b+\vec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h=\vec a+\vec b+\vec c-2\vec 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the circumcentre as origin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o=\vec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h=\vec a+\vec b+\vec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(Sylvester's relation): the orthocentre is the sum of the vertex vectors.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vector equation holds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non-coplanar, coefficients can be compared one by one; no dot products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vertex sum is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</m:acc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vector equation holds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p,\vec q,\vec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non-coplanar, coefficients can be compared one by one; no dot products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p,\vec q,\vec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vertex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p+\vec q+\vec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o=\frac12\left(\vec p+\vec q+\vec r-\vec h\right)=\frac38(\vec p+\vec q+\vec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projection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a=3\hat i-\hat j+2\hat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b=\vec a\times(\hat i-2\hat 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c=\vec b\times\hat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projection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c-2\hat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$3\sqrt7$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Vector product and projection of a vector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the two cross products by determinants, then use projection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the two cross products by determinants, then use projection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$=\frac{(\vec c-2\hat j)\cdot\vec a}{|\vec a|}$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b=\vec a\times(\hat i-2\hat k)=\left|\begin{matrix}\hat i&amp;\hat j&amp;\hat k\\3&amp;-1&amp;2\\1&amp;0&amp;-2\end{matrix}\right|=2\hat i+8\hat j+\hat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c=\vec b\times\hat k=\left|\begin{matrix}\hat i&amp;\hat j&amp;\hat k\\2&amp;8&amp;1\\0&amp;0&amp;1\end{matrix}\right|=8\hat i-2\hat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c-2\hat j=8\hat i-4\hat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Projection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Projection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c-2\hat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$\frac{(8\hat i-4\hat j)\cdot(3\hat i-\hat j+2\hat k)}{\sqrt{9+1+4}}$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$=\frac{24+4}{\sqrt{14}}=\frac{28}{\sqrt{14}}=2\sqrt{14}$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(3)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(3)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$2\sqrt{14}$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vector triple product formula instead of two determinants.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$(\vec a\times\vec m)\times\hat 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vector triple product formula instead of two determinants.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m=\hat i-2\hat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b=\vec a\times\vec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c=(\vec a\times\vec m)\times\hat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u\times\vec v)\times\vec w=\vec v(\vec u\cdot\vec w)-\vec u(\vec v\cdot\vec w)$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c=\vec m(\vec a\cdot\hat k)-\vec a(\vec m\cdot\hat 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projection 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a\cdot\hat 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m\cdot\hat k=-2$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c=2(\hat i-2\hat k)+2(3\hat i-\hat j+2\hat k)=8\hat i-2\hat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c-2\hat j=8\hat i-4\hat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projection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$\frac{24+4}{\sqrt{14}}=2\sqrt{14}$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(3)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(3)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$2\sqrt{14}$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Vector triple product: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middle vector gets the positive sign);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Scalar projection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(signed); the vector projection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Crossing with a coordinate unit vector is quick: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Vector triple product: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u\times\vec v)\times\vec w=\vec v(\vec u\cdot\vec w)-\vec u(\vec v\cdot\vec w)$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middle vector gets the positive sign);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u\times(\vec v\times\vec w)=\vec v(\vec u\cdot\vec w)-\vec w(\vec u\cdot\vec v)$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Scalar projection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$\frac{\vec x\cdot\vec a}{|\vec 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(signed); the vector projection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$\frac{\vec x\cdot\vec a}{|\vec a|^2}\vec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Crossing with a coordinate unit vector is quick: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$(x,y,z)\times\hat k=(y,-x,0)$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$(2,8,1)\times\hat k=(8,-2,0)$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066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points in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-plane whose position vectors with respect to the origin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the distance of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 bisecting the angle between the vectors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all the possible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066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points in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-plane whose position vectors with respect to the origin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$\sqrt3\hat i+\hat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i+\sqrt3\hat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$a\hat i+(1-a)\hat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the distance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 bisecting the angle between the vectors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all the possible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Angle bisector of two vectors and distance of a point from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bisector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along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here the direction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use 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bisector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$\overrightarrow{OA}$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$\overrightarrow{OB}$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along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$\hat a+\hat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here the direction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$\hat i+\hat j$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use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$=|\vec r\times\hat d|$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angle bisector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along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angle bisector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$\widehat{OA}+\widehat{OB}$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bisector is the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direction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this line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$\widehat{OA}+\widehat{OB}=\frac{\sqrt3\hat i+\hat j}{2}+\frac{\hat i+\sqrt3\hat j}{2}=\frac{(\sqrt3+1)}{2}(\hat i+\hat j)$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bisector is 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d=\hat i+\hat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r=\vec 0+\lambda(\hat i+\hat j)$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this line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$\frac{|\overrightarrow{OC}\times\vec d|}{|\vec d|}=\frac{|(a\hat i+(1-a)\hat j)\times(\hat i+\hat j)|}{\sqrt2}=\frac{9}{\sqrt2}$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possible values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$(a\hat i+(1-a)\hat j)\times(\hat i+\hat j)=(a-(1-a))\hat k=(2a-1)\hat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$|2a-1|=9$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$2a-1=9$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$2a-1=-9$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possible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$=5+(-4)=1$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(2)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mirror images in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therefore the bisector; use the point-to-line distance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$|OA|=|OB|=2$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mirror images in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therefore the bisector; use the point-to-line distance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its coordinates swapped,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reflections of each other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bisector of the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therefore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$|OA|=|OB|=2$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its coordinates swapped,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reflections of each other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bisector of the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$AOB$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therefore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$C(a,1-a)$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$\frac{|a-(1-a)|}{\sqrt2}=\frac{|2a-1|}{\sqrt2}$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$\frac{|2a-1|}{\sqrt2}=\frac{9}{\sqrt2}$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$|2a-1|=9$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(2)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internal bisector of the angle between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along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along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diagonal of a rhombus).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a point with position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mirror images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vector pair of equal length that are such mirror images has bisector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internal bisector of the angle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u+\hat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$\frac{\vec u}{|\vec u|}+\frac{\vec v}{|\vec v|}$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u|=|\vec v|$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u+\vec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diagonal of a rhombus).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a point with position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r=\vec a+\lambda\vec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$\frac{|(\vec p-\vec a)\times\vec d|}{|\vec d|}$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$(y,x)$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mirror images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vector pair of equal length that are such mirror images has bisector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components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and perpendicular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16   (B) 18   (C) 26   (D) 23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components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a=\alpha\hat i+\beta\hat j+\gamma\hat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and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b=3\hat i+\hat j-\hat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$\frac{16}{11}\left(3\hat i+\hat j-\hat k\right)$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$\frac{1}{11}\left(-4\hat i-5\hat j-17\hat k\right)$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$\alpha^2+\beta^2+\gamma^2$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16   (B) 18   (C) 26   (D) 23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Resolution of a vector into components parallel and perpendicular to another vector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sum of its component along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its component perpendicular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be read off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sum of its component along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its component perpendicular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be read off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component along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a=\vec a_{\parallel b}+\vec a_{\perp 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a_{\parallel b}=\left(\frac{\vec a\cdot\vec b}{|\vec b|^2}\right)\vec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component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a_{\parallel b}=\frac{16}{11}(3\hat i+\hat j-\hat 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b|^2=9+1+1=11$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$\frac{\vec a\cdot\vec b}{11}=\frac{16}{11}$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b=16$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$3\alpha+\beta-\gamma=16$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e>
                    </m:d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e>
                    </m:d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e>
                    </m:d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a_{\perp b}=\vec a-\vec a_{\parallel b}=\left(\alpha-\frac{48}{11}\right)\hat i+\left(\beta-\frac{16}{11}\right)\hat j+\left(\gamma+\frac{16}{11}\right)\hat k=\frac{-4}{11}\hat i-\frac5{11}\hat j-\frac{17}{11}\hat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$\alpha-\frac{48}{11}=-\frac4{11}$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$\beta-\frac{16}{11}=-\frac5{11}$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$\gamma+\frac{16}{11}=-\frac{17}{11}$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$\alpha^2+\beta^2+\gamma^2=16+1+9=26$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(3) 26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components are perpendicular, so by Pythagoras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⟂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no need to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components are perpendicular, so by Pythagoras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$|\vec a|^2=|\vec a_{\parallel}|^2+|\vec a_{\perp}|^2$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no need to 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$\alpha,\beta,\gamma$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a_{\parallel b}\perp\vec a_{\perp 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a|^2=|\vec a_{\parallel b}|^2+|\vec a_{\perp b}|^2$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a|^2=\alpha^2+\beta^2+\gamma^2$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a_{\parallel b}|^2=\left(\frac{16}{11}\right)^2\cdot11=\frac{256}{11}$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a_{\perp b}|^2=\frac{16+25+289}{121}=\frac{330}{121}=\frac{30}{11}$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$=\frac{256+30}{11}=\frac{286}{11}=26$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(3) 26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Component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perpendicular component is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two are orthogonal.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Pythagoras for components: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the perpendicular component must satisfy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⟂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Component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$\frac{\vec a\cdot\vec b}{|\vec b|^2}\vec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perpendicular component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a-\frac{\vec a\cdot\vec b}{|\vec b|^2}\vec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two are orthogonal.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Pythagoras for components: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a|^2=\frac{(\vec a\cdot\vec b)^2}{|\vec b|^2}+|\vec a_{\perp b}|^2$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a\times\vec b|^2=|\vec a|^2|\vec b|^2-(\vec a\cdot\vec b)^2$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the perpendicular component must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a_{\perp}\cdot\vec 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$(-4,-5,-17)\cdot(3,1,-1)=-12-5+17=0$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vector such that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maximum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308   (B) 154   (C) 77   (D) 462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a=2\hat i-\hat j+3\hat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b=3\hat i-5\hat j+\hat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vector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c=\vec c\times\vec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a+\vec c)\cdot(\vec b+\vec c)=168$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maximum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308   (B) 154   (C) 77   (D) 462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Cross product identities and magnitude of a vector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parallel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a\times\vec c=\vec c\times\vec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$(\vec a+\vec b)\times\vec c=\vec 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parallel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a+\vec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simplifies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c=\vec c\times\vec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c+\vec b\times\vec c=\vec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a+\vec b)\times\vec c=\vec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a+\vec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c=\lambda(\vec a+\vec b)=\lambda(5\hat i-6\hat j+4\hat 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a+\vec c)\cdot(\vec b+\vec c)=\big((2+5\lambda)\hat i-(1+6\lambda)\hat j+(4\lambda+3)\hat k\big)\cdot\big((3+5\lambda)\hat i-(6\lambda+5)\hat j+(1+4\lambda)\hat k\big)=168$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$(2+5\lambda)(3+5\lambda)+(1+6\lambda)(6\lambda+5)+(4\lambda+3)(1+4\lambda)=168$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simplifies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$77\lambda^2+77\lambda+14=168$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$\lambda^2+\lambda-2=0$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$(\lambda+2)(\lambda-1)=0$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c|^2=\lambda^2(25+36+16)=77\lambda^2$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(1) 308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$(\vec a+\vec c)\cdot(\vec b+\vec c)=\vec a\cdot\vec b+(\vec a+\vec b)\cdot\vec c+|\vec c|^2$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c=\lambda\vec 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s=\vec a+\vec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a\cdot\vec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$|\vec s|^2$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maximum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c=\lambda\vec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s=\vec a+\vec b=(5,-6,4)$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s|^2=77$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a+\vec c)\cdot(\vec b+\vec c)=\vec a\cdot\vec b+\vec c\cdot(\vec a+\vec b)+|\vec c|^2=\vec a\cdot\vec b+\lambda|\vec s|^2+\lambda^2|\vec s|^2$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b=6+5+3=14$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$14+77(\lambda+\lambda^2)=168$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$\lambda^2+\lambda=2$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c|^2=77\lambda^2\in\{77,308\}$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maximum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(1) 308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Similarly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expanding symbolically avoids component arithmetic.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two vectors, so a question asking for the 'maximum' compares both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c=\vec c\times\vec b\iff(\vec a+\vec b)\times\vec c=\vec 0\iff\vec c\parallel(\vec a+\vec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c=\vec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c=\vec b\times\vec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c\parallel(\vec a-\vec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x+\vec c)\cdot(\vec y+\vec c)=\vec x\cdot\vec y+(\vec x+\vec y)\cdot\vec c+|\vec c|^2$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expanding symbolically avoids component arithmetic.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c=\lambda\vec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c|^2=\lambda^2|\vec s|^2$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two vectors, so a question asking for the 'maximum' compares both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4578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lines. Then which of the following points lies on the line of the shortest distance between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4578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$L_1:\frac{x-1}{2}=\frac{y-2}{3}=\frac{z-3}{4}$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$L_2:\frac{x-2}{3}=\frac{y-4}{4}=\frac{z-5}{5}$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lines. Then which of the following points lies on the line of the shortest distance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$\left(-\frac53,-7,1\right)$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$\left(\frac83,-1,\frac13\right)$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$\left(2,3,\frac13\right)$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$\left(\frac{14}{3},-3,\frac{22}{3}\right)$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 of shortest distance between two skew lines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line of shortest distance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both lines, which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two linear equations.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line of shortest distance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$P\in L_1$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$Q\in L_2$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$PQ\perp$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both lines, which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two linear equations.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ratios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$P(2\lambda+1,\,3\lambda+2,\,4\lambda+3)$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$Q(3\mu+2,\,4\mu+4,\,5\mu+5)$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ratios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$(3\mu-2\lambda+1,\ 4\mu-3\lambda+2,\ 5\mu-4\lambda+2)$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(1) and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$PQ\perp 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$(3\mu-2\lambda+1)2+(4\mu-3\lambda+2)3+(5\mu-4\lambda+2)4=0$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$38\mu-29\lambda+16=0$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$PQ\perp 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$(3\mu-2\lambda+1)3+(4\mu-3\lambda+2)4+(5\mu-4\lambda+2)5=0$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$50\mu-38\lambda+21=0$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$\mu=-\frac16$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(4).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$P\left(\frac53,3,\frac{13}{3}\right)$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$Q\left(\frac32,\frac{10}{3},\frac{25}{6}\right)$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$\frac{x-\frac53}{\frac16}=\frac{y-3}{-\frac13}=\frac{z-\frac{13}{3}}{\frac16}$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$\frac{x-\frac53}{1}=\frac{y-3}{-2}=\frac{z-\frac{13}{3}}{1}$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$\left(\frac{14}{3},-3,\frac{22}{3}\right)$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$x-\frac53=3$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$y-3=-6$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$z-\frac{13}{3}=3$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$1:-2:1$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(4).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(4)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(4)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$\left(\frac{14}{3},-3,\frac{22}{3}\right)$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531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common perpendicular has direction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 is the intersection of the plane through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that direction with the plane through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that direction. Test each option in both planes.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531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common perpendicular has direction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d_1\times\vec d_2$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 is the intersection of the plane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that direction with the plane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that direction. Test each option in both planes.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70504"/>
                <a:ext cx="10725912" cy="34046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this is the direction of the line of shortest distance.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Plane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parallel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normal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Plane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parallel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normal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70504"/>
                <a:ext cx="10725912" cy="34046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d_1\times\vec d_2=(2,3,4)\times(3,4,5)=(-1,2,-1)\parallel(1,-2,1)=\vec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this is the direction of the line of shortest distance.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$=(2,3,4)\times(1,-2,1)=(11,2,-7)$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$11x+2y-7z+6=0$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$=(3,4,5)\times(1,-2,1)=(14,2,-10)\parallel(7,1,-5)$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$(2,4,5)$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$7x+y-5z+7=0$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of shortest distance is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lies in both planes because it meets each line and is parallel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lies on both planes.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Options (1), (2), (3) fail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answer is (4).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of shortest distance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$\Pi_1\cap\Pi_2$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lies in both planes because it meets each line and is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$\left(\frac{14}{3},-3,\frac{22}{3}\right)$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$\frac{154}{3}-6-\frac{154}{3}+6=0$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$\frac{98}{3}-3-\frac{110}{3}+7=0$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lies on both planes.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Options (1), (2), (3) fail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$-\frac{100}{3},\,31,\,\frac{95}{3}$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$11x+2y-7z+6$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answer is (4).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(4)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(4)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$\left(\frac{14}{3},-3,\frac{22}{3}\right)$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Shortest distance between skew lines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common perpendicular has direction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perpendicular is the intersection of two planes: [plane through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containing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]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[plane through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containing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]; membership of a given point is then a two-equation check.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Shortest distance between skew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a_1+\lambda\vec d_1$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a_2+\mu\vec 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$\frac{|(\vec a_2-\vec a_1)\cdot(\vec d_1\times\vec d_2)|}{|\vec d_1\times\vec d_2|}$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common perpendicular has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d_1\times\vec 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perpendicular is the intersection of two planes: [plane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d_1\times\vec 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]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$\cap$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[plane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d_1\times\vec 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]; membership of a given point is then a two-equation check.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gives two linear equations in the two parameters; their determinant is non-zero exactly when the lines are not parallel.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parallel, which is a quick check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$PQ\perp L_1,L_2$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gives two linear equations in the two parameters; their determinant is non-zero exactly when the lines are not parallel.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d_1\times\vec d_2=(-1,2,-1)$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PQ=\left(-\frac16,\frac13,-\frac16\right)$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parallel, which is a quick check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$\lambda,\mu$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in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length of the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vertices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line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area (in sq. units)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17   (B) 21   (C) 56   (D) 42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in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length of the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$\frac{x-6}{3}=\frac{y-7}{2}=\frac{z-7}{-2}$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area (in sq. units)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17   (B) 21   (C) 56   (D) 42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Foot of perpendicular from a point on a line and area of a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height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foot of the perpendicular.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height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distance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foot of the perpendicular.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$M(3\lambda+6,\,2\lambda+7,\,-2\lambda+7)$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$\overrightarrow{BM}=(3\lambda+5)\hat i+(2\lambda+5)\hat j+(-2\lambda+4)\hat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$\overrightarrow{AC}\cdot\overrightarrow{BM}=0$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$3(3\lambda+5)+2(2\lambda+5)-2(-2\lambda+4)=0$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$17\lambda+17=0$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$\overrightarrow{BM}=2\hat i+3\hat j+6\hat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$|\overrightarrow{BM}|=\sqrt{4+9+36}=7$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$=\frac12\times AC\times BM=\frac12\times6\times7=21$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(2) 21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Height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 point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line, with no parameter to solve.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Height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$=\frac{|\overrightarrow{BP_0}\times\vec d|}{|\vec d|}$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$P_0$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line, with no parameter to solve.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on the line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direction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on the line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$P_0(6,7,7)$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d=(3,2,-2)$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d|^2=17$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$\overrightarrow{BP_0}=(5,5,4)$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$\overrightarrow{BP_0}\times\vec d=(5\cdot(-2)-4\cdot2,\ 4\cdot3-5\cdot(-2),\ 5\cdot2-5\cdot3)=(-18,22,-5)$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height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833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$|\overrightarrow{BP_0}\times\vec d|^2=324+484+25=833=49\cdot17$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height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$\frac{\sqrt{833}}{\sqrt{17}}=7$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$=\frac12\cdot6\cdot7=21$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(2) 21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 through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direction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triangle with base on a line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(distance of the opposite vertex from that line); the position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is irrelevant,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matters.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$\frac{|\overrightarrow{P_0B}\times\vec d|}{|\vec d|}$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triangle with base on a line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(distance of the opposite vertex from that line); the position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is irrelevant,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matters.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$P_0+\lambda\vec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$\lambda=\frac{\overrightarrow{P_0B}\cdot\vec d}{|\vec d|^2}$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$\lambda=\frac{(-5,-5,-4)\cdot(3,2,-2)}{17}=-1$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line passing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parallel to the line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the line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10   (C) 5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line passing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parallel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$\frac{x-1}{2}=\frac{y+1}{3}=\frac z4$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$\frac{x+2}{3}=\frac{y-3}{2}=\frac{z-4}{1}$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$Q(4,-5,1)$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10   (C) 5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$5\sqrt6$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9115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Equation of a line in 3D and point of intersection of two lines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required line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set it equal to the second line's parametrisation and solve for the common point.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required line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$\frac{x+1}{2}=\frac{y-2}{3}=\frac{z-1}{4}$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set it equal to the second line's parametrisation and solve for the common point.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parallel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second line: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point of intersection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$\frac{x+1}{2}=\frac{y-2}{3}=\frac{z-1}{4}=\lambda$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$x=2\lambda-1,\ y=3\lambda+2,\ z=4\lambda+1$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second line: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$\frac{x+2}{3}=\frac{y-3}{2}=\frac{z-4}{1}=\mu$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$x=3\mu-2,\ y=2\mu+3,\ z=\mu+4$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point of intersection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$2\lambda-1=3\mu-2$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$3\lambda+2=2\mu+3$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$4\lambda+1=\mu+4$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first two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the third holds: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first two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$\lambda=1,\ \mu=1$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the third holds: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$P=(1,5,5)$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$PQ=\sqrt{(4-1)^2+(-5-5)^2+(1-5)^2}=\sqrt{9+100+16}=\sqrt{125}=5\sqrt5$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(1)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(1)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$5\sqrt5$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point of the second line lies on the required line exactly when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uses only one unknown.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point of the second line lies on the required line exactly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$\overrightarrow{MP}\parallel(2,3,4)$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uses only one unknown.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second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parallel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$M(-1,2,1)$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$P(3\mu-2,\,2\mu+3,\,\mu+4)$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second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$\overrightarrow{MP}=(3\mu-1,\ 2\mu+1,\ \mu+3)$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$\frac{3\mu-1}{2}=\frac{2\mu+1}{3}$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$9\mu-3=4\mu+2$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$\frac{\mu+3}{4}=1=\frac{3\mu-1}{2}$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$P=(1,5,5)$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$PQ=\sqrt{9+100+16}=5\sqrt5$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(1)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(1)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$5\sqrt5$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direction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a second line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corresponding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second line: one parameter instead of two.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lines meet iff they are coplanar and non-parallel: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checked against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between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a second line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$\overrightarrow{MP}\times\vec d=\vec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corresponding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second line: one parameter instead of two.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lines meet iff they are coplanar and non-parallel: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a_2-\vec a_1)\cdot(\vec d_1\times\vec d_2)=0$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$(-2,3,4)-(-1,2,1)=(-1,1,3)$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checked against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$(2,3,4)\times(3,2,1)=(-5,10,-5)$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$5+10-15=0$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between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$(x_1,y_1,z_1),(x_2,y_2,z_2)$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$\sqrt{\Sigma\Delta^2}$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$9+100+16=125=5^3$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35813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in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-plane, which is equidistant from three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among the statements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(S1):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isosceles right angled triangle, and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(S2): the 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are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both are false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only (S2)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only (S1) is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35813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$A(x,y,z)$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in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-plane, which is equidistant from three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$B=(1,4,-1)$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$C=(2,0,-2)$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among the statements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isosceles right angled triangle, and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(S2): the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$\frac{9\sqrt2}{2}$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are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both are false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only (S2)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only (S1) is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Circumcentre of a triangle in 3D (equidistant point) and nature and area of a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Equidistance from three points gives two linear equations;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they 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after which the triangle's sides decide both statements.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Equidistance from three points gives two linear equations;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they fix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$A=(3,2,0)$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after which the triangle's sides decide both statements.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$P(0,3,2)$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$Q(2,0,3)$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$R(0,0,1)$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$AP=AQ=AR$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$x^2+(y-3)^2+(z-2)^2=(x-2)^2+y^2+(z-3)^2=x^2+y^2+(z-1)^2$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isosceles and right-angled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(S1)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(S2)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$AQ=AR$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$x^2-4x+4+y^2+9=x^2+y^2+1$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$13-4x=1$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$AP=AR$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$9+y^2-6y+9+4=9+y^2+1$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$A=(3,2,0)$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$AB=\sqrt{4+4+1}=3$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$B(1,4,-1)$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$AC=\sqrt{1+4+4}=3$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$C(2,0,-2)$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$BC=\sqrt{1+16+1}=\sqrt{18}$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$AB^2+AC^2=9+9=18=BC^2$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isosceles and right-angled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(S1)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$=\frac12\times AB\times AC=\frac12\times3\times3=\frac92\ne\frac{9\sqrt2}{2}$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(S2)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4434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Only (S1) is true: option (4).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(4) only (S1) is true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Equidistance from two points is a linear (perpendicular-bisector) equation; then check the right angle with a dot product and the area with a cross product.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$AQ=AR$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$2A\cdot(R-Q)=|R|^2-|Q|^2$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$2(-2x-2z)=1-13$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$x+z=3$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$AP=AR$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$2A\cdot(R-P)=|R|^2-|P|^2$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$2(-3y-z)=1-13$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$3y+z=6$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$x=3,\ 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$A=(3,2,0)$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(S1)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magnitude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(S2)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$\overrightarrow{AB}=(-2,2,-1)$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$\overrightarrow{AC}=(-1,-2,-2)$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$\overrightarrow{AB}\cdot\overrightarrow{AC}=2-4+2=0$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angle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$|AB|=|AC|=3$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(S1)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$\overrightarrow{AB}\times\overrightarrow{AC}=(-6,-3,6)$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magnitude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$\frac{9\sqrt2}{2}$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(S2)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(4) only (S1) is true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 of points equidistant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three such conditions are linear and give the circumcentre-type point without squares.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triangle with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right-angled iff the squares add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equivalently two edge vectors have zero dot product.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right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stated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legs of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 of points equidistant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$2\vec x\cdot(\vec Q-\vec P)=|\vec Q|^2-|\vec P|^2$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three such conditions are linear and give the circumcentre-type point without squares.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triangle with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right-angled iff the squares add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$r^2=p^2+q^2$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equivalently two edge vectors have zero dot product.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$=\frac12|\overrightarrow{AB}\times\overrightarrow{AC}|$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right angle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$\frac12|AB||AC|$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stated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$\frac{9\sqrt2}{2}$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legs of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lines.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line passing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be perpendicular to both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16   (B) 25   (C) 20   (D) 18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$L_1:\frac{x-1}{1}=\frac{y-2}{-1}=\frac{z-1}{2}$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$L_2:\frac{x+1}{-1}=\frac{y-2}{2}=\frac z1$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lines.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line passing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$(\alpha,\beta,\gamma)$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be perpendicular to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$|5\alpha-11\beta-8\gamma|$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16   (B) 25   (C) 20   (D) 18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9115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 perpendicular to two given lines (common direction by cross product)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direction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normal to the plane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direction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d_1\times\vec d_2$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$5\alpha-11\beta-8\gamma$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 because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$(5,-11,-8)$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normal to the plane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both, so its direction is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given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$L_1:\vec r=(1,2,1)+\lambda(1,-1,2)$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$L_2:\vec r=(-1,2,0)+\mu(-1,2,1)$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both, so its direction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d_3=\left|\begin{matrix}\hat i&amp;\hat j&amp;\hat k\\1&amp;-1&amp;2\\-1&amp;2&amp;1\end{matrix}\right|=-5\hat i-3\hat j+\hat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$Q(1+\lambda,\,2-\lambda,\,1+2\lambda)$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$\overrightarrow{PQ}=t(-5,-3,1)$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$P=(\alpha,\beta,\gamma)$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given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$1+\lambda-\alpha=-5t$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$2-\lambda-\beta=-3t$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$1+2\lambda-\gamma=t$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free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$\alpha=1+\lambda+5t$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$\beta=2-\lambda+3t$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$\gamma=1+2\lambda-t$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$5\alpha-11\beta-8\gamma=(5-22-8)+(5\lambda+11\lambda-16\lambda)+(25t-33t+8t)=-25$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free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$|5\alpha-11\beta-8\gamma|=25$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(2) 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normal of the plane containing the intersecting lines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that plane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$(5,-11,-8)=\vec d_1\times\vec d_3$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normal of the plane containing the intersecting lines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that plane passes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$(1,2,1)$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direction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direction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intersect, so they lie in one plane, with normal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d_3=(-5,-3,1)$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d_1=(1,-1,2)$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d_1\times\vec d_3=(-1\cdot1-2\cdot(-3),\ -(1\cdot1-2\cdot(-5)),\ 1\cdot(-3)-(-1)(-5))=(5,-11,-8)$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intersect, so they lie in one plane, with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$(5,-11,-8)$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plane contains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on this plane: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required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plane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$(1,2,1)\in 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$5x-11y-8z=5-22-8=-25$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$(\alpha,\beta,\gamma)$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on this plane: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$5\alpha-11\beta-8\gamma=-25$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required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(2) 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intersecting lines with directions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in the plane through either one with normal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any point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that plane's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coefficient triple that appears in the question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often a cross product of two direction vectors: compute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check.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perpendicular to two lines with directions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direction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itself it is not unique unless a point is given, but the plane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intersecting lines with directions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d_1,\vec d_3$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in the plane through either one with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d_1\times\vec d_3$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any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that plane's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coefficient triple that appears in the question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$5,-11,-8$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often a cross product of two direction vectors: compute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d_1\times\vec d_3$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check.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perpendicular to two lines with directions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d_1,\vec 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d_1\times\vec 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itself it is not unique unless a point is given, but the plane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foot of the perpendicular from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line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intersect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19   (B) 27   (C) 25   (D) 29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foot of the perpendicular from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$L:\frac{x-1}{1}=\frac{y+1}{-1}=\frac{z-2}{2}$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r=(-\hat i+\hat j-2\hat k)+\lambda(\hat i-\hat j+\hat 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intersect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$2(PQ)^2$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19   (B) 27   (C) 25   (D) 29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Foot of perpendicular from a point on a line and intersection of two lines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both lie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their two parameter values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needed: first the foot of the perpendicular, then the intersection.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both lie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their two parameter values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needed: first the foot of the perpendicular, then the intersection.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direction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general point of the second line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equate it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$A(1,2,2)$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$P(\mu+1,\,-\mu-1,\,2\mu+2)$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d=(1,-1,2)$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$\overrightarrow{AP}=(\mu,\,-\mu-3,\,2\mu)$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$\overrightarrow{AP}\cdot\vec 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$\mu+\mu+3+4\mu=0$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$P=\left(\frac12,-\frac12,1\right)$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general point of the second line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$(-1+\lambda,\,1-\lambda,\,-2+\lambda)$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equate it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$(\mu+1,\,-\mu-1,\,2\mu+2)$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same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$\mu+1=-1+\lambda$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$\mu=\lambda-2$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$-\mu-1=1-\lambda$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same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$\mu=\lambda-2$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$2\mu+2=-2+\lambda$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$2(\lambda-2)+2=-2+\lambda$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$Q=(-1,1,-2)$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$PQ=\sqrt{\left(\frac12+1\right)^2+\left(-\frac12-1\right)^2+(1+2)^2}=\sqrt{\frac94+\frac94+9}=\sqrt{\frac{54}{4}}$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$2(PQ)^2=2\cdot\frac{54}{4}=27$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(2) 27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points are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foot's parameter comes from the projection formula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points are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$PQ=|\Delta\mu|\cdot|\vec d|$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foot's parameter comes from the projection formula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$\mu=\frac{\overrightarrow{P_0A}\cdot\vec d}{|\vec d|^2}$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point at parameter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$P_0(1,-1,2)$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d=(1,-1,2)$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d|^2=6$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point at parameter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$P_0+\mu\vec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$A(1,2,2)$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$\mu_P=\frac{\overrightarrow{P_0A}\cdot\vec d}{|\vec d|^2}=\frac{(0,3,0)\cdot(1,-1,2)}{6}=-\frac12$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second line is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it is the intersection since it lies on both lines (the second line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$(-1,1,-2)$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second line is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$\mu_Q=-2$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$P_0-2\vec d=(-1,1,-2)$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it is the intersection since it lies on both lines (the second line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$PQ=|\mu_Q-\mu_P|\,|\vec d|=\frac32\sqrt6$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$2(PQ)^2=2\cdot\frac94\cdot6=27$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(2) 27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equation to solve).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points on one line at parameters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at 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intersect two lines, equate coordinates: three equations, two unknowns; consistency is the intersection test. Here the directions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parallel, so the lines meet at most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$P_0+\mu\vec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$\mu=\frac{\overrightarrow{P_0A}\cdot\vec d}{|\vec d|^2}$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equation to solve).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points on one line at parameters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$\mu_1,\mu_2$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$|\mu_1-\mu_2|\,|\vec d|$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intersect two lines, equate coordinates: three equations, two unknowns; consistency is the intersection test. Here the directions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parallel, so the lines meet at most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62737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unit vector which makes an angle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 angle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62737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unit vector which makes an angle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$2\hat i+2\hat j-\hat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 angle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i-\hat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C+\left(-\frac12\hat i+\frac{1}{3\sqrt2}\hat j-\frac{\sqrt2}{3}\hat k\right)$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$\left(\frac1{\sqrt3}+\frac12\right)\hat i+\left(\frac1{\sqrt3}-\frac1{3\sqrt2}\right)\hat j+\left(\frac1{\sqrt3}+\frac{\sqrt2}{3}\right)\hat k$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$\frac{\sqrt2}{3}\hat i+\frac1{3\sqrt2}\hat j-\frac12\hat k$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$\frac{\sqrt2}{3}\hat i-\frac12\hat k$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$-\frac{\sqrt2}{3}\hat i+\frac{\sqrt2}{3}\hat j+\left(\frac12+\frac{2\sqrt2}{3}\right)\hat k$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Direction cosines of a unit vector with given angles, and angle between vectors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angle conditions are linear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they leave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two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angle conditions are linear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$(a,b,c)$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$a-c=1$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$2a+2b-c=\frac32$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$a^2+b^2+c^2=1$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they leave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two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66360"/>
                <a:ext cx="10725912" cy="15087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66360"/>
                <a:ext cx="10725912" cy="15087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C=a\hat i+b\hat j+c\hat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$a^2+b^2+c^2=1$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(length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(2)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(1)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into (3):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simplifies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36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$2\hat i+2\hat j-\hat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$(a,b,c)\cdot(2,2,-1)=1\times3\times\frac12$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$2a+2b-c=\frac32$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i-\hat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$(a,b,c)\cdot(1,0,-1)=1\times\sqrt2\times\frac1{\sqrt2}$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(2)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(1)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$a+2b=\frac12$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$b=\frac{1-2a}{4}$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into (3):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$a^2+\left(\frac{1-2a}{4}\right)^2+(a-1)^2=1$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simplifies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$36a^2-36a+1=0$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$a=\frac{36\pm\sqrt{36^2-4\cdot36}}{72}=\frac12\pm\frac{\sqrt2}{3}$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(upper signs together, lower signs together).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upper signs give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Lower signs give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among the options (option (4)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$b=\frac{1-2a}{4}=\mp\frac{1}{3\sqrt2}$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$c=a-1=-\frac12\pm\frac{\sqrt2}{3}$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(upper signs together, lower signs together).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$-\frac12\hat i+\frac1{3\sqrt2}\hat j-\frac{\sqrt2}{3}\hat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upper signs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$\left(\frac{\sqrt2}{3},\,0,\,-\frac12\right)$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Lower signs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$\left(-\frac{\sqrt2}{3},\,\frac{\sqrt2}{3},\,-\frac12-\frac{2\sqrt2}{3}\right)$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among the options (option (4)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C+\left(\cdots\right)=\frac{\sqrt2}{3}\hat i-\frac12\hat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(3)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acc>
                      <m:accPr>
                        <m:chr m:val="̂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acc>
                      <m:accPr>
                        <m:chr m:val="̂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(3)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$\frac{\sqrt2}{3}\hat i-\frac12\hat k$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531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in the span of the two given directions and satisfies both angle conditions,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perpendicular to both; then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remains, a one-line equation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531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C=\vec C_0+s\vec 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C_0$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in the span of the two given directions and satisfies both angle conditions,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e=\vec n\times\vec 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perpendicular to both; then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$|\vec C|=1$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remains, a one-line equation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70504"/>
                <a:ext cx="10725912" cy="34046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conditions are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line of solutions in space).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Seek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70504"/>
                <a:ext cx="10725912" cy="34046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n=(2,2,-1)$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m=(1,0,-1)$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conditions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C\cdot\vec n=\frac32$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C\cdot\vec 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line of solutions in space).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Seek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C_0=x\vec n+y\vec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n\cdot\vec n=9$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n\cdot\vec m=3$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m\cdot\vec 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$9x+3y=\frac32$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$3x+2y=1$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C_0=\left(\frac12,0,-\frac12\right)$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C_0|^2=\frac12$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line has direction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∓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∓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lower sign,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adding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(3); the upper sign gives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an option.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line has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e=\vec n\times\vec m=(-2,1,-2)$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e|^2=9$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C_0\perp\vec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C|^2=\frac12+9s^2=1$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$s=\pm\frac{\sqrt2}{6}$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C=\left(\frac12\mp\frac{\sqrt2}{3},\ \pm\frac{\sqrt2}{6},\ -\frac12\mp\frac{\sqrt2}{3}\right)$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lower sign,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$s=-\frac{\sqrt2}{6}$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C=\left(\frac12+\frac{\sqrt2}{3},-\frac{\sqrt2}{6},-\frac12+\frac{\sqrt2}{3}\right)$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adding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$\left(-\frac12,\frac{\sqrt2}{6},-\frac{\sqrt2}{3}\right)$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$\left(\frac{\sqrt2}{3},0,-\frac12\right)$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(3); the upper sign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$\left(-\frac{\sqrt2}{3},\frac{\sqrt2}{3},-\frac12-\frac{2\sqrt2}{3}\right)$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an option.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(3)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acc>
                      <m:accPr>
                        <m:chr m:val="̂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acc>
                      <m:accPr>
                        <m:chr m:val="̂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(3)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$\frac{\sqrt2}{3}\hat i-\frac12\hat k$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conditions with fixed vectors are linear: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unit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Two of them plus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at most two vectors.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 of solutions of two linear conditions is a line with direction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point of it closest to the origin is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(Pythagoras).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such unit vectors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according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two.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on the answer: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conditions with fixed vectors are linear: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C\cdot\vec u=|\vec u|\cos\theta$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unit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Two of them plus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at most two vectors.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 of solutions of two linear conditions is a line with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n\times\vec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point of it closest to the origin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C_0=x\vec n+y\vec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C|^2=|\vec C_0|^2+s^2|\vec e|^2$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(Pythagoras).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such unit vectors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according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C_0|&lt;1$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C_0|^2=\frac12&lt;1$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two.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on the answer: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C=\left(\frac12+\frac{\sqrt2}{3},-\frac{\sqrt2}{6},-\frac12+\frac{\sqrt2}{3}\right)$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C\cdot(2,2,-1)=\frac32$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C\cdot(1,0,-1)=1$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unit vector in the direction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11   (B) 3   (C) 6   (D) 9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a=\hat i+\hat j+\hat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b=2\hat i+4\hat j-5\hat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c=x\hat i+2\hat j+3\hat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unit vector in the direction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b+\vec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d=1$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a\times\vec b)\cdot\vec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11   (B) 3   (C) 6   (D) 9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Scalar triple product and unit vector along the sum of two vectors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two conditions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d=\lambda(\vec b+\vec 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two conditions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a\cdot\vec d=1$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$|\vec d|=1$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(2)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b+\vec c=(2+x)\hat i+6\hat j-2\hat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d=\lambda\left((2+x)\hat i+6\hat j-2\hat k\right)$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d=1$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$\lambda(x+6)=1$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d|=1$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$\lambda^2\left((x+2)^2+36+4\right)=1$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$\lambda=\frac1{x+6}$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(2)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$(x+2)^2+40=(x+6)^2$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$8x=8$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c=\hat i+2\hat j+3\hat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b=\left|\begin{matrix}\hat i&amp;\hat j&amp;\hat k\\1&amp;1&amp;1\\2&amp;4&amp;-5\end{matrix}\right|=-9\hat i+7\hat j+2\hat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a\times\vec b)\cdot\vec c=-9+14+6=11$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(1) 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scalar triple product is a determinant, and it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unknown sits in one row); no cross product is needed once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known.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scalar triple product is a determinant, and it is linear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unknown sits in one row); no cross product is needed once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known.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follows as before from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follows as before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d=1$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d|=1$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a\times\vec b)\cdot\vec c=\left|\begin{matrix}1&amp;1&amp;1\\2&amp;4&amp;-5\\x&amp;2&amp;3\end{matrix}\right|=1(12+10)-1(6+5x)+1(4-4x)=20-9x$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(1) 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also shows how the answer depends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a\times\vec b)\cdot\vec c=\det[\vec a\ \vec b\ \vec c]$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c=(x,2,3)$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$20-9x$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also shows how the answer depends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a\cdot\hat s=|\vec a|\cos\theta$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d=1$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d=\frac{\vec s}{|\vec s|}$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d=1$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a\cdot\vec s)^2=|\vec s|^2$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s&gt;0$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$(x+6)^2=(x+2)^2+40$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$x+6&gt;0$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three vectors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angle between the vectors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minimum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105   (B) 124   (C) 121   (D) 110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three vectors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a,\vec b,\vec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b|=3$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a=\vec b\times\vec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$\alpha\in\left[0,\frac\pi3\right]$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angle between the vectors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minimum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$27|\vec c-\vec 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105   (B) 124   (C) 121   (D) 110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Cross product, perpendicularity and minimisation of a distance between vectors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a=\vec b\times\vec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a\perp\vec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$|\vec c-\vec a|^2=|\vec c|^2+4$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$|\vec c|=\frac{2}{3\sin\alpha}$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a=\vec b\times\vec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a\perp\vec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a\perp\vec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c-\vec a|^2=|\vec c|^2+|\vec a|^2-2\vec c\cdot\vec a=4+|\vec c|^2$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a|=|\vec b\times\vec c|=|\vec b||\vec c|\sin\alpha$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$2=3|\vec c|\sin\alpha$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$\sin\alpha\,|\vec c|=\frac23$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$\sin^2\alpha=\frac{4}{9|\vec c|^2}$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c|^2=\frac{4}{9\sin^2\alpha}$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smallest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largest;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c-\vec a|^2=4+\frac{4}{9\sin^2\alpha}$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smallest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largest;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$\left(0,\frac\pi3\right]$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$\sin\alpha=\frac{\sqrt3}{2}$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$27|\vec c-\vec a|^2=27\left[4+\frac{4\cdot4}{9\cdot3}\right]=27\cdot\frac{124}{27}=124$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(2) 124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implies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triple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right-handed.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(Pythagoras).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quantity of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minimised at the largest allowed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cross product would vanish,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fact.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 at the minimum: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a=\vec b\times\vec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implies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a\perp\vec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a\perp\vec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a|=|\vec b||\vec c|\sin\alpha$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triple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b,\vec c,\vec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right-handed.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u\perp\vec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u\pm\vec w|^2=|\vec u|^2+|\vec w|^2$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(Pythagoras).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quantity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$\frac{k}{\sin^2\alpha}$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minimised at the largest allowed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cross product would vanish,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$\alpha\in\left(0,\frac\pi3\right]$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fact.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 at the minimum: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c|=\frac{2}{3\cdot\frac{\sqrt3}2}=\frac{4}{3\sqrt3}$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c|^2=\frac{16}{27}$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vector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angle between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a=6\hat i+\hat j-\hat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b=\hat i+\hat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vector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c|\ge6$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c=6|\vec 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c-\vec a|=2\sqrt2$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angle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$\left|(\vec a\times\vec b)\times\vec c\right|$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$\frac92\left(6-\sqrt6\right)$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$\frac92\left(6+\sqrt6\right)$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$\frac32\sqrt6$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435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Dot product, magnitude and angle between vectors with a cross-product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quadratic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condition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picks the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$|\vec c-\vec a|=2\sqrt2$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a\cdot\vec c=6|\vec c|$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$|\vec c|$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condition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$|\vec c|\ge6$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picks the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$|(\vec a\times\vec b)\times\vec c|=|\vec a\times\vec b|\,|\vec c|\sin60^\circ=|\vec a\times\vec b|\,|\vec c|\,\frac{\sqrt3}{2}$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b=\left|\begin{matrix}\hat i&amp;\hat j&amp;\hat k\\6&amp;1&amp;-1\\1&amp;1&amp;0\end{matrix}\right|=\hat i-\hat j+5\hat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a\times\vec b|=\sqrt{27}$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c-\vec a|=2\sqrt2$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c|^2+|\vec a|^2-2\vec a\cdot\vec c=8$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a|^2=36+1+1=38$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c=6|\vec 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c|^2+38-12|\vec c|=8$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c|^2-12|\vec c|+30=0$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c|=\frac{12\pm\sqrt{144-120}}{2}=6\pm\sqrt6$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c|\ge6$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c|=6+\sqrt6$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$|(\vec a\times\vec b)\times\vec c|=\sqrt{27}\left(6+\sqrt6\right)\frac{\sqrt3}{2}=\frac{9}{2}\left(6+\sqrt6\right)$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(2)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(2)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$\frac92\left(6+\sqrt6\right)$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them;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given angle, not the direction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result is a quadratic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simplify early.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angle between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38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u\times\vec w|=|\vec u||\vec w|\sin\theta$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them;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$|(\vec a\times\vec b)\times\vec 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a\times\vec 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given angle, not the direction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c-\vec a|^2=|\vec c|^2+|\vec a|^2-2\vec a\cdot\vec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result is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$\sqrt{27}\cdot\frac{\sqrt3}{2}=\frac92$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a\times\vec 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simplify early.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c|=6+\sqrt6$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c=6(6+\sqrt6)$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angle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$\cos\theta=\frac{6}{\sqrt{38}}$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214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in the first octant, whose projection in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-plane is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angle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the angle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origin. Then the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214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$P(x,y,z)$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in the first octant, whose projection in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-plane is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$OP=\gamma$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angle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the angle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origin. Then the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$\gamma\sqrt{1+\cos^2\theta\sin^2\phi}$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$\gamma\sqrt{1+\cos^2\phi\sin^2\theta}$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$\gamma\sqrt{1-\sin^2\phi\cos^2\theta}$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$\gamma\sqrt{1-\sin^2\theta\cos^2\phi}$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Direction cosines and distance of a point from a coordinate axis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distance from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distance from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$\sqrt{\gamma^2-x^2}$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$x=\gamma\sin\phi\cos\theta$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$\overrightarrow{OP}=x\hat i+y\hat j+z\hat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$\overrightarrow{OQ}=x\hat i+y\hat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$|OP|=\gamma=\sqrt{x^2+y^2+z^2}$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angle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angle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angle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$\cos\theta=\frac{x}{\sqrt{x^2+y^2}}$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$\cos^2\theta=\frac{x^2}{x^2+y^2}=\frac{x^2}{\gamma^2-z^2}$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angle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$\cos\phi=\frac{z}{\sqrt{x^2+y^2+z^2}}=\frac z\gamma$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$z^2=\gamma^2\cos^2\phi$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$\gamma^2-z^2=\gamma^2\sin^2\phi$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$\cos^2\theta=\frac{x^2}{\gamma^2\sin^2\phi}$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$x^2=\gamma^2\sin^2\phi\cos^2\theta$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$d=\sqrt{y^2+z^2}=\sqrt{\gamma^2-x^2}$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$d=\sqrt{\gamma^2-\gamma^2\sin^2\phi\cos^2\theta}=\gamma\sqrt{1-\sin^2\phi\cos^2\theta}$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(3)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γ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(3)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$\gamma\sqrt{1-\sin^2\phi\cos^2\theta}$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direction cosine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spherical coordinates.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direction cosine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$l=\cos\psi$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$d=OP\sin\psi$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$\cos\psi=\sin\phi\cos\theta$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spherical coordinates.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Spherical coordinates: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direction cosine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angle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ψ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Spherical coordinates: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$P=\gamma(\sin\phi\cos\theta,\ \sin\phi\sin\theta,\ \cos\phi)$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$OQ=\gamma\sin\phi$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$z=\gamma\cos\phi$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direction cosine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$l=\sin\phi\cos\theta=\cos\psi$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$\psi$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angle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$OP\sin\psi=\gamma\sqrt{1-\cos^2\psi}=\gamma\sqrt{1-\sin^2\phi\cos^2\theta}$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(3)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γ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(3)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$\gamma\sqrt{1-\sin^2\phi\cos^2\theta}$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Spherical coordinates (colatitude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azimuth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terms of the direction cosine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an axis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cosines satisfy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and the formula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Spherical coordinates (colatitude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azimuth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$(x,y,z)=\gamma(\sin\phi\cos\theta,\sin\phi\sin\theta,\cos\phi)$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$P(x,y,z)$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$\sqrt{y^2+z^2}$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$\sqrt{x^2+z^2}$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$\sqrt{x^2+y^2}$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terms of the direction cosine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an axis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$\gamma\sqrt{1-l^2}$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cosines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$l^2+m^2+n^2=1$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$\theta=0,\phi=\frac\pi2$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and the formula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$\gamma\sqrt{1-1}=0$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vectors. 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unit vector along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30   (B) 21   (C) 25   (D) 27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a=\hat i+2\hat j+3\hat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b=2\hat i+3\hat j-5\hat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c=3\hat i-\hat j+\lambda\hat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vectors.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unit vector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b+\vec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r\cdot\vec 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30   (B) 21   (C) 25   (D) 27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Unit vector along a given vector and dot product with a vector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two equations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eliminating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leaves a linear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r=k(\vec b+\vec 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$|\vec r|=1$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r\cdot\vec a=3$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two equations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$k,\lambda$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eliminating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leaves a linear equation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r=k(\vec b+\vec 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b+\vec c=5\hat i+2\hat j+(\lambda-5)\hat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r\cdot\vec a=k\left(\vec b\cdot\vec a+\vec c\cdot\vec a\right)=3$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b\cdot\vec a=2+6-15$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c\cdot\vec a=3-2+3\lambda$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$3=k(2+6-15+3-2+3\lambda)=k(-6+3\lambda)$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r|=1$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$k\sqrt{25+4+(5-\lambda)^2}=k\sqrt{54+\lambda^2-10\lambda}$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$k^2(54+\lambda^2-10\lambda)=1$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in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$k=\frac{3}{-6+3\lambda}=\frac{1}{\lambda-2}$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in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$54+\lambda^2-10\lambda=(\lambda-2)^2=\lambda^2-4\lambda+4$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$50=6\lambda$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$\lambda=\frac{25}{3}$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$3\lambda=25$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(3) 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the unknown scale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condition: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(true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 which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cancel: the quadratic collapses to a linear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r\cdot\vec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the unknown scale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r=k\vec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r|=1$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$k=\pm\frac1{|\vec s|}$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r\cdot\vec 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s\cdot\vec a=\pm3|\vec s|$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condition: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r\cdot\vec a=3&gt;0$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s\cdot\vec a=3\lambda-6&gt;0$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(true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$\lambda=\frac{25}{3}$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s\cdot\vec a=3|\vec s|$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$(3\lambda-6)^2=9(\lambda^2-10\lambda+54)$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 which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cancel: the quadratic collapses to a linear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$\lambda=\frac{25}3$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s\cdot\vec a=19$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s|^2=\frac{361}{9}$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r\cdot\vec a=\frac{19}{19/3}=3$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three vectors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 triangle such that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area of the triangle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positive real number,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14   (B) 10   (C) 12   (D) 16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three vectors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a=\alpha\hat i+4\hat j+2\hat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b=5\hat i+3\hat j+4\hat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c=x\hat i+y\hat j+z\hat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 triangle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c=\vec a-\vec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area of the triangle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positive real number,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14   (B) 10   (C) 12   (D) 16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of a triangle using the cross product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triangle with sides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this gives an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triangle with sides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a,\vec b,\vec c=\vec a-\vec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area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$\frac12|\vec a\times\vec b|$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this gives an equation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triangle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c=\vec a-\vec b=(\alpha-5)\hat i+\hat j-2\hat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$=\frac12|\vec a\times\vec b|=5\sqrt6$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a\times\vec b|=10\sqrt6$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b=\left|\begin{matrix}\hat i&amp;\hat j&amp;\hat k\\\alpha&amp;4&amp;2\\5&amp;3&amp;4\end{matrix}\right|=10\hat i-(4\alpha-10)\hat j+(3\alpha-20)\hat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$\sqrt{100+(10-4\alpha)^2+(3\alpha-20)^2}=10\sqrt6$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$100+(10-4\alpha)^2+(3\alpha-20)^2=600$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$25\alpha^2-200\alpha+600=600$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$25\alpha(\alpha-8)=0$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c=3\hat i+\hat j-2\hat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c|^2=9+1+4=14$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(1) 14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Lagrange's identity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equation from dot products alone, with no determinant.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Lagrange's identity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$|\vec a\times\vec b|^2=|\vec a|^2|\vec b|^2-(\vec a\cdot\vec b)^2$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equation from dot products alone, with no determinant.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a|^2=\alpha^2+20$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b|^2=25+9+16=50$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b=5\alpha+12+8=5\alpha+20$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a\times\vec b|^2=(10\sqrt6)^2=600$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$50(\alpha^2+20)-(5\alpha+20)^2=600$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$50\alpha^2+1000-25\alpha^2-200\alpha-400=600$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$25\alpha^2-200\alpha=0$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c=(3,1,-2)$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c|^2=14$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(1) 14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triangle with side vectors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for any two of the sides, since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Lagrange's identity: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terms cancel so the equation is quadratic.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magnitude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triangle with side vectors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a,\vec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c=\vec a-\vec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$\frac12|\vec a\times\vec 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for any two of the sides,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c=\vec a\times(\vec a-\vec b)=-\vec a\times\vec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Lagrange's 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a\times\vec b|^2=|\vec a|^2|\vec b|^2-(\vec a\cdot\vec b)^2$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terms cancel so the equation is quadratic.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a=(8,4,2)$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b=(10,-22,4)\cdot$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magnitude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$\sqrt{100+484+16}=\sqrt{600}=10\sqrt6$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35813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the following two statements: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I: 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 magnitude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II: In a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Statement I is correct but Statement II is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Statement I is incorrect but Statement II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Both Statement I and Statement II are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Statement I and Statement II are incorrect.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35813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the following two statements: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I: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a=\hat i+2\hat j-3\hat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b=2\hat i+\hat j-\hat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r=\vec a\times\vec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 magnitude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II: In a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$\cos2A+\cos2B+\cos2C\ge-\frac32$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Statement I is correct but Statement II is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Statement I is incorrect but Statement II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Both Statement I and Statement II are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Statement I and Statement II are incorrect.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Cross product equation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 inequality in the angles of a triangle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Cross product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r=\vec a\times\vec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 inequality in the angles of a triangle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Lagrange's identity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for Statement II take the circumcentre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Lagrange's identity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a\cdot\vec r=0$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$|\vec a\times\vec b|=|\vec a||\vec r|$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for Statement II take the circumcentre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$|\overrightarrow{OA}+\overrightarrow{OB}+\overrightarrow{OC}|^2\ge0$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two vectors,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replace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two vectors,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c\times\vec d|^2=|\vec c|^2|\vec d|^2-(\vec c\cdot\vec d)^2$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d=\vec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a\times\vec r|^2=|\vec a|^2|\vec r|^2-(\vec a\cdot\vec r)^2$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I is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II: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circumcentre,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with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r=\vec a\times\vec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a\times\vec b|^2=|\vec a|^2|\vec r|^2$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b=(1,-5,-3)$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a\times\vec b|^2=35$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a|^2=14$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$35=14|\vec r|^2$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r|=\sqrt{\frac{35}{14}}=\sqrt{\frac52}\ne\sqrt{10}$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I is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II: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circumcentre,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$|\overrightarrow{OA}|=|\overrightarrow{OB}|=|\overrightarrow{OC}|=R$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$\left|\overrightarrow{OA}+\overrightarrow{OB}+\overrightarrow{OC}\right|^2\ge0$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with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$3R^2+2\left(\overrightarrow{OA}\cdot\overrightarrow{OB}+\overrightarrow{OB}\cdot\overrightarrow{OC}+\overrightarrow{OC}\cdot\overrightarrow{OA}\right)\ge0$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angle between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(central angle), and so on, so each dot product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II is correct: option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angle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(central angle), and so on, so each dot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$R^2\cos2C,\ R^2\cos2A,\ R^2\cos2B$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$3R^2+2R^2(\cos2A+\cos2B+\cos2C)\ge0$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$\cos2A+\cos2B+\cos2C\ge-\frac32$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II is correct: option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(2) Statement I is incorrect but Statement II is correct.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Statement I: solve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 Statement II: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bound the product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Statement I: solve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a\times(\vec r-\vec b)=\vec 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r=\vec b+t\vec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 Statement II: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$\cos2A+\cos2B+\cos2C=-1-4\cos A\cos B\cos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bound the product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I: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Statement I is incorrect.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a\times(\vec r-\vec b)=\vec0$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r-\vec b=t\vec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r=\vec b+t\vec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b+t|\vec a|^2=0$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$7+14t=0$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r=\vec b-\frac12\vec a=\left(\frac32,0,\frac12\right)$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r|^2=\frac94+\frac14=\frac52\ne10$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Statement I is incorrect.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II: in a triangle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equilateral: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claim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acute and the product is negative.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II: in a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$\cos2A+\cos2B+\cos2C=-1-4\cos A\cos B\cos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equilateral: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$-\frac32=-1-4\cdot\frac18$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claim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A\cos B\cos C\le\frac18$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C&lt;0$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acute and the product is negative.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product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(maximum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inequality holds for every triangle: Statement II is correct; option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C\ge0$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A\cos B=\frac12[\cos(A-B)+\cos(A+B)]\le\frac12(1-\cos 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$\le\frac12\cos C(1-\cos C)\le\frac18$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$c(1-c)$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inequality holds for every triangle: Statement II is correct; option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(2) Statement I is incorrect but Statement II is correct.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Lagrange's identity: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 from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a multiple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adding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a unique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triangle: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at least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for the equilateral triangle;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Technique: to prove an inequality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put the circumcentre at the origin and expand a sum of unit-vector squares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Lagrange's 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c\times\vec d|^2=|\vec c|^2|\vec d|^2-(\vec c\cdot\vec d)^2$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r=\vec a\times\vec b\iff\vec r=\vec b+t\vec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adding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r=k$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$t=\frac{k-\vec a\cdot\vec b}{|\vec a|^2}$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a unique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triangle: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$\cos2A+\cos2B+\cos2C=-1-4\cos A\cos B\cos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for the equilateral triangle;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A+\cos B+\cos C\le\frac32$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Technique: to prove an inequality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put the circumcentre at the origin and expand a sum of unit-vector squares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values of the ordered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area of the parallelogram of diagonals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21   (B) 17   (C) 19   (D) 24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a=2\hat i+\alpha\hat j+\hat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b=-\hat i+\hat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c=\beta\hat j-\hat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values of the ordered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area of the parallelogram of diagonals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a+\vec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b+\vec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$\frac{\sqrt{21}}{2}$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$(\alpha_1,\beta_1)$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$(\alpha_2,\beta_2)$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$\alpha_1^2+\beta_1^2-\alpha_2\beta_2$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21   (B) 17   (C) 19   (D) 24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of a parallelogram with given diagonals; integer solutions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Area of a parallelogram with diagonals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this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Area of a parallelogram with diagonals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d_1,\vec d_2$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$\frac12|\vec d_1\times\vec d_2|$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$\alpha\beta=-6$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this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$\alpha^2+5\beta^2=29$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parallelogram with diagonals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parallelogram with diagonals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d_1,\vec 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$\frac12|\vec d_1\times\vec d_2|=\frac{\sqrt{21}}{2}$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d_1=\vec a+\vec b=\hat i+\alpha\hat j+2\hat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d_2=\vec b+\vec c=-\hat i+\beta\hat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d_1\times\vec d_2=\left|\begin{matrix}\hat i&amp;\hat j&amp;\hat k\\1&amp;\alpha&amp;2\\-1&amp;\beta&amp;0\end{matrix}\right|=-2\beta\hat i-2\hat j+(\alpha+\beta)\hat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$\sqrt{4\beta^2+4+(\alpha+\beta)^2}=\sqrt{21}$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$4\beta^2+4+\alpha^2+\beta^2+2\alpha\beta=21$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$\alpha^2+5\beta^2+2\alpha\beta=17$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$\alpha^2+5\beta^2-12=17$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$\alpha^2+5\beta^2=29$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integers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other integer pairs (for example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fail.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integers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$(\alpha,\beta)=(-3,2)$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$9+20=29$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$9+20=29$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other integer pairs (for example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fail.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$(\alpha_1,\beta_1)=(-3,2)$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$(\alpha_2,\beta_2)=(3,-2)$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$\alpha_1^2+\beta_1^2-\alpha_2\beta_2=9+4-(3)(-2)=9+4+6=19$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(3) 19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Lagrange's identity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uses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directly, with no determinant.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Lagrange's identity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$|\vec d_1\times\vec d_2|^2=|\vec d_1|^2|\vec d_2|^2-(\vec d_1\cdot\vec d_2)^2$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d_1\cdot\vec d_2=-1+\alpha\beta=-7$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directly, with no determinant.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d_1|^2=\alpha^2+5$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d_2|^2=\beta^2+1$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d_1\cdot\vec d_2=-1+\alpha\beta=-7$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d_1\times\vec d_2|^2=21$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$(\alpha^2+5)(\beta^2+1)-49=21$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integer pairs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same pairs as before,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$\alpha^2\beta^2+\alpha^2+5\beta^2+5=70$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$\alpha^2\beta^2=36$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$\alpha^2+5\beta^2=29$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integer pairs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$(\pm1,\mp6),(\pm2,\mp3),(\pm3,\mp2),(\pm6,\mp1)$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$(\pm3,\mp2)$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same pairs as before,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$\alpha_1^2+\beta_1^2-\alpha_2\beta_2=13+6=19$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(3) 19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Parallelogram with diagonals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sides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with sides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Lagrange's identity turns a cross-product magnitude into dot products, so a given product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used immediately.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integer pair with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list the divisor pairs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unordered,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ordered) and test the second equation; a sum of squares with weights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quickly rules out most.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either pair, the requested expression equals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Parallelogram with diagonals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d_1,\vec 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$\frac12|\vec d_1\times\vec d_2|$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sides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$\frac{\vec d_1\pm\vec d_2}{2}$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with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u,\vec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u\times\vec v|$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Lagrange's identity turns a cross-product magnitude into dot products, so a given product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used immediately.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integer pair with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list the divisor pairs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unordered,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ordered) and test the second equation; a sum of squares with weights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$\alpha^2+5\beta^2$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quickly rules out most.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$\alpha_2\beta_2=-6$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either pair, the requested expression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$\alpha_1^2+\beta_1^2+6=13+6$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2.15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5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01 Vector 3D 02 Questions 1–20 (printed 21–40)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2.15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