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2.0</c:v>
                </c:pt>
                <c:pt idx="2">
                  <c:v>2.0</c:v>
                </c:pt>
                <c:pt idx="3">
                  <c:v>1.0</c:v>
                </c:pt>
                <c:pt idx="4">
                  <c:v>2.0</c:v>
                </c:pt>
                <c:pt idx="5">
                  <c:v>3.0</c:v>
                </c:pt>
                <c:pt idx="6">
                  <c:v>1.0</c:v>
                </c:pt>
                <c:pt idx="7">
                  <c:v>2.0</c:v>
                </c:pt>
                <c:pt idx="8">
                  <c:v>2.0</c:v>
                </c:pt>
                <c:pt idx="9">
                  <c:v>1.0</c:v>
                </c:pt>
                <c:pt idx="10">
                  <c:v>1.0</c:v>
                </c:pt>
                <c:pt idx="11">
                  <c:v>2.0</c:v>
                </c:pt>
                <c:pt idx="12">
                  <c:v>2.0</c:v>
                </c:pt>
                <c:pt idx="13">
                  <c:v>3.0</c:v>
                </c:pt>
                <c:pt idx="14">
                  <c:v>3.0</c:v>
                </c:pt>
                <c:pt idx="15">
                  <c:v>2.0</c:v>
                </c:pt>
                <c:pt idx="16">
                  <c:v>2.0</c:v>
                </c:pt>
                <c:pt idx="17">
                  <c:v>2.0</c:v>
                </c:pt>
                <c:pt idx="18">
                  <c:v>2.0</c:v>
                </c:pt>
                <c:pt idx="19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first line reads '$1^2-2^2+\ldots+(2023)^2=1012$' (the factor $m^2n$ is missing); the line is restated as '$=1012\,m^2n$'. Also the PDF does not mention the second coprime split $(m,n)=(1,2023)$; added in the bullet where $m,n$ are fixed.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In the PDF the inequalities are multiplied by $m^5(1-m)$ and $m^6(1-m)$ (both negative for $m&gt;1$) and divided by $1-m$ without ever reversing the sign (e.g. it writes $a(1-m)&gt;m^5(1-m)$ and then concludes $a&gt;m^5$). The two missing reversals cancel in each case, so the final inequalities $m^5&lt;a&lt;\frac{m^6}{2}$ and the answer $12$ are right; the working has been rewritten with the reversals, and the case $m=1$ is excluded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01 Algebra 04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Progressions (A.P., G.P., A.M./G.M.)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printed in the paper)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for single-correct questions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$\gcd(m,n)=1$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$1^2-2^2+3^2-4^2+\ldots+(2021)^2-(2022)^2+(2023)^2=1012\,m^2n$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$m^2-n^2$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 of squares and sum of natural numbers (alternating series), Prime factorisation and coprime integers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Pair the squares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alternating sum collapses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Pair the squares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$(2k-1)^2-(2k)^2=-(4k-1)$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alternating sum collapses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$-\frac{2022\cdot2023}{2}+2023^2$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sum be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pair gives minus the sum of its two numbers: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sum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$1^2-2^2+3^2-4^2+\ldots+(2021)^2-(2022)^2+(2023)^2=1012\,m^2n$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$1012\,m^2n=(1-2)(1+2)+(3-4)(3+4)+\ldots+(2021-2022)(2021+2022)+(2023)^2$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pair gives minus the sum of its two numbers: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$=(-1)(1+2+3+4+\ldots+2022)+(2023)^2$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$=(-1)\cdot\frac{(2022)(2023)}{2}+(2023)^2$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intended choice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coprime choice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make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negative and huge, and is not an option).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$=2023(2023-1011)=2023\times1012$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$1012\,m^2n$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$m^2n=2023=17^2\cdot7$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$\gcd(m,n)=1$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intended choice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coprime choice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$n=2023$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make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$m^2-n^2$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negative and huge, and is not an option).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$m^2-n^2=17^2-7^2=289-49=240$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240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$240$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closed form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proved by induction, so no pairing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closed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$\sum_{k=1}^{n}(-1)^{k+1}k^2=(-1)^{n+1}\frac{n(n+1)}2$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proved by induction, so no pairing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Claim: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true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Claim: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$S_n=1^2-2^2+\ldots+(-1)^{n+1}n^2=(-1)^{n+1}\frac{n(n+1)}{2}$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$S_1=1=\frac{1\cdot2}{2}$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true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$S_{n+1}=(-1)^{n+1}\frac{n(n+1)}2+(-1)^{n+2}(n+1)^2=(-1)^{n+2}(n+1)\left[(n+1)-\frac n2\right]=(-1)^{n+2}\frac{(n+1)(n+2)}{2}$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(odd) the sign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$n=2023$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(odd) the sign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$S_{2023}=\frac{2023\cdot2024}{2}=2023\cdot1012$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$m^2n=2023=7\cdot17^2$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$m^2-n^2=240$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240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$240$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difference of consecutive squares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pairing alternate-sign squares always turns the series into an AP sum.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printed in the question is the clue: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square-free-ish only in the sense that every prime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wholly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wholly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list the splits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test.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$\sum_{k=1}^{n}(-1)^{k+1}k^2=(-1)^{n+1}\frac{n(n+1)}{2}$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$1-4+9-16=-10=-\frac{4\cdot5}{2}$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difference of consecutive squares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$(k+1)^2-k^2=2k+1$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pairing alternate-sign squares always turns the series into an AP sum.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printed in the question is the clue: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$\frac{2023\cdot2024}{2}=2023\cdot1012$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$m^2n=N$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$\gcd(m,n)=1$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square-free-ish only in the sense that every prime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wholly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wholly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list the splits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$N=7\cdot17^2$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test.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of the series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11260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11310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11280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11290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of the series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$5+8+14+23+35+50+\ldots$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$S_n=\sum_{k=1}^{n}a_k$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$S_{30}-a_{40}$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$11260$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$11310$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$11280$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$11290$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Method of differences for sequences, Sum of squares and sum of natural numbers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differences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 an AP,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differences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$3,6,9,12,\ldots$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 an AP,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$a_n=5+3\cdot\frac{n(n-1)}{2}$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it again shifted one place: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subtract term by term.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the differences).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$S_n=5+8+14+23+35+\ldots+a_{n-1}+a_n$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it again shifted one place: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$S_n=\ \ 5+8+14+23+\ldots+a_{n-1}+a_n$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subtract term by term.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$a_n=5+3+6+9+12+\ldots$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the differences).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$a_n=5+\frac{n-1}{2}\left[6+(n-2)3\right]$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$a_n=5+\left(\frac{n-1}{2}\right)(3n)=\frac32n(n-1)+5$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13635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13635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11290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$a_n=\frac{3n^2}{2}-\frac{3n}{2}+5$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$a_{40}=3\times\frac{40^2}{2}-3\times\frac{40}{2}+5=2400-60+5=2345$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$S_{30}=\frac32\times\frac{30\cdot31\cdot61}{6}-\frac32\times\frac{30\cdot31}{2}+5\times30$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$S_{30}=13635$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$S_{30}-a_{40}=13635-2345=11290$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11290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$11290$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the hockey-stick identity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$a_n=5+3\binom n2$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the hockey-stick identity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$\sum_{k=1}^{m}\binom k2=\binom{m+1}{3}$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differences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(hockey-stick).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4495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13485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13635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13635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11290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differences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$3\cdot1,3\cdot2,3\cdot3,\ldots$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$a_n=5+3(1+2+\ldots+(n-1))=5+3\binom 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$a_{40}=5+3\binom{40}{2}=5+3\cdot780=2345$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$S_{30}=\sum_{k=1}^{30}5+3\sum_{k=1}^{30}\binom k2=150+3\binom{31}{3}$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(hockey-stick).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$\binom{31}{3}=\frac{31\cdot30\cdot29}{6}=4495$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$S_{30}=150+13485=13635$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$S_{30}-a_{40}=13635-2345=11290$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11290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$11290$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first differences form an AP,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the second differences are constant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leading coefficient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second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Newton form: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leading differences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Hockey stick: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first differences form an AP,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the second differences are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leading coefficient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second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$a_n=\frac32n^2+\ldots$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Newton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$a_n=a_1+\Delta_1\binom{n-1}{1}+\Delta_2\binom{n-1}{2}+\ldots$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leading differences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$5;3,3$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Hockey stick: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$\sum_{k=r}^{m}\binom kr=\binom{m+1}{r+1}$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$\sum_{k=1}^{4}\binom k2=0+1+3+6=10=\binom53$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first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common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geometric progression be positive integers. If the sum of squares of its first three terms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33033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these three terms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common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geometric progression be positive integers. If the sum of squares of its first three terms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$33033$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these three terms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Geometric progression: terms and sum, Integers: divisibility and prime factorisation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33033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quotient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integer,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forced.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$33033=3\cdot7\cdot11^2\cdot13$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quotient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$1+r^2+r^4$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integer,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$a=11$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forced.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33033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33033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33033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only other square divisor,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would need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33033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132129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a perfect square).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$a^2+a^2r^2+a^2r^4=33033$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$a^2\left(1+r^2+r^4\right)=33033$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$33033=3\times7\times(11)^2\times13$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$a^2\left(1+r^2+r^4\right)=3\times7\times(11)^2\times13$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 a^2=(11)^2$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only other square divisor,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would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$r^4+r^2+1=33033$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$(2r^2+1)^2=132129$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a perfect square).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$\Rightarrow1+r^2+r^4=273$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integer).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$r^4+r^2-272=0\Rightarrow(r^2-16)(r^2+17)=0\Rightarrow r^2=16$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integer).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$ar=44$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$ar^2=176$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$a+ar+ar^2=11+44+176=231$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231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$231$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the required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divide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33033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$1+r^2+r^4=(r^2+r+1)(r^2-r+1)$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the required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$S=a(r^2+r+1)$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divide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$33033$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33033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positive integers.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divisor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33033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(prime) do not divide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33033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$1+r^2+r^4=(r^2+r+1)(r^2-r+1)$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$33033=a^2(r^2+r+1)(r^2-r+1)=S\cdot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$S=a(r^2+r+1)$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$T=a(r^2-r+1)$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positive integers.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divisor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$33033=3\cdot7\cdot11^2\cdot13$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$220=2^2\cdot5\cdot11$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$210=2\cdot3\cdot5\cdot7$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(prime) do not divide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$33033$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$231=3\cdot7\cdot11$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attainable: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33033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attainable: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$T=\frac{33033}{231}=143$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$S-T=2ar=88\Rightarrow ar=44$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$S+T=2a(1+r^2)=374\Rightarrow a(1+r^2)=187$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$\frac{1+r^2}{r}=\frac{187}{44}=\frac{17}{4}\Rightarrow r=4$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231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$231$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for a GP with first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(sum of squares of first three terms)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(alternating sum)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sum of the first three terms always divides the sum of their squares; with integer options this alone can decide the question.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Squares dividing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restrict the first term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𝑖𝑛𝑡𝑒𝑔𝑒𝑟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list square divisors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$1+r^2+r^4=(r^2+r+1)(r^2-r+1)$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for a GP with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(sum of squares of first three terms)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(alternating sum)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$=a(1+r+r^2)\cdot a(1-r+r^2)$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sum of the first three terms always divides the sum of their squares; with integer options this alone can decide the question.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Squares dividing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restrict the first term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$N=a^2\cdot(\text{integer})$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list square divisors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$1,11^2$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 an arithmetic progression,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their mean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mean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10051.50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10049.50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10101.50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10100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$x_1,x_2,\ldots,x_{100}$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 an arithmetic progression,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their mean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$y_i=i(x_i-i)$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i\le100$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mean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$y_1,y_2,\ldots,y_{100}$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$10051.50$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$10049.50$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$10101.50$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$10100$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Arithmetic progression: mean and sum of terms, Sum of squares of natural numbers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20000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Mean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$200$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$20000$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$y_i=i(3i-2)$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i^2$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$2+(2+d)+\ldots+(2+99d)=20000$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$=100\times200$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$\Rightarrow200+\frac{99}{2}\times100\,d=20000$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$\Rightarrow99d=396$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$y_1+y_2+\ldots+y_{100}=\sum_{i=1}^{100}i\left(2+(i-1)4-i\right)=\sum_{i=1}^{100}\left(3i^2-2i\right)$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10100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99.5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10049.5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$=\frac{3\cdot100\cdot101\cdot201}{6}-100\cdot101$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$=10100\left(\frac{201}{2}-1\right)=(10100)\cdot\left(\frac{199}{2}\right)$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$=\frac{(10100)(99.5)}{100}=10049.5$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10049.50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$10049.50$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mean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(mean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)(mean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plus a covariance, and for an AP the covariance with the index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mean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$i\,x_i$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(mean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)(mean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plus a covariance, and for an AP the covariance with the index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$d\cdot\mathrm{Var}(i)$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Indices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variance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9999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9999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$d=\frac{x_{100}-x_1}{99}$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$x_{100}=2\cdot200-2=398$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Indices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$1,\ldots,100$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variance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$\frac{100^2-1}{12}=\frac{9999}{12}$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$x_i=x_1+(i-1)d$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$\mathrm{Cov}(i,x_i)=d\cdot\mathrm{Var}(i)=4\cdot\frac{9999}{12}=3333$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13433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3383.5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mean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13433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3383.5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10049.5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$ix_i=(50.5)(200)+3333=10100+3333=13433$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$i^2=\frac{101\cdot201}{6}=3383.5$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mean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$13433-3383.5=10049.5$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10049.50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$10049.50$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AP,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𝑓𝑖𝑟𝑠𝑡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𝑙𝑎𝑠𝑡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immediately.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sequence linear in the index,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3383.5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AP,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$\text{mean}=\frac{\text{first}+\text{last}}{2}$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$x_{100}=2(200)-2=398$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immediately.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sequence linear in the index,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$\mathrm{Cov}(i,x_i)=d\,\mathrm{Var}(i)$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$\mathrm{Var}(1,\ldots,n)=\frac{n^2-1}{12}$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$\sum_{i=1}^{n}i^2=\frac{n(n+1)(2n+1)}{6}$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$\frac1n\sum i^2=\frac{(n+1)(2n+1)}{6}$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$=3383.5$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positive real numbers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maximum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3750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positive real numbers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$a+b+c+d=11$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maximum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$a^5b^3c^2d$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$3750\beta$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Weighted AM-GM inequality (maximum of a product)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 parts so that the eleven numbers have the fixed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apply AM-GM.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$5,3,2$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 parts so that the eleven numbers have the fixed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apply AM-GM.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find </a:t>
                </a:r>
                <a14:m>
                  <m:oMath xmlns:m="http://schemas.openxmlformats.org/officeDocument/2006/math">
                    <m:sSub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five times,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three times,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twice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side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$a+b+c+d=11$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$a,b,c,d&gt;0$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$\left(a^5b^3c^2d\right)_{\max}$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five times,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three times,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c2$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twice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$\frac{5\cdot\frac a5+3\cdot\frac b3+2\cdot\frac c2+d}{11}\ge\left(\frac{a^5b^3c^2d}{5^5\cdot3^3\cdot2^2\cdot1}\right)^{\frac1{11}}$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$\frac{a+b+c+d}{11}=\frac{11}{11}=1$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$1\ge\left(\frac{a^5b^3c^2d}{5^5\cdot3^3\cdot2^2}\right)^{\frac1{11}}$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337500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337500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$a^5b^3c^2d\le5^5\cdot3^3\cdot2^2$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$\max\left(a^5b^3c^2d\right)=5^5\cdot3^3\cdot2^2=337500$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a5=\frac b3=\frac c2=d=1$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$337500=90\times3750=\beta\times3750$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Maximise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Lagrange multipliers: the gradient condition forces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Maximise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$5\ln a+3\ln b+2\ln c+\ln 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plane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$a+b+c+d=11$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Lagrange multipliers: the gradient condition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$\frac5a=\frac3b=\frac2c=\frac1d$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subject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Lagrange: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Constraint: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$F=5\ln a+3\ln b+2\ln c+\ln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subject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$a+b+c+d=11$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Lagrange: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$\frac5a=\frac3b=\frac2c=\frac1d=\lambda$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$a=\frac5\lambda,b=\frac3\lambda,c=\frac2\lambda,d=\frac1\lambda$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Constraint: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$\frac{5+3+2+1}{\lambda}=11\Rightarrow\lambda=1$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$(a,b,c,d)=(5,3,2,1)$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log of the product is concave and the domain is convex, so this critical point is the global maximum.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337500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log of the product is concave and the domain is convex, so this critical point is the global maximum.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$a^5b^3c^2d=5^5\cdot3^3\cdot2^2\cdot1=337500=3750\times90$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Weighted AM-GM: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b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∑</m:t>
                                </m:r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when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equal.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under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maximum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on a small case: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maximise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formula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direct: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max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Weighted AM-GM: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$a_i&gt;0$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$p_i&gt;0$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p_i=P$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 a_i^{p_i}\le\prod p_i^{p_i}\left(\frac{\sum a_i}{P}\right)^{P}$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$\frac{a_i}{p_i}$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equal.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x_i=S$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maximum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 x_i^{p_i}$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$x_i=\frac{p_i}{P}S$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$a:b:c:d=5:3:2:1$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$S=11=P$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on a small case: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maximise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formula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$x=2,y=1$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direct: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$x^2(3-x)$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max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⟨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sequence such that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prime numbers,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$\langle a_n\rangle$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sequence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$a_1+a_2+\ldots+a_n=\frac{n^2+3n}{(n+1)(n+2)}$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$28\sum_{k=1}^{10}\frac1{a_k}=p_1p_2p_3\ldots p_m$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$p_1,p_2,\ldots,p_m$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prime numbers,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Sequence from the sum of first n terms (telescoping), Prime numbers and prime factorisation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telescopes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$a_n=S_n-S_{n-1}=\frac{4}{n(n+1)(n+2)}$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$\frac1{a_k}=\frac{k(k+1)(k+2)}{4}$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telescopes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$k(k+1)(k+2)(k+3)$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also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holds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$a_n=\frac{n^2+3n}{(n+1)(n+2)}-\frac{(n-1)^2+3(n-1)}{n(n+1)}$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$a_n=\frac{n^3+3n^2-(n+2)\left(n^2+n-2\right)}{n(n+1)(n+2)}$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$a_n=\frac{4}{n(n+1)(n+2)}$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also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$a_1=\frac23=S_1$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holds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$\sum_{k=1}^{10}\frac1{a_k}=\frac14\sum_{k=1}^{10}k(k+1)(k+2)$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Telescoping: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the product of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primes,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$=\frac1{16}\sum_{k=1}^{10}\left[k(k+1)(k+2)(k+3)-(k-1)k(k+1)(k+2)\right]$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Telescoping: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$\sum_{k=1}^{10}\frac1{a_k}=\frac1{16}(10\cdot11\cdot12\cdot13)$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$28\sum_{k=1}^{10}\frac1{a_k}=\frac{28}{16}\cdot2\cdot5\cdot11\cdot3\cdot4\cdot13=2\cdot3\cdot5\cdot7\cdot11\cdot13$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the product of the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primes,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hockey-stick identity to get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$k(k+1)(k+2)=6\binom{k+2}{3}$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hockey-stick identity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$\sum_{k=1}^{10}k(k+1)(k+2)=6\binom{13}{4}$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(hockey-stick).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2145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$a_n=S_n-S_{n-1}=\frac{4}{n(n+1)(n+2)}$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$\frac1{a_k}=\frac{k(k+1)(k+2)}{4}=\frac64\binom{k+2}{3}$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$\sum_{k=1}^{10}\binom{k+2}{3}=\binom33+\binom43+\ldots+\binom{12}{3}=\binom{13}{4}=715$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(hockey-stick).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$\sum_{k=1}^{10}\frac1{a_k}=\frac32\cdot715=\frac{2145}{2}$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2145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30030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Six consecutive primes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$28\cdot\frac{2145}{2}=14\cdot2145=30030=2\cdot3\cdot5\cdot7\cdot11\cdot13$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Six consecutive primes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Generally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product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consecutive integers telescopes.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given, always get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 against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30030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(primorial); a quick way to recognise 'first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primes' products.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$\sum_{k=1}^{n}k(k+1)(k+2)=\frac{n(n+1)(n+2)(n+3)}{4}$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$6+24=30=\frac{2\cdot3\cdot4\cdot5}{4}$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$\sum_{k=1}^{n}k(k+1)\cdots(k+r-1)=\frac{n(n+1)\cdots(n+r)}{r+1}$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product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consecutive integers telescopes.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given, always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$a_n=S_n-S_{n-1}$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 against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$2\cdot3\cdot5\cdot7\cdot11\cdot13=30030$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(primorial); a quick way to recognise 'first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primes' products.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be the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A.P.s whose first terms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common differences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7380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7360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7220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$s_1,s_2,s_3,\ldots,s_{10}$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be the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A.P.s whose first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$1,2,3,\ldots,10$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common differences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$1,3,5,\ldots,19$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$\sum_{i=1}^{10}s_i$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$7380$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$7360$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$7220$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 of terms of an arithmetic progression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-th AP has first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sum is an AP sum.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-th AP has first term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difference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$2r-1$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linear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sum is an AP sum.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AP has first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r\le10$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AP has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$S_r=\frac{12}{2}\left[2r+(12-1)(2r-1)\right]=6\left(2r+22r-11\right)$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$=6(24r-11)$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last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$\sum_{r=1}^{10}S_r=6\sum_{r=1}^{10}(24r-11)$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$=6\times\frac{10}{2}\left[24-11+240-11\right]$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last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$=30\,[242]=7260$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7260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$7260$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 of an AP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(first term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summing over the ten APs separates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sum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 of an AP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$12\times$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(first term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$+\ \frac{11}{2}d$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summing over the ten APs separates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$\sum(2r-1)=10^2$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the mean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is the first term plus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$s_r=12\left(r+\frac{11}{2}(2r-1)\right)$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the mean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is the first term plus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$\frac{11}{2}d$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$\sum_{r=1}^{10}s_r=12\left[\sum r+\frac{11}{2}\sum(2r-1)\right]$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$\sum_{r=1}^{10}r=55$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$\sum_{r=1}^{10}(2r-1)=10^2=100$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s_r=12\left[55+\frac{11}{2}\cdot100\right]=12\cdot605=7260$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7260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$7260$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an AP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𝑓𝑖𝑟𝑠𝑡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𝑚𝑒𝑎𝑛 𝑜𝑓 𝑓𝑖𝑟𝑠𝑡 𝑎𝑛𝑑 𝑙𝑎𝑠𝑡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of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numbers);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each AP's parameters are linear in the index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total is simply a sum of an AP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𝑐𝑜𝑢𝑛𝑡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𝑓𝑖𝑟𝑠𝑡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𝑙𝑎𝑠𝑡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an 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$=n\cdot(\text{first}+\tfrac{n-1}{2}d)=n\times(\text{mean of first and last})$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$\sum_{r=1}^{n}(2r-1)=n^2$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of the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numbers);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$1+3+5=9$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each AP's parameters are linear in the index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total is simply a sum of an AP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$\frac{\text{count}}{2}(\text{first}+\text{last})$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arithmetic means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geometric means of two distinct positive numbers. Then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arithmetic means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$G_1,G_2,G_3$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geometric means of two distinct positive numbers.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$G_1^4+G_2^4+G_3^4+G_1^2G_3^2$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$(A_1+A_2)G_1^2G_3^2$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$2(A_1+A_2)G_1G_3$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$(A_1+A_2)^2G_1G_3$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$2(A_1+A_2)G_1^2G_3^2$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Arithmetic means and geometric means between two numbers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ratio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every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power of that ratio times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expression factors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numbers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$\left(\frac ba\right)^{1/4}$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every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$G_k$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power of that ratio times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expression factors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$ab(a+b)^2$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385816"/>
                <a:ext cx="10725912" cy="12893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two numbers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385816"/>
                <a:ext cx="10725912" cy="12893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two numbers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$A_1=a+\frac{b-a}{3}=\frac{2a+b}{3}$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$A_2=a+\frac{b-a}{3}\cdot2=\frac{a+2b}{3}$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$A_1+A_2=a+b$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$G_1=a\left(\frac ba\right)^{\frac14}$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$G_2=a\left(\frac ba\right)^{\frac24}$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$G_3=a\left(\frac ba\right)^{\frac34}$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$G_1^4+G_2^4+G_3^4+G_1^2G_3^2=a^4\cdot\frac ba+a^4\cdot\frac{b^2}{a^2}+a^4\cdot\frac{b^3}{a^3}+a^4\cdot\frac{b^2}{a^2}$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$=a^3b+a^2b^2+ab^3+a^2b^2=ab\left(a^2+b^2+2ab\right)=ab(a+b)^2$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$(A_1+A_2)^2G_1G_3=(a+b)^2\cdot 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$G_1G_3=a^2\left(\frac ba\right)=ab$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4434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These agree, so the answer is option (C).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$(A_1+A_2)^2G_1G_3$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identity holds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test it on one convenient pair,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all means are integers.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identity holds for 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test it on one convenient pair,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$b=16$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all means are integers.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A.P.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G.P.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Expression: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8704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(C) matches, so the answer is (C); it also agrees with the algebraic result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$a=1,b=16$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A.P.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$1,6,11,16$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$A_1+A_2=17$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G.P.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$1,2,4,8,16$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$G_1=2,G_2=4,G_3=8$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Expression: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$2^4+4^4+8^4+2^2\cdot8^2=16+256+4096+256=4624$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$17\cdot256=4352$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$2\cdot17\cdot16=544$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$17^2\cdot16=4624$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$2\cdot17\cdot256=8704$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(C) matches, so the answer is (C); it also agrees with the algebraic result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$ab(a+b)^2=16\cdot289=4624$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$(A_1+A_2)^2G_1G_3$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A.M.s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(equidistant means add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G.M.s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symmetric identity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single numerical pair (with perfect powers,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 fast way to eliminate options.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A.M.s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$A_k=a+\frac{k(b-a)}{n+1}$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$A_k+A_{n+1-k}=a+b$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(equidistant means add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G.M.s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$G_k=a\left(\frac ba\right)^{k/(n+1)}$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$G_kG_{n+1-k}=ab$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symmetric identity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single numerical pair (with perfect powers,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 fast way to eliminate options.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Q09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printed in the paper)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for numerical questions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first four terms of a geometric progression (G.P.)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of their respective reciprocals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product of the first three terms of the G.P.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third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first four terms of a geometric progression (G.P.)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$\frac{65}{12}$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of their respective reciprocals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$\frac{65}{18}$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product of the first three terms of the G.P.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third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081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Geometric progression: sum of terms and reciprocals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the sum by the sum of reciprocals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product of the first three terms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the sum by the sum of reciprocals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$a^2r^3$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product of the first three terms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$ar=1$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G.P.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Reciprocals: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the first three terms: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G.P.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$a,ar,ar^2,ar^3$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$a+ar+ar^2+ar^3=\frac{65}{12}$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$S_4=\frac{a(r^4-1)}{r-1}=\frac{65}{12}$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Reciprocals: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$\frac1a+\frac1{ar}+\frac1{ar^2}+\frac1{ar^3}=\frac{65}{18}$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$\frac1{ar^3}\cdot\frac{r^4-1}{r-1}=\frac{65}{18}$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$\div$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$a^2r^3=\frac{65}{12}\cdot\frac{18}{65}=\frac32$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the first three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$a\times ar\times ar^2=a^3r^3=1$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reciprocals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$a^2r^3=(ar)^2\cdot r=r$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$\alpha=ar^2=\frac23\cdot\frac94=\frac32$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$\frac23+1+\frac32+\frac94=\frac{65}{12}$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reciprocals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$\frac32+1+\frac23+\frac49=\frac{65}{18}$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Because the product of the first three terms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middle one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take the terms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subtracting the two sums leaves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Because the product of the first three terms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middle one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take the terms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$\frac1\rho,1,\rho,\rho^2$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subtracting the two sums leaves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$\rho^2-\rho^{-2}$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first three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second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terms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reciprocals: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ρ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ρ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first three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second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$\frac1\rho,1,\rho,\rho^2$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$\alpha=\rho$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$\frac1\rho+1+\rho+\rho^2=\frac{65}{12}$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reciprocals: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$\rho+1+\frac1\rho+\frac1{\rho^2}=\frac{65}{18}$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$\rho^2-\frac1{\rho^2}=\frac{65}{12}-\frac{65}{18}=\frac{65}{36}$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sum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$x=\rho^2$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$36x^2-65x-36=0\Rightarrow x=\frac{65\pm97}{72}$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$\rho=\pm\frac32$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$\rho=-\frac32$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$\frac{13}{12}\ne\frac{65}{12}$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$\rho=\alpha=\frac32$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G.P.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(sum of terms)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of reciprocals)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term)(last term).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an odd number of consecutive G.P. terms is (middle term)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𝑐𝑜𝑢𝑛𝑡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product of three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middle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Choosing the symmetric representation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products and reciprocal-sums easy.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G.P.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$a,ar,\ldots,ar^{n-1}$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(sum of terms)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$\div$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of reciprocals)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$=a^2r^{n-1}=$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term)(last term).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an odd number of consecutive G.P. terms is (middle term)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$^{\text{count}}$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product of three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middle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$\frac1\rho,1,\rho$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Choosing the symmetric representation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a\rho,a,a\rho$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products and reciprocal-sums easy.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squares such that 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length of the side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length of the diagonal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length of the side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cm, then the smallest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area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less than one,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$A_1,A_2,A_3,\ldots$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squares such that for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length of the side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length of the diagonal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length of the side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cm, then the smallest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less than one,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Geometric progression of areas (squares and diagonals)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square whose diagonal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area is half the previous 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square whose diagonal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$\frac{s^2}{2}$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area is half the previous 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side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diagonal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Side and area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area halves at every step.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area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side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$\sqrt2\,x$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$x=6\sqrt2$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Side and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area halves at every step.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$\frac{144}{2^{n-1}}$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smallest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$\frac{144}{128}=\frac98&gt;1$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$\frac{144}{256}=\frac9{16}&lt;1$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smallest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square joining the midpoints of the sides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always has exactly half its area; then solve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$A_{n+1}$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square joining the midpoints of the sides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always has exactly half its area; then solve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$144/2^{n-1}&lt;1$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powers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square of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square on the midpoints of the sides of a square of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𝑎𝑟𝑒𝑎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𝑎𝑟𝑒𝑎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Need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square of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square on the midpoints of the sides of a square of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$\text{area}(A_{n+1})=\frac12\text{area}(A_n)$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$A_n=144\cdot2^{-(n-1)}$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$2^{n-1}&gt;144$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$2^7=128&lt;144&lt;256=2^8$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$n-1\ge8$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square of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midpoint-square of any square has half its area (the side shrinks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Repeated halving of a quantity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after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steps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keep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handy for comparisons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Related: inscribing a circle/square alternately gives constant ratio of areas, so any such chain is a GP.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square of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midpoint-square of any square has half its area (the side shrinks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Repeated halving of a quantity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after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steps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$Q/2^{n-1}$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keep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$2^{7}=128$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$2^{8}=256$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handy for comparisons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Related: inscribing a circle/square alternately gives constant ratio of areas, so any such chain is a GP.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total number of two digit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total number of two digit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$3^n+7^n$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Divisibility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cyclicity of unit digits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Divisibility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$a^n+b^n$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cyclicity of unit digits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odd, and 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sum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$a^n+b^n$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divisible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odd, and for even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sum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$\equiv2\cdot3^n\pmod{10}\ne0$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(since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the condition holds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two-digit odd numbers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number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$3^n+7^n$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$3+7=10$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$a^n+b^n$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$7\equiv-3\pmod{10}$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$3^n+7^n\equiv2\cdot3^n\pmod{10}$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$5\nmid3^n$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the condition holds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two-digit odd numbers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$11,13,15,\ldots,99$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number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$\frac{99-11}{2}+1=45$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last digits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off the last digit of the sum.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period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last digits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$7^n$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off the last digit of the sum.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Last digit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Last digit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Last digit of the sum: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sum ends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Two-digit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Last digit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$n=1,2,3,4$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$3,9,7,1$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Last digit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$7,9,3,1$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Last digit of the sum: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$3+7=10\to0$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$9+9=18\to8$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$7+3=10\to0$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sum ends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$n\equiv1$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$3\pmod4$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Two-digit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$11,\ldots,99$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polynomial);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always, and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Unit digits of powers repeat with period dividing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digits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an arithmetic list of integers: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𝑙𝑎𝑠𝑡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𝑓𝑖𝑟𝑠𝑡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𝑠𝑡𝑒𝑝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$a^n+b^n$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polynomial);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$a^n-b^n$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always, and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Unit digits of powers repeat with period dividing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$3^n+7^n$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digits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$0,8,0,2,\ldots$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an arithmetic list of integers: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$\frac{\text{last}-\text{first}}{\text{step}}+1$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1093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$S_n(x)=\log_{a^{1/2}}x+\log_{a^{1/3}}x+\log_{a^{1/6}}x+\log_{a^{1/11}}x+\log_{a^{1/18}}x+\log_{a^{1/27}}x+\ldots$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$S_{24}(x)=1093$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$S_{12}(2x)=265$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Logarithms: change of base, Sum of a series with quadratic general term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multipliers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have a quadratic general term.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$\log_{a^{1/k}}x=k\log_ax$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multipliers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$2,3,6,11,18,\ldots$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have a quadratic general term.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𝑡𝑒𝑟𝑚𝑠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shifted; subtracting: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𝑡𝑒𝑟𝑚𝑠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$S_n(x)=2\log_ax+3\log_ax+6\log_ax+11\log_ax+\ldots$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$S_n(x)=(2+3+6+11+\ldots\ n\text{ terms})\log_ax$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$S=2+3+6+11+\ldots+T_n$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 \ \ 2+3+6+\ldots+T_{n-1}+T_n$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shifted; subtracting: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$0=2+(1+3+5+\ldots(n-1)\text{ terms})-T_n$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$T_n=2+(n-1)^2=n^2-2n+3$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$S=\sum\left(n^2-2n+3\right)=\frac n6\left[2n^2-3n+13\right]$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d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1093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1093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265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$S_n(x)=\frac n6\left(2n^2-3n+13\right)\log_ax$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$S_{24}(x)=4\times1093\log_ax=1093\Rightarrow\log_ax=\frac14$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$S_{12}(2x)=2\times265\left(\log_a2+\log_ax\right)=265\Rightarrow2\left(\log_a2+\frac14\right)=1$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$\log_a2=\frac14$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$a=2^4=16$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quicker to evaluate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$T_k=(k-1)^2+2$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$\sum_{k=1}^{n}T_k=\frac{(n-1)n(2n-1)}6+2n$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quicker to evaluate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$n=24$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1093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4372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1093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$T_k=k^2-2k+3=(k-1)^2+2$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$\sum_{k=1}^{n}T_k=\sum_{j=0}^{n-1}j^2+2n=\frac{(n-1)n(2n-1)}{6}+2n$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$\frac{23\cdot24\cdot47}{6}+48=4324+48=4372=4\cdot1093$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$S_{24}(x)=4372\log_ax=1093\Rightarrow\log_ax=\frac14$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530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$\frac{11\cdot12\cdot23}{6}+24=506+24=530=2\cdot265$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$530\left(\log_a2+\frac14\right)=265$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$\log_a2+\frac14=\frac12\Rightarrow\log_a2=\frac14\Rightarrow a=16$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base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multiplies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first differences are an AP,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quadratic; complete the square to get a sum of squares plus a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$\log_{a^{p}}x=\frac1p\log_ax$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$a^{1/k}$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multiplies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$\log_a(2x)=\log_a2+\log_ax$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first differences are an AP,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quadratic; complete the square to get a sum of squares plus a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$\sum_{k=1}^{n}(k-1)^2=\frac{(n-1)n(2n-1)}{6}$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$0+1+4+9=14=\frac{3\cdot4\cdot7}{6}$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 G.P.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 A.P.,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 G.P.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 A.P.,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$72(a+b)$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74212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Geometric progression and arithmetic progression (conditions on three terms)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G.P. turns the A.P. condition into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$b=16a^2$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G.P. turns the A.P. condition into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(i):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$\frac1{16},a,b$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$a^2=\frac b{16}\Rightarrow b=16a^2$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$\frac1a,\frac1b,6$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$\frac2b=\frac1a+6$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(i):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$\frac2{16a^2}=\frac1a+6$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$48a^2+8a-1=0$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$b=16a^2=\frac19$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$72(a+b)=72\left(\frac1{12}+\frac19\right)=6+8=14$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G.P. by its common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gives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nicer numbers.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G.P. by its common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$a=\frac r{16}$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$b=\frac{r^2}{16}$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gives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nicer numbers.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G.P.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A.P. condition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G.P.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$\frac1{16},a,b$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 r{16}$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$b=\frac{r^2}{16}$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A.P.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$\frac2b=\frac1a+6$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$\frac{32}{r^2}=\frac{16}{r}+6$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$32=16r+6r^2\Rightarrow3r^2+8r-16=0\Rightarrow(3r-4)(r+4)=0$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$72(a+b)=6+8=14$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A.P.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reciprocals of an A.P. form an H.P.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Parametrising by the common ratio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usually gives smaller numbers than solving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discard roots that violate the stated positivity condition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$y^2=xz$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A.P.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$2y=x+z$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reciprocals of an A.P. form an H.P.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Parametrising by the common ratio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$\frac{1}{16},\frac{r}{16},\frac{r^2}{16}$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usually gives smaller numbers than solving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discard roots that violate the stated positivity condition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an arithmetic series and a geometric series having four initial terms from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last terms of these series are the maximum possible four digit numbers, then the number of common terms in these two series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an arithmetic series and a geometric series having four initial terms from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$\{11,8,21,16,26,32,4\}$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last terms of these series are the maximum possible four digit numbers, then the number of common terms in these two series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Common terms of an arithmetic and a geometric progression, Divisibility and remainders of powers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common term is a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that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(A.P. terms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which singles 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4096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common term is a power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that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$\equiv1\pmod5$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(A.P. terms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$11+5k$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which singles 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$16,256,4096$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set, the G.P.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A.P.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largest four-digit term of the G.P.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next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16384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five digits); the largest four-digit A.P.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A.P. terms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they end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end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a common term must be a G.P. term with units digit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set, the G.P.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$4,8,16,32,\ldots$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A.P.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$11,16,21,26,\ldots$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largest four-digit term of the G.P.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$4\cdot2^{11}=8192$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next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$16384$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five digits); the largest four-digit A.P.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$9996$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A.P.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$11+5k$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they end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end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a common term must be a G.P. term with units digit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G.P. terms ending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(next would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65536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too large).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is in the A.P.: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terms: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number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G.P. terms ending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$16,256,4096$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(next would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$65536$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too large).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is in the A.P.: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$16=11+5$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$256=11+245$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$4096=11+4085$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$\{16,256,4096\}$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number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A.P. terms are exactly the numbers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gcd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A.P. terms are exactly the numbers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$\equiv1\pmod5$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$5\mid2^j-1$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$4\mid j$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$\gcd(2^j-1,2^4-1)=2^{\gcd(j,4)}-1$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divisible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A.P.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consists of all integers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G.P. terms 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 common term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gcd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A.P.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$11,16,21,\ldots$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consists of all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$\equiv1\pmod5$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G.P.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$j=2,3,\ldots,13$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$8192$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 common term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$5\mid2^j-1$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$5\mid2^j-1$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$5\mid2^4-1=15$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$5\mid\gcd(2^j-1,2^4-1)=2^{\gcd(j,4)}-1\in\{1,3,15\}$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$\gcd(j,4)=4$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$4\mid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common terms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 j\le13$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$j=4,8,12$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$16,256,4096$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$\le9996$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common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terms of an A.P. (difference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 G.P. (ratio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form a G.P. with ratio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multiplicative order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gcd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cycles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cycles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 'maximum four-digit last term' as a bound on the number of terms, not as extra data: check the first common term is inside the range.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terms of an A.P. (difference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 G.P. (ratio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$\gcd(\rho,d)=1$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form a G.P. with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multiplicative order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modulo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$\gcd(a^m-1,a^n-1)=a^{\gcd(m,n)}-1$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$2^j\bmod5$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cycles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$2,4,3,1$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$2^j\bmod10$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cycles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$2,4,8,6$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 'maximum four-digit last term' as a bound on the number of terms, not as extra data: check the first common term is inside the range.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of a G.P.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common ratio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sum of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this G.P.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number of possible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of a G.P.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common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sum of the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this G.P.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$S_6&gt;S_5+1$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$S_7&lt;S_6+\frac12$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number of possible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7363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Geometric progression: sum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and inequalities, Counting integer solutions of inequalities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7363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Geometric progression: sum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and inequalities, Counting integer solutions of inequalities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single terms, but the inequalities flip when multiplied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$S_6-S_5$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$S_7-S_6$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single terms, but the inequalities flip when multiplied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$m^k(1-m)&lt;0$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first term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first term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a{m^3}=500$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$a=500m^3$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$S_n=\frac{a\left[\left(\frac1m\right)^n-1\right]}{\frac1m-1}=\frac{a(1-m^n)}{m^{n-1}(1-m)}$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$S_7-S_6=500&gt;\frac12$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$1-m&lt;0$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$S_6&gt;S_5+1$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$\frac{a(1-m^6)}{m^5(1-m)}&gt;\frac{a(1-m^5)}{m^4(1-m)}+1$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reverses the sign: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dividing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reverses again: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$m^5(1-m)&lt;0$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reverses the sign: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$a-am^6&lt;am-am^6+m^5-m^6$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$a(1-m)&lt;m^5(1-m)$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$1-m&lt;0$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reverses 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$a&gt;m^5$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$S_7&lt;S_6+\frac12$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$\frac{a(1-m^7)}{m^6(1-m)}&lt;\frac{a(1-m^6)}{m^5(1-m)}+\frac12$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$m^6(1-m)&lt;0$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$a-am^7&gt;am-am^7+\frac12m^6-\frac12m^7$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$a(1-m)&gt;\frac12m^6(1-m)$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dividing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number of possible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$1-m&lt;0$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$a&lt;\frac{m^6}{2}$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$m^5&lt;a&lt;\frac{m^6}2$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a{m^3}=500$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$m^2&lt;500&lt;\frac{m^3}2$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$m^3&gt;1000$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$m^2&lt;500$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$m\in[11,22]$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number of possible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just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terms, so the conditions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500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$S_6-S_5$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$S_7-S_6$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just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$6^{th}$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$7^{th}$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terms, so the conditions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$t_6&gt;1$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$t_7&lt;\frac12$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$t_n=500m^{4-n}$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conditions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ratio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$S_6-S_5=t_6$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$S_7-S_6=t_7$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conditions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$t_6&gt;1$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$t_7&lt;\frac12$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$t_6=\frac{500}{m^2}$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$t_7=\frac{500}{m^3}$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$t_6&gt;1\Rightarrow m^2&lt;500\Rightarrow m\le22$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$22^2=484&lt;500&lt;529=23^2$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$t_7&lt;\frac12\Rightarrow m^3&gt;1000\Rightarrow m\ge11$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$m\in\{11,12,\ldots,22\}$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condition on a difference of consecutive partial sums is a condition on a single term - no need to expand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multiplying or dividing an inequality by an expression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check its sign first;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it negative.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Terms of a G.P. with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useful squares/cubes for bounding integers.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$S_n-S_{n-1}=t_n$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condition on a difference of consecutive partial sums is a condition on a single term - no need to expand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multiplying or dividing an inequality by an expression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check its sign first;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it negative.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Terms of a G.P. with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$t_n=t_k\,m^{k-n}$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$t_6=\frac{500}{m^2}$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$t_7=\frac{500}{m^3}$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$22^2=484$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$23^2=529$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$10^3=1000$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useful squares/cubes for bounding integers.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 𝑢𝑝 𝑡𝑜 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 𝑡𝑒𝑟𝑚𝑠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 𝑢𝑝 𝑡𝑜 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 𝑡𝑒𝑟𝑚𝑠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$\frac{1^3+2^3+3^3+\ldots\text{ up to }n\text{ terms}}{1\cdot3+2\cdot5+3\cdot7+\ldots\text{ up to }n\text{ terms}}=\frac95$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36448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Sum of cubes, sum of squares and sum of natural numbers, Sum of a series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notation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36448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Sum of cubes, sum of squares and sum of natural numbers, Sum of a series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notation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-th term of the denominator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both sums are standard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formulas.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-th term of the denominator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$k(2k+1)$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both sums are standard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$\Sigma$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formulas.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multiply top and bottom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$1^3+2^3+\ldots+n^3=\frac{n^2(n+1)^2}{4}$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$1\cdot3+2\cdot5+3\cdot7+\ldots=\sum n(2n+1)=2\cdot\frac{n(n+1)(2n+1)}{6}+\frac{n(n+1)}{2}$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$\frac{\frac{n^2(n+1)^2}{4}}{2\cdot\frac{n(n+1)(2n+1)}{6}+\frac{n(n+1)}{2}}=\frac95$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$n(n+1)$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multiply top and bottom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$\frac{\frac{n(n+1)}{4}\cdot6}{2(2n+1)+3}=\frac95$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natural number,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$\frac{3n(n+1)}{2(4n+5)}=\frac95\Rightarrow15n(n+1)=18(4n+5)$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$5n^2-19n-30=0$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natural number,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the actual sums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prove the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strictly increasing,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only solution.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the actual sums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prove the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$\frac{3n(n+1)}{2(4n+5)}$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strictly increasing,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only solution.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numerator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denominator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ratio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the closed forms).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$1+8+27+64+125=225$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$3+10+21+36+55=125$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$\frac{225}{125}=\frac95$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ratio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$R(n)=\frac{3n(n+1)}{2(4n+5)}$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the closed forms).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solution,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$\frac{d}{dx}\frac{3x(x+1)}{8x+10}=\frac{3\left(8x^2+20x+10\right)}{(8x+10)^2}&gt;0$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$R(n)=\frac95$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solution,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the series term: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second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answer is a positive integer, a direct evaluation of both sides at the root, plus a monotonicity argument, double-checks a quadratic.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k^3=\left(\sum k\right)^2=\frac{n^2(n+1)^2}{4}$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k^2=\frac{n(n+1)(2n+1)}6$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the series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$1\cdot3,2\cdot5,3\cdot7,\ldots\to k(2k+1)$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second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k(2k+1)=\frac{n(n+1)(4n+5)}{6}$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$3+10=13=\frac{2\cdot3\cdot13}{6}$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answer is a positive integer, a direct evaluation of both sides at the root, plus a monotonicity argument, double-checks a quadratic.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334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A.P.s with the same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having their first terms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such that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an A.P. whose first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common difference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334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$A_1,A_2,A_3$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A.P.s with the same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having their first terms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$A_1,A_2,A_3$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$\left|\begin{matrix}a&amp;7&amp;1\\2b&amp;17&amp;1\\c&amp;17&amp;1\end{matrix}\right|+70=0$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the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an A.P. whose first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$c-a-b$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common difference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d{12}$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Determinant evaluation, Arithmetic progression: nth term and sum of terms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determinant reduces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these three APs.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determinant reduces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$10(2b-c)$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$c-2b=7$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$c-2b=-A$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these three APs.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the determinant: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(2) and (3):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$A+6d=a$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$A+1+8d=b$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$A+2+16d=c$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the determinant: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$20b-10c+70=0\Rightarrow c-2b=7$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(2) and (3):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$c-2b=(A+2+16d)-(2A+2+16d)=-A$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first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difference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$a=-7+6d=29\Rightarrow d=6$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$b=-7+1+48=42$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$c=-7+2+96=91$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first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$c-a-b=91-29-42=20$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 d{12}=\frac12$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$S_{20}=\frac{20}{2}\left[2\cdot20+19\cdot\frac12\right]=10\times49.5=495$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495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$495$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zero out two entries of the determinant, and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zero out two entries of the determinant, and 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$c-a-b=1-A+2d$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rows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the second row: determinant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 R_2-R_3$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$(a,7,1),(2b-c,0,0),(c,17,1)$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the second row: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$=-(2b-c)(7\cdot1-1\cdot17)=10(2b-c)$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$10(2b-c)+70=0\Rightarrow c-2b=7$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$c-2b=-A$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$c-a-b=(A+2+16d)-(A+6d)-(A+1+8d)=1-A+2d=1+7+12=20$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$S_{20}=10\left[40+19\cdot\frac12\right]=495$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495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$495$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simplify a determinant, create zeros by row/column operations (e.g.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two rows share their last two entries) before expanding.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Terms of APs with a common difference differ only through first terms: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 is independent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three APs with first terms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same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express every requirement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simplify a determinant, create zeros by row/column operations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$R_2-R_3$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two rows share their last two entries) before expanding.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Terms of APs with a common difference differ only through first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 is independent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$16d-2\cdot8d=0$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$A+(n-1)d$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three APs with first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$A,A+1,A+2$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same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express every requirement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3730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two positive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geometric progression, while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an arithmetic progression,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3730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two positive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geometric progression,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an arithmetic progression,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$16a+12b$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460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Geometric progression and arithmetic progression (conditions on three terms)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From the G.P.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18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A.P.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From the G.P.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$a=18b^2$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A.P. condition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$a+b=20ab$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G.P.: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A.P.: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(i):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$a,b,\frac1{18}$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G.P.: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$b^2=\frac a{18}\Rightarrow a=18b^2$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$\frac1a,10,\frac1b$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A.P.: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$\frac1a+\frac1b=20$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$a+b=20ab$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(i):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$18b^2+b=360b^3$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$360b^2-18b-1=0$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1440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$b=\frac{18\pm\sqrt{324+1440}}{720}=\frac{18\pm42}{720}$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$b=\frac{60}{720}=\frac1{12}$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$a=18\cdot\frac1{144}=\frac18$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$16a+12b=16\cdot\frac18+12\cdot\frac1{12}=2+1=3$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with the reciprocals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G.P. condition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A.P. condition is the linear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with the reciprocals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$p=\frac1a$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$q=\frac1b$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G.P. condition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$q^2=18p$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A.P. condition is the linear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$p+q=20$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A.P.: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G.P.: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$p=\frac1a$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$q=\frac1b$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A.P.: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G.P.: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$b^2=\frac a{18}\Rightarrow\frac1{q^2}=\frac{1}{18p}\Rightarrow q^2=18p$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$p=20-q$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$q^2+18q-360=0\Rightarrow(q-12)(q+30)=0$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$b=\frac1{12}$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$16a+12b=2+1=3$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H.P.; a mixed G.P./A.P. system often simplifies after replacing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A.P.'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Quadratic with a perfect-square discriminant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factor-check before using the formula.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$\frac1x,\frac1y,\frac1z$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H.P.; a mixed G.P./A.P. system often simplifies after replacing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$\frac1a,\frac1b$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$\frac1a,k,\frac1b$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A.P.'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$\Leftrightarrow\frac1a+\frac1b=2k\Leftrightarrow a+b=2kab$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Quadratic with a perfect-square discriminant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$1764=42^2$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factor-check before using the formula.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G.P. of increasing positive numbers. If the product of the fourth and sixth terms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of the fifth and seventh terms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$a_1,a_2,a_3,\ldots$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G.P. of increasing positive numbers. If the product of the fourth and sixth terms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of the fifth and seventh terms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$a_1a_9+a_2a_4a_9+a_5+a_7$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Geometric progression: terms and products of terms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everything depends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$a_n=ar^{n-1}$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$a_1a_9=(ar^4)^2$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$a_2a_4a_9=(ar^4)^3$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everything depends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$a_5=ar^4=3$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G.P. of increasing positive numbers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 (positive)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 and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G.P. of increasing positive numbers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$a_4a_6=9$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$a_5+a_7=24$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$(ar^3)(ar^5)=9\Rightarrow a^2r^8=9$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$ar^4+ar^6=24$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$ar^4=3$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 (positive)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$ar^4(1+r^2)=24$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$1+r^2=8$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$a=\frac3{r^4}=\frac3{49}$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$a_1a_9+a_2a_4a_9+a_5+a_7=a(ar^8)+(ar)(ar^3)(ar^8)+ar^4+ar^6$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$=a^2r^8+a^3r^{12}+ar^4+ar^6=9+3^3+3+\frac3{49}\times7^3$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$=9+27+3+21=60$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a G.P.,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 product of three terms with index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so the expression needs only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a G.P.,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$a_ia_j=a_k^2$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$i+j=2k$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 product of three terms with index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$a_k^3$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so the expression needs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terms are positive,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$a_4a_6=a_5^2=9$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terms are positive,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$a_5=3$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$a_5+a_7=24$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$a_7=21$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$a_1a_9=a_5^2=9$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$1+9=2\cdot5$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(index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Expression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neither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was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$a_2a_4a_9=a^3r^{1+3+8}=a^3r^{12}=(ar^4)^3=a_5^3=27$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(index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$2+4+9=15=3\cdot5$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$=9+27+3+21=60$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was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G.P.,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particular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product of three terms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(exponent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adds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Express every requested quantity through the middle term first; it often removes the need to solve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G.P.,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$a_ia_j=a_ka_l$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$i+j=k+l$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particular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$a_ia_j=a_k^2$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$i+j=2k$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product of three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$a_ia_ja_l=a_k^3$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$i+j+l=3k$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(exponent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adds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$3(k-1)$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Express every requested quantity through the middle term first; it often removes the need to solve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two G.P.s with common ratios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such that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$\{a_k\}$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$\{b_k\}$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two G.P.s with common ratios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$a_1=b_1=4$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$r_1&lt;r_2$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$c_k=a_k+b_k$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$c_3=\frac{13}{4}$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$\sum_{k=1}^{\infty}c_k-\left(12a_6+8b_4\right)$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98467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 to infinity of geometric progressions, Sum and product of roots of a quadratic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found, then both infinite sums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$r_1+r_2$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$r_1^2+r_2^2$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$r_1,r_2$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found, then both infinite sums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$\frac{4}{1-r}$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$c_2=a_2+b_2=5\Rightarrow ar_1+br_2=5\Rightarrow4r_1+4r_2=5\Rightarrow r_1+r_2=\frac54$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$c_3=a_3+b_3=\frac{13}4\Rightarrow4r_1^2+4r_2^2=\frac{13}4$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$r_1=\frac54-r_2$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$4\left(\frac54-r_2\right)^2+4r_2^2=\frac{13}4$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$16\left(\frac{25}{16}-\frac52r_2+r_2^2\right)+16r_2^2=13\Rightarrow25-40r_2+16r_2^2+16r_2^2-13=0$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$32r_2^2-40r_2+12=0\Rightarrow8r_2^2-10r_2+3=0\Rightarrow(4r_2-3)(2r_2-1)=0$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$r_1&lt;r_2$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$\sum_{k=1}^{\infty}c_k=\sum a_k+\sum b_k=\frac4{1-\frac12}+\frac4{1-\frac34}=8+16=24$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$12a_6=12\cdot4\left(\frac12\right)^5=\frac32$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$8b_4=8\cdot4\left(\frac34\right)^3=\frac{27}2$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c_k-(12a_6+8b_4)=24-\frac32-\frac{27}2=9$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roots of one quadratic: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$r_1,r_2$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roots of one quadratic: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$r_1+r_2=\frac54$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$r_1^2+r_2^2=\frac{13}{16}$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$r_1r_2=\frac38$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$2r_1r_2=(r_1+r_2)^2-(r_1^2+r_2^2)$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$4(r_1+r_2)=5$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$4(r_1^2+r_2^2)=\frac{13}4$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$p=r_1+r_2=\frac54$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$r_1^2+r_2^2=\frac{13}{16}$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$r_1r_2=\frac{p^2-(r_1^2+r_2^2)}{2}=\frac{\frac{25}{16}-\frac{13}{16}}{2}=\frac38$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$r_1,r_2$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$t^2-\frac54t+\frac38=0$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$8t^2-10t+3=0$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$t=\frac12,\frac34$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c_k=\frac4{1/2}+\frac4{1/4}=24$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$12a_6+8b_4=\frac32+\frac{27}2=15$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$24-15=9$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sums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determine the roots: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roots solve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 the ordering condition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assign the two roots; sum of the two infinite series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sums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$r_1+r_2$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$r_1^2+r_2^2$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determine the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$r_1r_2=\frac{(r_1+r_2)^2-(r_1^2+r_2^2)}{2}$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roots 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$t^2-(r_1+r_2)t+r_1r_2=0$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$\sum_{k\ge1}a r^{k-1}=\frac a{1-r}$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$a_6=4r_1^5$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$b_4=4r_2^3$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 the ordering condition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$r_1&lt;r_2$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assign the two roots; sum of the two infinite series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1.95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QB 01 Algebra 04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1.95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