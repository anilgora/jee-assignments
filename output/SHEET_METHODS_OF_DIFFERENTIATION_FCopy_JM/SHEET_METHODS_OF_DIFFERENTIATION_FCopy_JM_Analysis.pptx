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Sheet1!$A$2:$A$26</c:f>
              <c:strCache>
                <c:ptCount val="2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  <c:pt idx="20">
                  <c:v>Q21</c:v>
                </c:pt>
                <c:pt idx="21">
                  <c:v>Q22</c:v>
                </c:pt>
                <c:pt idx="22">
                  <c:v>Q23</c:v>
                </c:pt>
                <c:pt idx="23">
                  <c:v>Q24</c:v>
                </c:pt>
                <c:pt idx="24">
                  <c:v>Q25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2.0</c:v>
                </c:pt>
                <c:pt idx="1">
                  <c:v>2.0</c:v>
                </c:pt>
                <c:pt idx="2">
                  <c:v>3.0</c:v>
                </c:pt>
                <c:pt idx="3">
                  <c:v>2.0</c:v>
                </c:pt>
                <c:pt idx="4">
                  <c:v>1.0</c:v>
                </c:pt>
                <c:pt idx="5">
                  <c:v>2.0</c:v>
                </c:pt>
                <c:pt idx="6">
                  <c:v>1.0</c:v>
                </c:pt>
                <c:pt idx="7">
                  <c:v>2.0</c:v>
                </c:pt>
                <c:pt idx="8">
                  <c:v>2.0</c:v>
                </c:pt>
                <c:pt idx="9">
                  <c:v>1.0</c:v>
                </c:pt>
                <c:pt idx="10">
                  <c:v>2.0</c:v>
                </c:pt>
                <c:pt idx="11">
                  <c:v>2.0</c:v>
                </c:pt>
                <c:pt idx="12">
                  <c:v>2.0</c:v>
                </c:pt>
                <c:pt idx="13">
                  <c:v>3.0</c:v>
                </c:pt>
                <c:pt idx="14">
                  <c:v>2.0</c:v>
                </c:pt>
                <c:pt idx="15">
                  <c:v>2.0</c:v>
                </c:pt>
                <c:pt idx="16">
                  <c:v>1.0</c:v>
                </c:pt>
                <c:pt idx="17">
                  <c:v>1.0</c:v>
                </c:pt>
                <c:pt idx="18">
                  <c:v>3.0</c:v>
                </c:pt>
                <c:pt idx="19">
                  <c:v>3.0</c:v>
                </c:pt>
                <c:pt idx="20">
                  <c:v>3.0</c:v>
                </c:pt>
                <c:pt idx="21">
                  <c:v>1.0</c:v>
                </c:pt>
                <c:pt idx="22">
                  <c:v>1.0</c:v>
                </c:pt>
                <c:pt idx="23">
                  <c:v>2.0</c:v>
                </c:pt>
                <c:pt idx="24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solved sin4theta = -sqrt3/2 with the general solution for +sqrt3/2 (4 theta = n pi + (-1)^n pi/3), listing roots pi/12, pi/6, ... with sum 3pi/2 and beta = 3pi/8. The correct roots in [0, pi] are pi/3, 5pi/12, 5pi/6, 11pi/12 (sum 5pi/2, beta = 5pi/8). Both values give cos(4 beta) = 0, so f(beta) = 5/4 and answer (D) is unchanged. The PDF also typed sin^4(3x+theta) for sin^4(3 pi + theta).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three derivative determinants at x=0 are printed with wrong entries (e.g. [[2,0,0],[5,0,0],[2,0,0]] for D2, whose column 3 should still be (3,0,0)^T and whose column 2 is the zero column). Each determinant still has a zero column, so the value 0 and the answer (C) are correct; the working was rewritten column by column.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itself says there is a conceptual mistake in the question. Its derivative line is also written confusingly; it was rewritten. Added the check that F(0+)=1, so the printed limit diverges to +infinity and the key (A) equals F'(1), not the limit. The key is retained as the intended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typos: wrote (1-x)^2 y'' for (1-x^2) y'' and e^{sin^-1 x} for e^{3 sin^-1 x} in the last lines. Working and answer are right once these are fixed.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SHEET Methods of Differentiation (JM)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Exercise J-M (Methods of Differentiation)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Four options, one correct; JEE Main questions (Jan 2023 and April 2023 shifts)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33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33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$f(x)=x^3-x^2f'(1)+xf''(2)-f'''(3)$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$2f(0)-f(1)+f(3)=f(2)$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$f(1)+f(2)+f(3)=f(0)$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$3f(1)+f(2)=f(3)$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$f(3)-f(2)=f(1)$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427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Successive differentiation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constant 6, which fixes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two substitutions then give a linear system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$f'''$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constant 6, which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$f'''(3)$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two substitutions then give a linear system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$f''(2)$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Again: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once more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$f'(x)=3x^2-2xf'(1)+f''(2)$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Again: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$f''(x)=6x-2f'(1)$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once more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$f'''(x)=6$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$f'''(3)=6$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$f''(2)=12-2f'(1)$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$f'(1)=3-2f'(1)+f''(2)$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$f''(2)=3f'(1)-3$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(i) and (ii):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(A):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options fail: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answer is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(i) and (ii):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$12-2f'(1)=3f'(1)-3$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$f''(2)=6$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$f(x)=x^3-3x^2+6x-6$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(A):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$2f(0)-f(1)+f(3)=-12+2+12=2=f(2)$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options fail: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$12\neq-6$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$-6+2\neq12$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$12-2\neq-2$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answer is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$2f(0)-f(1)+f(3)=f(2)$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polynomial is defined through values of its own derivatives at fixed points, treat those values as unknown constants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differentiate, and substitute the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monic cubic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immediately; each further derivative lowers the degree by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Questions 1 and 15 of this sheet are the same pattern: the system is linear, so it always has a unique solution unless the coefficients cancel.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polynomial is defined through values of its own derivatives at fixed points, treat those values as unknown constants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$A=f'(1)$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$B=f''(2)$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$C=f'''(3)$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differentiate, and substitute the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monic cubic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$f'''\equiv6$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immediately; each further derivative lowers the degree by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Questions 1 and 15 of this sheet are the same pattern: the system is linear, so it always has a unique solution unless the coefficients cancel.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$y(x)=(1+x)(1+x^2)(1+x^4)(1+x^8)(1+x^{16})$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$y'-y''$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$976$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Successive differentiation, Sum of a geometric progression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Multiplying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telescopes the product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differentiate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the product.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Multiplying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$(1-x)$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telescopes the product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$1-x^{32}$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differentiate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$(1-x)y=1-x^{32}$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the product.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and divide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again: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that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and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$y=\frac{(1-x)(1+x)(1+x^2)(1+x^4)(1+x^8)(1+x^{16})}{1-x}=\frac{1-x^{32}}{1-x}$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$(1-x)y=1-x^{32}$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$(1-x)y'-y=-32x^{31}$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again: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$(1-x)y''-y'-y'=-32\cdot31\,x^{30}$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$(1-x)y''-2y'=-32\cdot31\,x^{30}$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relation: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has the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second relation: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relation: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$2y'-y=32$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has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$y'(-1)=16$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second relation: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$2y''-2y'=-992$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$y''(-1)=y'(-1)-496=-480$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$y'-y''=16-(-480)=496$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496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product is the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(binary expansion), so differentiate the sum term by term.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product is the 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$1+x+x^2+\dots+x^{31}$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(binary expansion), so differentiate the sum term by term.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integer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unique binary form,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 the terms: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last term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integer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unique binary form,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$y=(1+x)(1+x^2)(1+x^4)(1+x^8)(1+x^{16})=\sum_{k=0}^{31}x^k$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$y'(x)=\sum_{k=1}^{31}kx^{k-1}$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$y'(-1)=\sum_{k=1}^{31}k(-1)^{k-1}=1-2+3-4+\dots+31$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 the terms: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$(1-2)+(3-4)+\dots+(29-30)=-15$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last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$y'(-1)=16$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$y''(x)=\sum_{k=2}^{31}k(k-1)x^{k-2}$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$y''(-1)=\sum_{k=2}^{31}k(k-1)(-1)^k$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$k=2j,\,2j+1$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$2j(2j-1)-(2j+1)(2j)=-4j$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$j=1,\dots,15$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$y''(-1)=-4(1+2+\dots+15)=-4\cdot120=-480$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$y'-y''=16+480=496$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496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(every integer below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one binary expansion).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a relation like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rather than a long quotient or product: each differentiation just adds one term.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Alternating sums 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done by pairing;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$(1+x)(1+x^2)(1+x^4)\cdots(1+x^{2^{n-1}})=\dfrac{1-x^{2^n}}{1-x}=1+x+\dots+x^{2^n-1}$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(every integer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one binary expansion).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$(1+x)(1+x^2)=1+x+x^2+x^3$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a relation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$(1-x)y=g(x)$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rather than a long quotient or product: each differentiation just adds one term.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Alternating sums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$1-2+3-\dots+(2m-1)=m$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done by pairing;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$f(\theta)=3\left(\sin^4\left(\frac{3\pi}{2}-\theta\right)+\sin^4(3\pi+\theta)\right)-2(1-\sin^22\theta)$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$S=\left\{\theta\in[0,\pi]:f'(\theta)=-\frac{\sqrt3}{2}\right\}$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$4\beta=\sum_{\theta\in S}\theta$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09567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Differentiation of trigonometric functions, Trigonometric equations and general solution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roots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found on the whole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$\frac54-\frac14\cos4\theta$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$f'=\sin4\theta$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roots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$\sin4\theta=-\frac{\sqrt3}{2}$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found on the whole interval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$[0,\pi]$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$\sin\left(\frac{3\pi}{2}-\theta\right)=-\cos\theta$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$\sin(3\pi+\theta)=-\sin\theta$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$f(\theta)=3(\cos^4\theta+\sin^4\theta)-2\cos^22\theta$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$\cos^4\theta+\sin^4\theta=1-\frac12\sin^22\theta$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$f(\theta)=3-\frac32\sin^22\theta-2\cos^22\theta=\frac32-\frac12\cos^22\theta$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$\cos^22\theta=\frac{1+\cos4\theta}{2}$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$f(\theta)=\frac54-\frac{\cos4\theta}{4}$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$f'(\theta)=\sin4\theta$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answer is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$f'(\theta)=-\frac{\sqrt3}{2}$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$\sin4\theta=-\frac{\sqrt3}{2}$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$4\theta\in[0,4\pi]$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$[0,4\pi]$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$4\theta=\frac{4\pi}{3},\frac{5\pi}{3},\frac{10\pi}{3},\frac{11\pi}{3}$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$\theta=\frac{\pi}{3},\frac{5\pi}{12},\frac{5\pi}{6},\frac{11\pi}{12}$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$=\frac{(4+5+10+11)\pi}{12}=\frac{5\pi}{2}$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$4\beta=\frac{5\pi}{2}$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$\beta=\frac{5\pi}{8}$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$f(\beta)=\frac54-\frac{\cos(5\pi/2)}{4}=\frac54-0=\frac54$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answer is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$\frac{5}{4}$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two roots in each period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symmetric about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(resp.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their sum is known without listing them.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$u=4\theta$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two roots in each period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u=-\frac{\sqrt3}{2}$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symmetric about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$u=\frac{3\pi}{2}$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(resp.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$\frac{7\pi}{2}$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their sum is known without listing them.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the reduction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need the roots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(its minimum), so the two roots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symmetry axis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those two roots add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the reduction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$f'(\theta)=\sin4\theta$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$u=4\theta\in[0,4\pi]$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need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u=-\frac{\sqrt3}{2}$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$u=\frac{3\pi}{2}$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(its minimum), so the two roots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$2\cdot\frac{3\pi}{2}=3\pi$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$[2\pi,4\pi]$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symmetry axis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$u=\frac{7\pi}{2}$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those two roots add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u=10\pi$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$\sum\theta=\frac{10\pi}{4}=\frac{5\pi}{2}$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$4\beta=\frac{5\pi}{2}$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$f(\beta)=\frac54-\frac14\cos4\beta=\frac54-\frac14\cos\frac{5\pi}{2}=\frac54$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$\frac{5}{4}$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identity turns any fourth-power sum into a single multiple angle.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each period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their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unknown is an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equation involves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always widen the range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solving; the general-solution formula must use the right sign of the right-hand side.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$\sin^4\theta+\cos^4\theta=1-\frac12\sin^22\theta=\frac{3+\cos4\theta}{4}$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identity turns any fourth-power sum into a single multiple angle.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u=c$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each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$[2\pi m,2\pi(m+1)]$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$u=2\pi m+\frac{\pi}{2}$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 m+\frac{3\pi}{2}$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their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 m+\pi$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 m+3\pi$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unknown is an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equation involves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always widen the range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$[0,4\pi]$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solving; the general-solution formula must use the right sign of the right-hand side.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$y=f(x)=\sin^3\left(\frac{\pi}{3}\cos\left(\frac{\pi}{3\sqrt2}\left(-4x^3+5x^2+1\right)^{\frac32}\right)\right)$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$\sqrt2y'-3\pi^2y=0$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$y'+3\pi^2y=0$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$2y'+3\pi^2y=0$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$2y'+\sqrt3\pi^2y=0$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Chain rule (differentiation of composite functions)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Peel the composition layer by layer and track values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inner angles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every trigonometric value is standard.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Peel the composition layer by layer and track values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inner angles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$\frac{2\pi}{3}$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$-\frac{\pi}{6}$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every trigonometric value is standard.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$h=-4x^3+5x^2+1$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$A=\frac{\pi}{3\sqrt2}h^{3/2}$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$B=\frac{\pi}{3}\cos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$y=\sin^3B$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$h^{3/2}=2\sqrt2$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$A=\frac{2\pi}{3}$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$B=-\frac{\pi}{6}$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$y=\left(-\frac12\right)^3=-\frac18$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$y'=3\sin^2B\cos B\cdot B'$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$B'=-\frac{\pi}{3}\sin A\cdot A'$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$A'=\frac{\pi}{3\sqrt2}\cdot\frac32h^{1/2}h'$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$h'=-12x^2+10x=-2$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$h^{1/2}=\sqrt2$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$A'=\frac{\pi}{3\sqrt2}\cdot\frac32\cdot\sqrt2\cdot(-2)=-\pi$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$B'=-\frac{\pi}{3}\cdot\frac{\sqrt3}{2}\cdot(-\pi)=\frac{\sqrt3\,\pi^2}{6}$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$3\sin^2B=3\cdot\frac14=\frac34$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B=\frac{\sqrt3}{2}$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$y'=\frac34\cdot\frac{\sqrt3}{2}\cdot\frac{\sqrt3\,\pi^2}{6}=\frac{3\pi^2}{16}$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(C):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(C) holds.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options give non-zero values, e.g. (B):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answer is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(C):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$2y'+3\pi^2y=\frac{3\pi^2}{8}-\frac{3\pi^2}{8}=0$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(C) holds.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options give non-zero values, e.g. (B):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$\frac{3\pi^2}{16}-\frac{3\pi^2}{8}\neq0$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answer is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$2y'+3\pi^2y=0$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$\sin^3B=\frac{3\sin B-\sin3B}{4}$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$y'=\frac34(\cos B-\cos3B)B'$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$\cos3B$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$\sin^3B=\frac{3\sin B-\sin3B}{4}$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$y=\frac14(3\sin B-\sin3B)$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$y'=\frac14(3\cos B-3\cos3B)B'=\frac34(\cos B-\cos3B)B'$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$B=-\frac{\pi}{6}$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B=\frac{\sqrt3}{2}$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$\cos3B=\cos\left(-\frac{\pi}{2}\right)=0$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computed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giving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$B'=-\frac{\pi}{3}\sin A\cdot A'$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$A=\frac{2\pi}{3}$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$A'=-\pi$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computed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$B'=\frac{\sqrt3\pi^2}{6}$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$y'=\frac34\cdot\frac{\sqrt3}{2}\cdot\frac{\sqrt3\pi^2}{6}=\frac{3\pi^2}{16}$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$2y'+3\pi^2y=0$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$2y'+3\pi^2y=0$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avoid the power rule on trigonometric cubes.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deeply nested functions evaluate every layer's value and derivative at the point first (a table), then multiply the layer derivatives: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m:rPr>
                                <m:nor/>
                              </m:r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𝑙𝑎𝑦𝑒𝑟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m:rPr>
                                <m:nor/>
                              </m:r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𝑙𝑎𝑦𝑒𝑟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Test-makers choose the point so that inner arguments are standard angles: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$\sin^3B=\frac{3\sin B-\sin3B}{4}$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$\cos^3B=\frac{3\cos B+\cos3B}{4}$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avoid the power rule on trigonometric cubes.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deeply nested functions evaluate every layer's value and derivative at the point first (a table), then multiply the layer derivatives: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$\frac{dy}{dx}=\prod\frac{d(\text{layer}_{i+1})}{d(\text{layer}_i)}$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Test-makers choose the point so that inner arguments are standard angles: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$A=\frac{2\pi}{3}$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$y(x)=x^x$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$y''(2)-2y'(2)$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$4(\log_e2)^2+2$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$4\log_e2+2$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$8\log_e2-2$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$4(\log_e2)^2-2$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Logarithmic differentiation and successive differentiation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Logarithmic differentiation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differentiate once more with the product rule.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Logarithmic differentiation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$y'=x^x(1+\ln 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differentiate once more with the product rule.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again (product rule):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y=x\ln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$\frac{y'}{y}=1+\ln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$y'=x^x(1+\ln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again (product rule):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$y''=x^x(1+\ln x)^2+x^x\cdot\frac1x$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$y''(2)=4(1+\ln2)^2+2$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answer is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$y'(2)=4(1+\ln2)$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$y''(2)-2y'(2)=4(1+\ln2)^2+2-8(1+\ln2)=4(1+\ln2)\left[(1+\ln2)-2\right]+2$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$=4(1+\ln2)(\ln2-1)+2=4\left[(\ln2)^2-1\right]+2=4(\ln2)^2-2$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answer is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$4(\log_e2)^2-2$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$y=e^u$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$u=x\ln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$y''-2y'=y\left[(u'-1)^2+u''-1\right]$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$u'-1=\ln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(complete the square).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$y=e^u$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$y'=u'y$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$y''=(u'^2+u'')y$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$u'=1+\ln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$u''=\frac1x$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$y''-2y'=y\left(u'^2-2u'+u''\right)=y\left[(u'-1)^2-1+u''\right]$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(complete the square).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$u'-1=\ln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$y''-2y'=x^x\left[(\ln x)^2-1+\frac1x\right]$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$4\left[(\ln2)^2-1+\frac12\right]=4(\ln2)^2-2$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$4(\log_e2)^2-2$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is cleaner than differentiating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hand.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Completing the square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an expression like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a one-line evaluation.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$y=e^{u(x)}$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$y'=u'y$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$y''=(u''+u'^2)y$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is cleaner than differentiating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$x^x(1+\ln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hand.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$\frac{d}{dx}x^x=x^x(1+\ln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$\frac{d}{dx}f^g=f^g\left(g'\ln f+\frac{gf'}{f}\right)$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Completing the square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an expression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$y''-2y'$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a one-line evaluation.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 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Numerical value answer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$f(x)=x^2+g'(1)x+g''(2)$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$g(x)=f(1)x^2+xf'(x)+f''(x)$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$f(4)-g(4)$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Successive differentiation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polynomials of degree 2; the three unknown constants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 from three substitutions.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polynomials of degree 2; the three unknown constants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$g'(1)$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$g''(2)$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 from three substitutions.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(i):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$f'(x)=2x+g'(1)$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$g(x)=f(1)x^2+x(2x+g'(1))+2=f(1)x^2+2x^2+g'(1)x+2$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$g'(x)=2f(1)x+4x+g'(1)$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$g''(x)=2f(1)+4$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$g'(1)=2f(1)+4+g'(1)$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(ii):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$g''(2)=-4+4=0$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$f(1)=1+g'(1)+0$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$g'(1)=-3$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$f(x)=x^2-3x$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$g(x)=(-2)x^2+2x^2-3x+2=-3x+2$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$g(4)=-10$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$f(4)-g(4)=14$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Show first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linear: the condition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vanish.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Show first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linear: the condition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$g'(1)=p$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-coefficient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vanish.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$p=g'(1)$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$q=g''(2)$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$f(x)=x^2+px+q$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$g(x)=\left(f(1)+2\right)x^2+px+2$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$g'(1)=2\left(f(1)+2\right)+p$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$g'(1)=p$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$g(x)=px+2$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$g''(2)=q=0$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$f(1)=1+p+q=-2$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$f(x)=x^2-3x$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$g(x)=-3x+2$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$f(4)-g(4)=4-(-10)=14$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relation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the linear 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the higher-degree coefficients to cancel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look for what a self-referential condition cancels.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polynomial self-reference problems, write the unknown polynomial with symbolic coefficients and compare coefficients.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Quadratics: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similar values do not depend on the point.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$g'(a)=p$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the linear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the higher-degree coefficients to cancel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look for what a self-referential condition cancels.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polynomial self-reference problems, write the unknown polynomial with symbolic coefficients and compare coefficients.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Quadratics: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similar values do not depend on the point.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Q07 – Q14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Four options, one correct; JEE Main 2023-2024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26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26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$2x^y+3y^x=20$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$-\left(\frac{3+\log_e16}{4+\log_e8}\right)$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$-\left(\frac{3+\log_e4}{2+\log_e8}\right)$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$-\left(\frac{3+\log_e8}{2+\log_e4}\right)$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$-\left(\frac{2+\log_e8}{3+\log_e4}\right)$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9137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Implicit differentiation and logarithmic differentiation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variable-power terms: differentiate each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variable-power terms: differentiate each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$\frac{d}{dx}u^v=u^v\left(v'\ln u+\frac{vu'}{u}\right)$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point: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curve.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point: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$2\cdot2^2+3\cdot2^2=8+12=20$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curve.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$\frac{d}{dx}x^y=x^y\left[\frac yx+(\ln x)y'\right]$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$\frac{d}{dx}y^x=y^x\left[\frac{xy'}{y}+\ln y\right]$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that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answer is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$2x^y\left[\frac yx+(\ln x)y'\right]+3y^x\left[\frac{xy'}{y}+\ln y\right]=0$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$8\left[1+y'\ln2\right]+12\left[y'+\ln2\right]=0$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$8+8y'\ln2+12y'+12\ln2=0$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$y'=-\frac{8+12\ln2}{12+8\ln2}=-\frac{2+3\ln2}{3+2\ln2}=-\left(\frac{2+\log_e8}{3+\log_e4}\right)$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answer is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$-\left(\frac{2+\log_e8}{3+\log_e4}\right)$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the curve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partial derivatives, where each variable-power term is differentiated in one variable at a time.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the curve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$F(x,y)=0$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$\frac{dy}{dx}=-\frac{F_x}{F_y}$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partial derivatives, where each variable-power term is differentiated in one variable at a time.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$F(x,y)=2x^y+3y^x-20$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$F_x=2yx^{y-1}+3y^x\ln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$2\cdot2\cdot2+3\cdot4\ln2=8+12\ln2$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$F_y=2x^y\ln x+3xy^{x-1}$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$2\cdot4\ln2+3\cdot2\cdot2=8\ln2+12$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$\frac{dy}{dx}=-\frac{F_x}{F_y}=-\frac{8+12\ln2}{12+8\ln2}=-\frac{2+3\ln2}{3+2\ln2}$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$-\left(\frac{2+\log_e8}{3+\log_e4}\right)$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treat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constant (so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exponential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power), and vice versa.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derivative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sum of the power-rule part and the exponential-rule part.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that the given point lies on the curve before differentiating, to avoid evaluating at a wrong point.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$F(x,y)=0$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$\frac{dy}{dx}=-\frac{F_x}{F_y}$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treat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constant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exponential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power), and vice versa.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$u^v\left(v'\ln u+\frac{vu'}{u}\right)$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sum of the power-rule part and the exponential-rule part.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that the given point lies on the curve before differentiating, to avoid evaluating at a wrong point.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289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289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$f(x)=\frac{\sin x+\cos x-\sqrt2}{\sin x-\cos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$x\in[0,\pi]-\left\{\frac{\pi}{4}\right\}$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$f\left(\frac{7\pi}{12}\right)f''\left(\frac{7\pi}{12}\right)$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$\frac{2}{3\sqrt3}$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$\frac{-1}{3\sqrt3}$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377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Successive differentiation of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∓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the quotient then simplifies enough to differentiate twice.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x\pm\cos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$\sqrt2\sin(x\pm\frac\pi4)$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$\sqrt2\cos(x\mp\frac\pi4)$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the quotient then simplifies enough to differentiate twice.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Quotient rule: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numerator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x+\cos x=\sqrt2\sin\left(x+\frac\pi4\right)$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x-\cos x=\sqrt2\sin\left(x-\frac\pi4\right)$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$f(x)=\frac{\sin(x+\pi/4)-1}{\sin(x-\pi/4)}$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Quotient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$f'(x)=\frac{\cos(x+\frac\pi4)\sin(x-\frac\pi4)-\cos(x-\frac\pi4)\left[\sin(x+\frac\pi4)-1\right]}{\sin^2(x-\frac\pi4)}$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$S=\sin(x-\frac\pi4)$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$C=\cos(x-\frac\pi4)$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$\sin(x+\frac\pi4)=C$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$\cos(x+\frac\pi4)=-S$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$-S^2-C(C-1)=-(S^2+C^2)+C=C-1$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answer is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$f'(x)=\frac{\cos(x-\frac\pi4)-1}{\sin^2(x-\frac\pi4)}=-\frac{1-\cos(x-\frac\pi4)}{1-\cos^2(x-\frac\pi4)}=-\frac{1}{1+\cos(x-\frac\pi4)}$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$f''(x)=-\frac{\sin(x-\frac\pi4)}{\left(1+\cos(x-\frac\pi4)\right)^2}$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$x=\frac{7\pi}{12}$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$x-\frac\pi4=\frac\pi3$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$f=\frac{\frac12-1}{\frac{\sqrt3}{2}}=-\frac{1}{\sqrt3}$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$f''=-\frac{\sqrt3/2}{(3/2)^2}=-\frac{2\sqrt3}{9}$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$f\cdot f''=\left(-\frac{1}{\sqrt3}\right)\left(-\frac{2\sqrt3}{9}\right)=\frac29$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answer is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$\frac29$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half-angle formula,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single tangent.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$t=x-\frac\pi4$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$f=\frac{\cos t-1}{\sin t}=-\tan\frac 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half-angle formula,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single tangent.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$\sin(x+\frac\pi4)=\cos(x-\frac\pi4)$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$t=x-\frac\pi4$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$f=\frac{\cos t-1}{\sin t}=\frac{-2\sin^2(t/2)}{2\sin(t/2)\cos(t/2)}=-\tan\frac 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$f'=-\frac12\sec^2\frac 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$f''=-\frac12\sec^2\frac t2\tan\frac 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$f\cdot f''=\frac12\tan^2\frac t2\sec^2\frac 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$x=\frac{7\pi}{12}$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t2=\frac\pi6$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$\tan^2\frac\pi6=\frac13$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$\sec^2\frac\pi6=\frac43$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$f\cdot f''=\frac12\cdot\frac13\cdot\frac43=\frac29$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$\frac29$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use it first whenever a fraction mixes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symmetrically.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Spot-check: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$\frac{\cos t-1}{\sin t}=-\tan\frac 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$\frac{1-\cos t}{\sin t}=\tan\frac 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$\frac{1+\cos t}{\sin t}=\cot\frac 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t\ne0$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$a\sin x+b\cos x=\sqrt{a^2+b^2}\sin(x+\varphi)$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use it first whenever a fraction mixes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symmetrically.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Spot-check: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$\frac{\cos t-1}{\sin t}=\frac{-1/2}{\sqrt3/2}=-\frac1{\sqrt3}=-\tan\frac\pi6$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differentiable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differentiable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$f:\mathbb{R}-\{0\}\to\mathbb{R}$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$3f(x)+2f\left(\frac1x\right)=\frac1x-10$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$\left|f(3)+f'\left(\frac14\right)\right|$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$\frac{33}{5}$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$\frac{29}{5}$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192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Functional equations, Derivative of a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second equation, then 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explicitly before differentiating.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second equation, then eliminate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$f\left(\frac1x\right)$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explicitly before differentiating.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$3f(x)+2f\left(\frac1x\right)=\frac1x-10$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$3f\left(\frac1x\right)+2f(x)=x-10$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$5f(x)=\frac3x-2x-10$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$f(3)=\frac{1-6-10}{5}=-3$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answer is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$5f'(x)=-\frac{3}{x^2}-2$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$5f'\left(\frac14\right)=-48-2=-50$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$f'\left(\frac14\right)=-10$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$\left|f(3)+f'\left(\frac14\right)\right|=|-3-10|=13$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answer is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right side is a combination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constants, so assume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match coefficients (undetermined coefficients).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right side is a combination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constants, so assume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$f(x)=\alpha x+\frac\beta x+\gamma$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match coefficients (undetermined coefficients).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$f(x)=\alpha x+\frac\beta x+\gamma$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$f\left(\frac1x\right)=\frac\alpha x+\beta x+\gamma$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$3f(x)+2f\left(\frac1x\right)=(3\alpha+2\beta)x+\frac{3\beta+2\alpha}{x}+5\gamma$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$3\alpha+2\beta=0$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$2\alpha+3\beta=1$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$5\gamma=-10$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answer; the elimination shows this ansatz is forced).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$f(x)=-\frac{2x}{5}+\frac{3}{5x}-2$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$f(3)=-\frac65+\frac15-2=-3$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$f'(x)=-\frac25-\frac{3}{5x^2}$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$f'\left(\frac14\right)=-\frac25-\frac{48}{5}=-10$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$|f(3)+f'(\frac14)|=13$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answer; the elimination shows this ansatz is forced).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Functional equations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substitute to get a second equation and solve the 2x2 linear system; differentiate only after solving.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system is degenerate and may have no solution or many; check the compatibility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$af(x)+bf\left(\frac1x\right)=g(x)$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$a^2\ne 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$f(x)=\frac{a\,g(x)-b\,g(1/x)}{a^2-b^2}$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$a=3,b=2$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$g=\frac1x-10$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$\frac{3(\frac1x-10)-2(x-10)}{5}$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Functional equations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$x\to1-x$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substitute to get a second equation and solve the 2x2 linear system; differentiate only after solving.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system is degenerate and may have no solution or many; check the compatibility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</m:rad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$f(x)=\frac{\left(2^x+2^{-x}\right)\tan x\sqrt{\tan^{-1}\left(x^2-x+1\right)}}{\left(7x^2+3x+1\right)^3}$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$\sqrt\pi$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Derivative of product of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product rule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leaves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no need to differentiate the messy factor.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Because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 0=0$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product rule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$f=\tan x\cdot g(x)$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leaves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no need to differentiate the messy factor.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</m:rad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rule: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</m:sSup>
                          </m:e>
                        </m:d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answer is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$f(x)=\tan x\cdot 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$g(x)=\frac{\left(2^x+2^{-x}\right)\sqrt{\tan^{-1}\left(x^2-x+1\right)}}{\left(7x^2+3x+1\right)^3}$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$f'(x)=\sec^2x\,g(x)+\tan x\,g'(x)$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$f'(0)=\sec^20\cdot g(0)+\tan0\cdot g'(0)=g(0)$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$g(0)=\frac{\left(2^0+2^{-0}\right)\sqrt{\tan^{-1}(1)}}{1^3}=2\sqrt{\frac\pi4}$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$f'(0)=2\cdot\frac{\sqrt\pi}{2}=\sqrt\pi$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answer is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$\sqrt\pi$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definition: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because of the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definition: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because of the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$f'(0)=\lim_{x\to0}\frac{f(x)}{x}=\lim\frac{\tan x}{x}\cdot g(x)$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finite.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finite.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$f'(0)=\lim_{x\to0}\frac{f(x)-f(0)}{x}=\lim_{x\to0}\frac{f(x)}{x}$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$\frac{f(x)}{x}=\frac{\tan x}{x}\cdot g(x)\to1\cdot g(0)$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$g(0)=2\sqrt{\tan^{-1}1}=2\sqrt{\frac\pi4}=\sqrt\pi$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$\sqrt\pi$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derivative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matters.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More generally,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Messy-looking quotients in 'find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questions usually hide a zero factor or a standard-value point; look for it before differentiating.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$f=u\cdot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$f'(a)=u'(a)g(a)$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matters.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More generally,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$f=(x-a)^m 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$g(a)\ne0$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$f^{(k)}(a)=0$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$k&lt;m$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$f^{(m)}(a)=m!\,g(a)$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Messy-looking quotients in 'find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questions usually hide a zero factor or a standard-value point; look for it before differentiating.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746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742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$y=\log_e\left(\frac{1-x^2}{1+x^2}\right)$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$-1&lt;x&lt;1$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$225(y'-y'')$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$746$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$742$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279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Successive differentiation of logarithmic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the logarithm or simplify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the quotient rule once more.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the logarithm or simplify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$-\frac{4x}{1-x^4}$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the quotient rule once more.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Quotient rule: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$y=\ln(1-x^2)-\ln(1+x^2)$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$y'=\frac{-2x}{1-x^2}-\frac{2x}{1+x^2}=\frac{-2x(1+x^2)-2x(1-x^2)}{1-x^4}=\frac{-4x}{1-x^4}$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Quotient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$y''=\frac{-4(1-x^4)-(-4x)(-4x^3)}{(1-x^4)^2}=\frac{-4(1+3x^4)}{(1-x^4)^2}$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$y'-y''=\frac{-4x}{1-x^4}+\frac{4(1+3x^4)}{(1-x^4)^2}$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$x^4=\frac1{16}$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$1-x^4=\frac{15}{16}$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256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answer is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$y'=\frac{-2}{15/16}=-\frac{32}{15}$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$y''=\frac{-4\cdot\frac{19}{16}}{\frac{225}{256}}=-\frac{1216}{225}$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$y'-y''=-\frac{480}{225}+\frac{1216}{225}=\frac{736}{225}$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$225(y'-y'')=736$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answer is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736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$736$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partial fractions with linear denominators, so the second derivative is a sum of simple negative powers.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partial fractions with linear denominators, so the second derivative is a sum of simple negative powers.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$y'=\frac{-2x}{1-x^2}-\frac{2x}{1+x^2}$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$\frac{-2x}{1-x^2}=\frac1{x+1}+\frac1{x-1}$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$y'=\frac1{x+1}+\frac1{x-1}-\frac{2x}{1+x^2}$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$y''=-\frac1{(x+1)^2}-\frac1{(x-1)^2}-\frac{2(1-x^2)}{(1+x^2)^2}$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$y'=\frac23-2-\frac45=-\frac{32}{15}$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$y''=-\frac49-4-\frac{24}{25}=-\frac{1216}{225}$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$225(y'-y'')=-480+1216=736$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736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$736$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similarly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differentiate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rather than the quotient, then combine the fractions.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Reduce the number of quotient-rule steps by splitting into partial fractions when the denominator factors over the reals.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$\frac{d}{dx}\ln\frac{1-x^2}{1+x^2}=-\frac{4x}{1-x^4}$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$\frac{d}{dx}\ln\frac{1+x}{1-x}=\frac{2}{1-x^2}$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$\frac{d}{dx}\ln\frac{1-x}{1+x}=-\frac{2}{1-x^2}$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$y=\ln\frac{u}{v}$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differentiate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u-\ln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rather than the quotient, then combine the fractions.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Reduce the number of quotient-rule steps by splitting into partial fractions when the denominator factors over the reals.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$f(x)=\begin{vmatrix}2\cos^4x&amp;2\sin^4x&amp;3+\sin^22x\\3+2\cos^4x&amp;2\sin^4x&amp;\sin^22x\\2\cos^4x&amp;3+2\sin^4x&amp;\sin^22x\end{vmatrix}$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$\frac15f'(0)$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Differentiation of a determinant, Properties of determinants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Every entry has zero derivative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each of the three derivative-determinants has a zero column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Every entry has zero derivative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each of the three derivative-determinants has a zero column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$f'(0)=0$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the determinant one column at a time: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determinant with column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differentiated.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derivatives: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three vanish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(each contains a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the determinant one column at a time: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$f'(x)=D_1+D_2+D_3$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determinant with column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differentiated.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derivatives: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$\frac{d}{dx}(2\cos^4x)=-8\cos^3x\sin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$\frac{d}{dx}(2\sin^4x)=8\sin^3x\cos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$\frac{d}{dx}(\sin^22x)=4\sin2x\cos2x$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three vanish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(each contains a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column entries are: column 1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column 2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column 3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zero first column,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zero second column,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zero third column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each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answer is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column entries are: column 1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$=(2,5,2)^T$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column 2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$=(0,0,3)^T$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column 3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$=(3,0,0)^T$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zero first column,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zero second column,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zero third column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each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$\frac15f'(0)=0$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answer is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Row operations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remove all trigonometric terms from two rows and show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Row operations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$R_2\to R_2-R_1$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$R_3\to R_3-R_1$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remove all trigonometric terms from two rows and show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constant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row: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$c=\cos^4x$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$s=\sin^4x$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$S=\sin^22x$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$R_2-R_1$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$(3,0,-3)$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$R_3-R_1$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$(0,3,-3)$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$f=\begin{vmatrix}2c&amp;2s&amp;3+S\\3&amp;0&amp;-3\\0&amp;3&amp;-3\end{vmatrix}$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$f=2c\cdot(0+9)-2s\cdot(-9-0)+(3+S)\cdot(9-0)=18c+18s+27+9S$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$c+s=\cos^4x+\sin^4x=1-\frac12\sin^22x=1-\frac 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$f=18-9S+27+9S=45$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$\frac15f'(0)=0$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Before differentiating a determinant, simplify it with row/column operations; trigonometric determinants are very often constant or polynomial.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𝑐𝑜𝑙𝑢𝑚𝑛𝑠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(determinant with that column differentiated)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rows likewise.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combination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 the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 exactly.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Before differentiating a determinant, simplify it with row/column operations; trigonometric determinants are very often constant or polynomial.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$\frac{d}{dx}|a_{ij}|=\sum_{\text{columns}}$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(determinant with that column differentiated)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$=\sum$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rows likewise.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$\cos^4x+\sin^4x=1-\frac12\sin^22x$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combination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$18(c+s)+9S$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 exactly.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$f(x)=\begin{vmatrix}x^3&amp;2x^2+1&amp;1+3x\\3x^2+2&amp;2x&amp;x^3+6\\x^3-x&amp;4&amp;x^2-2\end{vmatrix}$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$2f(0)+f'(0)$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Differentiation of a determinant, Properties of determinants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sum of three determinants (one row differentiated at a time);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most entries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each is quick.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sum of three determinants (one row differentiated at a time);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most entries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each is quick.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row by row: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replaced by its derivative.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derivatives: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row by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$f'(x)=D_1+D_2+D_3$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replaced by its derivative.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derivatives: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$R_1'=(3x^2,\,4x,\,3)$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$R_2'=(6x,\,2,\,3x^2)$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$R_3'=(3x^2-1,\,0,\,2x)$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$f(0)=\begin{vmatrix}0&amp;1&amp;1\\2&amp;0&amp;6\\0&amp;4&amp;-2\end{vmatrix}=-1(-4-0)+1(8-0)=12$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$D_1(0)=\begin{vmatrix}0&amp;0&amp;3\\2&amp;0&amp;6\\0&amp;4&amp;-2\end{vmatrix}=3(8-0)=24$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column is zero).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answer is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$D_2(0)=\begin{vmatrix}0&amp;1&amp;1\\0&amp;2&amp;0\\0&amp;4&amp;-2\end{vmatrix}=0$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column is zero).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$D_3(0)=\begin{vmatrix}0&amp;1&amp;1\\2&amp;0&amp;6\\-1&amp;0&amp;0\end{vmatrix}=-1\cdot(6-0)=-6$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$f'(0)=24+0-6=18$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$2f(0)+f'(0)=24+18=42$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answer is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needed, so keep every entry only up to terms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expand the determinant to first order.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needed, so keep every entry only up to terms of order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expand the determinant to first order.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first order: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row: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first order: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$2x^2+1\to1$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$3x^2+2\to2$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$x^3+6\to6$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$x^3-x\to-x$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$x^2-2\to-2$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$f(x)\approx\begin{vmatrix}0&amp;1&amp;1+3x\\2&amp;2x&amp;6\\-x&amp;4&amp;-2\end{vmatrix}$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$-1\cdot\left[2(-2)-6(-x)\right]+(1+3x)\left[8-2x(-x)\right]$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$=-(-4+6x)+(1+3x)(8+2x^2)\approx4-6x+8+24x=12+18x$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$2f(0)+f'(0)=42$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determinant, expand it to first order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Product-rule for determinants: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differentiated); a zero row or column in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it vanish.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Sanity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polynomial determinant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agrees with the constant term of the first-order expansion.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determinant, expand it to first order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$f(x)\approx f(a)+f'(a)(x-a)$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Product-rule for determinants: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$f'=\sum_i D_i$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differentiated); a zero row or column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it vanish.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Sanity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polynomial determinant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agrees with the constant term of the first-order expansion.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0360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linear function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type m:val="bar"/>
                                          <m:ctrlP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40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num>
                                        <m:den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40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f>
                                    <m:fPr>
                                      <m:type m:val="bar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0360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linear function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$f(x)=\begin{cases}g(x),&amp;x\le0\\\left(\frac{1+x}{2+x}\right)^{\frac1x},&amp;x&gt;0\end{cases}$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$f'(1)=f(-1)$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$\log_e\left(\frac{4}{9e^{1/3}}\right)$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$\log_e\left(\frac49\right)-1$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$\frac13\log_e\left(\frac49\right)+1$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$\frac13\log_e\left(\frac{4}{9e^{1/3}}\right)$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of a function, Logarithmic differentiation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right limit is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log-differentiate the right branch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Continuity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right limit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$\left(\frac12\right)^\infty=0$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$g(0)=0$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$g(x)=ax$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log-differentiate the right branch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66360"/>
                <a:ext cx="10725912" cy="15087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66360"/>
                <a:ext cx="10725912" cy="15087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$g(x)=ax+b$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$\left(\frac{1+x}{2+x}\right)^{1/x}=\left(\frac12\right)^{\infty}=0$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(1)=(2):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$\lim_{x\to0^-}g(x)=b$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f=\frac1x\left[\ln(1+x)-\ln(2+x)\right]$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$\frac{f'}{f}=\frac{x\left[\frac1{1+x}-\frac1{2+x}\right]-\ln\frac{1+x}{2+x}}{x^2}$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$\frac{f'(1)}{f(1)}=\left(\frac12-\frac13\right)-\ln\frac23=\frac16-\ln\frac23$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$f'(1)=\frac23\left[\frac16-\ln\frac23\right]=\frac19-\frac23\ln\frac23$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$f(-1)=g(-1)=-a$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(1)=(2):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$-a=\frac19-\frac23\ln\frac23$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$a=\frac23\ln\frac23-\frac19$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answer is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$g(3)=3a=2\ln\frac23-\frac13=\ln\frac49-\ln e^{1/3}=\ln\left(\frac{4}{9e^{1/3}}\right)$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answer is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sSup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$\log_e\left(\frac{4}{9e^{1/3}}\right)$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fixed by two conditions; 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one of them, the derivative condition gives the other.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with value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Log-differentiation formula: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$g(x)=ax+b$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fixed by two conditions; continuity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one of them, the derivative condition gives the other.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$f=u^{1/x}$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$0&lt;u&lt;1$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$\lim_{x\to0^+}f=0$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$u\to\frac12&lt;1$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with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$e^{\lim\frac{u-1}{x}}$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Log-differentiation formula: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$\frac{d}{dx}\left[\frac{\ln u(x)}{x}\right]=\frac{x\,u'/u-\ln u}{x^2}$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 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Q15 – Q16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Numerical value answer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$f(x)=x^3+x^2f'(1)+xf''(2)+f'''(3)$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Successive differentiation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constants: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two substitutions give a linear system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$f''(2)$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$f'''(3)$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constants: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$f'''\equiv6$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two substitutions give a linear system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$f''(2)$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$f'(x)=3x^2+2xf'(1)+f''(2)$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$f''(x)=6x+2f'(1)$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$f'''(x)=6$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$f'''(3)=6$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$f''(2)=12+2f'(1)$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$f'(1)=3+2f'(1)+f''(2)$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(1) and (2):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(1) and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$f'(1)+f''(2)=15+4f'(1)+f''(2)$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$0=15+3f'(1)$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$f''(2)=12-10=2$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$f'(10)=3(100)+2(10)(-5)+2=300-100+2=202$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202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pattern as Q1: for polynomials defined through their own derivatives at points, replace those values by constants and solve the linear system.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Q1; the sign of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changes the system, so do not copy results between versions.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pattern as Q1: for polynomials defined through their own derivatives at points, replace those values by constants and solve the linear system.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Q1; the sign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$x^2f'(1)$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changes the system, so do not copy results between versions.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$y=\frac{(\sqrt x+1)(x^2-\sqrt x)}{x\sqrt x+x+\sqrt x}+\frac1{15}\left(3\cos^2x-5\right)\cos^3x$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$96y'\left(\frac\pi6\right)$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74212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Differentiation of algebraic and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the algebraic part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it collapses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differentiate the trigonometric part.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the algebraic part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$a^3-b^3$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it collapses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differentiate the trigonometric part.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first term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$x^2-\sqrt x=\sqrt x\left(x\sqrt x-1\right)=\sqrt x\left[(\sqrt x)^3-1\right]=\sqrt x(\sqrt x-1)(x+\sqrt 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$x\sqrt x+x+\sqrt x=\sqrt x\left(x+\sqrt x+1\right)$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first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$\frac{(\sqrt x+1)\sqrt x(\sqrt x-1)(x+\sqrt x+1)}{\sqrt x(x+\sqrt x+1)}=(\sqrt x+1)(\sqrt x-1)=x-1$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$y=(x-1)+\frac1{15}\left(3\cos^5x-5\cos^3x\right)$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$y'=1+\frac1{15}\left[-15\cos^4x\sin x+15\cos^2x\sin x\right]=1-\sin x\left(\cos^4x-\cos^2x\right)$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$\sin\frac\pi6=\frac12$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$\cos^2\frac\pi6=\frac34$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$\cos^4\frac\pi6=\frac9{16}$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$\cos^4-\cos^2=-\frac3{16}$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$y'\left(\frac\pi6\right)=1-\frac12\left(-\frac3{16}\right)=1+\frac3{32}=\frac{35}{32}$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$96y'\left(\frac\pi6\right)=96\cdot\frac{35}{32}=105$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105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trigonometric part is the antiderivative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no expansion.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trigonometric part is the antiderivative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$\sin^3x\cos^2x$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$c=\cos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$y'=1+\sin^3x\cos^2x$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no expansion.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trigonometric part,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trigonometric part,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$\frac{d}{dc}\frac{3c^5-5c^3}{15}=c^4-c^2=-c^2(1-c^2)$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$\frac{d}{dx}=\left(c^4-c^2\right)(-\sin x)=\sin x\cos^2x\left(1-\cos^2x\right)=\sin^3x\cos^2x$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algebraic part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$y'=1+\sin^3x\cos^2x$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algebraic part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$\sin^3x=\frac18$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$y'=1+\frac3{32}=\frac{35}{32}$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$96y'=105$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105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explains why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appears; always test whether a radical fraction is a disguised factorisation.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more generally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$a^3-b^3=(a-b)(a^2+ab+b^2)$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explains why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$x\sqrt x+x+\sqrt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appears; always test whether a radical fraction is a disguised factorisation.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$\frac{d}{dx}\frac{3\cos^5x-5\cos^3x}{15}=\sin^3x\cos^2x$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more generally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$\frac{d}{dx}\left(\frac{\cos^5x}{5}-\frac{\cos^3x}{3}\right)=\sin^3x\cos^2x$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$\sin^3x\cos^2x=\frac18\cdot\frac34=\frac3{32}$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Q17 – Q24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Four options, one correct; JEE Main 2024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a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$f(x)=x^5+2e^{x/4}$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a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$(g\circ f)(x)=x$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$8g'(2)$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Derivative of inverse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find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$g(f(x))=x$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$g'(f(x))=\frac1{f'(x)}$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find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(it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Differentiate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get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need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(unique, because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$g(f(x))=x$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Differentiate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$g'(f(x))\cdot f'(x)=1$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$g'(f(x))=\frac1{f'(x)}$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need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$f(0)=0+2e^0=2$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(unique,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$f'(x)=5x^4+\frac12e^{x/4}$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answer is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$g'(2)=g'(f(0))=\frac1{f'(0)}=2$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$8g'(2)=16$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answer is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inverse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 find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first solve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(usually by inspection) and then 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everywhere is strictly increasing, so it is one-one and the inverse exists; the root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unique.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this sheet's style of question, the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chosen so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an obvious root 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inverse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$g'(f(a))=\frac1{f'(a)}$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first solve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(usually by inspection) and then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$\frac1{f'(a)}$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everywhere is strictly increasing, so it is one-one and the inverse exists; the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unique.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this sheet's style of question, the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chosen so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an obvious root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$f(x)=x^5+2x^3+3x+1$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$g(f(x))=x$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$\frac{g(7)}{g'(7)}$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Derivative of inverse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inverse-function rule.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$g(7)=1$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$f(1)=7$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$g'(7)=\frac1{f'(1)}$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inverse-function rule.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that root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answer is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$f'(x)=5x^4+6x^2+3&gt;0$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$x^5+2x^3+3x+1=7$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$f(1)=1+2+3+1=7$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that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$g(7)=g(f(1))=1$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$g(f(x))=x$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$g'(f(x))\,f'(x)=1$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$g'(7)f'(1)=1$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$f'(1)=5+6+3=14$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$g'(7)=\frac1{14}$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$\frac{g(7)}{g'(7)}=\frac{1}{1/14}=14$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answer is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the ratio needs only the pair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Strictly monotonic polynomials such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odd powers with positive coefficients plus a constant) are always invertible;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trying small integers.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$g=f^{-1}$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$\frac{g(b)}{g'(b)}=g(b)\,f'(g(b))$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the ratio needs only the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$\big(g(b),f'(g(b))\big)$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Strictly monotonic polynomials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$x^5+2x^3+3x+1$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odd powers with positive coefficients plus a constant) are always invertible;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trying small integers.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$g(7)=1$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$g'(7)=\frac1{14}$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$\frac{g(7)}{g'(7)}=14=f'(1)\cdot1$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$y(\theta)=\frac{2\cos\theta+\cos2\theta}{\cos3\theta+4\cos2\theta+5\cos\theta+2}$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$y''+y'+y$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09567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Successive differentiation, Multiple-angle trigonometric identities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denominator factors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exactly the numerator,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$c=\cos\theta$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denominator factors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$(2c^2+2c-1)(2c+2)$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$2c^2+2c-1$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exactly the numerator,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$y=\frac1{2(1+\cos\theta)}$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Numerator: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(expand: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Numerator: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$2c+\cos2\theta=2c+2c^2-1=2c^2+2c-1$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$\cos3\theta+4\cos2\theta+5\cos\theta+2=(4c^3-3c)+4(2c^2-1)+5c+2=4c^3+8c^2+2c-2$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$4c^3+8c^2+2c-2=(2c^2+2c-1)(2c+2)$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(expand: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$4c^3+4c^2-2c+4c^2+4c-2$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$y=\frac{2c^2+2c-1}{(2c^2+2c-1)(2c+2)}=\frac1{2(1+\cos\theta)}$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answer is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$y'=\frac{\sin\theta}{2(1+\cos\theta)^2}$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$y''=\frac{\cos\theta(1+\cos\theta)^2+2\sin^2\theta(1+\cos\theta)}{2(1+\cos\theta)^4}$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$y''=\frac{0+2}{2}=1$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$y''+y'+y=1+\frac12+\frac12=2$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answer is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derivatives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one-line.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$1+\cos\theta=2\cos^2\frac\theta2$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$y=\frac14\sec^2\frac\theta2$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derivatives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$\sec^2u$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one-line.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cancelling: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cancelling: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$y=\frac1{2(1+\cos\theta)}=\frac1{4\cos^2(\theta/2)}=\frac14\sec^2u$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$\frac{dy}{d\theta}=\frac12\cdot\frac14\cdot2\sec^2u\tan u=\frac14\sec^2u\tan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$\frac{d^2y}{d\theta^2}=\frac12\cdot\frac14\left[2\sec^2u\tan^2u+\sec^4u\right]=\frac18\sec^2u\left(2\tan^2u+\sec^2u\right)$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$\sec^2u=2$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$y'=\frac14\cdot2\cdot1=\frac12$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$y''=\frac18\cdot2\cdot4=1$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$y''+y'+y=2$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converting every term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a trigonometric fraction into a rational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often cancels.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numerator is a polynomial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test whether it divides the denominator before differentiating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$\cos3\theta=4c^3-3c$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$\cos2\theta=2c^2-1$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converting every term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a trigonometric fraction into a rational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often cancels.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numerator is a polynomial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test whether it divides the denominator before differentiating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$2c^2+2c-1$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$4c^3+8c^2+2c-2$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$\frac1{1+\cos\theta}=\frac12\sec^2\frac\theta2$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$\frac1{1-\cos\theta}=\frac12\csc^2\frac\theta2$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$f:(-\infty,\infty)-\{0\}\to\mathbb{R}$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$f'(1)=\lim_{a\to\infty}a^2f\left(\frac1a\right)$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$\lim_{a\to\infty}\left[\frac{a(a+1)}{2}\tan^{-1}\left(\frac1a\right)+a^2-2\log_ea\right]$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$\frac52+\frac\pi8$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$\frac34+\frac\pi8$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$\frac38+\frac\pi4$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$\frac32+\frac\pi4$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0087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Derivative as a limit (first principle), Limits at infinity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Recognise the expression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an explicit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intended value is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(but the printed limit actually diverges).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Recognise the expression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$a^2F\left(\frac1a\right)$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an explicit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intended value is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(but the printed limit actually diverges).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Intended reading: write the expression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the given 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required value is taken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Intended reading: write the expression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$a^2F\left(\frac1a\right)$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$F(x)=\frac{1+x}{2}\tan^{-1}x+1+x^2\ln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$a^2\cdot x^2\ln x^2=\ln\frac1{a^2}=-2\ln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$a^2\cdot\frac{1+x}{2}=\frac{a(a+1)}{2}$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the given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$f'(1)=\lim a^2f\left(\frac1a\right)$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required value is taken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$F'(x)=\frac12\tan^{-1}x+\frac{1+x}{2(1+x^2)}+2x\ln x^2+2x$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intended answer is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NTA key.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Caution: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finite limit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printed limit is therefore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(e.g. the expression is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$F'(1)=\frac12\cdot\frac\pi4+\frac{2}{4}+0+2=\frac\pi8+\frac52$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intended answer is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$\frac52+\frac\pi8$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NTA key.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Caution: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$F(0^+)=0+1+0=1\ne0$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$a^2F\left(\frac1a\right)\to\infty$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finite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$f(0^+)=0$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printed limit is 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(e.g. the expression is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 (NTA key; the question is flawed - see the solution)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$\frac52+\frac\pi8$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 (NTA key; the question is flawed - see the solution)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finite,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finite limit); an expression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have a finite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limit.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Large-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expansions: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test the leading term to see if the limit is finite.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Spot-check flawed questions numerically: here the expression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nowhere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2.89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$\lim_{a\to\infty}a^2f\left(\frac1a\right)$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finite,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$f(x)=o(1)$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$f(x)/x^2$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finite limit); an expression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$F(0^+)\ne0$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have a finite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$a^2F(1/a)$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limit.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Large-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expansions: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$\tan^{-1}\frac1a=\frac1a-\frac1{3a^3}+\dots$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$\frac{a(a+1)}{2}\tan^{-1}\frac1a=\frac{a+1}{2}-\frac{a+1}{6a^2}+\dots$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test the leading term to see if the limit is finite.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Spot-check flawed questions numerically: here the expression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$1.0\times10^6$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nowhere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$2.89$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631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631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$f(x)=\begin{cases}x^3\sin\left(\frac1x\right),&amp;x\ne0\\0,&amp;x=0\end{cases}$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$f''\left(\frac2\pi\right)=\frac{24-\pi^2}{2\pi}$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$f''\left(\frac2\pi\right)=\frac{12-\pi^2}{2\pi}$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$f''(0)=1$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$f''(0)=0$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719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Successive differentiation, Differentiability at a point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twice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evaluate 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use the definition,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fails to exist.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twice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$x\neq0$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evaluate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$\frac2\pi$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$\sin\frac1x=1$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$\cos\frac1x=0$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use the definition,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$f''(0)$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fails to exist.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±</m:t>
                            </m:r>
                          </m:sup>
                        </m:sSup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𝑏𝑜𝑢𝑛𝑑𝑒𝑑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$\lim_{h\to0^\pm}h^3\sin\frac1h=0\times(\text{bounded})=0=f(0)$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$f'(x)=3x^2\sin\frac1x-x\cos\frac1x$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$f''(x)=6x\sin\frac1x-3\cos\frac1x-\cos\frac1x-\frac1x\sin\frac1x=6x\sin\frac1x-4\cos\frac1x-\frac1x\sin\frac1x$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(A) is true and (B)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does not exist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oscillates between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exist; (C) and (D) are false. The answer is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$\sin\frac\pi2=1$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$\cos\frac\pi2=0$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$f''\left(\frac2\pi\right)=\frac{12}\pi-\frac\pi2=\frac{24-\pi^2}{2\pi}$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(A) is true and (B)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$f'(0)=\lim_{h\to0}h^2\sin\frac1h=0$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$f''(0)=\lim_{h\to0}\frac{f'(h)}{h}=\lim_{h\to0}\left(3h\sin\frac1h-\cos\frac1h\right)$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does not exist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$\cos\frac1h$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oscillates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exist; (C) and (D) are false. The answer is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$f''\left(\frac2\pi\right)=\frac{24-\pi^2}{2\pi}$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every derivative is then a simple product.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$t=\frac1x$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$\frac{d}{dx}=-t^2\frac{d}{dt}$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$f=t^{-3}\sin 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every derivative is then a simple product.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$f=t^{-3}\sin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$\frac{d}{dx}=\frac{dt}{dx}\frac{d}{dt}=-t^2\frac{d}{dt}$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$f'=-t^2\left(-3t^{-4}\sin t+t^{-3}\cos t\right)=3t^{-2}\sin t-t^{-1}\cos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(that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$f''=-t^2\left(-6t^{-3}\sin t+3t^{-2}\cos t+t^{-2}\cos t+t^{-1}\sin t\right)=6t^{-1}\sin t-4\cos t-t\sin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$f''=\frac{12}\pi-0-\frac\pi2=\frac{24-\pi^2}{2\pi}$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$f''\left(\frac2\pi\right)=\frac{24-\pi^2}{2\pi}$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continuous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but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pieces: use the definition of derivative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the formula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(whose limit may not exist).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change of variable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converts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result matches the direct formula.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$f(x)=x^n\sin\frac1x$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continuous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$n&gt;3$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$x^n\sin\frac1x$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pieces: use the definition of derivative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the formula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(whose limit may not exist).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change of variable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converts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$-t^2\frac{d}{dt}$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$x^3\sin\frac1x$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result matches the direct formula.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for a differentiable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for a differentiable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$h'(0)=h'(1)=2$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$g(x)=h\left(e^x\right)e^{h(x)}$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Chain rule and product rule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Product rule and chain rule give two terms, each containing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Product rule and chain rule give two terms, each containing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$h(0)$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$h'(0)$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$h'(1)$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rule: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answer is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$g(x)=h\left(e^x\right)\cdot e^{h(x)}$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$g'(x)=h'\left(e^x\right)e^x\,e^{h(x)}+h\left(e^x\right)e^{h(x)}h'(x)$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$e^{h(0)}=e^0=1$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$g'(0)=h'(1)\cdot1\cdot1+h(1)\cdot1\cdot h'(0)=2+1\cdot2$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$g'(0)=4$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answer is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Log-differentiate: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valid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Log-differentiate: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 g=\ln h(e^x)+h(x)$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$\frac{g'}{g}=\frac{h'(e^x)e^x}{h(e^x)}+h'(x)$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valid 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$g(0)=1&gt;0$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$g(0)=h(1)e^{h(0)}=1\cdot1=1&gt;0$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$\frac{g'}{g}=\frac{h'(e^x)e^x}{h(e^x)}+h'(x)$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$\frac{g'(0)}{1}=\frac{h'(1)\cdot1}{h(1)}+h'(0)=\frac21+2=4$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two sub-expressions are evaluated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the given data only: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Log-differentiation is convenient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product of positive factors: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sum of simple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list the data you are given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see which appear at the evaluation point.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$g=h(\varphi(x))e^{h(x)}$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two sub-expressions are evaluated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the given data only: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$h(e^0)=h(1)$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$e^{h(0)}=1$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Log-differentiation is convenient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product of positive factors: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$\frac{g'}{g}$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sum of simple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list the data you are given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$h(0),h(1),h'(0),h'(1)$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see which appear at the evaluation point.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$f(x)=ax^3+bx^2+cx+41$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$f''(1)=4$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$a^2+b^2+c^2$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Derivatives of a polynomial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Three conditions give three linear equations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subtracting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removes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Three conditions give three linear equations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subtracting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$f(1)=40$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$f'(1)=2$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removes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that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...(4).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$f'(x)=3ax^2+2bx+c$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$f'(1)=3a+2b+c=2$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$f''(x)=6ax+2b$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$f''(1)=6a+2b=4$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$3a+b=2$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$a+b+c+41=40$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...(4).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(4) in (3):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(2):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from (4),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answer is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(4) in (3):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$-3+b=2$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from (4),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$a^2+b^2+c^2=1+25+25=51$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answer is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Taylor polynomial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Taylor polynomial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$f(x)=f(1)+f'(1)(x-1)+\frac{f''(1)}{2}(x-1)^2+a(x-1)^3$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$f(0)=41$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cubic term's coefficient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$f(x)=40+2(x-1)+2(x-1)^2+a(x-1)^3$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cubic term's coefficient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$40-2+2-a=41$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$=2-3a=5=b$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$=2-4+3a=-5=c$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$a^2+b^2+c^2=1+25+25=51$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polynomial of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determined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one point via Taylor's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the cubic term needs the one extra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 equations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 on) is faster than substitution for coefficient systems.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answer: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polynomial of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determined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$f(a),f'(a),\dots,f^{(n)}(a)$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one point via Taylor's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$f(x)=\sum\frac{f^{(k)}(a)}{k!}(x-a)^k$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the cubic term needs the one extra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 equations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$f'(1)-f(1)$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 on) is faster than substitution for coefficient systems.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answer: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$f(x)=-x^3+5x^2-5x+41$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$f'(1)=-3+10-5=2$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$f''(1)=-6+10=4$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$\log_ey=3\sin^{-1}x$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$(1-x^2)y''-xy'$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$9e^{\pi/6}$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$3e^{\pi/2}$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$3e^{\pi/6}$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$9e^{\pi/2}$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Successive differentiation of inverse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 second differentiation turns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$\sqrt{1-x^2}\,y'=3y$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 second differentiation turns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$(1-x^2)y''-xy'$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$9y$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that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again: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answer is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$y=e^{3\sin^{-1}x}$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$y'=e^{3\sin^{-1}x}\cdot\frac{3}{\sqrt{1-x^2}}$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$\sqrt{1-x^2}\,y'=3y$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again: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$\sqrt{1-x^2}\,y''-\frac{x}{\sqrt{1-x^2}}\,y'=3y'$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$(1-x^2)y''-xy'=3y'\sqrt{1-x^2}=3\cdot3y=9y$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$\sin^{-1}\frac12=\frac\pi6$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$y=e^{3\cdot\pi/6}=e^{\pi/2}$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$(1-x^2)y''-xy'=9e^{\pi/2}$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answer is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$9e^{\pi/2}$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$x=\sin\theta$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$(1-x^2)\frac{d^2y}{dx^2}-x\frac{dy}{dx}=\frac{d^2y}{d\theta^2}$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$y=e^{3\theta}$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$9y$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is exactly the required expression).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$y_\theta=\cos\theta\,y_x$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$y_{\theta\theta}=-\sin\theta\,y_x+\cos^2\theta\,y_{xx}$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$y_{\theta\theta}=(1-x^2)y_{xx}-xy_x$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is exactly the required expression).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$y=e^{3\theta}$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$y_{\theta\theta}=9e^{3\theta}=9y$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$9e^{3\pi/6}=9e^{\pi/2}$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$9e^{\pi/2}$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same identity holds. Check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sides vanish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combination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multiplying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standard route to Legendre-type relations.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$(1-x^2)y''-xy'=\frac{d^2y}{d\theta^2}$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same identity holds. Check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$y=\sin^{-1}x=\theta$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sides vanish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$y''=\frac{x}{(1-x^2)^{3/2}}$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$(1-x^2)y''-xy'=0$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$y=e^{m\sin^{-1}x}$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$(1-x^2)y''-xy'-m^2y=0$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combination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$\sqrt{1-x^2}\,y'=my$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multiplying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standard route to Legendre-type relations.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 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Numerical value answer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  <m:rad>
                              <m:deg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g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⋯</m:t>
                            </m:r>
                            <m:rad>
                              <m:deg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deg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$\lim_{x\to0}2\left(\frac{1-\cos x\sqrt{\cos2x}\sqrt[3]{\cos3x}\cdots\sqrt[10]{\cos10x}}{x^2}\right)$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(expansion of cosine)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factor </a:t>
                </a:r>
                <a14:m>
                  <m:oMath xmlns:m="http://schemas.openxmlformats.org/officeDocument/2006/math">
                    <m:rad>
                      <m:deg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g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for small terms the product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terms.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$\sqrt[k]{\cos kx}\approx1-\frac{kx^2}{2}$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for small terms the product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$1-\sum$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terms.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ad>
                      <m:deg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g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Product: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(cross terms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kx\approx1-\frac{k^2x^2}{2}$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$\sqrt[k]{\cos kx}=\left(1-\frac{k^2x^2}{2}\right)^{1/k}\approx1-\frac{kx^2}{2}$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$k=1,\dots,10$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$\prod_{k=1}^{10}\left(1-\frac{kx^2}{2}\right)\approx1-\frac{x^2}{2}(1+2+\dots+10)$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(cross terms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$O(x^4)$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∏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$1-\prod\approx\frac{x^2}{2}\cdot55$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$2\cdot\frac{1-\prod}{x^2}\to2\cdot\frac{55}{2}=55$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logarithms: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logarithms: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 P=\sum_k\frac1k\ln\cos kx\approx-\sum_k\frac{kx^2}{2}$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$1-P\approx-\ln 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$P\to1$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$P=\prod_{k=1}^{10}(\cos kx)^{1/k}$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P=\sum_{k=1}^{10}\frac1k\ln\cos kx$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$\ln\cos kx\approx-\frac{k^2x^2}{2}$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P\approx-\frac{x^2}{2}\sum k=-\frac{55x^2}{2}$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$1-P\approx-\ln P=\frac{55x^2}{2}$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$2\cdot\frac{1-P}{x^2}\to55$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deg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g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in general,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ad>
                          <m:deg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g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∏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ϵ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two factors: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$\sqrt[k]{\cos kx}\approx1-\frac{kx^2}{2}$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in general,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$\prod_{k=1}^n\sqrt[k]{\cos kx}\approx1-\frac{n(n+1)}{4}x^2$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$\frac{110}{4}=\frac{55}{2}$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$\epsilon_i\to0$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$\prod(1-\epsilon_i)=1-\sum\epsilon_i+O(\epsilon^2)$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$\frac{1-\prod}{x^2}\to\lim\frac{\sum\epsilon_i}{x^2}$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two factors: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$\lim\frac{1-\cos x\sqrt{\cos2x}}{x^2}=\frac12+1=\frac32=\frac{2\cdot3}{4}$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(5/5)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1.92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7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5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25 questions, 100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Methods of Differentiation Sheet JM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1.92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