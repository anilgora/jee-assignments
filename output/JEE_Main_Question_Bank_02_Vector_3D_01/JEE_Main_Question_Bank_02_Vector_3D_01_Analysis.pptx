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1.0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$\vec b=\lambda\vec a\times(\vec a\times\hat j)\Rightarrow\vec b=\lambda(-2\hat i-2\hat j+2\hat k)\vec a$ (a stray $\vec a$ at the end); the expansion of the triple product, the check $\vec b\cdot\hat j&gt;0$ and the final dot product were not shown and are added. Result $3\sqrt2$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points. (1) The PDF's coplanarity determinant has the middle entry $1$ in the first row; it should be $2$ (the $\hat j$ coefficient of $\vec a$): $4\alpha-8-2\beta=0$. Both $(4,2,4)$ and $(1,2,-2)$ satisfy the corrected relation. (2) Strictly, the internal bisector of the angle between $\vec b$ and $\vec c$ is $\vec a=(4,2,4)$, which matches no option; the key (B) is the vector along $\hat b-\hat c$ (external bisector). The key (B) is kept because it is the only option consistent with the problem, but the stem is loosely worded.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Minor sign slip: the PDF writes $5\lambda=0$; the expansion $2+4\lambda+1+3\lambda-3-12\lambda$ equals $-5\lambda$. $\lambda=0$ and the answer $\sqrt{74}$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$(\vec v\times\vec w)\vec v=\ldots$ and $(\vec v\times\vec w)\vec w=\ldots$ without the dot between the factors; the dot product is meant. Values and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divides by $a,b,c$ and uses $\dfrac1a+\dfrac1b+\dfrac1c$ without checking that $K\neq0$ and $abc\neq0$; this justification is added (otherwise $a=b=c=0$, contradicting $a^2+b^2+c^2=1$). Result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$(\vec a+\vec b)\times(\vec a-\vec b)=2\hat i+10\hat j+6\hat k$; the $\hat i$ coefficient is $1\cdot(-5)-(-1)(3)=-2$, so the vector is $-2\hat i+10\hat j+6\hat k$ (equal to $-2\,\vec a\times\vec b$). The squared length $4+100+36=140$ and the answer are unchanged. The PDF also jumps from the triple product to $8(\vec a\times\vec b)$; the BAC-CAB step is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normal as $\overrightarrow{AC}=(a,-a,-4)$ but then uses $ax-ay+4z=0$; the normal along $\overrightarrow{CA}$ is $(a,-a,4)$ (with $\overrightarrow{AC}=(-a,a,-4)$). The plane $x-y+2z=0$, $a=2$, $D$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step 'reduced determinant' replaces the first row by $(0,2\alpha-4,-2)$ and changes the first column of the other rows to $-1$ and $6$ without stating an operation that does this (no single row or column operation of the shown determinant gives it). The reduced determinant still evaluates to $17(2\alpha-4)-78=34\alpha-146$, the same as the direct expansion, so the final value is unchanged; the solution is written with a direct expansion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Vector 3D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rotated through a right angle, passing through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in its way, and the resulting vector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a=-\hat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rotated through a right angle, passing through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in its way, and the resulting vector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$3\vec a+\sqrt2\,\vec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c=5\hat i+4\hat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of a vector and projection of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plane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is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b\parallel\vec a\times(\vec a\times\hat j)$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keeps the length: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make an acute angle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b\perp\vec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b=\lambda\,\vec a\times(\vec a\times\hat 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a\times\hat j)=\vec a(\vec a\cdot\hat j)-\hat j|\vec a|^2=2\vec a-6\hat j=-2\hat i-2\hat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b=\lambda(-2\hat i-2\hat j+2\hat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keeps the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$\sqrt6=\sqrt{12}\,|\lambda|$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make an acute angle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b\cdot\hat j&gt;0$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b=-\sqrt2(-\hat i-\hat j+\hat k)=\sqrt2\hat i+\sqrt2\hat j-\sqrt2\hat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$3\vec a+\sqrt2\vec b=(-3,6,3)+(2,2,-2)=(-1,8,1)$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$=\dfrac{(3\vec a+\sqrt2\vec b)\cdot\vec c}{|\vec c|}=\dfrac{-5+32+3}{\sqrt{50}}=\dfrac{30}{5\sqrt2}=3\sqrt2$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as the unit direction of the component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scaled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project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as the unit direction of the component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scaled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project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component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(and past)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this direction,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j-\dfrac{\hat j\cdot\vec a}{|\vec a|^2}\vec a=\hat j-\dfrac{\vec a}{3}=\left(\tfrac13,\tfrac13,-\tfrac13\right)$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(and past)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this direction,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b=\sqrt6\cdot\dfrac{(1,1,-1)}{\sqrt3}=\sqrt2(1,1,-1)$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is linear: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c=-5+8+3=6$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c=\sqrt2(5+4-3)=6\sqrt2$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$3\vec a+\sqrt2\vec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$=\dfrac{3(6)+\sqrt2(6\sqrt2)}{|\vec c|}=\dfrac{18+12}{5\sqrt2}=3\sqrt2$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in their plane and points away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⟂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⟂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scalar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linear in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project each term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a\times\vec u)=\vec a(\vec a\cdot\vec u)-\vec u|\vec 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in their plane and points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a|\,\dfrac{\vec u_\perp}{|\vec u_\perp|}$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u_\perp=\vec u-\dfrac{\vec u\cdot\vec a}{|\vec a|^2}\vec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scalar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$\dfrac{\vec x\cdot\vec c}{|\vec c|}$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project each term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projection of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$|\overrightarrow{BC}|=8,\ |\overrightarrow{CA}|=7,\ |\overrightarrow{AB}|=10$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projection of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$\dfrac{127}{20}$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$\dfrac{115}{16}$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$\dfrac{85}{14}$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Projection of a vector, Cosine rule in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$|AB|\cos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$\theta=\angle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$=|\overrightarrow{AB}|\cos\theta=10\cos\theta$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$\cos\theta=\dfrac{|AB|^2+|CA|^2-|BC|^2}{2\,|AB|\,|CA|}$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$\cos\theta=\dfrac{100+49-64}{2\times10\times7}=\dfrac{85}{10\times2\times7}$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$=10\times\dfrac{85}{10\times2\times7}=\dfrac{85}{14}$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$\dfrac{85}{14}$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projection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$(x-7)^2+y^2=64$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$-14x+49=-36$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$x=\dfrac{85}{14}$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$x=\dfrac{85}{14}$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$\dfrac{85}{14}$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(polarisation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Projections of the sides on one another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(projection formula).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$c\cos A=\dfrac{b^2+c^2-a^2}{2b}$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$\dfrac{49+100-64}{14}=\dfrac{85}{14}$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$\overrightarrow{AB}\cdot\overrightarrow{AC}=\dfrac{b^2+c^2-a^2}{2}$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(polarisation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$|\overrightarrow{BC}|^2=|\overrightarrow{AC}-\overrightarrow{AB}|^2$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Projections of the sides on one another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$a=b\cos C+c\cos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(projection formula).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point 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point on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$(42,0,0),(0,42,0),(0,0,42)$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$3+\dfrac{x-11}{(y-19)^2(z-12)^2}+\dfrac{y-19}{(x-11)^2(z-12)^2}+\dfrac{z-12}{(x-11)^2(y-19)^2}-\dfrac{x+y+z}{14(x-11)(y-19)(z-12)}$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of a plane in intercept form, Algebraic identity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of a plane in intercept form, Algebraic identity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$11+19+12=42$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$a=x-11,\ b=y-19,\ c=z-12$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$a^3+b^3+c^3=3abc$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$P:\ x+y+z=42$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$11+19+12=42$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$(x-11)+(y-19)+(z-12)=0$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$x-11=a,\ y-19=b,\ z-12=c$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$3+\dfrac a{b^2c^2}+\dfrac b{a^2c^2}+\dfrac c{a^2b^2}-\dfrac{42}{14abc}$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$3+\dfrac{a^3+b^3+c^3}{a^2b^2c^2}-\dfrac3{abc}$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$a^3+b^3+c^3=3abc$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$3+\dfrac{3abc}{a^2b^2c^2}-\dfrac3{abc}$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$=3+\dfrac3{abc}-\dfrac3{abc}=3$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value is the same for every point of the plane, so evaluate at one convenient point.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constant on the plane, so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plane).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add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constant on the plane, so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b=1,\ 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$(x,y,z)=(12,20,10)$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$12+20+10=42$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plane).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a{b^2c^2}=\dfrac14,\ \dfrac b{a^2c^2}=\dfrac14,\ \dfrac c{a^2b^2}=-2$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$\dfrac{42}{14abc}=\dfrac3{-2}=-\dfrac32$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$=3-\dfrac32-\left(-\dfrac32\right)=3$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says the value is the same for 'an arbitrary point' of a plane or line, test one convenient point to find (or check)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$a^3+b^3+c^3=3abc$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$a^3+b^3+c^3-3abc=(a+b+c)(a^2+b^2+c^2-ab-bc-ca)$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$(p,0,0),(0,p,0),(0,0,p)$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says the value is the same for 'an arbitrary point' of a plane or line, test one convenient point to find (or check)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the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a=\alpha\hat i+2\hat j+\beta\hat k\ (\alpha,\beta\in\mathbb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c=\hat i-\hat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k+4=0$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k+2=0$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i+1=0$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i+3=0$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Coplanar vectors and angle bisector of two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vector along a bisector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external one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matches an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vector along a bisector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b,\vec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b\pm\hat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external one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b-\hat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matches an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relation is checked below).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the bisector,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$\begin{vmatrix}\alpha&amp;2&amp;\beta\\1&amp;1&amp;0\\1&amp;-1&amp;4\end{vmatrix}=0$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$4\alpha-8-2\beta=0$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relation is checked below).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the bisector,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a=\lambda(\hat b+\hat c)=\lambda\left(\dfrac{\hat i+\hat j}{\sqrt2}+\dfrac{\hat i-\hat j+4\hat k}{3\sqrt2}\right)$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$\alpha\hat i+2\hat j+\beta\hat k=\lambda\left(\dfrac4{3\sqrt2}\hat i+\dfrac2{3\sqrt2}\hat j+\dfrac4{3\sqrt2}\hat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$\dfrac{2\lambda}{3\sqrt2}=2\Rightarrow\lambda=3\sqrt2$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none of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take the other bisector (of the pair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$\alpha=4,\ 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a=4\hat i+2\hat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none of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take the other bisector (of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b,-\vec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a=\mu(\hat b-\hat c)=\mu\left(\dfrac2{3\sqrt2}\hat i+\dfrac4{3\sqrt2}\hat j-\dfrac4{3\sqrt2}\hat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$\dfrac{4\mu}{3\sqrt2}=2\Rightarrow\mu=\dfrac{3\sqrt2}2$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k+2=0$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$\vec a\cdot\hat k+2=0$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vector on a bisector makes equal angles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 each sign with coplanarity.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vector on a bisector makes equal angles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$\dfrac{\vec a\cdot\vec b}{|\vec b|}=\pm\dfrac{\vec a\cdot\vec c}{|\vec c|}$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 each sign with coplanarity.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Coplanarity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option 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b=\alpha+2$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c=\alpha-2+4\beta$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Coplanarity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$4\alpha-8-2\beta=0$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$3(\alpha+2)=\alpha-2+4\beta\Rightarrow\beta=\dfrac{\alpha+4}2$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$\alpha=4,\ 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option 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$3(\alpha+2)=-(\alpha-2+4\beta)\Rightarrow\beta=-\alpha-1$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k+2=0$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$\vec a\cdot\hat k+2=0$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Vectors along the two bisectors (internal and external) of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 makes equal angles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 bisector line); with a minus sign it is the external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is to be matched with options and the first natural case fails to match, check the other bisector (the sign ambiguity).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Vectors along the two bisectors (internal and external) of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b+\hat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b-\hat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 \vec b\ \vec c]=0$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 makes equal angles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$\dfrac{\vec a\cdot\vec b}{|\vec b|}=\dfrac{\vec a\cdot\vec c}{|\vec c|}$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 bisector line); with a minus sign it is the external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is to be matched with options and the first natural case fails to match, check the other bisector (the sign ambiguity).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circumcentre and the orthocentre of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circumcentre and the orthocentre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$\overrightarrow{PA}+\overrightarrow{PB}+\overrightarrow{PC}$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$2\overrightarrow{PQ}$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$\overrightarrow{QP}$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$2\overrightarrow{QP}$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Position vectors of triangle centres (Euler line)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$PG:GQ=1:2$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$3\overrightarrow{PG}=\overrightarrow{PQ}$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position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(circumcentre to orthocentre)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position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$\overrightarrow{PA}+\overrightarrow{PB}+\overrightarrow{PC}=\vec a+\vec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$\overrightarrow{PG}=\dfrac{\vec a+\vec b+\vec c}3$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(circumcentre to orthocentre)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b+\vec c=3\overrightarrow{PG}=\overrightarrow{PQ}$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$\overrightarrow{PQ}$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a right triangle, where the orthocentre is the right-angle vertex and the circumcentre is the midpoint of the hypotenuse.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equals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$A(0,0),\ B(2,0),\ C(0,2)$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$Q=A=(0,0)$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$\overrightarrow{PA}+\overrightarrow{PB}+\overrightarrow{PC}=(-1,-1)+(1,-1)+(-1,1)=(-1,-1)$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$\overrightarrow{PQ}=Q-P=(-1,-1)$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$\overrightarrow{PQ}$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circumcentre as origin,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centroid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(Sylvester's relation);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the orthocentre is the right-angle vertex and the circumcentre is the midpoint of the hypotenuse - a quick test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circumcentre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circumcentre as origin,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$H=\vec a+\vec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centroid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$G=\dfrac{\vec a+\vec b+\vec c}3$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(Sylvester's relation);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$O,G,H$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$OG:GH=1:2$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the orthocentre is the right-angle vertex and the circumcentre is the midpoint of the hypotenuse - a quick test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circumcentre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$\overrightarrow{OA}+\overrightarrow{OB}+\overrightarrow{OC}=\overrightarrow{OH}$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non-zero vectors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non-zero vectors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b\times\vec c)=\dfrac{\vec b-\vec 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d=\vec a\cdot\vec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b)\cdot(\vec c\times\vec 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triple product and scalar product of two cross products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triple product to read off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triple product to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a\times\vec b)\cdot(\vec c\times\vec d)=(\vec a\cdot\vec c)(\vec b\cdot\vec d)-(\vec a\cdot\vec d)(\vec b\cdot\vec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not parallel; comparing coefficients,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b\times\vec c)=(\vec a\cdot\vec c)\vec b-(\vec a\cdot\vec b)\vec c=\dfrac{\vec b}2-\dfrac{\vec 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not parallel; comparing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d=\vec a\cdot\vec b=\dfrac12$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b)\cdot(\vec c\times\vec d)=(\vec a\cdot\vec c)(\vec b\cdot\vec d)-(\vec a\cdot\vec d)(\vec b\cdot\vec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$=\dfrac12\cdot\dfrac12-(\vec a\cdot\vec d)\cdot0=\dfrac14$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coordinates adapted to the data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compute both cross products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coordinates adapted to the data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b\perp\vec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compute both cross products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b=\hat i,\ \vec c=\hat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c=\hat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a\times\hat k=(a_y,-a_x,0)$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$\dfrac{\vec b-\vec c}2=\left(\tfrac12,-\tfrac12,0\right)$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a=\left(\tfrac12,\tfrac12,t\right)$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d=\vec a\cdot\vec b=\tfrac12$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d=\left(\tfrac12,d_y,d_z\right)$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b=\left(0,\,t,\,-\tfrac12\right)$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c\times\vec d=\left(d_z,\,0,\,-\tfrac12\right)$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$=0+0+\tfrac14=\tfrac14$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$t,d_y,d_z$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BAC-CAB: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Lagrange/Binet-Cauchy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non-parallel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lets you compare coefficients in a vector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BAC-CAB: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b\times\vec c)=(\vec a\cdot\vec c)\vec b-(\vec a\cdot\vec b)\vec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Lagrange/Binet-Cauchy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b)\cdot(\vec c\times\vec d)=(\vec a\cdot\vec c)(\vec b\cdot\vec d)-(\vec a\cdot\vec d)(\vec b\cdot\vec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non-parallel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$x\vec b+y\vec c=\vec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lets you compare coefficients in a vector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parallel to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$\dfrac{x-1}2=\dfrac{y-2}3=\dfrac{z-3}4$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parallel to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$2x+y-3z=4$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$P(1,-9,2)$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$\sqrt{74}$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parallel to a plane and intersecting a given line,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joins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given line,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normal of the plane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joins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$A(0,1,2)$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given line,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$\overrightarrow{AB}\perp$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normal of the plane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given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plane,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given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$B(1+2\lambda,\,2+3\lambda,\,3+4\lambda)$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plane,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$\overrightarrow{AB}\perp\vec n=(2,1,-3)$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$(1+2\lambda,1+3\lambda,1+4\lambda)\cdot(2,1,-3)=0$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$2+4\lambda+1+3\lambda-3-12\lambda=0\Rightarrow-5\lambda=0\Rightarrow\lambda=0$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\vec r=\hat j+2\hat k+\mu(\hat i+\hat j+\hat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$Q(\mu,\,1+\mu,\,2+\mu)$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$P(1,-9,2)$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$\overrightarrow{PQ}=(\mu-1,\,10+\mu,\,\mu)$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$\overrightarrow{PQ}\cdot(1,1,1)=0\Rightarrow(\mu-1)+(10+\mu)+\mu=0\Rightarrow3\mu=-9\Rightarrow\mu=-3$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$\overrightarrow{PQ}=(-4,7,-3)$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$=\sqrt{16+49+9}=\sqrt{74}$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$\sqrt{74}$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cross-product distance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foot of perpendicular.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cross-product distance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$\dfrac{|\overrightarrow{AP}\times\vec d|}{|\vec d|}$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foot of perpendicular.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found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found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$\overrightarrow{AP}=(1,-10,0)$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$\overrightarrow{AP}\times\vec d=(-10,\,-1,\,11)$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$|\overrightarrow{AP}\times\vec d|^2=100+1+121=222$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$^2=\dfrac{222}{|\vec d|^2}=\dfrac{222}3=74$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$\sqrt{74}$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$\sqrt{74}$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plane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a line 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 given line: write the general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that line and impose the extra condition (here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$\dfrac{|\overrightarrow{AP}\times\vec d|}{|\vec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$\sqrt{74}$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n\cdot\vec r=k$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d\cdot\vec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a line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 given line: write the general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that line and impose the extra condition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$\overrightarrow{AB}\cdot\vec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u=\hat i-\hat j-2\hat k,\ \vec v=2\hat i+\hat j-\hat k,\ \vec v\cdot\vec w=2$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w=\vec u+\lambda\vec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u\cdot\vec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Cross product orthogonality and dot product of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dotting the given equation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the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v\times\vec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dotting the given equation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the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w=\vec u+\lambda\vec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v\times\vec w)\cdot\vec v=\vec u\cdot\vec v+\lambda\vec v\cdot\vec v\Rightarrow0=\vec u\cdot\vec v+\lambda|\vec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$\lambda=-\dfrac{\vec u\cdot\vec v}{|\vec v|^2}=-\dfrac{2-1+2}6=-\dfrac12$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v\times\vec w)\cdot\vec w=\vec u\cdot\vec w+\lambda\vec v\cdot\vec w\Rightarrow0=\vec u\cdot\vec w+2\lambda$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u\cdot\vec w=-2\lambda=-2\left(-\dfrac12\right)=1$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v\times(\vec v\times\vec w)=\vec v(\vec v\cdot\vec w)-\vec w|\vec v|^2$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s=\vec v\times\vec w=\vec u-\tfrac12\vec v=\left(0,-\tfrac32,-\tfrac32\right)$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s=\vec v(\vec v\cdot\vec w)-\vec w|\vec v|^2=2\vec v-6\vec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s=(2,1,-1)\times\left(0,-\tfrac32,-\tfrac32\right)=(-3,3,-3)$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$6\vec w=2\vec v-(-3,3,-3)=(7,-1,1)$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w=\tfrac16(7,-1,1)$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v\cdot\vec w=\dfrac{14-1-1}6=2$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u\cdot\vec w=\dfrac{7+1-2}6=1$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an equation has the form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dotting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 and gives scalar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recovers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v\times\vec w)\cdot\vec v=(\vec v\times\vec w)\cdot\vec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an equation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w=\vec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dotting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left side and gives scalar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v\times(\vec v\times\vec w)=\vec v(\vec v\cdot\vec w)-\vec w|\vec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v\cdot\vec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segment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segment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$B(2,b,-3)$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$(a-b,\,b,\,2b-a)$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$\dfrac{97}3$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$\dfrac{73}3$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formula, equation of a plane and distance in 3D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Section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plane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Section formula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plane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$OC=\sqrt5$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 in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$AC:CB=2:1$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$C=\left(\dfrac{a+4}3,\dfrac{2b-2}3,\dfrac{-2}3\right)$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$\dfrac{2a+8}3-\dfrac{2b-2}3-\dfrac23=4\Rightarrow a-b=2$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$\left(\dfrac{a+4}3\right)^2+\left(\dfrac{2b-2}3\right)^2+\dfrac49=5$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$(b+6)^2+(2b-2)^2=41\Rightarrow5b^2+4b-1=0$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$b=\dfrac15$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$C=\left(\dfrac53,-\dfrac43,-\dfrac23\right)$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$P=(a-b,b,2b-a)=(2,-1,-3)$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$CP^2=\dfrac19+\dfrac19+\dfrac{49}9=\dfrac{51}9=\dfrac{17}3$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$\dfrac{17}3$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as a point of the plane lying on the sphere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recover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as a point of the plane lying on the sphere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$|OC|^2=5$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$z=-\tfrac23$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recover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$z_C=\dfrac{2(-3)+1(4)}3=-\dfrac23$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$2x-y=4+\dfrac23=\dfrac{14}3$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$x^2+y^2=5-\dfrac49=\dfrac{41}9$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$45x^2-168x+155=0$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$x=\dfrac{31}{15}$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$x=\tfrac53\Rightarrow y=-\tfrac43$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$x=\tfrac{31}{15}\Rightarrow y=-\tfrac8{15}$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$x=\dfrac{a+4}3,\ y=\dfrac{2b-2}3$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$(x,y)=\left(\tfrac53,-\tfrac43\right)$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$\left(\tfrac{31}{15},-\tfrac8{15}\right)$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$\left(\tfrac{11}5,\tfrac15\right)$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$C=\left(\tfrac53,-\tfrac43,-\tfrac23\right)$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$P=(2,-1,-3)$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$CP^2=\dfrac{17}3$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$\dfrac{17}3$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any 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Squared-distance conditions give quadratics; use any sign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$\dfrac{n\vec A+m\vec B}{m+n}$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any 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$f=px+qy+rz-s$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$f(C)=\dfrac{n f(A)+m f(B)}{m+n}$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 f(A)+m f(B)=0$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$f(B)=-b-3$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$f(A)+2f(B)=0$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Squared-distance conditions give quadratics; use any sign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components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a rectangular cartesian system. The system is rotated through a certain angle about the origin in the counter-clockwise sense. If, with respect to the new system,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components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components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a rectangular cartesian system. The system is rotated through a certain angle about the origin in the counter-clockwise sense. If, with respect to the new system,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components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of axes and components of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rotation of the axes does not change the length of the vector.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under rotation of axes: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value among the options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under rotation of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$\sqrt{(3p)^2+1^2}=\sqrt{(p+1)^2+(\sqrt{10})^2}$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$9p^2+1=p^2+2p+1+10\Rightarrow8p^2-2p-10=0\Rightarrow4p^2-p-5=0$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$4p^2-5p+4p-5=0\Rightarrow(4p-5)(p+1)=0$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$p=\dfrac54$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value among the options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four options directly against the invariance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four options directly against the invariance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$x^2+y^2=x'^2+y'^2$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 lengths, so a rotation exists (components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$4+10=14$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$p=\dfrac45$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$\dfrac{144}{25}+1=\dfrac{169}{25}$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$\dfrac{81}{25}+10=\dfrac{331}{25}$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$p=-\dfrac54$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$\dfrac{225}{16}+1=\dfrac{241}{16}$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$\dfrac1{16}+10=\dfrac{161}{16}$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 lengths, so a rotation exists (components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$(-3,1)\to(0,\sqrt{10})$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rotation of axes the components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transformation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length-preserving.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quantities that must be equal under a transformation give an equation in the unknown directly; the angle itself is never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can give two roots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pick the one listed among the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rotation of axes the components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$(x,y)\to(x',y')$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$x^2+y^2=x'^2+y'^2$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transformation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$x'=x\cos\theta+y\sin\theta,\ y'=-x\sin\theta+y\cos\theta$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length-preserving.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quantities that must be equal under a transformation give an equation in the unknown directly; the angle itself is never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can give two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$p=-1,\ \tfrac54$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pick the one listed among the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angle between the vectors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$a\cos\theta=b\cos\left(\theta+\dfrac{2\pi}3\right)=c\cos\left(\theta+\dfrac{4\pi}3\right)$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$\theta=\dfrac\pi9$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angle between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$a\hat i+b\hat j+c\hat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$b\hat i+c\hat j+a\hat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vectors, Sum of cosines of angles in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products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products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$\dfrac1a+\dfrac1b+\dfrac1c\propto\cos\theta+\cos\left(\theta+\tfrac{2\pi}3\right)+\cos\left(\theta+\tfrac{4\pi}3\right)=0$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$ab+bc+ca=0$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(none of the three cosines is zero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contradicting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$a\cos\theta=b\cos\left(\theta+\tfrac{2\pi}3\right)=c\cos\left(\theta+\tfrac{4\pi}3\right)=K$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(none of the three cosines is zero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$\theta=\tfrac\pi9$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Ka=\cos\theta,\ \dfrac Kb=\cos\left(\theta+\tfrac{2\pi}3\right),\ \dfrac Kc=\cos\left(\theta+\tfrac{4\pi}3\right)$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$K\left(\dfrac1a+\dfrac1b+\dfrac1c\right)=\cos\theta+\cos\left(\theta+\tfrac{2\pi}3\right)+\cos\left(\theta+\tfrac{4\pi}3\right)=0$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$\dfrac1a+\dfrac1b+\dfrac1c=0$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$ab+bc+ca=0$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$\cos\alpha=\dfrac{(a,b,c)\cdot(b,c,a)}{\sqrt{a^2+b^2+c^2}\sqrt{b^2+c^2+a^2}}=\dfrac{ab+bc+ca}1=0$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equally spaced unit phasors add to zero); same for sines.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cyclic shift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rule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degenerate case) before dividing.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$\cos\theta+\cos\left(\theta+\tfrac{2\pi}3\right)+\cos\left(\theta+\tfrac{4\pi}3\right)=0$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equally spaced unit phasors add to zero); same for sines.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$ax=by=cz=K\neq0$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$a,b,c\propto\dfrac1x,\dfrac1y,\dfrac1z$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$\dfrac1a+\dfrac1b+\dfrac1c=\dfrac{x+y+z}K$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cyclic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$\cos=\dfrac{ab+bc+ca}{a^2+b^2+c^2}$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$ab+bc+ca=0$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rule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degenerate case) before dividing.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a=\lambda\hat i+2\hat j-3\hat k,\ \vec b=\hat i-\lambda\hat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$\big((\vec a+\vec b)\times(\vec a\times\vec b)\big)\times(\vec a-\vec b)=8\hat i-40\hat j-24\hat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$\big|\lambda(\vec a+\vec b)\times(\vec a-\vec b)\big|^2$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triple product and cross product of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BAC-CAB: the expression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X\times(\vec a-\vec b)=(\vec b-\vec a)\times\vec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BAC-CAB: the expression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$(|\vec a|^2-|\vec b|^2)(\vec a\times\vec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BAC-CAB: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$\big((\vec a+\vec b)\times(\vec a\times\vec b)\big)\times(\vec a-\vec b)=(\vec b-\vec a)\times\big((\vec a+\vec b)\times(\vec a\times\vec b)\big)$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BAC-CAB: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$=(\vec a+\vec b)\big((\vec b-\vec a)\cdot(\vec a\times\vec b)\big)-(\vec a\times\vec b)\big((\vec b-\vec a)\cdot(\vec a+\vec b)\big)$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$=(|\vec a|^2-|\vec b|^2)(\vec a\times\vec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a|^2-|\vec b|^2=(\lambda^2+13)-(\lambda^2+5)=8$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$8(\vec a\times\vec b)=8\hat i-40\hat j-24\hat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b=\begin{vmatrix}\hat i&amp;\hat j&amp;\hat k\\\lambda&amp;2&amp;-3\\1&amp;-\lambda&amp;2\end{vmatrix}=(4-3\lambda)\hat i-(2\lambda+3)\hat j+(-\lambda^2-2)\hat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i-5\hat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j-3\hat k,\ \vec b=\hat i-\hat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b=2\hat i+\hat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a-\vec b=3\hat j-5\hat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b)\times(\vec a-\vec b)=\begin{vmatrix}\hat i&amp;\hat j&amp;\hat k\\2&amp;1&amp;-1\\0&amp;3&amp;-5\end{vmatrix}=-2\hat i+10\hat j+6\hat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$=1^2\left(4+100+36\right)=140$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given vector (a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must be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given vector (a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must be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 Also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a+\vec b)\times(\vec a-\vec b)=-2\,\vec a\times\vec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given vector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cross product needs to be expanded).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given vector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$8(\vec a\times\vec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b=(1,-5,-3)$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a=(\lambda,2,-3)$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$\lambda-10+9=0\Rightarrow\lambda=1$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cross product needs to be expanded).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b)\times(\vec a-\vec b)=-\vec a\times\vec b+\vec b\times\vec a=-2(\vec a\times\vec b)=(-2,10,6)$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$|\lambda(\vec a+\vec b)\times(\vec a-\vec b)|^2=1\cdot4(1+25+9)=140$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here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vector known to be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scalar equations by dotting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b)\times(\vec a-\vec b)=-2\,\vec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$\big((\vec a+\vec b)\times(\vec a\times\vec b)\big)\times(\vec a-\vec b)=(|\vec a|^2-|\vec b|^2)(\vec a\times\vec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here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$8(1,-5,-3)$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vector known to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scalar equations by dotting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plane containing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plane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plane containing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$x+2y+3z-4=0=2x+y-z+5$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r=(\hat i-\hat j)+\lambda(\hat i+\hat j+\hat k)+\mu(\hat i-2\hat j+3\hat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Plane through the intersection of two planes, Perpendicular planes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plane through the line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normal must be perpendicular to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given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plane through the line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$P_1+\lambda P_2=0$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normal must be perpendicular to the normal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$(1,1,1)\times(1,-2,3)$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given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plane containing the line of intersection of the two planes: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plane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of plane 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Planes (1) and (2) are perpendicular, so their normals are perpendicular: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plane containing the line of intersection of the two planes: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$P_1+\lambda P_2=0\Rightarrow(1+2\lambda)x+(2+\lambda)y+(3-\lambda)z+(5\lambda-4)=0$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r=(\hat i-\hat j)+\lambda(\hat i+\hat j+\hat k)+\mu(\hat i-2\hat j+3\hat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of plane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$=\begin{vmatrix}\hat i&amp;\hat j&amp;\hat k\\1&amp;1&amp;1\\1&amp;-2&amp;3\end{vmatrix}=5\hat i-2\hat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Planes (1) and (2) are perpendicular, so their normals are perpendicular: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$5(1+2\lambda)-2(2+\lambda)-3(3-\lambda)=0$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$-8+11\lambda=0\Rightarrow\lambda=\dfrac8{11}$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$\dfrac{27}{11}x+\dfrac{30}{11}y+\dfrac{25}{11}z-\dfrac4{11}=0$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$27x+30y+25z=4$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$a-b+c=27-30+25=22$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plane's normal as a cross product: it is perpendicular to the line's direction and to the given plane's normal.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the line: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this direction and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 of the given plane):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$(1,2,3)\times(2,1,-1)=(-5,7,-3)$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this direction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$(5,-2,-3)$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 of the given plane):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n\parallel(-5,7,-3)\times(5,-2,-3)=(-27,-30,-25)$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planes).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$27x+30y+25z=k$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$(-\tfrac{14}3,\tfrac{13}3,0)$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planes).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$k=27\left(-\tfrac{14}3\right)+30\left(\tfrac{13}3\right)=-126+130=4$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$27x+30y+25z=4$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plane through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parameter).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Planes are perpendicular iff their normals are perpendicular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plane containing a line and perpendicular to a plane has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plane through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$P_1=0=P_2$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$P_1+\lambda P_2=0$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parameter).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Planes are perpendicular iff their normals are perpendicular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n_1\cdot\vec n_2=0$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r_0+\lambda\vec u+\mu\vec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u\times\vec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plane containing a line and perpendicular to a plane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$=\vec d\times\vec 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feet of the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length of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feet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$A(a,-2a,3)$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$lx+my+nz=0$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$C(0,-a,-1)$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length of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the perpendicular on a plane and distance between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normal to the plane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it;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normal.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$\overrightarrow{CA}$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normal to the plane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it;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normal.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of the plane is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passes through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of the plane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$\overrightarrow{CA}=(a-0,\,-2a+a,\,3+1)=(a,-a,4)$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passes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$ax-ay+4z=0$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$C(0,-a,-1)$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$0+a^2-4=0\Rightarrow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$2x-2y+4z=0$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$C=(0,-2,-1)$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normal):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normal):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r=(0,4,5)+\lambda(1,-1,2)$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$D(\lambda,\,4-\lambda,\,5+2\lambda)$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$\lambda-(4-\lambda)+2(5+2\lambda)=0\Rightarrow6\lambda=-6\Rightarrow\lambda=-1$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$D(-1,5,3)$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$CD=\sqrt{1+49+16}=\sqrt{66}$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$\sqrt{66}$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plane,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plane,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$CD^2=AB^2-(\overrightarrow{AB}\cdot\hat n)^2$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n\parallel(a,-a,4)$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n=\dfrac{(1,-1,2)}{\sqrt6}$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$A=(2,-4,3),\ B=(0,4,5)$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$\overrightarrow{AB}=(-2,8,2)$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$\overrightarrow{AB}\cdot\hat n=\dfrac{-2-8+4}{\sqrt6}=-\dfrac6{\sqrt6}$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$(\overrightarrow{AB}\cdot\hat n)^2=6$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$CD^2=72-6=66$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$CD=\sqrt{66}$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$\sqrt{66}$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plane through the origin and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is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feet of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plane with unit normal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plane through the origin and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feet of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plane with unit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$CD^2=AB^2-(\overrightarrow{AB}\cdot\hat 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$72-6=66$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$B-\dfrac{ax_0+by_0+cz_0+d}{a^2+b^2+c^2}(a,b,c)$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quadrilateral.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mid-points of the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quadrilateral.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mid-points of the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$(\overrightarrow{AB}-\overrightarrow{BC})+(\overrightarrow{AD}-\overrightarrow{DC})=k\,\overrightarrow{FE}$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Mid-point of a segment and vector addition in a quadrilateral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 vector as (head - tail) in position vectors; the sum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 vector as (head - tail) in position vectors; the sum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$2(\vec b+\vec d)-2(\vec a+\vec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$\overrightarrow{EF}$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c,\vec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$E=\dfrac{\vec a+\vec 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$F=\dfrac{\vec b+\vec d}2$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$(\overrightarrow{AB}-\overrightarrow{BC})+(\overrightarrow{AD}-\overrightarrow{DC})=(\vec b-\vec a)-(\vec c-\vec b)+(\vec d-\vec a)-(\vec c-\vec 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$=2\vec b-2\vec a-2\vec c+2\vec d=2(\vec b+\vec d)-2(\vec a+\vec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$=4\left[\dfrac{\vec b+\vec d}2-\dfrac{\vec a+\vec c}2\right]=4\overrightarrow{EF}=-4\overrightarrow{FE}$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a concrete (non-parallelogram) quadrilateral.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$A(0,0),\ B(2,0),\ C(3,2),\ D(0,1)$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$\overrightarrow{AB}=(2,0),\ \overrightarrow{BC}=(1,2),\ \overrightarrow{AD}=(0,1),\ \overrightarrow{DC}=(3,1)$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$(\overrightarrow{AB}-\overrightarrow{BC})+(\overrightarrow{AD}-\overrightarrow{DC})=(1,-2)+(-3,0)=(-2,-2)$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$E=\left(\tfrac32,1\right),\ F=\left(1,\tfrac12\right)$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$\overrightarrow{FE}=\left(\tfrac12,\tfrac12\right)$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mid-points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bisect each other)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side-chain: rewrite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adding.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$\overrightarrow{AB}+\overrightarrow{AD}+\overrightarrow{CB}+\overrightarrow{CD}=4\overrightarrow{EF}$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mid-points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$AC,BD$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bisect each other)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$\overrightarrow{AB}-\overrightarrow{BC}$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side-chain: rewrite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$-\overrightarrow{BC}=\overrightarrow{CB}$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adding.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$\dfrac{x+3}3=\dfrac{y+2}1=\dfrac{1-z}2$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$3x-4y+12z=32$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$x^2-18x-72=0$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$x^2+18x-72=0$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$x^2+18x+72=0$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$x^2-18x+72=0$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line and a plane, distance of a point from a plane, Quadratic equation with given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line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distance formula, and use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line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distance formula, and use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$2q^2$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$\dfrac{x+3}3=\dfrac{y+2}1=\dfrac{1-z}2=\lambda$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$(3\lambda-3,\ \lambda-2,\ 1-2\lambda)$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$3\lambda-3+\lambda-2+1-2\lambda=2\Rightarrow2\lambda-4=2$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$2\lambda=6\Rightarrow\lambda=3$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$P(6,1,-5)$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$q=\dfrac{|18-4-60-32|}{\sqrt{9+16+144}}=\dfrac{78}{13}=6$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$x^2-3qx+2q^2=0$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$x^2-18x+72=0$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$x^2-18x+72=0$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symmetric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positive, which rules out options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$\dfrac{|ax_0+by_0+cz_0-d|}{\sqrt{a^2+b^2+c^2}}$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$\sqrt{9+16+144}=13$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$x^2-(r+s)x+rs=0$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$x^2-3qx+2q^2=0$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symmetric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$\dfrac{1-z}2$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$3q=18$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positive, which rules out options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vectors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vector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vectors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vector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a=\alpha\vec b-\hat n\ (\alpha\neq0)$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c\times(\vec a\times\vec b)|$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triple product and unit vector perpendicular to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BAC-CAB, 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c\times(\vec a\times\vec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BAC-CAB,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c=12\alpha$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$12(\vec a-\alpha\vec b)=-12\hat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$|\hat n|=1$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a=\alpha\vec b-\hat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c=\alpha\,\vec b\cdot\vec c-\hat n\cdot\vec c=12\alpha-0=12\alpha$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c\times(\vec a\times\vec b)=(\vec c\cdot\vec b)\vec a-(\vec c\cdot\vec a)\vec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$=12\vec a-12\alpha\vec b=12(\vec a-\alpha\vec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a-\alpha\vec b=-\hat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c\times(\vec a\times\vec b)|=12|\hat n|=12$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b=(\alpha\vec b-\hat n)\times\vec b=-\hat n\times\vec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vector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Magnitude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b=\alpha(\vec b\times\vec b)-\hat n\times\vec b=-\hat n\times\vec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c\times(\vec a\times\vec b)=-\vec c\times(\hat n\times\vec b)=-\big[\hat n(\vec c\cdot\vec b)-\vec b(\vec c\cdot\hat n)\big]$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c\cdot\vec 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c\cdot\hat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vector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BAC-CAB: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BAC-CAB: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p\times(\vec q\times\vec r)=\vec q(\vec p\cdot\vec r)-\vec r(\vec p\cdot\vec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a=\alpha\vec b+\vec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b=\vec w\times\vec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c\times(\vec a\times\vec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octant is inclined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an acute angle. If a plane passing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normal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octant is inclined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an acute angle. If a plane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$a+\sqrt2b+c=1$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$\sqrt2a+b+c=1$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$a+b+\sqrt2c=1$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$\sqrt2a-b+c=1$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Direction cosines and equation of a plane normal to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Direction cosines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normal; the plane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Direction cosines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$\left(\tfrac12,\tfrac1{\sqrt2},\tfrac12\right)$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normal; the plane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v\cdot(\vec r-\vec r_0)=0$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cosines);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octant,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v=l\hat i+m\hat j+n\hat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cosines);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$l=\cos60^\circ=\dfrac12$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$m=\cos45^\circ=\dfrac1{\sqrt2}$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$l^2+m^2+n^2=1\Rightarrow n^2=\dfrac14$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$n=\pm\dfrac12$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octant,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the normal can be taken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the normal can be taken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$1,\sqrt2,1$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$1(a-\sqrt2)+\sqrt2(b+1)+1(c-1)=0$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$a+\sqrt2b+c=1$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$a+\sqrt2\,b+c=1$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given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plane, so it must satisfy the correct relation: test the four options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given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$(\sqrt2,-1,1)$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plane, so it must satisfy the correct relation: test the four options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$(a,b,c)=(\sqrt2,-1,1)$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(A)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$\sqrt2+\sqrt2(-1)+1=1$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$\sqrt2\cdot\sqrt2-1+1=2\neq1$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$\sqrt2-1+\sqrt2=2\sqrt2-1\neq1$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$\sqrt2\cdot\sqrt2+1+1=4\neq1$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(A)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$a+\sqrt2\,b+c=1$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first-octant vector has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normal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scalar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used.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is given to lie on the plane, substituting it into candidate answers eliminates options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$l^2+m^2+n^2=1$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first-octant vector has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$l,m,n&gt;0$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v\cdot(\vec r-\vec r_0)=0$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scalar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used.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is given to lie on the plane, substituting it into candidate answers eliminates options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four points with position vectors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four points with position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$3\hat i-4\hat j+2\hat k,\ \hat i+2\hat j-\hat k,\ -2\hat i-\hat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$5\hat i-2\alpha\hat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$-\dfrac{73}{17}$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$\dfrac{107}{17}$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$\dfrac{73}{17}$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$-\dfrac{107}{17}$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Coplanarity of four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Four points are coplanar iff the three vectors from one point to the others have zero scalar triple product.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vectors from the fourth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coplanarity gives a zero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vectors from the fourth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$D(5,-2\alpha,4)$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$A(3,-4,2),\ B(1,2,-1),\ C(-2,-1,3)$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coplanarity gives a zero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$\begin{vmatrix}3-5&amp;-4+2\alpha&amp;2-4\\3-1&amp;-4-2&amp;2+1\\3+2&amp;-4+1&amp;2-3\end{vmatrix}=\begin{vmatrix}-2&amp;2\alpha-4&amp;-2\\2&amp;-6&amp;3\\5&amp;-3&amp;-1\end{vmatrix}=0$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$-2(6+9)-(2\alpha-4)(-2-15)-2(-6+30)=0$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$-30+17(2\alpha-4)-48=0\Rightarrow34\alpha-146=0$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$-17(\alpha-2)+39=0$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$\alpha-2=\dfrac{39}{17}\Rightarrow\alpha=\dfrac{34+39}{17}=\dfrac{73}{17}$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$\dfrac{73}{17}$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plane through the first three points via a cross product and require the fourth to lie on it.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$\overrightarrow{P_1P_2}=(-2,6,-3)$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$\overrightarrow{P_1P_3}=(-5,3,1)$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$P_1(3,-4,2),P_2(1,2,-1),P_3(-2,-1,3)$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$=\overrightarrow{P_1P_2}\times\overrightarrow{P_1P_3}=(6+9,\ 15+2,\ -6+30)=(15,17,24)$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$15(x-3)+17(y+4)+24(z-2)=0$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$P_4(5,-2\alpha,4)$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$15(2)+17(4-2\alpha)+24(2)=0\Rightarrow30+68-34\alpha+48=0\Rightarrow\alpha=\dfrac{146}{34}=\dfrac{73}{17}$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$\dfrac{73}{17}$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differences).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three points has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Row/column operations may be used on the determinant, but keep each operation legitimate; compare the unknown coefficient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$[\overrightarrow{AB}\ \overrightarrow{AC}\ \overrightarrow{AD}]=0$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differences).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three points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Row/column operations may be used on the determinant, but keep each operation legitimate; compare the unknown coefficient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four distinct points with position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four distinct points with position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c,\vec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 \vec b\ 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a\,\vec d\,\vec b]+[\vec d\,\vec c\,\vec a]+[\vec d\,\vec b\,\vec c]$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d\,\vec b\,\vec a]+[\vec a\,\vec c\,\vec d]+[\vec d\,\vec b\,\vec c]$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d\,\vec c\,\vec a]+[\vec b\,\vec d\,\vec a]+[\vec c\,\vec d\,\vec b]$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b\,\vec c\,\vec d]+[\vec d\,\vec a\,\vec c]+[\vec d\,\vec b\,\vec a]$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Coplanarity of four points and scalar triple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Coplanar points mean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coplanar; expand the zero triple product and match the options by cyclic order.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Coplanar points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b-\vec a,\ \vec c-\vec a,\ \vec d-\vec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coplanar; expand the zero triple product and match the options by cyclic order.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coplanar,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coplanar,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b-\vec a,\ \vec c-\vec a,\ \vec d-\vec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coplanar: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b-\vec a\ \ \vec c-\vec a\ \ \vec d-\vec 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(terms with a repeated vector vanish):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(swapping two vectors changes the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(terms with a repeated vector vanish):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b\,\vec c\,\vec d]-[\vec b\,\vec c\,\vec a]-[\vec b\,\vec a\,\vec d]-[\vec a\,\vec c\,\vec d]=0$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b\,\vec c\,\vec a]=[\vec a\,\vec b\,\vec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a\,\vec b\,\vec c]=[\vec b\,\vec c\,\vec d]-[\vec b\,\vec a\,\vec d]-[\vec a\,\vec c\,\vec 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$=[\vec b\,\vec c\,\vec d]+[\vec a\,\vec b\,\vec d]+[\vec a\,\vec d\,\vec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(swapping two vectors changes the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permutations keep a triple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permutations keep a triple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b\,\vec c\,\vec d]=[\vec c\,\vec d\,\vec 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a\,\vec b\,\vec d]=[\vec b\,\vec d\,\vec 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a\,\vec d\,\vec c]=[\vec d\,\vec c\,\vec 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a\,\vec b\,\vec c]=[\vec d\,\vec c\,\vec a]+[\vec b\,\vec d\,\vec a]+[\vec c\,\vec d\,\vec 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$[\vec d\,\vec c\,\vec a]+[\vec b\,\vec d\,\vec a]+[\vec c\,\vec d\,\vec b]$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Coplanar points satisfy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substitute in each bracket of option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Coplanar points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d=x\vec a+y\vec b+z\vec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substitute in each bracket of option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(affine combination, since the four points are coplanar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non-collinear).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vanish).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d=x\vec a+y\vec b+z\vec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(affine combination, since the four points are coplanar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non-collinear).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d\,\vec c\,\vec a]=y[\vec b\,\vec c\,\vec a]=y[\vec a\,\vec b\,\vec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vanish).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b\,\vec d\,\vec a]=z[\vec b\,\vec c\,\vec a]=z[\vec a\,\vec b\,\vec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c\,\vec d\,\vec b]=x[\vec c\,\vec a\,\vec b]=x[\vec a\,\vec b\,\vec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$=(x+y+z)[\vec a\,\vec b\,\vec c]=[\vec a\,\vec b\,\vec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$[\vec d\,\vec c\,\vec a]+[\vec b\,\vec d\,\vec a]+[\vec c\,\vec d\,\vec b]$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are coplanar iff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triple product is unchanged by cyclic permutation and changes sign on swapping two vectors; it is zero if two vectors repeat.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symmetric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coplanar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are coplanar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d=x\vec a+y\vec b+z\vec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b-\vec a\ \ \vec c-\vec a\ \ \vec d-\vec 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triple product is unchanged by cyclic permutation and changes sign on swapping two vectors; it is zero if two vectors repeat.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symmetric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b\,\vec c\,\vec d]-[\vec a\,\vec c\,\vec d]+[\vec a\,\vec b\,\vec d]-[\vec a\,\vec b\,\vec c]=0$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coplanar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Vector 3D 01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