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1.0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that $Q$ is reflected about $l_2:x-y+1=0$; $Q$ lies on $l_2$, so that image would be $Q$ itself. The reflection must be taken in the bisector $l_1:3y-2x=3$ (its numbers $Q'(-17/13,6/13)$ and $\alpha=7$ are those of the reflection in $l_1$). Only the naming of the mirror line was wrong; all values and the answer 348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Coordinate Geometry (Paper 04)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1–17 (printed 61–77)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 than the origin. Let the tangent to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 than the origin. Let the tangent to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$(\triangle OPQ)=4$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parabola;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other than the origin)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meet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$m^2x^2=x$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point other than the origin)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$P\left(\frac1{m^2},\frac1m\right)$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$yy_1=\frac{x+x_1}{2}$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$y\cdot\frac1m=\frac12\left(x+\frac1{m^2}\right)$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$\frac{2y}{m}=x+\frac1{m^2}$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meet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$Q\left(-\frac1{m^2},0\right)$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equal to the ordinate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$OQ=\frac1{m^2}$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equal to the ordinate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$=\frac12\cdot\frac1{m^2}\cdot\frac1m=\frac1{2m^3}=4$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parabola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sub-tangent property: the tangent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parabola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$(t^2,t)$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sub-tangent property: the tangent meets the 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(sub-tangent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$P=(t^2,t)$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$t=mt^2$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(sub-tangent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$Q=(-t^2,0)$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$=\frac12\,t^2\cdot t=\frac{t^3}{2}=4$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sub-tangent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point's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vertex,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form usually shortens area and intercept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$(-x_1,0)$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sub-tangent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point's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$OM=OQ$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vertex,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$P\left(\frac{4a}{m^2},\frac{4a}m\right)$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$\text{area}(\triangle OPQ)=\frac{8a^2}{m^3}$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$\frac1{2m^3}$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Parametric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$ty=x+at^2$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form usually shortens area and intercept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formed by the tangent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area of the triangle formed by the 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parabola; area of a triangle; natural-number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meets the 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$(-b,0)$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has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$yy_1=2a\cdot\frac{x+x_1}{2}$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$yc=a(x+b)$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$=\frac12\cdot2b\cdot 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natural number: this holds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fails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$(b,c)=(1,16),(2,8),(4,4),(8,2),(16,1)$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$a=\frac{c^2}{2b}$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natural number: this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$(1,16),(2,8),(4,4)$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a=128+16+2=146$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a divisibility (power-of-2)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$a=\frac{c^3}{32}$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a divisibility (power-of-2) argument.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$b=\frac{16}{c}$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$a=\frac{c^2}{2b}=\frac{c^2\cdot c}{32}=\frac{c^3}{32}$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$32\mid 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$32=2^5$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$3\,v_2(c)\ge5$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$v_2(c)\ge2$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$b=\frac{16}{c}\in\mathbb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$c\mid16$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$c\in\{4,8,16\}$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$b\in\{4,2,1\}$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$a=\frac{64}{32},\frac{512}{32},\frac{4096}{32}=2,16,128$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triangle formed by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axis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Lattice/natural-number conditions: eliminate to one variable,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area; then use divisibility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-adic valuations to bound the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second family of conditions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every divisor pair; here only 3 of 5 factor pairs survive.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triangle formed by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axis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Lattice/natural-number conditions: eliminate to one variable,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$a=\frac{c^3}{2S}$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area; then use divisibility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-adic valuations to bound the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second family of conditions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every divisor pair; here only 3 of 5 factor pairs survive.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$x+py=21a$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$(a\neq0)$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Centroid of a triangle; intersection of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vertex lies on two given lines,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centroid equations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vertex lies on two given lines,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$B(\beta,-2\beta)$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$C(\alpha,\alpha-3)$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centroid equations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abscissa: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ordinate: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$A=AB\cap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$B(\beta,-2\beta)$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$C(\alpha,\alpha-3)$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abscissa: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$\frac{1+\alpha+\beta}{3}=2$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ordinate: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$\frac{-2-2\beta+\alpha-3}{3}=a$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$\alpha-2\beta=3a+5$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$-3\beta=3a$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$B(-a,2a)$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$C(a+5,a+2)$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$x+py=21a$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$-a+2ap=21a$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$(a+5)+11(a+2)=21a$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$12a+27=21a$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$C(8,5)$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$BC^2=11^2+1^2=122$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coordinatewise: the sum of vertex coordinates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centroid, giving two linear equations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vertex lying on two given sides is the intersection of those lines; a vertex lying on one side is a one-parameter point (e.g.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Count unknowns against equations before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line containing two vertices gives equations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once those vertices are known in terms of one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$=\frac{A+B+C}{3}$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coordinatewise: the sum of vertex coordinates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centroid, giving two linear equations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vertex lying on two given sides is the intersection of those lines; a vertex lying on one side is a one-parameter point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$(\beta,-2\beta)$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Count unknowns against equations before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side line containing two vertices gives equations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once those vertices are known in terms of one parameter.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slopes of three line segments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 If the circumcentre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the origin and its orthocentre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$\alpha,\beta,\gamma\neq\frac{(2n-1)\pi}{2}$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slopes of three line segments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 If the circumcentre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coincides with the origin and its orthocentre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$\left(\frac{\cos3\alpha+\cos3\beta+\cos3\gamma}{\cos\alpha\cos\beta\cos\gamma}\right)^2$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Circumcentre and orthocentre of a triangle, Multiple angle formula for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circumcentre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centroid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$\cos\alpha+\cos\beta+\cos\gamma=0$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circumradius):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Euler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orthocentre)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section formula the abscissa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$OA=OB=OC=a$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circumradius):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$A(a\cos\alpha,a\sin\alpha)$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$B(a\cos\beta,a\sin\beta)$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$C(a\cos\gamma,a\sin\gamma)$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$G\left(\frac{a\sum\cos\alpha}{3},\frac{a\sum\sin\alpha}{3}\right)$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Euler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orthocentre)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section formula the abscissa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$\frac{2\cdot0+1\cdot0}{2+1}=0$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$\frac{a\sum\cos\alpha}{3}=0$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$\cos\alpha+\cos\beta+\cos\gamma=0$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sum of three numbers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ratio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sum of three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$\cos^3\alpha+\cos^3\beta+\cos^3\gamma=3\cos\alpha\cos\beta\cos\gamma$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$\sum\cos3\alpha=4\sum\cos^3\alpha-3\sum\cos\alpha=4\cdot3\cos\alpha\cos\beta\cos\gamma-0=12\cos\alpha\cos\beta\cos\gamma$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$\cos\alpha\cos\beta\cos\gamma\neq0$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$\alpha,\beta,\gamma\neq\frac{(2n-1)\pi}2$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a fixed number, so evaluate it on one admissible triangle with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orthocentre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(here an equilateral one).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is a fixed number, so evaluate it on one admissible triangle with circumcentre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orthocentre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(here an equilateral one).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(position vectors),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unit circumradius).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all slopes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unit circle,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configuration is admissible.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(position vectors),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unit circumradius).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$\frac12,\frac12,-1$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all slopes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$\sqrt3,-\sqrt3,0$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$A\left(\frac12,\frac{\sqrt3}2\right)$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$B\left(\frac12,-\frac{\sqrt3}2\right)$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unit circle,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configuration is admissible.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$\cos3\alpha=\cos180^\circ=-1$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$\cos3\gamma=\cos540^\circ=-1$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$\cos\alpha\cos\beta\cos\gamma=\frac12\cdot\frac12\cdot(-1)=-\frac14$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$=\frac{-3}{-1/4}=12$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circumcentre at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(vectors)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'Orthocentre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therefore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holds for sines: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circumcentre at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(vectors)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$G=\frac{A+B+C}{3}$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$O,G,H$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$OG:GH=1:2$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'Orthocentre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-axis' therefore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$x^3+y^3+z^3=3xyz$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$\sum\cos\theta_i=0$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$\sum\cos3\theta_i=12\prod\cos\theta_i$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holds for sines: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diameter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Diameter of a circle; distance of a point from a line; maxima of a trigonometric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Opposite ends of a diameter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Opposite ends of a diameter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$(\pm3\cos\theta,\pm3\sin\theta)$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$\alpha\beta=\frac{|9(\cos\theta+\sin\theta)^2-4|}{2}$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end of the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$Q(-3\cos\theta,-3\sin\theta)$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end of the diameter).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$\alpha=\frac{|3\cos\theta+3\sin\theta-2|}{\sqrt2}$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$\beta=\frac{|-3\cos\theta-3\sin\theta-2|}{\sqrt2}=\frac{|3\cos\theta+3\sin\theta+2|}{\sqrt2}$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an end: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$\alpha\beta=\frac{|9(\cos\theta+\sin\theta)^2-4|}{2}$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$(\cos\theta+\sin\theta)^2=1+\sin2\theta$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$9u-4$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$u=(\cos\theta+\sin\theta)^2$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$|9u-4|$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an end: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$(\alpha\beta)_{\max}=\left|\frac{9\times2-4}{2}\right|=7$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picture so that the normal of the line is the axis: the distances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ends of a diameter from the line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picture so that the normal of the line is the axis: the distances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ends of a diameter from the line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$|3u\mp\sqrt2|$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$u=\cos\varphi\in[-1,1]$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unit normal of the line. The signed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sign), and that of the opposite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$d=\frac{|0+0-2|}{\sqrt2}=\sqrt2$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unit normal of the line. The signed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$3\cos\varphi-\sqrt2$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sign), and that of the opposite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$-3\cos\varphi-\sqrt2$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$\alpha\beta=|(3\cos\varphi-\sqrt2)(-3\cos\varphi-\sqrt2)|=|2-9\cos^2\varphi|$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normal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$\cos^2\varphi\in[0,1]$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$|2-9c|$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normal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line's normal; the maximum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diameter, the signed distances of the two ends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function of this that is linear (or monotone) has its extremum at an end of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$\alpha\beta=|r^2\cos^2\varphi-d^2|$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line's normal;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$\max(|r^2-d^2|,\,d^2)$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$\max(7,2)=7$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diameter, the signed distances of the two ends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r\cos\varphi-d$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$(\cos\theta+\sin\theta)^2=1+\sin2\theta\in[0,2]$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function of this that is linear (or monotone) has its extremum at an end of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of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with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intersection of the tangents to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of intersection of the tangents to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parabola; parametric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$(at_1t_2,\,a(t_1+t_2))$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$\frac{\beta^2}{\alpha}$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$t_2:t_1$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(swapping the labels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nothing since the final expression is symmetric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$Q(at_2^2,2at_2)$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$\alpha=at_1t_2$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$\beta=a(t_1+t_2)$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ordinates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$2at_2=3\cdot2at_1$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$t_2=3t_1$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(swapping the labels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nothing since the final expression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$\frac{\beta^2}{\alpha}=\frac{a^2(t_1+t_2)^2}{at_1t_2}=\frac{a(4t_1)^2}{t_1\cdot3t_1}$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$t_1+t_2=4t_1$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$t_1t_2=3t_1^2$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$=\frac{3\cdot16t_1^2}{3t_1^2}=16$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chord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intersections with the parabola give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are the 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(Vieta).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chord of contact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intersections with the parabola give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roots are the ordinates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(Vieta).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the 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y=6(x+\alpha)$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y=\frac{y^2}{2}+6\alpha$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$y^2-2\beta y+12\alpha=0$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the 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$4k=2\beta\Rightarrow k=\frac\beta2$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$3k^2=12\alpha\Rightarrow\frac{3\beta^2}{4}=12\alpha$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ordinates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ordinates are in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should.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scale-invariant: only the ratio of the parameters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$(at_1t_2,\,a(t_1+t_2))$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chord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y=2a(x+\alpha)$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ordinates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$y_1y_2=4a\alpha$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ordinates are in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$\frac{\beta^2}{\alpha}=\frac{a(k+1)^2}{k}$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$\beta^2=4a\alpha$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should.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$\frac{(t_1+t_2)^2}{t_1t_2}$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scale-invariant: only the ratio of the parameters matters.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of side of unit length. Let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radius be drawn. Another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tangent to it, is also drawn. Let a tangent line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of side of unit length. Let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unit radius be drawn. Another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tangent to it, is also drawn. Let a tangent line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$\alpha+\sqrt3\beta$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tangent to the sides of a square and to another circle, Tangents from an external point; trigonometric ratio of 15 degrees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sits 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tangent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sits on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$\sin\theta=\frac{r}{PC}$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tangent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$45^\circ-30^\circ=15^\circ$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contact).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$AP=\sqrt2\,r=|1-r|$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$\sqrt2r=1-r$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(internal contact).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$(\sqrt2+1)r=1$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$PC=AC-AP=\sqrt2-\sqrt2r=\sqrt2-\sqrt2(\sqrt2-1)=2(\sqrt2-1)$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 rPC=\frac{\sqrt2-1}{2(\sqrt2-1)}=\frac12$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$\frac{BE}{BC}=\tan\left(\frac\pi4-\theta\right)=\tan15^\circ$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$BE=\tan15^\circ=2-\sqrt3$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$\alpha+\sqrt3\beta$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 quadratic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the line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$E(1-s,0)$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 quadratic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$s=EB$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$E=(1-s,0)$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$EB=s$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$(1-s,0)$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$x-sy-(1-s)=0$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$\frac{|r-sr-(1-s)|}{\sqrt{1+s^2}}=r$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$\frac{(1-s)(1-r)}{\sqrt{1+s^2}}=r$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becomes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$1-r=2-\sqrt2=\sqrt2(\sqrt2-1)=\sqrt2\,r$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$\sqrt2(1-s)=\sqrt{1+s^2}$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$2(1-s)^2=1+s^2\Rightarrow s^2-4s+1=0\Rightarrow s=2\pm\sqrt3$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$s=2-\sqrt3&lt;1$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$EB=2-\sqrt3$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corner of a square (touching two sides) has centre on the diagonal. If it touches the quarter-circle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tangents make angles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to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tangent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extended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 The externally tangent circle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gives no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corner of a square (touching two sides) has centre on the diagonal. If it touches the quarter-circle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$r=\frac{R}{1+\sqrt2}=R(\sqrt2-1)$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an external point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tangents make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$\pm\arcsin\frac rd$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to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$BE'=2+\sqrt3&gt;1$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rejected. The externally tangent circle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gives no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even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eccentricity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latus rectum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$H_n:\frac{x^2}{1+n}-\frac{y^2}{3+n}=1$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smallest even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eccentricity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number.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length of the 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Hyperbola: eccentricity and latus rectum, Rational squares and divisibility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rational square only when the odd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which reduces the search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$e^2=\frac{2(n+2)}{n+1}$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rational square only when the odd number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which reduces the search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$n+1=9,25,49,\dots$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square, which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odd perfect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$3+n=(1+n)(e^2-1)$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$e^2=\frac{2n+4}{n+1}=\frac{2(n+2)}{n+1}$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$2(n+1)(n+2)$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square, which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odd perfect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$n+1=9,25,49,\dots$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$n=0\notin\mathbb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rational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rational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$e^2=\frac{20}{9}$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rational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$e^2=\frac{52}{25}$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rational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$e^2=\frac{100}{49}$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$l=\frac{2b^2}{a}=\frac{2(n+3)}{\sqrt{n+1}}=\frac{2\cdot51}{7}=\frac{102}{7}$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$21l=21\cdot\frac{102}{7}=42\cdot\frac{n+3}{\sqrt{n+1}}=\frac{42\cdot51}{7}=306$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'e is rational' exact: coprime factors with a square product are squares, which turns the search into a Pell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Make 'e is rational' exact: coprime factors with a square product are squares, which turns the search into a Pell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$s^2-2u^2=-1$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two coprime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both be perfect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Pell-type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$e^2=\frac{2(m+1)}{m}$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$\iff2m(m+1)$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$\gcd(m,\,2(m+1))=1$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$\gcd(m,m+1)=1$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two coprime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$2(m+1)$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both be perfect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$2(s^2+1)=t^2$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$s^2+1=2u^2$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Pell-type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$s^2-2u^2=-1$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$(s,u)=(1,1),(7,5),(41,29),\dots$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next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and nothing smaller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$n=0\notin\mathbb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next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and nothing smaller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$e^2=\frac{100}{49}$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$l=\frac{2b^2}{a}=\frac{102}{7}$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$21l=306$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ellipse: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squares. This turns 'is the eccentricity rational' into a short list of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rational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$\gcd(u,v)=1$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perfect squares. This turns 'is the eccentricity rational' into a short list of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$s^2-2u^2=-1$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$s=1,7,41,239,\dots$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$(1+\sqrt2)^{2k+1}$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$m=s^2=1,49,1681,\dots$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$\frac{2(m+1)}{m}$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rational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 The tangents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$Q(9,10)$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$R(\alpha,4)$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its diameter. The tangents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$2x-ky=1$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with a given diameter; tangents to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tangent is perpendicular to the radius to its point of contact.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PQR=90^\circ$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tangent is perpendicular to the radius to its point of contact.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radius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PQR=90^\circ$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$m_{PQ}\cdot m_{QR}=-1$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$\frac{10-2}{9+3}\times\frac{10-4}{9-\alpha}=-1$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Slope of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$O'Q=\frac{10-3}{9-5}=\frac74$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$y-10=-\frac47(x-9)$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$4x+7y=106$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radius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$O'R=\frac{4-3}{13-5}=\frac18$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$y-4=-8(x-13)$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$8x+y=108$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$x_1=\frac{25}2$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$S\left(\frac{25}{2},8\right)$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$2x-ky=1$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$8k=24$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match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pole of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match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$S(x_1,y_1)$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polar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$(x+3)(x-13)+(y-2)(y-4)=0$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$x^2+y^2-10x-6y-31=0$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$27+20=47$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$39+8=47$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polar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$xx_1+yy_1-5(x+x_1)-3(y+y_1)-31=0$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$(x_1-5)x+(y_1-3)y-(5x_1+3y_1+31)=0$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$3x+2y-47=0$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Proportionality: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Proportionality: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$\frac{x_1-5}{3}=\frac{y_1-3}{2}=\frac{5x_1+3y_1+31}{47}=\lambda$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$x_1=5+3\lambda$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$y_1=3+2\lambda$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$5(5+3\lambda)+3(3+2\lambda)+31=65+21\lambda=47\lambda\Rightarrow\lambda=\frac52$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$S\left(\frac{25}2,8\right)$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$2\cdot\frac{25}2-8k=1\Rightarrow 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diameter with 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the figure in the PDF labels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on the diameter with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$(x_1,y_1),(x_2,y_2)$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$(x-x_1)(x-x_2)+(y-y_1)(y-y_2)=0$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$m_{PQ}m_{QR}=-1$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the pole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$SQ=SR$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$O'S\perp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the figure in the PDF labels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correct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$P(a_1,b_1)$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$Q(a_2,b_2)$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$C(\sqrt2,\sqrt3)$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perpendicular to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$\frac{\sqrt{35}}{2}$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$a_1^2+b_1^2+a_2^2+b_2^2$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Circle: radius, chord and right-angle (Pythagoras)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right triangle,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$OC\perp 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right triangle,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$OP^2=OC^2+CP^2$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$CQ=CP$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same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likewise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$OC=\sqrt{(\sqrt2)^2+(\sqrt3)^2}=\sqrt5$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OC\cdot CP=\frac12\cdot\sqrt5\cdot CP=\frac{\sqrt{35}}{2}$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radius).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$a_1^2+b_1^2=OP^2=OC^2+CP^2=5+7=12$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$CQ=CP=\sqrt7$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$a_2^2+b_2^2=OQ^2=5+7=12$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$a_1^2+b_1^2+a_2^2+b_2^2=OP^2+OQ^2=2(5+7)=24$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diametrically opposite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their midpoint), so the median (parallelogram)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diametrically opposite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their midpoint), so the median (parallelogram) formula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$OP^2+OQ^2=2(OC^2+CP^2)$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$CP\perp 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$CQ\perp 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$P,C,Q$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collinear;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OCP=\frac12\,OC\cdot CP=\frac{\sqrt{35}}2$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Apollonius' theorem for the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Apollonius' theorem for the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$OP^2+OQ^2=2\,OC^2+2\,CP^2$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$=2(5)+2(7)=24$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perpendicular to the same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diameter. 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 / parallelogram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squared distance from the origin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that situation.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$CP,CQ$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perpendicular to the same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diameter. 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$OP^2+OQ^2=2(OC^2+r^2)$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(Apollonius / parallelogram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$OC\perp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$OP^2=OC^2+r^2$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squared distance from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$|OC|^2+r^2$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that situation.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$\frac12\,OC\cdot 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angular bisector of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$l_1:3y-2x=3$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angular bisector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$l_3:\alpha x+\beta y+17=0$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 of two lines; image of a point in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bisector contains the common point of the two lines, and the image of 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bisector contains the common point of the two lines, and the image of a 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Reflect it in the bisector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image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formula: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$3(x+1)-2x=3$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Reflect it in the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$-2x+3y-3=0$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image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$\frac{x+1}{-2}=\frac{y-0}{3}=-\frac{2(2+0-3)}{13}=\frac2{13}$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$Q'\left(-\frac{17}{13},\frac6{13}\right)$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$-\frac{17\alpha}{13}+\frac{6\beta}{13}+17=0$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$-17\alpha-102+221=0$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$\alpha^2+\beta^2-\alpha-\beta=49+289-7+17=348$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angles: the angle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angle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(tangent formula with slopes).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angles: the angle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angle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(tangent formula with slopes).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point),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 Slopes: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point),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 Slopes: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$m_3=-\frac\alpha\beta=\frac{\alpha}{17}$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$\frac{m_1-m_2}{1+m_1m_2}=\frac{m_3-m_1}{1+m_1m_3}$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$=\frac{\frac23-1}{1+\frac23}=\frac{-1/3}{5/3}=-\frac15$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$=\frac{m_3-\frac23}{1+\frac23m_3}=\frac{3m_3-2}{3+2m_3}$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$5(3m_3-2)=-(3+2m_3)$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$17m_3=7$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$m_3=\frac7{17}$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$\frac\alpha{17}=\frac7{17}$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$\alpha^2+\beta^2-\alpha-\beta=49+289-7+17=348$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point's image (plus the common point) fixes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 in slope form: the directed angles are equal,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lines are symmetric about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$\frac{x-x_1}{a}=\frac{y-y_1}{b}=-\frac{2(ax_1+by_1+c)}{a^2+b^2}$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mirror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point's image (plus the common point)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 in slope form: the directed angles are equal,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$\frac{m_1-m_2}{1+m_1m_2}=\frac{m_3-m_1}{1+m_1m_3}$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lines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equations of two adjacent sides of a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 of its one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other diagonal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equations of two adjacent sides of a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equation of its one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other diagonal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Parallelogram: vertices and diagonals,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and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other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sides and the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other diagonal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bisect each other: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$AB:2x-3y=-23$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$BC:5x+4y=23$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$A=AB\cap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$C=BC\cap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$B=AB\cap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$2x-3y=-23$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bisect each other: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$\frac{7-7/2}{-1+1/2}=-7$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$y-7=-7(x+1)$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$d=\frac{|7(-4)+5|}{\sqrt{50}}=\frac{23}{\sqrt{50}}$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$50d^2=23^2=529$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parallel sides (no midpoint needed)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shoelace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parallel sides (no midpoint needed)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$d=\frac{2\,[ABD]}{BD}$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shoelace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main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on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main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$5x+4y=5(-4)+4(5)=0$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on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$2x-3y=2(3)-3(2)=0$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$BD=\sqrt{(-1)^2+7^2}=\sqrt{50}$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$[ABD]=\frac12|(-1+4)(0-5)-(0+4)(7-5)|=\frac12|-15-8|=\frac{23}2$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$d=\frac{2[ABD]}{BD}=\frac{23}{\sqrt{50}}$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$50d^2=529$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(vectors); the diagonals bisect each other. Whichever of the two sides is called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the labelling.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parallelogram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of a vertex from the other diagonal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quick way to find the fourth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$D=A+C-B$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(vectors); the diagonals bisect each other. Whichever of the two sides is called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depend on the labelling.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parallelogram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$2[ABD]=BD\cdot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of a vertex from the other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$=\frac{\text{area}}{BD}$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$ax+by=ax_1+by_1$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quick way to find the fourth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tangents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its circumcircle,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tangents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radius of its circumcircle,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parabola and a circle, Circumradius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two tangents and their vertices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two tangents and their vertices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$r=\frac{abc}{4\Delta}$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$\frac{a}{2\sin 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line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$S_2:x^2+y^2=4x$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$yy_1=x+x_1$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$xx_1+yy_1=2(x+x_1)$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$2x+2y=2(x+2)$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$Q=T_1\cap L_3=(-2,0)$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$R=T_2\cap L_3=(-4,2)$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𝑎𝑏𝑜𝑣𝑒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 𝑤ℎ𝑖𝑐ℎ 𝑖𝑠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$PQ=a=\sqrt{20}$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$QR=b=\sqrt8$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$\Delta=\frac12\cdot RP\cdot(\text{height of }Q\text{ above }y=2\text{, which is }2)=\frac12\cdot6\cdot2=6$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$r=\frac{abc}{4\Delta}=\frac{\sqrt{20}\cdot\sqrt8\cdot6}{24}=\frac{\sqrt{160}}{4}=\sqrt{10}$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Sine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the two tangents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Sine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$r=\frac{QR}{2\sin 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angle between the two tangents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P=\frac12$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horizontal, so the angle between them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below-left and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horizontal, so the angle between them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P=\frac12$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below-left and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P=\frac{1}{\sqrt{1+4}}=\frac1{\sqrt5}$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$QR=\sqrt{4+4}=2\sqrt2$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$r=\frac{QR}{2\sin P}=\frac{2\sqrt2}{2/\sqrt5}=\sqrt{10}$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one angle is the angle between two known lines and the opposite side is easy, the sine rule is shorter than computing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curves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tangent directions of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curves there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$yy_1=2a(x+x_1)$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$xx_1+yy_1+g(x+x_1)+f(y+y_1)+c=0$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Circumradius: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$R=\frac{abc}{4\Delta}=\frac{a}{2\sin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When one angle is the angle between two known lines and the opposite side is easy, the sine rule is shorter than computing the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tangent directions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curves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its vertices on the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midpoints of its sides also lie on the same curve. Then, the square of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all its vertices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midpoints of its sides also lie on the same curve. Then, the square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Rectangular hyperbola xy = ±1; square inscribed in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rotations, the midpoint condition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vertices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$(t,\frac1t)$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rotations, the midpoint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$\frac1{t^2}-t^2=4$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rectangular hyperbolas).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 of the curve take the square centred at the origin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lies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of rectangular hyperbolas).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symmetry of the curve take the square centred at the origin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$A\left(t,\frac1t\right)$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$C\left(-t,-\frac1t\right)$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$B\left(\frac1t,-t\right)$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$D\left(-\frac1t,t\right)$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$\left(\frac{t+\frac1t}{2},\frac{\frac1t-t}{2}\right)$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$\frac{\left(t+\frac1t\right)\left(\frac1t-t\right)}{4}=1$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(Area)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$\frac1{t^2}-t^2=4$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$t^4+4t^2-1=0$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$\left(t^2+\frac1{t^2}\right)^2=\left(t^2-\frac1{t^2}\right)^2+4=16+4=20$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$AB^2=\left(t-\frac1t\right)^2+\left(\frac1t+t\right)^2=2\left(t^2+\frac1{t^2}\right)$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$=AB^2=2\left(t^2+\frac1{t^2}\right)=2\sqrt{20}$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(Area)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$^2=4\times20=80$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of the curve: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The square's vertices (angles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its side-midpoints (angle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both lie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Polar form of the curve: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$r^2=\frac{2}{|\sin2\theta|}$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The square's vertices (angles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$\theta+k\frac\pi2$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its side-midpoints (angle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$\frac{r}{\sqrt2}$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both lie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polar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centred at the origin has vertices at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these rotations, so all four lie on the curve when one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polar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$r^4\sin^2\theta\cos^2\theta=1$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$r^2=\frac{2}{|\sin2\theta|}$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centred at the origin has vertices at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$\theta,\theta+\frac\pi2,\dots$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by these rotations, so all four lie on the curve when one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a side is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curve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(area)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of a side is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the curve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$\frac{r^2}{2}=\frac{2}{|\sin(2\theta+\frac\pi2)|}=\frac2{|\cos2\theta|}$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$r^2=\frac4{|\cos2\theta|}$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$\frac2{|\sin2\theta|}=\frac4{|\cos2\theta|}$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$|\cos2\theta|=2|\sin2\theta|$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$\sin^22\theta=\frac15$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$r^2=\frac{2}{1/\sqrt5}=2\sqrt5$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$2r^2=4\sqrt5$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(area)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the conjugate branch: the pair is invariant under 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square centred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side midpoints are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directions of the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identity: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$xy=\pm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$\left(t,\frac kt\right)$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kt,-t\right)$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the conjugate branch: the pair is invariant under 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polar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$r^2=\frac{2}{|\sin2\theta|}$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square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side midpoints are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directions of the bisectors.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$\left(t^2+\frac1{t^2}\right)^2=\left(t^2-\frac1{t^2}\right)^2+4$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an ellipse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its minor axis subtends an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foci, then the square of the sum of the lengths of its minor and major axes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an ellipse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rectum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its minor axis subtends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foci, then the square of the sum of the lengths of its minor and major axes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Ellipse: latus rectum, eccentricity and focal properties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angle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$\tan30^\circ=\frac{b}{ae}$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$\frac{2b^2}{a}=\frac12$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end of the minor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focus,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major axis: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$F_1(1+ae,0)$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end of the minor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$B_1(1,b)$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minor axis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focus,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major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$\frac{b}{ae}=\frac1{\sqrt3}$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$3b^2=a^2e^2=a^2-b^2$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$a^2e^2=a^2-b^2$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$4b^2=a^2$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$(2a+2b)^2=(2+1)^2=9$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a focus to an end of the minor axis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distance from a focus to an end of the minor axis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$B_1F_1B_2$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equilateral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focus-to-minor-end distance equals the semi-major axis),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ellipse,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$FB_1=\sqrt{(ae)^2+b^2}=a$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focus-to-minor-end distance equals the semi-major axis),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B_1FB_2=60^\circ$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$FB_1=FB_2$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B_1FB_2$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$B_1B_2=2b=a$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$\frac{2b^2}{a}=\frac{2b^2}{2b}=b=\frac12$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$(2a+2b)^2=(2+1)^2=9$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from a focus to either end of the minor axis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minor axis subtends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focus,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translates the ellipse: lengths of axes are unaffected.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$b^2=a^2(1-e^2)$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from a focus to either end of the minor axis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minor axis subtends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focus,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 ba=\sqrt{1-e^2}$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translates the ellipse: lengths of axes are unaffected.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lie strictly inside the triangle,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lie strictly inside the triangle,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Lattice points inside a triangle; inequalities and multiples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Strictly inside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the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Strictly inside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$3a+4b&lt;60$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the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$b&lt;\frac{60-3a}{4}$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$3a+4b&lt;60$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$b&lt;\frac{60-3a}{4}$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$b&lt;\frac{57}{4}=14.25$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$b=1,2,\dots,14$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$b&lt;\frac{27}{2}=13.5$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$b=2,4,\dots,12$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$b&lt;\frac{51}{4}=12.75$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$b=3,6,9,12$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point (and none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$b&lt;\frac{45}{4}=11.25$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$b&lt;\frac{21}{2}=10.5$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$b&lt;\frac{39}{4}=9.75$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$b&lt;\frac{33}{4}=8.25&lt;a$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point (and none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$3a+4b\ge63$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$=14+6+4+2+2+1+1+1=31$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the multiplier instead of by the abscissa: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the multiplier instead of by the abscissa: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$b=ka$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$a(3+4k)&lt;60$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point is strictly inside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point is strictly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$a(3+4k)&lt;60$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$a&lt;\frac{60}{3+4k}$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$\lceil\frac{60}{3+4k}\rceil-1$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$k=7,8,\dots,14$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$a&lt;\frac{60}{3+4k}$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$\frac{60}{59}&gt;1$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each.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$3+4k\ge63&gt;60$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$=8+5+3+3+2+2+8=31$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lattice points strictly inside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(Pick's theorem).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extra condition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here keeps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strict inequality the boundary points are excluded: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top value is not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divisibility condition 'b is a multiple of a' can be counted either by fixing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multiples, or by fixing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often has fewer cases for large ranges.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lattice points strictly inside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$(0,0),(p,0),(0,q)$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$\frac{(p-1)(q-1)-(g-1)}{2}$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$g=\gcd(p,q)$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(Pick's theorem).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$p=20,q=15$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extra condition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here keeps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 strict inequality the boundary points are excluded: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$\frac{60-3a}{4}$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top value is not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divisibility condition 'b is a multiple of a' can be counted either by fixing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multiples, or by fixing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often has fewer cases for large ranges.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$z=6xy+y^2$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$4x+3y\le75$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constraints (feasible region); maximum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with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lies on the binding edge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with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lies on the binding edge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$4x+3y=75$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feasible region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constraint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throughout it (it only touches the region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(both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maximum is on the edge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edge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feasible region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$\left(\frac{75}4,0\right)$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constraint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satisfied throughout it (it only touches the region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$z=y(6x+y)$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maximum is on the edge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edge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$x=\frac{75-3y}{4}$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$z=y\left(\frac{75-3y}{4}\cdot6+y\right)=\frac{225}{2}y-\frac72y^2$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downward parabola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vertex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16.07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904.017857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paper's key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integer part of this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downward parabola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$y=\frac{225}{14}\approx16.07\in[0,25]$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is at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$z_{\max}=\frac{-D}{4a}=\frac{225\cdot225}{4\cdot2\cdot7}=\frac{50625}{56}=904.017857\ldots$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paper's key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integer part of this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904 (exact maximum 50625/56 ≈ 904.02; key gives the integer part)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edge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a product of two terms with constant sum, so AM-GM gives the maximum without a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the edge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a product of two terms with constant sum, so AM-GM gives the maximum without a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brackets have constant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product is at most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$6x+y=\frac32(4x+3y)-\frac72y=\frac{225}{2}-\frac72y$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$z=y\left(\frac{225}2-\frac72y\right)=\frac27\cdot\left(\frac72y\right)\left(\frac{225}2-\frac72y\right)$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brackets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product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$\left(\frac{225}4\right)^2$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$\frac72y=\frac{225}4$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$y=\frac{225}{14}$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904.02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feasible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$z_{\max}=\frac27\cdot\frac{225^2}{16}=\frac{50625}{56}\approx904.02$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$y=\frac{225}{14}$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$x=\frac{375}{56}\ge0$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$3x+4y=\frac{1125}{56}+\frac{900}{14}&lt;100$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feasible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904 (exact maximum 50625/56 ≈ 904.02; key gives the integer part)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an expression that is increasing in each variable over a convex polygon: the maximum is on the 'upper-right' boundary; find which constraint is binding by comparing intercepts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it lies in the interval: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maximum of a continuous function on a region need not be an integer; with an integer-type key, the key is the integer part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50625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904.017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an expression that is increasing in each variable over a convex polygon: the maximum is on the 'upper-right' boundary; find which constraint is binding by comparing intercepts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$\frac{75}{4}&lt;\frac{100}{3}$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$z=Ay-By^2$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interval,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$y=\frac{A}{2B}$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it lies in the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$z_{\max}=\frac{A^2}{4B}$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$A=\frac{225}2$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maximum of a continuous function on a region need not be an integer; with an integer-type key, the key is the integer part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$\frac{50625}{56}=904.017\ldots$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Coordinate Geometry (Paper 04) Questions 1–17 (printed 61–77)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