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3.0</c:v>
                </c:pt>
                <c:pt idx="10">
                  <c:v>2.0</c:v>
                </c:pt>
                <c:pt idx="11">
                  <c:v>1.0</c:v>
                </c:pt>
                <c:pt idx="12">
                  <c:v>2.5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2.5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defines S without naming it as H_n, writes the last block as (lambda+1)/2p (should be (lambda+1)/2^p) and then 'k &lt;= lim (p+1)/2p = 0' (as printed (p+1)/2p tends to 1/2, and the division by n &gt;= 2^p is never stated). Fixed: bound S/n by (p+1)/2^p using n &gt;= 2^p. Key D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working is correct for a&gt;0 but silently assumes a&gt;0 (the break point -a coincides with 0 when a=0, and a, b are only said to be non-negative). Added the case a=0, b=1, which also makes g o f continuous; a+b = 1 in both cases. Key 1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product of the two limits as lim (sin x + x)/2 times lim (x - sin x)/2 with the powers of x and the factor 2 missing from the display, then '= 1 x 1/6'. Rewritten with explicit factors 2, P/x -&gt; 1 and R/x^3 -&gt; 1/12 (product 1/6). Key 6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(Differential Calculus 01_04)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(printed Q61–Q80, numbered 1–20 here)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$\lim_{n\to\infty}\left(1+\frac{1+\frac12+\cdots+\frac1n}{n^2}\right)^n$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377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(1^∞ form, sandwich theorem), Harmonic sums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grows far slower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$e^{\lim n\cdot(\text{base}-1)}$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$H_n=1+\frac12+\cdots+\frac1n$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grows far slower than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limLow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terms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blocks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$H_n=1+\frac12+\frac13+\cdots+\frac1n$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$L=e^{\lim\limits_{n\to\infty}n\cdot\frac{H_n}{n^2}}=e^{k}$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$k=\lim\limits_{n\to\infty}\frac{H_n}{n}$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$n=2^p+\lambda$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$\lambda\in\{0,1,2,\ldots,2^p-1\}$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blocks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$2,4,8,\ldots$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$H_n=1+\left(\frac12+\frac13\right)+\left(\frac14+\cdots+\frac17\right)+\cdots+\left(\frac1{2^{p-1}}+\cdots+\frac1{2^p-1}\right)+\left(\frac1{2^p}+\cdots+\frac1{2^p+\lambda}\right)$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every term of a block by the first (largest) term of that block: each of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 is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last block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 is at most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at least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every term of a block by the first (largest) term of that block: each of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last block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$\frac{\lambda+1}{2^p}\le1$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$H_n&lt;1+(p-1)+\frac{\lambda+1}{2^p}&lt;p+1$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$\frac{H_n}{n}&lt;\frac{p+1}{2^p}$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$k\le\lim\limits_{p\to\infty}\frac{p+1}{2^p}=0$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bound: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$H_n&gt;\frac1n+\cdots+\frac1n=1$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$k\ge\lim\limits_{n\to\infty}\frac1n=0$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(integral bound) and squeeze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$1+\ln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(integral bound) and squeeze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$n\ln(1+\ldots)$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$\ln(1+t)\le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$\frac1k&lt;\int_{k-1}^{k}\frac{dt}{t}$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$H_n&lt;1+\ln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$L_n=\left(1+\frac{H_n}{n^2}\right)^n$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$L_n&gt;1$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L_n&gt;0$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$\ln(1+t)\le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L_n=n\ln\left(1+\frac{H_n}{n^2}\right)\le n\cdot\frac{H_n}{n^2}=\frac{H_n}{n}&lt;\frac{1+\ln 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 grows slower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$0&lt;\ln L_n&lt;\frac{1+\ln n}{n}\to0$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(logarithm grows slower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L_n\to0$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$L_n\to 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Stolz–Cesàro: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exponent grows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correction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f^g=e^{\lim g\,(f-1)}$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$g=n,\ f-1=\frac{H_n}{n^2}$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$\ln(n+1)&lt;H_n&lt;1+\ln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$H_n\sim\ln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$\frac{H_n}{n}\to0$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Stolz–Cesàro: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$\lim\frac{a_n}{b_n}=\lim\frac{a_{n+1}-a_n}{b_{n+1}-b_n}$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$b_n\uparrow\infty$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$\frac{H_n}{n}\to\lim\frac1{n+1}=0$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the exponent grows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the correction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$o(1/n)$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valued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defined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belonging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All reals except integers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All non-integers except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All integers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All reals except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real valued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$f(x)=\frac{\operatorname{cosec}^{-1}x}{\sqrt{x-[x]}}$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defined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belonging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All reals except integers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All non-integers except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All integers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$0,-1,1$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All reals except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inverse trigonometric functions, Greatest integer and fractional part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exactly at integers, so only the non-integers survive,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$x-[x]=\{x\}\ge0$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exactly at integers, so only the non-integers survive,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$\operatorname{cosec}^{-1}x$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$x\in(-\infty,-1]\cup[1,\infty)$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$\sqrt{x-[x]}=\sqrt{\{x\}}$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fractional part,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must be non-zero: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an integer. (The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already removed, so the excluded set is the whole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all integers.)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= all non-integers except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must be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$\{x\}\ne0\Rightarrow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an integer. (The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already removed, so the excluded set is the whole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all integers.)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= all non-integers except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All non-integers except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All non-integers except the interval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$[-1,1]$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𝑠𝑜𝑚𝑒𝑡ℎ𝑖𝑛𝑔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(strict),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$\{x\}=0\iff x\in\mathbb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$\sin^{-1}x,\cos^{-1}x:\ 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$\sec^{-1}x,\operatorname{cosec}^{-1}x:\ 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$\tan^{-1}x,\cot^{-1}x:\ 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$\frac{\text{something}}{\sqrt{g(x)}}$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(strict),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$\tan^{-1}\left(\frac{1+\sqrt3}{3+\sqrt3}\right)+\sec^{-1}\left(\sqrt{\frac{8+4\sqrt3}{6+3\sqrt3}}\right)$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functions (principal values)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radicals collapse to simple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$3+\sqrt3=\sqrt3(\sqrt3+1)$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$8+4\sqrt3=4(2+\sqrt3)$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radicals collapse to simple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multiply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$\frac{1+\sqrt3}{3+\sqrt3}=\frac{1+\sqrt3}{\sqrt3(\sqrt3+1)}=\frac1{\sqrt3}$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$\frac{16+8\sqrt3}{12+6\sqrt3}=\frac{4(\sqrt3+1)^2}{(3+\sqrt3)^2}$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$4(\sqrt3+1)^2=16+8\sqrt3$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$(3+\sqrt3)^2=12+6\sqrt3$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$\sqrt{\frac{16+8\sqrt3}{12+6\sqrt3}}=\frac{2(\sqrt3+1)}{3+\sqrt3}=\frac{2(\sqrt3+1)}{\sqrt3(\sqrt3+1)}=\frac2{\sqrt3}$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$E=\tan^{-1}\frac1{\sqrt3}+\sec^{-1}\frac2{\sqrt3}=\tan^{-1}\frac1{\sqrt3}+\cos^{-1}\frac{\sqrt3}2$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$\tan^{-1}\frac1{\sqrt3}=\frac\pi6$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$\cos^{-1}\frac{\sqrt3}2=\frac\pi6$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$E=\frac\pi6+\frac\pi6=\frac\pi3$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both terms are equal,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both terms are equal,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$2\tan^{-1}t=\tan^{-1}\frac{2t}{1-t^2}$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term is also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$\frac{8+4\sqrt3}{6+3\sqrt3}=\frac{4(2+\sqrt3)}{3(2+\sqrt3)}=\frac43$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second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$\tan\theta=\sqrt{\sec^2\theta-1}=\sqrt{\frac43-1}=\frac1{\sqrt3}$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term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$\frac{1+\sqrt3}{3+\sqrt3}=\frac1{\sqrt3}$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$E=2\tan^{-1}\frac1{\sqrt3}$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$2\tan^{-1}t=\tan^{-1}\frac{2t}{1-t^2}$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$\tan^{-1}\frac{2/\sqrt3}{2/3}=\tan^{-1}\sqrt3=\frac\pi3$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common factors before using any identity: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ugly surds into standard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surds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$\sec^{-1}x=\cos^{-1}\frac1x=\tan^{-1}\sqrt{x^2-1}$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common factors before using any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$\frac{1+\sqrt3}{\sqrt3(1+\sqrt3)}=\frac1{\sqrt3}$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$\frac{4(2+\sqrt3)}{3(2+\sqrt3)}=\frac43$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ugly surds into standard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$\tan15^\circ=2-\sqrt3,\ \tan75^\circ=2+\sqrt3,\ \tan30^\circ=\frac1{\sqrt3}$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surds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$15^\circ/75^\circ$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$2\tan^{-1}t=\tan^{-1}\frac{2t}{1-t^2}$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marks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real numbers.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$f(x)=\begin{cases}x+a,&amp;x&lt;0\\|x-1|,&amp;x\ge0\end{cases}$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$g(x)=\begin{cases}x+1,&amp;x&lt;0\\(x-1)^2+b,&amp;x\ge0\end{cases}$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non-negative real numbers.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composite functions, Piecewise-defined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discontinuous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(jump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checked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jumps.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discontinuous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(jump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$1\to1+b$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checked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jumps.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value and right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value and right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$g(f(x))=\begin{cases}f(x)+1,&amp;f(x)&lt;0\\(f(x)-1)^2+b,&amp;f(x)\ge0.\end{cases}$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$f(x)=x+a&lt;0\iff x&lt;-a$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$g(f(x))=\begin{cases}x+a+1,&amp;x&lt;-a\\(x+a-1)^2+b,&amp;-a\le x&lt;0\\(|x-1|-1)^2+b,&amp;x\ge0.\end{cases}$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$=(-a+a)+1=1$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value and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$=(0-1)^2+b=1+b$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$1=1+b\Rightarrow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$=(a-1)^2+b$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value and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$=(|0-1|-1)^2+b=b$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$(a-1)^2+b=b\Rightarrow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points are fine: each branch is continuous on its own interval,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inner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(excluded in the PDF):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cases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points are fine: each branch is continuous on its own interval,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inner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(excluded in the PDF):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$g(f(0^-))=1$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$g(f(0))=g(1)=b$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right side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cases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outer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jump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only break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between two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outer function: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jump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only break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between two points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except possibly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except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meets the level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(crossing from below) and touches 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above, staying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$g(u)=u+1$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$(u-1)^2+b$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except possibly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$g(0^-)=1$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except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meets the level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(crossing from below) and touches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above, staying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occur,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continuous: no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crossing and the jump coincide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two conditions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again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there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occur,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continuous: no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$g(a)=g(1)$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$(a-1)^2+b=0+b$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crossing and the jump coincide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two conditions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alone, again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continuous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or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lands on a discontinuity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these points first and test only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merely touches a discontinuity level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one side only (like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 condition arises.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Parameters restricted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the boundary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test the degenerate case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continuous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or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lands on a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these points first and test only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$g(p)=g(q)$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merely touches a discontinuity level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one side only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no condition arises.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Parameters restricted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include the 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test the degenerate case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each point in its domain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$f(x)=\frac{\cos(\sin x)-\cos x}{x^4}$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each point in its domain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Trigonometric limits (standard limits and series)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turn the numerator into a product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$f(0)=\lim\limits_{x\to0}f(x)$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turn the numerator into a product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A-\cos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$\frac1k=\lim\limits_{x\to0}\frac{\cos(\sin x)-\cos x}{x^4}$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B=2\sin\frac{A+B}2\sin\frac{B-A}2$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$A=\sin x,\ B=x$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$=2\sin P\,\sin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$P=\frac{\sin x+x}2$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$R=\frac{x-\sin 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$\frac1k=\lim\limits_{x\to0}2\cdot\frac{\sin P}{P}\cdot\frac{\sin R}{R}\cdot\frac Px\cdot\frac R{x^3}$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P}P\to1$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R}R\to1$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Px=\frac12\left(\frac{\sin x}x+1\right)\to1$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R{x^3}=\frac12\cdot\frac{x-\sin x}{x^3}\to\frac12\cdot\frac16=\frac1{12}$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x=\frac{x^3}6-\cdots$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$\frac1k=2\cdot1\cdot1\cdot1\cdot\frac1{12}=\frac16$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both cosines by their Maclaurin series after expanding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read off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both cosines by their Maclaurin series after expanding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read off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x=x-\frac{x^3}6+O(x^5)$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$\sin^2x=x^2-\frac{x^4}3+O(x^6)$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$\sin^4x=x^4+O(x^6)$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 x)=1-\frac{\sin^2x}2+\frac{\sin^4x}{24}-\cdots=1-\frac{x^2}2+\frac{x^4}6+\frac{x^4}{24}+O(x^6)$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x=1-\frac{x^2}2+\frac{x^4}{24}-\cdots$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 x)-\cos x=\frac{x^4}6+O(x^6)$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$\frac{x^4}{24}$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$\frac1k=\lim\limits_{x\to0}\frac{x^4/6+O(x^6)}{x^4}=\frac16$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difference of cosines into a product whose small factors can be matched to standard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Expansions to remember: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check with a series).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Removable-discontinuity questions: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the limit;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A-\cos B=-2\sin\frac{A+B}2\sin\frac{A-B}2$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difference of cosines into a product whose small factors can be matched to standard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Expansions to remember: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$x-\sin x\sim\frac{x^3}6$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\tan x-x\sim\frac{x^3}3$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1-\cos x\sim\frac{x^2}2$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 x)-\cos x\sim\frac{x^4}6$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$\sin(\tan x)-\sin x\sim\frac{x^3}2$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check with a series).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Removable-discontinuity questions: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the limit;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$f(0)=\frac1k$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$\frac1k=\lim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Then the number of points of discontinuity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$f(x)=x\left[\frac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$-10&lt;x&lt;10$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function. Then the number of points of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discontinuity,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break only at even integers,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continuous only when the multiplier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break only at even integers,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$x\cdot[\cdot]$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continuous only when the multiplier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between consecutive even integers and can break only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candidates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(nine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between consecutive even integers and can break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candidates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$-8,-6,-4,-2,0,2,4,6,8$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(nine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$f(2k)=2k\cdot k=2k^2$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$x\to2k^+$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x2\right]=k$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$f(2k^+)=2k\cdot k=2k^2=f(2k)$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discontinuous at the other eight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points of discontinuity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$x\to2k^-$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x2\right]=k-1$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$f(2k^-)=2k(k-1)$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$f(a^-)=f(a)=f(a^+)$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$2k(k-1)=2k^2\iff 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$f(0^-)=0\cdot(-1)=0$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discontinuous at the other eight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$\pm2,\pm4,\pm6,\pm8$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points of discontinuity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Measure the jump: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even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Measure the jump: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 x2\right]$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each even integer,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$f=x\left[\frac x2\right]$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$x\cdot1$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$f(x)=x\cdot u(x)$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$u=\left[\frac x2\right]$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$u(2k^+)-u(2k^-)=1$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$f(2k^+)-f(2k^-)=2k\cdot\left(u(2k^+)-u(2k^-)\right)=2k$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non-zero,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$k=\pm1,\pm2,\pm3,\pm4$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non-zero,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breaks exactly at the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continuous: the jump at a break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𝑗𝑢𝑚𝑝 𝑜𝑓 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continuous there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every non-zero integer but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end-points carefully: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by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$[x/n]$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breaks exactly at the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$g(x)\,[h(x)]$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continuous: the jump at a break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$g(a)\times(\text{jump of }[h])$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continuous there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every non-zero integer but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end-points carefully: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by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$y=\sum\limits_{k=1}^{6}k\cos^{-1}\left\{\frac35\cos kx-\frac45\sin kx\right\}$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Inverse trigonometric functions (principal value), Differentiation of a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$\frac35\cos kx-\frac45\sin kx=\cos(kx+\theta)$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$\cos\theta=\frac35$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$\cos^{-1}\cos(kx+\theta)=kx+\theta$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$\frac35\cos kx-\frac45\sin kx=\cos\theta\cos kx-\sin\theta\sin kx=\cos(kx+\theta)$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$y=\sum\limits_{k=1}^{6}k\cos^{-1}\left(\cos(kx+\theta)\right)$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$kx+\theta\in(0,\pi)$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$y=\sum\limits_{k=1}^{6}k(kx+\theta)$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$\frac{dy}{dx}=\sum\limits_{k=1}^{6}k^2=\frac{6(6+1)(12+1)}{6}=91$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each inverse cosine directly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phase-shift identity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each inverse cosine directly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$\frac{d}{dx}\cos^{-1}u=-\frac{u'}{\sqrt{1-u^2}}$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evaluate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phase-shift identity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$u_k=\frac35\cos kx-\frac45\sin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$\sqrt{1-u_k^2}=\frac45$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$u_k'=-\frac{3k}5\sin kx-\frac{4k}5\cos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$u_k'(0)=-\frac{4k}5$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$\frac{d}{dx}\cos^{-1}u_k\Big|_{x=0}=-\frac{u_k'(0)}{\sqrt{1-u_k^2}}=\frac{4k/5}{4/5}=k$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$\frac{dy}{dx}\Big|_{0}=\sum\limits_{k=1}^{6}k\cdot k=\sum k^2=1+4+9+16+25+36=91$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inverse cosine of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 At a point, check that the argument lies strictly inside this range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t+b\sin t=R\cos(t-\varphi)$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$a=\frac35,\ b=-\frac45$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inverse cosine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otherwise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 At a point, check that the argument lies strictly inside this range before differentiating.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$\frac{d}{dx}\cos^{-1}(\cos(kx+\theta))=k$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$kx+\theta\in(0,\pi)$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$\sum\limits_{k=1}^{n}k^2=\frac{n(n+1)(2n+1)}6$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$f(x)=\begin{cases}x^5\sin\left(\frac1x\right)+5x^2,&amp;x&lt;0\\0,&amp;x=0\\x^5\cos\left(\frac1x\right)+\lambda x^2,&amp;x&gt;0.\end{cases}$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is ___________.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Second-order differentiability of piecewise functions, Differentiability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oscillating parts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twice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zero derivatives, so only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 matter: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oscillating parts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$x^5\sin\frac1x,\ x^5\cos\frac1x$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twice 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zero derivatives, so only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 matter: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$10=2\lambda$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$f(x)=\begin{cases}g(x)+5x^2,&amp;x&lt;0\\0,&amp;x=0\\h(x)+\lambda x^2,&amp;x&gt;0\end{cases}$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$g(x)=x^5\sin\frac1x$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$h(x)=x^5\cos\frac1x$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$\frac{f(x)}{x}=x^4\sin\frac1x+5x\to0$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$x^4\cos\frac1x+\lambda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$g'(0)=h'(0)=0$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$f'(x)=\begin{cases}g'(x)+10x,&amp;x&lt;0\\h'(x)+2\lambda x,&amp;x&gt;0\end{cases}$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$g'(x)=5x^4\sin\frac1x-x^3\cos\frac1x$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$h'(x)=5x^4\cos\frac1x+x^3\sin\frac1x$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the same way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second derivative: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second derivative: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$g''(0)=\lim\limits_{x\to0}\frac{g'(x)}x=\lim\left(5x^3\sin\frac1x-x^2\cos\frac1x\right)=0$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the same way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second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$f''(0^-)=\lim\limits_{x\to0^-}\frac{f'(x)-f'(0)}x=g''(0)+10=10$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second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$f''(0^+)=\lim\limits_{x\to0^+}\frac{f'(x)-f'(0)}x=h''(0)+2\lambda=2\lambda$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$10=2\lambda$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exists, Taylor's formula with Peano remainder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sides, so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-coefficients from the two sides must agree.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exists, Taylor's formula with Peano remainder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$f(x)=\frac12f''(0)x^2+o(x^2)$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both sides,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-coefficients from the two sides must agree.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$|x^5\sin\frac1x|\le|x|^5$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$|x^5\cos\frac1x|\le|x|^5$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$f(x)=5x^2+o(x^2)$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$f(x)=\lambda x^2+o(x^2)$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$f(x)=\frac12f''(0)\,x^2+o(x^2)$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left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the right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Sufficiency: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one-sided limits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(shown in the main solution),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Same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the 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$\frac12f''(0)=5$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the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$\frac12f''(0)=\lambda$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Sufficiency: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one-sided limits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$\frac{f'(x)}x$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(shown in the main solution),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Same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twice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 limit).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different quadratics on the two sides: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the two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agree;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affect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oscillating factors multiplied by high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ignored.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exist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computed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twice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$\frac{g'(x)}x$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have a limit).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different quadratics on the two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the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agree;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affect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oscillating factors multiplied by high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ignored.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$\lim\limits_{x\to0}\frac{f'(x)-f'(0)}x$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exist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computed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$f(x+y)=f(x)\cdot 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$\lim\limits_{h\to0}\frac1h\left(f(h)-1\right)$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984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from the definition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984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from the definition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an exponential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just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an exponential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exponential functional equation,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exponential functional equation,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$f'(x)=a^x\ln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$f'(0)=a^0\ln a=\ln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$\lim\limits_{h\to0}\frac{f(h)-1}h=\lim\limits_{h\to0}\frac{e^{3h}-1}{h}=\lim\limits_{h\to0}\frac{e^{3h}-1}{3h}\times3=1\times3=3$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the functional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it, and then the limit is the definition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the functional equation: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follows from it, and then the limit is the definition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definition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given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and no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$f(0)=f(0)^2$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$\frac{f(h)-1}{h}=\frac{f(h)-f(0)}{h-0}$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definition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given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answer, and no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differentiable everywhere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limit looks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given equation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$f\not\equiv0$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$f(x)=f(x/2)^2$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$f'(x)=f'(0)f(x)$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differentiable everywhere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$f(x)=e^{f'(0)x}$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limit looks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$\frac{f(h)-f(0)}{h}$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given equation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$\lim\limits_{h\to0}\frac{e^{ch}-1}h=c$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power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$f:S\to 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power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$f(n)\subset 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functions, Power set and counting chains of subsets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strict chain, so the set sizes strictly increase: six sizes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exactly one size is skipped.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$f(1)\subset f(2)\subset\cdots\subset f(6)$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strict chain, so the set sizes strictly increase: six sizes out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$0,1,\ldots,6$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exactly one size is skipped.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chain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proper inclusions (a one-one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take equal values), so the sizes strictly increase.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Six increasing sizes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exactly one size is missing. We count the possibilities for each missing size.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$f(n)\subset 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$f(1)\subset f(2)\subset\cdots\subset f(6)$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proper inclusions (a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take equal values), so the sizes strictly increase.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Six increasing sizes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$0,1,\ldots,6$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exactly one size is missing. We count the possibilities for each missing size.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option),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it (5),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options).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(5),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option),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it (5),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options).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$1\cdot6\cdot5\cdot4\cdot3\cdot3=1080$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(5),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$6\cdot5\cdot4\cdot3\cdot2\cdot1=720$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$\binom64=15$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$15\cdot4\cdot3\cdot2=360$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4: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it (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5: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(5),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it (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6: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(5),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$6\cdot10\cdot3\cdot2=360$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(5),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of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$6\cdot5\cdot6\cdot2=360$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6: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(6),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(5),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(3),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$6\cdot5\cdot4\cdot3=360$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$=1080+720+360+360+360+360=3240$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Record, for each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first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which it enters the chain; strictness becomes a surjectivity condition counted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Record, for each element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first index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which it enters the chain; strictness becomes a surjectivity condition counted by inclusion-exclusion.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chain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no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a bijection between chains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 iff some element enters exactly at step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chain is strict iff each of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unrestricted.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$A_1\subset A_2\subset\cdots\subset A_6$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$t(x)=\min\{i:x\in A_i\}$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gives a bijection between chains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$A_1\subseteq\cdots\subseteq A_6$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$t:S\to\{1,2,\ldots,7\}$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$A_i\subset A_{i+1}$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 iff some element enters exactly at step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chain is strict iff each of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unrestricted.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hit all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inclusion-exclusion: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117649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233280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$S\to\{1,\ldots,7\}$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hit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inclusion-exclusion: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$\sum_{j=0}^{5}(-1)^j\binom5j(7-j)^6$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$=7^6-5\cdot6^6+10\cdot5^6-10\cdot4^6+5\cdot3^6-2^6=117649-233280+156250-40960+3645-64=3240$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sets would break one-one),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 chains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complete chains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size once)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the elements one at a time); here that is Case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set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subsets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chain count multiplies successive binomials, as in the cases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$f(n)\subseteq 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$f(n)\subset 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sets would break one-one),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$\subset$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$\subseteq$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 chains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$A_1\subset\cdots\subset A_m$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$S\to\{1,\ldots,m+1\}$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taking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$2,\ldots,m$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$=\sum_{j}(-1)^j\binom{m-1}j(m+1-j)^n$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complete chains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$\phi\subset A_1\subset\cdots\subset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size once)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the elements one at a time); here that is Case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$6!=720$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a set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number of subsets of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sr$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chain count multiplies successive binomials, as in the cases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non-empty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have the sum of all elements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$S=\{1,2,3,5,7,10,11\}$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non-empty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have the sum of all elements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Subsets with a given sum (residues mod 3), Combinations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Sort the elements by remainder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count the combinations whose remainders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Sort the elements by remainder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(one of type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three of type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three of type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count the combinations whose remainders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one element is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1 element: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2 elements: one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3 elements: one of each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Remainders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$1,7,10\to1$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$2,5,11\to2$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one element is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1 element: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2 elements: one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3 elements: one of each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$3k,\ 3k+1,\ 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4 elements: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5 elements: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6 elements: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three of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7 elements: the whole set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4 elements: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two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$\binom32\binom32=9$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5 elements: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two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6 elements: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7 elements: the whole set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$=1+9+11+11+9+1+1=43$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Roots-of-unity filter: the number of subsets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nary>
                          <m:naryPr>
                            <m:chr m:val="∏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78350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78350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Roots-of-unity filter: the number of subsets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$\equiv0\pmod3$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$\frac13\sum_{j=0}^{2}\prod_i\left(1+\omega^{j r_i}\right)$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remainders: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times),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times). The number of subsets (including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nary>
                          <m:naryPr>
                            <m:chr m:val="∏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$\omega=e^{2\pi 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remainders: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times),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times). The number of subsets (including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$N=\frac13\sum_{j=0}^{2}\prod_i\left(1+\omega^{jr_i}\right)$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$(1+1)(1+\omega)^3(1+\omega^2)^3$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$(1+\omega^2)^3=-1$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$2\cdot(-1)(-1)=2$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complex conjugate,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Remove the empty set: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complex conjugate,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$N=\frac13(128+2+2)=44$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Remove the empty 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$44-1=43$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Classify by remainder: a subset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remainders add to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combinations residue class by residue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Roots-of-unity filter: number of subsets with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∏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ω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cube root of unity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empty set has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to subtract it when the question asks for non-empty subsets.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Classify by remainder: a subset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remainders add to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count combinations residue class by residue class.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Roots-of-unity filter: number of subsets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$\frac1m\sum_{j=0}^{m-1}\prod_i\left(1+\omega^{jr_i}\right)$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$\omega=e^{2\pi i/m}$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cube root of unity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empty set has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to subtract it when the question asks for non-empty subsets.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𝑛𝑜𝑡 𝑜𝑛𝑒-𝑜𝑛𝑒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$A=\{a,b,c\}$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$C=\{f:A\to B\ |\ 2\in f(A)\text{ and }f\text{ is not one-one}\}$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Functions: one-one and range, Counting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function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is not one-one iff its range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elements, so split on range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function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is not one-one iff its range has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elements, so split on range size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the range has exactly one element, which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Number of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the range has exactly two elements, one of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element can be chosen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$|f(A)|\le2$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the range has exactly one element, which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$f(a)=f(b)=f(c)=2$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Number of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the range has exactly two elements, one of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element can be chosen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$\binom31=3$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these two values: choose which two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an image,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then assign the two values to the two groups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these two values: choose which two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an image,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$\frac{3!}{2!\,1!}=3$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then assign the two values to the two groups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$=3\times\frac{3!}{2!\,1!}\times2!=3\times3\times2=18$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$=1+18=19$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Complementary counting: (all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range)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(one-one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range).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Complementary counting: (all functions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range)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(one-one functions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range).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those that avoid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which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then map the other two elements one-one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those that avoid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$=64-27=37$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which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ways), then map the other two elements one-one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$=37-18=19$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range contains a fixed element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a prescribed value in the range, multiply the position choices by the arrangements of the rest.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range contains a fixed element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$|B|^{|A|}-(|B|-1)^{|A|}$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$\iff|f(A)|\le2$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$^{|B|}P_{|A|}$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a prescribed value in the range, multiply the position choices by the arrangements of the rest.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number of elements that must be added to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it becomes reflexive and symmetric,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$A=\{-4,-3,-2,0,1,3,4\}$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$R=\{(a,b)\in A\times A:b=|a|\text{ or }b^2=a+1\}$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number of elements that must be added to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it becomes reflexive and symmetric,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Relations: reflexive and symmetric closure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missing diagonal pairs (for reflexive) and the missing mirror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symmetric) have to be added, and these two sets do not overlap.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missing diagonal pairs (for reflexive) and the missing mirror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$(b,a)$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symmetric) have to be added, and these two sets do not overlap.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(8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already present. Missing: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must be added.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$(-4,4),(-3,3),(0,0),(1,1),(3,3),(4,4)$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$R=\{(-4,4),(-3,3),(3,-2),(0,1),(0,0),(1,1),(4,4),(3,3)\}$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(8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$(0,0),(1,1),(3,3),(4,4)$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already present. Missing: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$(-2,-2),(-4,-4),(-3,-3)$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must be added.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the reverse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absent (the diagonal pairs are their own reverses),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must be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added reflexive pairs are on the diagonal and the added symmetric pairs are off the diagonal, so nothing is counted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number to 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Symmetric: the reverse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$(4,-4),(3,-3),(-2,3),(1,0)$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absent (the diagonal pairs are their own reverses),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must be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added reflexive pairs are on the diagonal and the added symmetric pairs are off the diagonal, so nothing is counted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number to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closure adds the missing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closure adds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reverse is absent. Diagonal pairs never need a symmetric partner.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additions to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 and 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listing pairs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remember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negative and must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 closure, count only the one-way pairs: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𝑎𝑑𝑑𝑒𝑑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closure adds the missing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closure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reverse is absent. Diagonal pairs never need a symmetric partner.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additions to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reflexive and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$=|R\cup\Delta\cup R^{-1}|-|R|$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diagonal.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listing pairs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negative and must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 closure, count only the one-way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$\#\text{added}=\#\{(a,b)\in R:(b,a)\notin R\}$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$f^1(x)=\frac{3x+2}{2x+3},\ x\in\mathbb R-\left\{\frac{-3}2\right\}$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$f^n(x)=f^1\circ f^{n-1}(x)$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$f^5(x)=\frac{ax+b}{bx+a}$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Linear fractional (Möbius)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function of the same shape, so each step is a simple update of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$\frac{px+q}{qx+p}$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function of the same shape, so each step is a simple update of the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skips this line).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$f^1(x)=\frac{3x+2}{2x+3}$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$f^2(x)=f^1\left(f^1(x)\right)=\frac{3(3x+2)+2(2x+3)}{2(3x+2)+3(2x+3)}=\frac{13x+12}{12x+13}$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$f^3(x)=f^1\left(f^2(x)\right)=\frac{3(13x+12)+2(12x+13)}{2(13x+12)+3(12x+13)}=\frac{63x+62}{62x+63}$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$f^4(x)=f^1\left(f^3(x)\right)=\frac{3(63x+62)+2(62x+63)}{2(63x+62)+3(62x+63)}=\frac{313x+312}{312x+313}$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skips this line).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$f^5(x)=f^1\left(f^4(x)\right)=\frac{3(313x+312)+2(312x+313)}{2(313x+312)+3(312x+313)}=\frac{1563x+1562}{1562x+1563}$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$a=1563,\ b=1562$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$\gcd(1563,1562)=1$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3125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fixed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iterating just multiplies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fixed points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$\frac{f(x)-1}{f(x)+1}=\frac15\cdot\frac{x-1}{x+1}$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iterating just multiplies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application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applications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$\frac{f^1(x)-1}{f^1(x)+1}=\frac{(3x+2)-(2x+3)}{(3x+2)+(2x+3)}=\frac{x-1}{5(x+1)}$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$u=\frac{x-1}{x+1}$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One application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applications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$\frac{f^5(x)-1}{f^5(x)+1}=\frac{u}{5^5}=tu$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$t=\frac1{3125}$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$f^5=\frac{1+tu}{1-tu}=\frac{(x+1)+t(x-1)}{(x+1)-t(x-1)}=\frac{(1+t)x+(1-t)}{(1-t)x+(1+t)}$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in general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$\frac{3125}2$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$f^5(x)=\frac{1563x+1562}{1562x+1563}$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$\frac{3125+1}2=1563$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$\frac{3125-1}2=1562$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$a+b=1563+1562=3125$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$a_n+b_n=5^n$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3125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multiplication of the matrices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fixed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iterating multiplies by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Fixed-point (conjugation) trick: send the fixed points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map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corresponds to multiplication of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$\begin{pmatrix}p&amp;q\\r&amp;s\end{pmatrix}$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$M=\begin{pmatrix}p&amp;q\\q&amp;p\end{pmatrix}$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$M^n=\begin{pmatrix}a_n&amp;b_n\\b_n&amp;a_n\end{pmatrix}$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$a_n=\frac{(p+q)^n+(p-q)^n}2$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$b_n=\frac{(p+q)^n-(p-q)^n}2$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$a_n+b_n=5^n$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$f(x)=\frac{px+q}{qx+p}$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fixed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$\frac{f(x)-1}{f(x)+1}=\frac{p-q}{p+q}\cdot\frac{x-1}{x+1}$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iterating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$\left(\frac{p-q}{p+q}\right)^n$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Fixed-point (conjugation) trick: send the fixed points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map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$z\mapsto kz$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points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not differentiable.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points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$f(x)=\left|2-|x-3|\right|,\ 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not differentiable.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$\sum\limits_{x\in S}f(f(x))$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modulus functions, Composition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modulus function has corners exactly where an inner modulus has its corner, and where an inner expression with non-zero slope changes sign: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modulus function has corners exactly where an inner modulus has its corner, and where an inner expression with non-zero slope changes sign: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$x=1,3,5$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(points on the zigzag):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changes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exactly at these points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$f(x)=\left|2-|x-3|\right|=\left||x-3|-2\right|$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Piecewise: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x\le5$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$f(x)=5-x$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 (points on the zigzag):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$(0,1),(1,0),(2,1),(3,2),(4,1),(5,0),(6,1)$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changes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$-1\to+1$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$-1\to+1$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exactly at these points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$f(1)=0,\ f(3)=2,\ f(5)=0$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$f(f(1))=f(0)=|2-3|=1,\ \ f(f(3))=f(2)=|2-1|=1,\ \ f(f(5))=f(0)=1$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$\sum\limits_{x\in S}f(f(x))=1+1+1=3$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a zero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(corner), and at any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corner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corner survives).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moduli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a zigzag with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corners by writing the function piecewise and checking where the slope changes.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corner of the graph: evaluate the inner value first,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a zero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(corner), and at any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has a corner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corner survives).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moduli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$\left||x-a|-b\right|$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a zigzag with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corners by writing the function piecewise and checking where the slope changes.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corner of the graph: evaluate the inner value first,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$f(1)=f(5)=0,\ 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all the solutions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all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$\tan^{-1}\left(\frac{2x}{1-x^2}\right)+\cot^{-1}\left(\frac{1-x^2}{2x}\right)=\frac\pi3,\ -1&lt;x&lt;1,\ 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equations, Principal values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equations, Principal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splits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$\cot^{-1}y=\tan^{-1}\frac1y$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$\pi+\tan^{-1}\frac1y$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splits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$-1&lt;x&lt;1,\ 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$\cot^{-1}\left(\frac{1-x^2}{2x}\right)=\cot^{-1}\frac1t$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$\cot^{-1}\frac1t=\tan^{-1}t$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$\tan^{-1}\frac{2x}{1-x^2}+\tan^{-1}\frac{2x}{1-x^2}=\frac\pi3$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$x^2+2\sqrt3x-1=0$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$x=-\sqrt3\pm2$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$x=2-\sqrt3\in(0,1)$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$\cot^{-1}\frac1t=\pi+\tan^{-1}t$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$2\tan^{-1}\frac{2x}{1-x^2}+\pi=\frac\pi3$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$\tan^{-1}t=-\frac\pi3$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$\sqrt3x^2-2x-\sqrt3=0$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$x=-\frac1{\sqrt3}\in(-1,0)$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$=2-\sqrt3-\frac1{\sqrt3}=2-\frac{3+1}{\sqrt3}=2-\frac4{\sqrt3}$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$\theta\in\left(-\frac\pi4,\frac\pi4\right)$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$\frac{2x}{1-x^2}=\tan2\theta$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$\frac{1-x^2}{2x}=\cot2\theta$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$\theta\in\left(-\frac\pi4,0\right)\cup\left(0,\frac\pi4\right)$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$\tan^{-1}(\tan2\theta)=2\theta$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$\cot^{-1}(\cot2\theta)=2\theta$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$=2\theta+\pi$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$4\theta=\frac\pi3\Rightarrow\theta=\frac\pi{12}$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$4\theta+\pi=\frac\pi3\Rightarrow\theta=-\frac\pi6\in\left(-\frac\pi4,0\right)$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$x=\tan(-30^\circ)=-\frac1{\sqrt3}$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$=2-\sqrt3-\frac1{\sqrt3}=2-\frac4{\sqrt3}$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inverse-trig equation has a sign-dependent identity, split by the sign of the variable and re-check each root against its own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$\cot^{-1}y=\begin{cases}\tan^{-1}\frac1y,&amp;y&gt;0\\\pi+\tan^{-1}\frac1y,&amp;y&lt;0\end{cases}$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$\tan^{-1}\frac{2x}{1-x^2}=2\tan^{-1}x$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$\tan15^\circ=2-\sqrt3,\ \tan30^\circ=\frac1{\sqrt3}$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inverse-trig equation has a sign-dependent identity, split by the sign of the variable and re-check each root against its own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relation defined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𝑜𝑑𝑑 𝑝𝑜𝑠𝑖𝑡𝑖𝑣𝑒 𝑖𝑛𝑡𝑒𝑔𝑒𝑟 𝑜𝑟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number of elements that must be added to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it is a symmetric relation, is equal to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$A=\{0,3,4,6,7,8,9,10\}$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relation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$R=\{(x,y)\in A\times A:x-y\text{ is odd positive integer or }x-y=2\}$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minimum number of elements that must be added to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it is a symmetric relation, is equal to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Relations: symmetric closure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2.5(A little easier than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pair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reverse pair is present: the symmetric closure needs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pair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reverse pair is present: the symmetric closure needs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$|R|$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new pairs.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list the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positive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$A=\{10,9,8,7,6,4,3,0\}$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list the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positive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$(10,9),(10,8),(10,7),(10,3)$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$(9,8),(9,7),(9,6),(9,4),(9,0)$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$(8,7),(8,6),(8,3)$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$(7,6),(7,4),(7,0)$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$(6,4),(6,3)$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of the type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no pair is the reverse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 pairs must be added, and they are distinct. Hence we need to add a total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$R=\{(10,9),(10,8),(10,7),(10,3),(9,8),(9,7),(9,6),(9,4),(9,0),(8,7),(8,6),(8,3),(7,6),(7,4),(7,0),(6,4),(6,3),(4,3),(3,0)\}$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the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of the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no pair is the reverse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symmetry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 pairs must be added, and they are distinct. Hence we need to add a total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more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parity: an odd difference means opposite parity, so count opposite-parity pairs and then the pairs with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parity: an odd difference means opposite parity, so count opposite-parity pairs and then the pairs with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them). Odd elements: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positive odd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parity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opposite-parity unordered pairs gives exactly one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$\{0,4,6,8,10\}$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them). Odd elements: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$\{3,7,9\}$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positive odd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parity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$5\times3=15$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opposite-parity unordered pairs gives exactly one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so no overlap with the previous count):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none else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as no reverse is present,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must be added.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so no overlap with the previous count):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$(10,8),(8,6),(6,4),(9,7)$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none else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$|R|=15+4=19$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as no reverse is present,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must be added.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2.5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one-directional),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symmetric closure adds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𝑝𝑎𝑖𝑟𝑠 𝑡𝑜 𝑎𝑑𝑑 𝑓𝑜𝑟 𝑠𝑦𝑚𝑚𝑒𝑡𝑟𝑦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parity; the number of opposite-parity unordered pairs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a relation that is antisymmetric with no diagonal pairs has at most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$R\subseteq\{(a,b):a&gt;b\}$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(strictly one-directional),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$R\cap R^{-1}=\phi$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symmetric closure adds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$\#\text{pairs to add for symmetry}=\#\{(a,b)\in R:a\ne b,\ (b,a)\notin R\}$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opposite parity; the number of opposite-parity unordered pairs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$(\#\text{even})\times(\#\text{odd})$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a relation that is antisymmetric with no diagonal pairs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relation on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$A\times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$R=\left\{((a,b),(c,d)):2a+3b=4c+5d\right\}$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(counting elements of a relation), Linear Diophantine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tables and match equal values, counting multiplicities.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possible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$2a+3b$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$4c+5d$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$4\times4$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tables and match equal values, counting multiplicities.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Counting how many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each: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$\alpha=2a+3b=4c+5d$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Possible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$2a\in\{2,4,6,8\}$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$3b\in\{3,6,9,12\}$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possible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$4c\in\{4,8,12,16\}$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$5d\in\{5,10,15,20\}$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$a=1..4$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$\{5,8,11,14\},\ \{7,10,13,16\},\ \{9,12,15,18\},\ \{11,14,17,20\}$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$4c+5d$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$c=1..4$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$\{9,14,19,24\},\ \{13,18,23,28\},\ \{17,22,27,32\},\ \{21,26,31,36\}$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$\alpha=9,13,14,17,18$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Counting how many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repetition,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six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repetition,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$9,13,14,14,17,18$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six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$((3,1),(1,1)),\ ((2,3),(2,1)),\ ((1,4),(1,2)),\ ((4,2),(1,2)),\ ((4,3),(3,1)),\ ((3,4),(2,2))$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within its small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$2a+3b=4c+5d$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$3b-5d$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$b\equiv d\pmod2$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$2c-a=\frac{3b-5d}2$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within its small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parity: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$3b-5d=4c-2a=2(2c-a)$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parity: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$m=\frac{3b-5d}2=2c-a$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in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$[2-4,8-1]=[-2,7]$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$(1,1):m=-1$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$(1,3):-6$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$(3,1):2$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$(3,3):-3$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$(2,2):-2$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$(2,4):-7$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$(4,2):1$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$(4,4):-4$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$2c-a=m$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$a,c\in\{1,..,4\}$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$(a,c)=(3,1)$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$(2,2),(4,3)$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$1+2+1+2=6$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Relation on a Cartesian product: count solutions of the defining equation over all four variables, not 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two value-tables and multiply multiplicities: the 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or mod-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conditions cut a Diophantine search drastically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 the combination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enumerating.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Relation on a Cartesian product: count solutions of the defining equation over all four variables, not 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two value-tables and multiply multiplicities: the 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$=\sum_\alpha n_1(\alpha)n_2(\alpha)$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or mod-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conditions cut a Diophantine search drastically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$3b-5d$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even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 the combination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$2c-a\in[-2,7]$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enumerating.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$g(x)=x^b+c,\ 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g)^{-1}(x)=\left(\frac{x-7}2\right)^{\frac13}$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g)(ac)+(g\circ f)(b)$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and inverse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given inverse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match coefficients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given inverse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$(f\circ g)(x)=2x^3+7$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match coefficients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$a(x^b+c)-3$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natural numbers).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$h^{-1}(x)=\left(\frac{x-7}2\right)^{1/3}$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$y^3=\frac{x-7}2$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$h(x)=(f\circ g)(x)=2x^3+7$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g)(x)=a\left(x^b+c\right)-3=ax^b+(ac-3)$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$a=2,\ b=3,\ ac-3=7\Rightarrow 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natural numbers).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g)(ac)=(f\circ g)(10)=2\cdot10^3+7=2007$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f)(x)=g(2x-3)=(2x-3)^3+5$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f)(b)=(g\circ f)(3)=3^3+5=32$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$=2007+32=2039$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comparison on polynomials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 when they are naturals.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2000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$h^{-1}(x)=\phi(x)$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$h(x)=\phi^{-1}(x)$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comparison on polynomials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$ax^b+(ac-3)=2x^3+7$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 when they are naturals.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f)(x)=g(f(x))$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$f=2x-3,\ g=x^3+5$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g)\ne(g\circ 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g)^{-1}(2007)=\left(\frac{2000}2\right)^{1/3}=10=ac$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elements in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$A=\{1,2,3,4,\ldots,10\}$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$B=\{0,1,2,3,4\}$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elements in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$R=\{(a,b)\in A\times A:2(a-b)^2+3(a-b)\in B\}$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(counting elements of a relation), Quadratic expressions in integers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the pairs with each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$d(2d+3)\in\{0,1,2,3,4\}$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count the pairs with each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must be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integers do not work: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integer.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$2(a-b)^2+3(a-b)=2d^2+3d=d(2d+3)$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must be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$(-2)(-1)=2$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integers do not work: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$d=1\to5,\ d=-1\to-1,\ d=2\to14,\ d=-3\to9$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$d(2d+3)\ge9$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$d=3\to27$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$d=-4\to20$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$a,b\in\{1,\ldots,10\}$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$a=1,\ldots,8$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$=10+8=18$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ordered pairs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 an integer variable that must lie in a small set has only a few integer solutions: factorise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check the values near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(minimum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ordered pairs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$\{1,\ldots,n\}^2$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$n-|d|$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 an integer variable that must lie in a small set has only a few integer solutions: factorise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$d(2d+3)$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check the values near the vertex.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$2d^2+3d$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 (minimum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little easier than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(Differential Calculus 01_04) Question bank · detailed solutions (printed Q61–Q80, numbered 1–20 here)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