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2.0</c:v>
                </c:pt>
                <c:pt idx="6">
                  <c:v>3.0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1.0</c:v>
                </c:pt>
                <c:pt idx="15">
                  <c:v>2.0</c:v>
                </c:pt>
                <c:pt idx="16">
                  <c:v>3.0</c:v>
                </c:pt>
                <c:pt idx="17">
                  <c:v>1.0</c:v>
                </c:pt>
                <c:pt idx="18">
                  <c:v>2.0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wrote $\frac13\ge[a]\ge-\frac35$ from $0\le1-5[a]&lt;4$. The correct bounds are $-\frac35&lt;[a]\le\frac15$ (upper bound $\frac15$, lower bound strict). Conclusion $[a]=0$, $a=\frac14$ and answer 18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only observed $[x]\le5$ and said a root 'could be in $[5,6]$ but does not exist as at $x=5$ and $6$ LHS $=1$' (a statement about two points, not a proof, and nothing about $x&lt;5$). Replaced by a full argument: $(x-6)^2&gt;0$ on $[5,6)$ and LHS $&gt;(x-5)(x-6)&gt;0$ for $x&lt;5$. $m=0$, $n=3$ and the answer 9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found the closed form of $f(x)$ and then jumped to '$2f(2)+f'(2)=119\cdot2^{10}+1$' without differentiating or evaluating. The derivative, $f(2)=18434$, $f'(2)=84989$ and the check $121857=119\cdot2^{10}+1$ were added. Answer 10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first simplified term reads $\cot^{-1}\left(\frac{\alpha\beta+1}{\alpha+\beta}\right)$; the correct denominator is $\alpha-\beta$ (the PDF's next line already uses $\alpha-\beta$). Final answer $\pi$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wrote $\cos^{-1}\left(xy-\sqrt{1-x^2}\sqrt{1-y^2}\right)=\frac\pi2+\alpha$, which is valid only when $\frac\pi2+\alpha\le\pi$ (the sum $\cos^{-1}x+\cos^{-1}y$ can be up to $2\pi$); the correct step is to take cosines of both sides. It also did not check that $\alpha=\frac\pi2$ is attainable. Both added; answer 0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— Differential Calculus 04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Functions and Inverse Trigonometric Functions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composition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itself 10 times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$f(x)=\frac{2x}{\sqrt{1+9x^2}}$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f\circ\cdots\circ f)(x)$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itself 10 times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$\frac{2^{10}x}{\sqrt{1+9\alpha 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$\sqrt{3\alpha+1}$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Compose a few times and read off the pattern of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the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Compose a few times and read off the pattern of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the root: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$1,5,21,85,\dots$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times: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765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$f(x)=\frac{2x}{\sqrt{1+9x^2}}$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f)(x)=\frac{2f(x)}{\sqrt{1+9(f(x))^2}}=\frac{\frac{4x}{\sqrt{1+9x^2}}}{\sqrt{1+9\cdot\frac{4x^2}{1+9x^2}}}=\frac{4x}{\sqrt{1+45x^2}}$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f\circ f)(x)=\frac{4\cdot\frac{2x}{\sqrt{1+9x^2}}}{\sqrt{1+45\cdot\frac{4x^2}{1+9x^2}}}=\frac{8x}{\sqrt{1+189x^2}}=\frac{8x}{\sqrt{1+21\cdot9x^2}}$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times: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$\frac{16x}{\sqrt{1+765x^2}}=\frac{16x}{\sqrt{1+85\cdot9x^2}}$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multiplying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the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1, 2, 3, 4 compositions,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10th term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terms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multiplying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the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$1,5,21,85,\dots$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1, 2, 3, 4 compositions,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10th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$1,5,21,85,\dots$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$\frac{(2^1)^2-1}{3},\frac{(2^2)^2-1}{3},\frac{(2^3)^2-1}{3},\frac{(2^4)^2-1}{3},\dots$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$\alpha=\frac{(2^{10})^2-1}{3}$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$3\alpha+1=(2^{10})^2$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$\sqrt{3\alpha+1}=2^{10}=1024$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Linearise the iteration: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affine function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-fold composite follows from a geometric recursion.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Linearise the iteration: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$\frac1{f^2}$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affine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-fold composite follows from a geometric recursion.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-fold composite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Applying the relation above to the input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fixed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$\frac1{f(x)^2}=\frac{1+9x^2}{4x^2}=\frac14\cdot\frac1{x^2}+\frac94$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-fold composite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$g_n=\frac1{f_n(x)^2}$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$g_0=\frac1{x^2}$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Applying the relation above to the input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$g_{n+1}=\frac{g_n}{4}+\frac94$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fixed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$g\mapsto\frac g4+\frac94$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$g_{n+1}-3=\frac14(g_n-3)$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compare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$g_n-3=\frac1{4^n}\left(\frac1{x^2}-3\right)$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$g_n=\frac{1+3(4^n-1)x^2}{4^nx^2}$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$f_n(x)=\frac{2^nx}{\sqrt{1+3(4^n-1)x^2}}$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$\frac{2^{10}x}{\sqrt{1+9\alpha 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$9\alpha=3(4^{10}-1)$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$\alpha=\frac{4^{10}-1}{3}$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$3\alpha+1=4^{10}$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$\sqrt{3\alpha+1}=2^{10}=1024$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iterate a function with a square root, look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it is affine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-fold composite follows from a one-line recursion.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always confirm a guessed pattern by a recursion, as the alternate does.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question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iterate a function with a square root, look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it is affine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-fold composite follows from a one-line recursion.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$f(x)=\frac{x}{\sqrt{1+cx^2}}$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$\frac1{f^2}=\frac1{x^2}+c$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$f_n(x)=\frac{x}{\sqrt{1+ncx^2}}$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recurrence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$\alpha_{n+1}=4\alpha_n+1$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$\alpha_n=\frac{4^n-1}{3}$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$1,5,21,85$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always confirm a guessed pattern by a recursion, as the alternate does.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question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$f_n(x)=\frac{2^nx}{\sqrt{1+(4^n-1)\cdot3x^2}}$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$3\alpha+1=4^{10}$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$S=\{a\in\mathbb{R}:|2a-1|=3[a]+2\{a\}\}$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$72\sum_{a\in S}a$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and fractional part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the equation into a bound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$a=[a]+\{a\}$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the equation into a bound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$[a]$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$0\le\{a\}&lt;1$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right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this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$|2a-1|=3[a]+2\{a\}$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$a=[a]+\{a\}$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$2a-1=[a]+2a$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this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$1-2a=[a]+2a$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$1=[a]+4a$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$a=[a]+\{a\}$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$1=5[a]+4\{a\}$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$4\{a\}=1-5[a]$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Case II needs;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$0\le4\{a\}&lt;4$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$0\le1-5[a]&lt;4$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$-\frac35&lt;[a]\le\frac15$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$\{a\}=\frac14$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Case II needs;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$S=\{\frac14\}$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$72\sum_{a\in S}a=72\times\frac14=18$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non-negative, so the right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kills most cases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non-negative, so the right 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$3[a]+2\{a\}\ge0$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$[a]\ge0$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kills most cases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$|2a-1|\ge0$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$3[a]+2\{a\}\ge0$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$[a]\le-1$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$3[a]+2\{a\}&lt;-3+2=-1&lt;0$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$a\ge1&gt;\frac12$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$|2a-1|=2a-1$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$2a-1=[a]+2a$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$a=\{a\}\in[0,1)$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$|2a-1|=2a$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$2a-1=2a$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$1-2a=2a$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$S=\{\frac14\}$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$72\times\frac14=18$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equation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confine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few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sign of one side early: an absolute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side must be too.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each candidate against the case condition: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Case II.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equation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$a=[a]+\{a\}$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$c_1[a]+c_2\{a\}=c$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$0\le\{a\}&lt;1$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confine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few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sign of one side early: an absolute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side must be too.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$3[a]+2\{a\}\ge0$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each candidate against the case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Case II.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$|2a-1|=\frac12$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$3\cdot0+2\cdot\frac14=\frac12$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largest natural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$f(m+n)=f(m)+f(n)$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largest natural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$\sum_{k=1}^{2022}f(\lambda+k)\le(2022)^2$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Additive functional equation, Arithmetic progression sum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Additivity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turning the sum into an arithmetic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Additivity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$f(n)=n$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turning the sum into an arithmetic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induction).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$f(m+n)=f(m)+f(n)$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$f(m+1)=f(m)+f(1)$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$f(m)=m\,f(1)$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induction).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$f(1)=1\Rightarrow 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$\sum_{k=1}^{2022}(\lambda+k)\le(2022)^2$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$2022\lambda+\frac{2022\times2023}{2}\le(2022)^2$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natural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$\lambda\le2022-\frac{2023}{2}$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$\lambda\le1010.5$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natural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sum of an arithmetic progression is the number of terms times the middle (average) term, so no sum formula is needed.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AP with 2022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average equals the average of first and last: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$\lambda+1,\lambda+2,\dots,\lambda+2022$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AP with 2022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average equals the average of first and last: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$\frac{(\lambda+1)+(\lambda+2022)}{2}=\lambda+\frac{2023}{2}$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$2022\left(\lambda+\frac{2023}{2}\right)$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1011.5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largest natural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$2022\left(\lambda+1011.5\right)\le2022^2$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$\lambda+1011.5\le2022$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$\lambda\le1010.5$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largest natural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(induction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'Largest natural number' means take the floor of the bound: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1011.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$f(m+n)=f(m)+f(n)$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(induction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$f(m+1)=f(m)+f(1)$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$\sum_{k=1}^{n}(\lambda+k)=n\lambda+\frac{n(n+1)}{2}=n\left(\lambda+\frac{n+1}{2}\right)$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'Largest natural number' means take the floor of the bound: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$\lambda\le1010.5\Rightarrow1010$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1011.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$2022\times2021.5&lt;2022^2$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$\lambda=1011$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$2022\times2022.5&gt;2022^2$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one-one functions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$A=\{(x,y):2x+3y=23,\ x,y\in\mathbb{N}\}$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$B=\{x:(x,y)\in 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one-one functions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one-one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four natural solutions;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one-one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bijections,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four natural solutions;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$n(A)=n(B)=4$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one-one functions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$A\to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bijections,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Natural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first coordinates: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correspondence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Natural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$x=4,y=5$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$x=7,y=3$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$x=10,y=1$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$A=\{(1,7),(4,5),(7,3),(10,1)\}$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first coordinates: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$B=\{1,4,7,10\}$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correspondence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$(1,7)\to1$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$(4,5)\to4$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$(7,3)\to7$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$(10,1)\to10$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one-one function from a 4-element set to a 4-element set is a bijection.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one-one functions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one-one function from a 4-element set to a 4-element set is a bijection.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one-one functions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one-one functions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to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find one,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by 3,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by 2).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on a line,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one-one functions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$^nP_m=\frac{n!}{(n-m)!}$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find one,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by 3,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by 2).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$y=1,3,5,7$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$(x,y)\mapsto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on a line,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$n(B)=n(A)$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$20+3=23$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power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number of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$A=\{1,2,3,\dots,7\}$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power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a\in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Functions to the power set, Counting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 subset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choices for each of the 7 elements independently.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 subset containing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choices for each of the 7 elements independently.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Such subsets: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inside and each of the other 6 elements is free, so there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 subsets.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$n(P(A))=2^7$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Such subsets: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inside and each of the other 6 elements is free,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 subsets.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7 elements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handled independently: number of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7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handled independently: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$=(2^6)^7=2^{42}$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$m^n=2^{42}$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the relation is reflexive, so count entries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0-1 table.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$A\to P(A)$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relation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$a\in f(a)$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the relation is reflexive, so count entries of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$7\times7$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0-1 table.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one-to-one to relations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table of 0s and 1s. The 7 diagonal entries are forced to be 1;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off-diagonal entries are free.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$a\,R\,b\iff b\in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one-to-one to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$a\,R\,a$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$7\times7$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table of 0s and 1s. The 7 diagonal entries are forced to be 1;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$49-7=42$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off-diagonal entries are free.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such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base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such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$=2^{42}$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base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bijection with relations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Those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reflexive relations: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count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(irreflexive).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larger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reflexive relations number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(formula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bijection with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$a\,R\,b\iff b\in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Those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reflexive relations: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$2^{n(n-1)}$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count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$a\notin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(irreflexive).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$m^n=2^{42}$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$m=4,16,\dots$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larger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reflexive relations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$2^{2\cdot1}$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total number of onto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$R=\{a,b,c,d,e\}$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total number of onto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$f:R\to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onto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from all 240 onto functions those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splitting by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also taken by another element.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from all 240 onto functions those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splitting by whether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also taken by another element.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onto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two elements that share an image,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then assign the four groups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count those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the other four elements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cover 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 twice): they map onto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onto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two elements that share an image,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$\frac{5!}{3!\,2!}=10$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then assign the four groups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$10\times24=240$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count those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the other four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$b,c,d,e$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cover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 twice): they map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 only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pair sharing an image,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 only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$b,c,d,e$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pair sharing an image,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$\frac{4!}{2!\,2!}=6$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$24+36=60$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$=240-60=180$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Symmetry: relabelling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each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occurs equally often among the onto functions.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Symmetry: relabelling the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each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occurs equally often among the onto functions.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inclusion-exclusion, the number of onto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Permuting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onto functions to onto functions bijectively, so the number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inclusion-exclusion, the number of onto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$4^5-4\cdot3^5+6\cdot2^5-4=1024-972+192-4=240$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Permuting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onto functions to onto functions bijectively, so the number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classes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 the 240 functions equally, so each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classes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 the 240 functions equally, so each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$\frac{240}{4}=60$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$240-60=180$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$\frac34\times240$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functions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Shortcut for a point restriction: by symmetry among the values,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fixed value removes exactly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onto functions, so the count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total.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onto functions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casework.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functions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$\sum_{k=0}^{n}(-1)^k\binom nk(n-k)^m$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$4\to3$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Shortcut for a point restriction: by symmetry among the values,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$f(a)\neq$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fixed value removes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onto functions, so the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$\frac{n-1}{n}\times$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total.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onto functions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$\binom{n+1}{2}\,n!$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$=10\times24$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$\frac34\times240=180$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$240-60$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casework.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numbers of real roots of the quadratic equations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numbers of real roots of the quadratic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$x^2-12x+[x]+31=0$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$x^2-5|x+2|-4=0$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$m^2+mn+n^2$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equations with greatest integer function, Equations with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show the left side stays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$x^2-12x+31\ge-5$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$[x]\le5$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show the left side stays positive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$[5,6)$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below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root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root here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root here 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first equation has no real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$x^2-12x+31+[x]=0$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$x^2-12x+31=(x-6)^2-5\ge-5$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root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$[x]=-(x^2-12x+31)\le5$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 x&lt;6$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$(x-6)^2-5+5=(x-6)^2&gt;0$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root here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$[x]&gt;x-1$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$&gt;x^2-12x+31+x-1=(x-5)(x-6)&gt;0$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root here 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first equation has no real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equation. Case 1,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3 solutions),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equation. Case 1,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$x^2-5(x+2)-4=0$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$x^2-5x-14=0$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$x^2+5(x+2)-4=0$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$x^2+5x+6=0$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$x=-3,-2,7$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3 solutions),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$m^2+mn+n^2=0+0+9=9$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roots can only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each can be tested against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$(x-6)^2=5-k$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roots can only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$x=6\pm\sqrt{5-k}$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each can be tested against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non-negative integer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right inequality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first equation has no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$k=[x]\in\mathbb{Z}$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$x^2-12x+31=-k$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$(x-6)^2=5-k$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$t=5-k$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non-negative integer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$x=6\pm\sqrt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$x=6+\sqrt t\ge6$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$k=5-t\le5$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$x=6-\sqrt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$[x]=5-t$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$5-t\le6-\sqrt t&lt;6-t$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right inequality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t&gt;t$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$[x]=6\neq5$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first equation has no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equation: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roots,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equation: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$(u-2)^2-5|u|-4=u^2-4u-5|u|=0$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$u^2-9u=0\Rightarrow u=0,9$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$u^2+u=0\Rightarrow u=-1$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$m^2+mn+n^2=9$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the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keep only roots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turns the problem into checking finitely many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Sandwich bound: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lets you bound the left side by an ordinary polynomial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 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discard roots outside each case range; a root on the boundary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counted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the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keep only roots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turns the problem into checking finitely many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Sandwich bound: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$x-1&lt;[x]\le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lets you bound the left side by an ordinary polynomial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$(x-5)(x-6)$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 split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discard roots outside each case range; a root on the boundary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counted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$49-5\cdot9-4=0$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$9-5\cdot1-4=0$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$4-0-4=0$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$f(1)+f(2)=f(4)-1$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of functions with a constraint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casework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free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a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$f(1)+f(2)+1=f(4)\le6$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casework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free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a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$6\times6$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free: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$f(1)+f(2)+1=f(4)$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free: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$6\times6=36$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$(f(1),f(2))\in\{(1,4),(4,1),(2,3),(3,2)\}$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$4\cdot1\cdot6\cdot6=144$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$(1,3),(3,1),(2,2)$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$3\cdot1\cdot6\cdot6=108$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$2\cdot1\cdot6\cdot6=72$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$1\cdot1\cdot36=36$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$=144+108+72+36=360$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forced, and we only count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(stars and bars).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$f(1),f(2)$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forced, and we only count pairs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$f(1)+f(2)\le5$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(stars and bars).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chosen,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determined; it must be at most 6,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ordered pairs of positive integers with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pairs,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unrestricted: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chosen,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$f(4)=f(1)+f(2)+1$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determined; it must be at most 6,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ordered pairs of positive integers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unrestricted: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$6\times6=36$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$=10\times36=360$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condition determines one value from the others, choose the free values first and count the admissible choices; this removes the case split on the determined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ordered pairs of positive integers with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sum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not mentioned in the condition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contribute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independently.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condition determines one value from the others, choose the free values first and count the admissible choices; this removes the case split on the determined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ordered pairs of positive integers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sum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not mentioned in the condition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$f(3),f(5)$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contribute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independently.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$4+3+2+1=10=\binom52$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$10\times36=360$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$[\sqrt1]+[\sqrt2]+[\sqrt3]+\dots+[\sqrt{120}]$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function, Sum of squares and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consecutive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$[\sqrt k]=r$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$r^2\le k\le r^2+2r$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consecutive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terms): contribution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terms):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(7 terms):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$S=[\sqrt1]+[\sqrt2]+\dots+[\sqrt{120}]$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terms): contribution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terms):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$[\sqrt{15}]$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(7 terms):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⋮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finally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(21 terms):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finally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$[\sqrt{100}]$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$[\sqrt{120}]$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(21 terms):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$10\times21$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$S=1\times3+2\times5+3\times7+\dots+10\times21=\sum_{r=1}^{10}r(2r+1)$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$=2\sum_{r=1}^{10}r^2+\sum_{r=1}^{10}r$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$=\frac{2\times10\times11\times21}{6}+\frac{10\times11}{2}=770+55=825$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layers: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swap the order of counting.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layers: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$[\sqrt k]$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number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$j^2\le 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swap the order of counting.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fixed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k]=\#\{j\ge1:\ j\le\sqrt k\}=\#\{j\ge1:\ j^2\le k\}$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$\sum_{k=1}^{120}[\sqrt k]=\sum_{j\ge1}\#\{k\le120:\ k\ge j^2\}$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$120-j^2+1=121-j^2$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$j=1,\dots,10$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$11^2=121&gt;120$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$=\sum_{j=1}^{10}(121-j^2)=1210-385=825$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$\sum_{j=1}^{10}j^2=385$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Layer-cake formula: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avoids a partial last block.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ideas work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group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value, or count by layers.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blocks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layer formula gives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k]=r$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$k=r^2,r^2+1,\dots,r^2+2r$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Layer-cake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$\sum_{k=1}^{N}[\sqrt k]=\sum_{j=1}^{[\sqrt N]}(N+1-j^2)$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avoids a partial last block.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ideas work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$[\sqrt[3]{k}]$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$[\log_2k]$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group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value, or count by layers.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blocks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$1\cdot3+2\cdot5+3\cdot7=34$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layer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$\sum_{j=1}^{3}(16-j^2)=48-14=34$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$f(x)=\sum_{k=1}^{10}kx^k$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$2f(2)+f'(2)=119(2)^n+1$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Arithmetico-geometric series,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multiply-by-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trick, then differentiate and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kx^k$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multiply-by-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trick, then differentiate and 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$f(x)=x+2x^2+\dots+10x^{10}$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$xf(x)=x^2+2x^3+\dots+9x^{10}+10x^{11}$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$f(x)(1-x)=x+x^2+\dots+x^{10}-10x^{11}$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$f(x)=\frac{x(1-x^{10})}{(1-x)^2}-\frac{10x^{11}}{1-x}$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$f(x)=\frac{x-x^{11}-10x^{11}+10x^{12}}{(1-x)^2}=\frac{10x^{12}-11x^{11}+x}{(1-x)^2}$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18434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245760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123904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36868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84989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36868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84989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121857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$f(2)=10\cdot2^{12}-11\cdot2^{11}+2=40960-22528+2=18434$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$f'(x)=\frac{(120x^{11}-121x^{10}+1)(1-x)+2(10x^{12}-11x^{11}+x)}{(1-x)^3}$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$f'(2)=\frac{-(245760-123904+1)+36868}{-1}=84989$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$2f(2)+f'(2)=36868+84989=121857=119\cdot1024+1=119\cdot2^{10}+1$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telescope it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$2f(2)+f'(2)=\sum 2^{k-1}k(k+4)$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telescope it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$u_k=(k^2+2k-1)2^k$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$119\cdot2^{10}+1$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Seek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Matching coefficients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$2f(2)=\sum_{k=1}^{10}k\,2^{k+1}=\sum2^{k-1}\cdot4k$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$f'(2)=\sum_{k=1}^{10}k^2\,2^{k-1}$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$2f(2)+f'(2)=\sum_{k=1}^{10}2^{k-1}\,(k^2+4k)$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Seek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$u_k=(ak^2+bk+c)2^k$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$u_k-u_{k-1}=2^{k-1}(k^2+4k)$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Matching coefficients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$u_k=(k^2+2k-1)2^k$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$u_{k-1}=(k^2-2)2^{k-1}$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$u_k=2(k^2+2k-1)2^{k-1}$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$u_k-u_{k-1}=2^{k-1}(k^2+4k)$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$u_{10}-u_0=(100+20-1)2^{10}-(-1)=119\cdot2^{10}+1$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$119\cdot2^n+1$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18434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polynomial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undetermined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is stated as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', expect a telescoping closed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two terms: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$\sum_{k=1}^{n}kx^k=\frac{x-(n+1)x^{n+1}+nx^{n+2}}{(1-x)^2}$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$(n-1)2^{n+1}+2$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$18434$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$\sum_{k=1}^{n}P(k)r^k$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polynomial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$u_k=Q(k)r^k$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$\deg Q=\deg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undetermined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is stated as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$119\cdot2^n+1$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', expect a telescoping closed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$Q(n)2^n-Q(0)$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$Q(n)=n^2+2n-1$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$Q(10)=119$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$Q(0)=-1$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two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$\sum_{k=1}^{2}2^{k-1}k(k+4)=5+24=29$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$u_2-u_0=28+1=29$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Considering the principal values of the inverse trigonometric functions,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Considering the principal values of the inverse trigonometric functions,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$\sin^{-1}\left(\frac{\sqrt3}{2}x+\frac12\sqrt{1-x^2}\right)$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$-\frac12&lt;x&lt;\frac1{\sqrt2}$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$\frac{5\pi}{6}-\sin^{-1}x$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$\frac\pi4+\sin^{-1}x$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$-\frac{5\pi}{6}-\sin^{-1}x$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$\frac\pi6+\sin^{-1}x$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values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bracket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principal range.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bracket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$\sin(\theta+\frac\pi6)$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$\theta+\frac\pi6$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principal range.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PDF's graph).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$-\frac12&lt;x&lt;\frac1{\sqrt2}$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$-\frac\pi6&lt;\theta&lt;\frac\pi4$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PDF's graph).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$\sin^{-1}\left[\frac{\sqrt3}{2}\sin\theta+\frac12\cos\theta\right]$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$=\sin^{-1}\left[\cos\frac\pi6\sin\theta+\sin\frac\pi6\cos\theta\right]=\sin^{-1}\left(\sin\left(\theta+\frac\pi6\right)\right)$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$0&lt;\theta+\frac\pi6&lt;\frac\pi4+\frac\pi6=\frac{5\pi}{12}$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$[-\frac\pi2,\frac\pi2]$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$\theta+\frac\pi6=\frac\pi6+\sin^{-1}x$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$\frac{\pi}{6}+\sin^{-1}x$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interval, so test convenient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against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holds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interval, so test convenient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against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side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options give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$\sin^{-1}\frac12=\frac\pi6$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options give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matches.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check,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(D)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matches.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check,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$=\sin^{-1}\left(\frac{\sqrt3}{4}+\frac{\sqrt3}{4}\right)=\sin^{-1}\frac{\sqrt3}2=\frac\pi3$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(D)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$\frac\pi6+\frac\pi6=\frac\pi3$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$\frac{\pi}{6}+\sin^{-1}x$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find the range of the angle before cancelling.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single-correct identity question, substitute a convenient value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eliminate options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equal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 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$t\in[-\frac\pi2,\frac\pi2]$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find the range of the angle before cancelling.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$a\sin\theta+b\cos\theta=\sin(\theta+\varphi)$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single-correct identity question, substitute a convenient value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eliminate options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domains of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13   (B) 15   (C) 14   (D) 16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domains of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$f(x)=\log_4\log_3\log_7\left(8-\log_2(x^2+4x+5)\right)$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$g(x)=\sin^{-1}\left(\frac{7x+10}{x-2}\right)$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$[\gamma,\delta]$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$\alpha^2+\beta^2+\gamma^2+\delta^2$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13   (B) 15   (C) 14   (D) 16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logarithmic functions, Domain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from the outside in: each logarithm needs a positive argument, and everything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from the outside in: each logarithm needs a positive argument, and everything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$8-\log_2(x^2+4x+5)&gt;7$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implies (1) and (2):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$x^2+4x+5=(x+2)^2+1&gt;0$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$8-\log_2(x^2+4x+5)&gt;0$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$\log_7(8-\log_2(x^2+4x+5))&gt;0$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$8-\log_2(x^2+4x+5)&gt;1$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$\log_3\log_7(8-\log_2(x^2+4x+5))&gt;0$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$\log_7(\cdot)&gt;1$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$8-\log_2(x^2+4x+5)&gt;7$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implies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$\log_2(x^2+4x+5)&lt;1$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$x^2+4x+5&lt;2$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$x^2+4x+3&lt;0$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$(x+1)(x+3)&lt;0$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$-1\le\frac{7x+10}{x-2}\le1$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$\frac{7x+10}{x-2}+1\ge0\Rightarrow\frac{8x+8}{x-2}\ge0\Rightarrow x\in(-\infty,-1]\cup(2,\infty)$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$\frac{7x+10}{x-2}-1\le0\Rightarrow\frac{6x+12}{x-2}\le0\Rightarrow x\in[-2,2)$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$D_g=[-2,-1]$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$\alpha^2+\beta^2+\gamma^2+\delta^2=9+1+4+1=15$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square the inequality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difference of squares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square the inequality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$\left|\frac{7x+10}{x-2}\right|\le1$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difference of squares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bases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exceed 1, so the whole chain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bases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exceed 1, so the whole chain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$E=8-\log_2\left((x+2)^2+1\right)&gt;7$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$\log_2\left((x+2)^2+1\right)&lt;1\iff(x+2)^2+1&lt;2\iff|x+2|&lt;1$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$\left|\frac{7x+10}{x-2}\right|\le1$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$(7x+10)^2\le(x-2)^2$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squares: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$(7x+10-x+2)(7x+10+x-2)\le0$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$(6x+12)(8x+8)\le0$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$(x+2)(x+1)\le0$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$x\in[-2,-1]$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$(-3)^2+(-1)^2+(-2)^2+(-1)^2=15$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all bases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outermost condition implies the inner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early: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inner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$\log_a\log_b\cdots$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all bases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$\log_b(E)&gt;0\iff E&gt;1$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$\log_b(E)&gt;1\iff E&gt;b$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outermost condition implies the inner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$|u|\le1\iff u^2\le1$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$\left|\frac{p}{q}\right|\le1$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$p^2\le 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$(p-q)(p+q)\le0$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early: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$x^2+4x+5=(x+2)^2+1\ge1$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$x^2+4x+5=1$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inner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$8&gt;7$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infinite series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infinite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$\cot^{-1}\left(\frac74\right)+\cot^{-1}\left(\frac{19}4\right)+\cot^{-1}\left(\frac{39}4\right)+\cot^{-1}\left(\frac{67}4\right)+\dots$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$\frac\pi2-\cot^{-1}\left(\frac12\right)$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$\frac\pi2-\tan^{-1}\left(\frac12\right)$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$\frac\pi2+\tan^{-1}\left(\frac12\right)$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$\frac\pi2+\cot^{-1}\left(\frac12\right)$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infinite series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general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write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telescope.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general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$4n^2+3$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$\tan^{-1}\frac1{n^2+3/4}$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$\tan^{-1}(n+\frac12)-\tan^{-1}(n-\frac12)$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telescope.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arguments are positive,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series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arguments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$\cot^{-1}\frac a4=\tan^{-1}\frac4a$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series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$\tan^{-1}\frac47+\tan^{-1}\frac4{19}+\tan^{-1}\frac4{39}+\dots$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again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shifted one place; subtracting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$S=7+19+39+67+\dots+T_n$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$S=7+19+39+\dots+T_n$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shifted one place; subtracting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$T_n=7+(12+20+28+\dots)$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$T_n=7+\frac{n-1}2\left(24+(n-2)8\right)$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$T_n=7+(n-1)(4+4n)=7+4(n^2-1)=4n^2+3$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$\tan^{-1}\frac4{4n^2+3}=\tan^{-1}\frac1{n^2+\frac34}$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$(n+\frac12)-(n-\frac12)=1$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$1+(n-\frac12)(n+\frac12)=n^2+\frac34$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$\tan^{-1}\frac{(n+\frac12)-(n-\frac12)}{1+(n-\frac12)(n+\frac12)}$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$=\tan^{-1}\left(n+\frac12\right)-\tan^{-1}\left(n-\frac12\right)$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$\sum_{n=1}^{\infty}=\lim_{N\to\infty}\tan^{-1}\left(N+\frac12\right)-\tan^{-1}\frac12=\frac\pi2-\tan^{-1}\frac12$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$\frac{\pi}{2}-\tan^{-1}\left(\frac12\right)$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partial-sum tangent from the first two sums and prove it by induction, then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partial-sum tangent from the first two sums and prove it by induction, then 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Guess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 step: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$\tan^{-1}\frac4{4n^2+3}$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S_1=\frac47$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S_2=\frac{\frac47+\frac4{19}}{1-\frac{16}{133}}=\frac89$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Guess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S_N=\frac{4N}{2N+5}$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 step: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S_{N+1}=\frac{\frac{4N}{2N+5}+\frac4{4N^2+8N+7}}{1-\frac{16N}{(2N+5)(4N^2+8N+7)}}=\frac{4(4N^3+8N^2+9N+5)}{8N^3+36N^2+38N+35}$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guess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terms are positive,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$(4N^3+8N^2+9N+5)(2N+7)=(N+1)(8N^3+36N^2+38N+35)$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$\frac{4(N+1)}{2N+7}$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guess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terms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S_N\to2$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$\tan^{-1}2=\frac\pi2-\tan^{-1}\frac12$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$\frac{\pi}{2}-\tan^{-1}\left(\frac12\right)$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telescope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pieces: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sequence whose second differences are constant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quadratic;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from direct addition and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$\tan^{-1}a-\tan^{-1}b=\tan^{-1}\frac{a-b}{1+ab}$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telescope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$\tan^{-1}\frac{c}{1+ab}$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pieces: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$\tan^{-1}\frac1{1+n(n+1)}=\tan^{-1}(n+1)-\tan^{-1}n$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$\tan^{-1}\frac2{n^2}=\tan^{-1}(n+1)-\tan^{-1}(n-1)$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$\cot^{-1}u=\tan^{-1}\frac1u$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sequence whose second differences are constant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$7,19,39,67$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$12,20,28$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quadratic;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$4n^2+3$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S_2=\frac89$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from direct addition and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$\frac{4N}{2N+5}$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the principal values of the inverse trigonometric functions, the sum of the maximum and the minimum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cosec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the principal values of the inverse trigonometric functions, the sum of the maximum and the minimum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$16\left((\sec^{-1}x)^2+(\operatorname{cosec}^{-1}x)^2\right)$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$18\pi^2$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inverse trigonometric functions, Quadratic maximum and minimum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expression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$a=\sec^{-1}x\in[0,\pi]$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$\operatorname{cosec}^{-1}x=\frac\pi2-a$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expression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an upward parabola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maximum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an endpoint, its minimum at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the domain).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$\sec^{-1}x=a\in[0,\pi]-\left\{\frac\pi2\right\}$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$\operatorname{cosec}^{-1}x=\frac\pi2-a$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$16\left[a^2+\left(\frac\pi2-a\right)^2\right]=16\left[2a^2-\pi a+\frac{\pi^2}4\right]$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an upward parabola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maximum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an endpoint, its minimum at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the domain).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$16\left[2\pi^2-\pi^2+\frac{\pi^2}4\right]=20\pi^2$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$16\left[\frac{2\pi^2}{16}-\frac{\pi^2}4+\frac{\pi^2}4\right]=2\pi^2$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$=20\pi^2+2\pi^2=22\pi^2$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$22\pi^2$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fixed, so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$A^2+B^2=\frac{(A+B)^2+(A-B)^2}2$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$(A-B)^2$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$A=\sec^{-1}x$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$B=\operatorname{cosec}^{-1}x$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$A^2+B^2=\frac{\frac{\pi^2}4+(A-B)^2}2$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$16(A^2+B^2)=2\pi^2+8(A-B)^2$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$A-B=2A-\frac\pi2$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$A-B\in\left[-\frac\pi2,\frac{3\pi}2\right]$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largest,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largest,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$=2\pi^2+8\cdot\frac{9\pi^2}4=20\pi^2$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$22\pi^2$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extremes come from the extremes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on a closed interval: maximum at the endpoint farthest from the vertex, minimum at the vertex if it is inside.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$\sec^{-1}x+\operatorname{cosec}^{-1}x=\frac\pi2$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$\sec^{-1}x\in[0,\pi]\setminus\{\frac\pi2\}$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$\operatorname{cosec}^{-1}x\in[-\frac\pi2,\frac\pi2]\setminus\{0\}$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$A^2+B^2=\frac{S^2+(A-B)^2}2$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extremes come from the extremes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on a closed interval: maximum at the endpoint farthest from the vertex, minimum at the vertex if it is inside.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$16\left(\pi^2+\frac{\pi^2}4\right)=20\pi^2$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$16\left(\frac{\pi^2}{16}+\frac{\pi^2}{16}\right)=2\pi^2$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$\frac\pi2\le x\le\frac{3\pi}4$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$\cos^{-1}\left(\frac{12}{13}\cos x+\frac5{13}\sin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$x-\tan^{-1}\frac5{12}$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$x+\tan^{-1}\frac45$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$x+\tan^{-1}\frac5{12}$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$x-\tan^{-1}\frac43$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values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cancel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$\frac{12}{13}\cos x+\frac5{13}\sin x=\cos(x-\alpha)$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cancel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$\cos^{-1}\cos$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$\cos\alpha=\frac{12}{13}$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$\alpha=\tan^{-1}\frac5{12}\in\left(0,\frac\pi2\right)$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$\cos^{-1}(\cos\alpha\cos x+\sin\alpha\sin x)=\cos^{-1}(\cos(x-\alpha))$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$\frac\pi2\le x\le\frac{3\pi}4$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$0&lt;\frac\pi2-\alpha\le x-\alpha\le\frac{3\pi}4-\alpha&lt;\pi$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$\cos^{-1}(\cos(x-\alpha))=x-\alpha=x-\tan^{-1}\frac5{12}$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$x-\tan^{-1}\frac{5}{12}$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endpoint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(inside the interval) against all four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endpoint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(inside the interval) against all four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angle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too large.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cosine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angle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$\frac\pi2+\tan^{-1}\frac45&gt;\frac\pi2$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$\frac\pi2+\tan^{-1}\frac5{12}&gt;\frac\pi2$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too large.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$\frac\pi2-\tan^{-1}\frac43$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cosine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$\sin\left(\tan^{-1}\frac43\right)=\frac45\neq\frac5{13}$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cosine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$\frac\pi2-\tan^{-1}\frac5{12}$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cosine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$\sin\left(\tan^{-1}\frac5{12}\right)=\frac5{13}$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$x-\tan^{-1}\frac{5}{12}$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compute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 x+b\sin x=R\cos(x-\alpha)$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$t\in[-\pi,0]$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compute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$\alpha\approx0.395$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$x-\alpha\in[1.18,1.96]$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$\cos(1.176)=0.385=\frac5{13}$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expression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$\alpha&gt;\beta&gt;\gamma&gt;0$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$\cot^{-1}\left\{\beta+\frac{1+\beta^2}{\alpha-\beta}\right\}+\cot^{-1}\left\{\gamma+\frac{1+\gamma^2}{\beta-\gamma}\right\}+\cot^{-1}\left\{\alpha+\frac{1+\alpha^2}{\gamma-\alpha}\right\}$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$\frac\pi2-(\alpha+\beta+\gamma)$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377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inverse cotangent terms, Principal value of inverse cotangent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argument simplifies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-type; the third is negative so it carries an extra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argument simplifies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$\frac{\alpha\beta+1}{\alpha-\beta}$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-type; the third is negative so it carries an extra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for the others.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two arguments are positive: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argument is negative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$\beta+\frac{1+\beta^2}{\alpha-\beta}=\frac{\alpha\beta-\beta^2+1+\beta^2}{\alpha-\beta}=\frac{\alpha\beta+1}{\alpha-\beta}$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for the others.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$\cot^{-1}\frac{\alpha\beta+1}{\alpha-\beta}+\cot^{-1}\frac{\beta\gamma+1}{\beta-\gamma}+\cot^{-1}\frac{\gamma\alpha+1}{\gamma-\alpha}$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$\alpha&gt;\beta&gt;\gamma&gt;0$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two arguments are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$\cot^{-1}u=\tan^{-1}\frac1u$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argument is negative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$\gamma&lt;\alpha$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$\cot^{-1}u=\pi+\tan^{-1}\frac1u$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tangents cancel,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$=\tan^{-1}\frac{\alpha-\beta}{1+\alpha\beta}+\tan^{-1}\frac{\beta-\gamma}{1+\beta\gamma}+\pi+\tan^{-1}\frac{\gamma-\alpha}{1+\gamma\alpha}$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$\tan^{-1}\frac{p-q}{1+pq}=\tan^{-1}p-\tan^{-1}q$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$=(\tan^{-1}\alpha-\tan^{-1}\beta)+(\tan^{-1}\beta-\tan^{-1}\gamma)+\pi+(\tan^{-1}\gamma-\tan^{-1}\alpha)$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tangents cancel,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result does not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check against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result does not depend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$\alpha=3,\beta=2,\gamma=1$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check against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Arguments: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Arguments: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$\beta+\frac{1+\beta^2}{\alpha-\beta}=2+5=7$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$\gamma+\frac{1+\gamma^2}{\beta-\gamma}=1+2=3$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$\alpha+\frac{1+\alpha^2}{\gamma-\alpha}=3+\frac{10}{-2}=-2$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$\cot^{-1}7+\cot^{-1}3$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$\tan=\frac{\frac17+\frac13}{1-\frac1{21}}=\frac12$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$\cot^{-1}(-2)=\pi-\cot^{-1}2=\pi-\tan^{-1}\frac12$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$=\tan^{-1}\frac12+\pi-\tan^{-1}\frac12=\pi$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$\frac\pi2-6&lt;0$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cyclic pattern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to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the sign of each argument is tracked.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0.1419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0.3218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2.6779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3.1416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$\cot^{-1}u=\tan^{-1}\frac1u$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$\pi+\tan^{-1}\frac1u$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$\beta+\frac{1+\beta^2}{\alpha-\beta}=\frac{1+\alpha\beta}{\alpha-\beta}$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cyclic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$\sum\cot^{-1}\frac{1+\alpha\beta}{\alpha-\beta}$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to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the sign of each argument is tracked.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$\tan^{-1}p-\tan^{-1}q=\tan^{-1}\frac{p-q}{1+pq}$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$\cot^{-1}7+\cot^{-1}3+\cot^{-1}(-2)=0.1419+0.3218+2.6779=3.1416$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the inverse trigonometric functions assume principal values only,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two real numbers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the inverse trigonometric functions assume principal values only,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two real numbers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$\cos^{-1}x-\sin^{-1}y=\alpha$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$-\frac\pi2\le\alpha\le\pi$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$x^2+y^2+2xy\sin\alpha$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values of inverse trigonometric functions, Minimum value of an expression with constraint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check the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$\cos^{-1}x+\cos^{-1}y=\frac\pi2+\alpha$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$x^2+y^2+2xy\sin\alpha=\cos^2\alpha$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check the minimum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cosines of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$\sin^{-1}y=\frac\pi2-\cos^{-1}y$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$\cos^{-1}x-\left(\frac\pi2-\cos^{-1}y\right)=\alpha$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$\cos^{-1}x+\cos^{-1}y=\frac\pi2+\alpha$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$\frac\pi2+\alpha\in\left[0,\frac{3\pi}2\right]$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cosines of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$xy-\sqrt{1-x^2}\sqrt{1-y^2}=\cos\left(\frac\pi2+\alpha\right)=-\sin\alpha$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$xy+\sin\alpha=\sqrt{1-x^2}\sqrt{1-y^2}$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$x^2y^2+2xy\sin\alpha+\sin^2\alpha=(1-x^2)(1-y^2)=1-x^2-y^2+x^2y^2$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attained: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$x^2+y^2+2xy\sin\alpha=1-\sin^2\alpha=\cos^2\alpha$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$\alpha\in\left[-\frac\pi2,\pi\right]$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attained: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$\cos^{-1}x+\cos^{-1}y=\pi$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$\cos^{-1}x-\sin^{-1}(-x)=\cos^{-1}x+\sin^{-1}x=\frac\pi2$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expression becomes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standard identity.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$x=\cos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$y=\cos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expression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$\cos^2u+\cos^2w-2\cos u\cos w\cos(u+w)=\sin^2(u+w)$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standard identity.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$w=\cos^{-1}y$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$\sin^{-1}y=\frac\pi2-w$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$u-\left(\frac\pi2-w\right)=\alpha$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$u+w=\frac\pi2+\alpha$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$\sin\alpha=-\cos(u+w)$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$x^2+y^2+2xy\sin\alpha=\cos^2u+\cos^2w-2\cos u\cos w\cos(u+w)$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side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equals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allowed.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u\cos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u\sin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$\cos^2u+\cos^2w-2C(C-S)=\cos^2u+\cos^2w-2C^2+2CS$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$\sin^2(u+w)=\sin^2u\cos^2w+\cos^2u\sin^2w+2CS$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$\sin^2(u+w)=\sin^2\left(\frac\pi2+\alpha\right)=\cos^2\alpha$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$u+w=\pi$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$y=\cos(\pi-u)=-x$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allowed.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it comes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a trig function to both sides of an inverse-trig relation rather than writing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squaring, confirm that the extreme value is actually attained within the constraints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$\cos^{-1}x+\cos^{-1}y=\theta$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$x^2+y^2-2xy\cos\theta=\sin^2\theta$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it comes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$\cos\theta=xy-\sqrt{1-x^2}\sqrt{1-y^2}$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a trig function to both sides of an inverse-trig relation rather than 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$\cos^{-1}(\cdot)=\theta$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squaring, confirm that the extreme value is actually attained within the constraints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$-\cos\theta=\sin\alpha$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$x^2+y^2+2xy\sin\alpha=\cos^2\alpha$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 natural numbers) be a solution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 natural numbers) be a solution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$\cos\left(2\sin^{-1}x\right)=\frac19$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$mx^2-nx-m+n=0$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$5x+8y=9$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$5x-8y=-9$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$3x-2y=-2$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trigonometric equation, Roots of a quadratic equation, Straight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quadratic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$\cos2\theta=1-2x^2$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$m=2,n=3$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quadratic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$2x^2-3x+1=0$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quadrant.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mn&gt;0$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quadrant.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$1-2\sin^2\theta=\frac19$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$mx^2-nx-m+n=0$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$2x^2-3x+1=0$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lines fail: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$5(1)+8\cdot\frac12=9$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$5x+8y=9$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lines fail: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$3+1=4\neq2$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$5-4=1\neq-9$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$3-1=2\neq-2$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$5x+8y=9$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 to zero,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a root and the other root is the product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$mx^2-nx-m+n$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 to zero,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a root and the other root is the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$\frac{n-m}m$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the roots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$m-n-m+n=0$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$mx^2-nx-m+n=0$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the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$\frac{-m+n}m=\frac nm-1$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$\cos2\theta=1-2x^2=\frac19$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mn=\frac23$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nm=\frac32$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$\frac32-1=\frac12$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$\alpha=1&gt;\beta=\frac12$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$5x+8y=9$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$5x+8y=9$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natural number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fixes the sign of the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$\cos(2\sin^{-1}x)=1-2x^2$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$\cos(2\cos^{-1}x)=2x^2-1$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natural number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fixes the sign of the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$2(\frac12)^2-3\cdot\frac12+1=0$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$\sin^{-1}\alpha+\sin^{-1}\beta+\sin^{-1}\gamma=\pi$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$(\alpha+\beta+\gamma)(\alpha-\gamma+\beta)=3\alpha\beta$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$\frac{\sqrt3-1}{2\sqrt2}$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inverse sine functions, Cosine rule (properties of triangles)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sines of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proportional to sides,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cosine rule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sines of angles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proportional to sides,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$\alpha^2+\beta^2-\gamma^2=\alpha\beta$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cosine rule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C=\frac12$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nonzero and at most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one were negative the sum would be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all are positive and are the angles of a triangle,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$\sin^{-1}\alpha=A$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$\sin^{-1}\beta=B$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$\sin^{-1}\gamma=C$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nonzero and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one were negative the sum would be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all are positive and are the angles of a triangle,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$(\alpha+\beta+\gamma)(\alpha+\beta-\gamma)=3\alpha\beta$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$(\alpha+\beta)^2-\gamma^2=3\alpha\beta$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law of sines the sines are proportional to the sides, so the left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$\alpha^2+\beta^2-\gamma^2=\alpha\beta$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$\frac{\alpha^2+\beta^2-\gamma^2}{2\alpha\beta}=\frac12$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law of sines the sines are proportional to the sides, so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$\gamma=\sin C=\frac{\sqrt3}2$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$\frac{\sqrt3}{2}$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data determine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uniquely, so a convenient triple satisfying both conditions must give the answer: the equilateral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data determine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uniquely, so a convenient triple satisfying both conditions must give the answer: the equilateral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conditions hold. The question has exactly one correct option,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$\alpha=\beta=\gamma=\sin60^\circ=\frac{\sqrt3}2$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$\sin^{-1}\alpha+\sin^{-1}\beta+\sin^{-1}\gamma=3\cdot\frac\pi3=\pi$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$(\alpha+\beta+\gamma)(\alpha+\beta-\gamma)=3\alpha\cdot\alpha=3\alpha^2=3\alpha\beta$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conditions hold. The question has exactly one correct option,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$\frac{\sqrt3}{2}$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three are positive and are the sines of the angles of a triangle, so the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 like its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reads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differences of squares.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equilateral values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both given conditions.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$\sin^{-1}\alpha+\sin^{-1}\beta+\sin^{-1}\gamma=\pi$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three are positive and are the sines of the angles of a triangle, so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 like its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$\alpha^2+\beta^2-\gamma^2=k\alpha\beta$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 k2$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$(\alpha+\beta+\gamma)(\alpha+\beta-\gamma)=(\alpha+\beta)^2-\gamma^2$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differences of squares.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equilateral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both given conditions.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$a=\sin^{-1}(\sin5)$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$b=\cos^{-1}(\cos5)$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$4\pi^2+25$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$4\pi^2-20\pi+50$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$8\pi^2-40\pi+50$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values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radians (fourth quadrant, between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into the principal ranges.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radians (fourth quadrant,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$\frac{3\pi}2$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into the principal ranges.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radians lies between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range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range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radians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$\frac{3\pi}2\approx4.71$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$2\pi\approx6.28$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$[-\frac\pi2,\frac\pi2]$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$5-2\pi\approx-1.28$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range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$\sin(5-2\pi)=\sin5$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$2\pi-5\approx1.28$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range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$\cos(2\pi-5)=\cos5$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$b=2\pi-5$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$a^2+b^2=(5-2\pi)^2+(2\pi-5)^2$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$=2(4\pi^2-20\pi+25)=8\pi^2-40\pi+50$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$8\pi^2-40\pi+50$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radians against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 t)=t-2\pi$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$t\in\left[\frac{3\pi}2,\frac{5\pi}2\right]$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$t\in\left[\frac\pi2,\frac{3\pi}2\right]$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t)=2\pi-t$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$t\in[-\pi,0]$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radians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$\frac\pi2=1.57$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$\pi=3.14$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$\frac{3\pi}2=4.71$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$2\pi=6.28$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$a=-1.283$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$b=1.283$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$a^2+b^2=2b^2=2(2\pi-5)^2$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1.75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Functions and Inverse Trigonometric Functions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1.75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