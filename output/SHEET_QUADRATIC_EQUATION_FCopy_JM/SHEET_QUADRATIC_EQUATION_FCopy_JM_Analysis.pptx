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Sheet1!$A$2:$A$25</c:f>
              <c:strCache>
                <c:ptCount val="2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1.0</c:v>
                </c:pt>
                <c:pt idx="6">
                  <c:v>2.0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3.0</c:v>
                </c:pt>
                <c:pt idx="12">
                  <c:v>2.0</c:v>
                </c:pt>
                <c:pt idx="13">
                  <c:v>2.0</c:v>
                </c:pt>
                <c:pt idx="14">
                  <c:v>1.0</c:v>
                </c:pt>
                <c:pt idx="15">
                  <c:v>1.0</c:v>
                </c:pt>
                <c:pt idx="16">
                  <c:v>1.0</c:v>
                </c:pt>
                <c:pt idx="17">
                  <c:v>3.0</c:v>
                </c:pt>
                <c:pt idx="18">
                  <c:v>2.0</c:v>
                </c:pt>
                <c:pt idx="19">
                  <c:v>2.0</c:v>
                </c:pt>
                <c:pt idx="20">
                  <c:v>2.0</c:v>
                </c:pt>
                <c:pt idx="21">
                  <c:v>2.0</c:v>
                </c:pt>
                <c:pt idx="22">
                  <c:v>2.0</c:v>
                </c:pt>
                <c:pt idx="23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divides by $\sqrt{x-3}$ and treats only the case $x&gt;3$; it never considers the other part of the domain, $x\le-3$ (where $\sqrt{(x-1)(x-3)}=\sqrt{1-x}\sqrt{3-x}$ etc.). Added that branch (it also gives only $x=\frac76$, rejected). Final answer 1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bounds of (ii) as $5-3\sqrt2&lt;n&lt;5+3\sqrt2$, but the roots of $n^2-10n+13$ are $5\pm2\sqrt3$ (discriminant 48). Its list from (i) $\cap$ (ii) is also written as $\{2,3,4,5,6,8\}$, which wrongly keeps 5 and drops 7; the correct set is $\{2,3,4,6,7,8\}$. The count 6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first line writes the equation as $x^2-7x+\lambda=0$ (typo for $70x$; it then correctly uses $\alpha+\beta=70$), and it jumps to $\alpha=5,\beta=65,\lambda=325$ without showing why smaller $\alpha$ fail. Fixed the typo and added the check of $\alpha=1,\dots,4$. The answer 60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second line of the discriminant condition reads $9(y+1)^2-64y(y-1)^2\ge0$, with a stray factor $y$ (and a wrong power); the correct expression is $9(y+1)^2-64(y-1)^2\ge0$, which is what the next line actually uses. Fixed;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last line of the PDF reads $x^2-195x+95x+9506=0$ (a stray $+95x$ term) after correctly writing $x^2-(98+97)x+(98)(97)=0$. The correct equation is $x^2-195x+9506=0$. Everything before it is right and the option (C)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$\alpha+\beta=\sqrt2$; for $x^2+\sqrt2x-8=0$ the sum of the roots is $-\sqrt2$ (the sign of $\alpha\beta=-8$ is right). The wrong sign is not used later, so the answer 4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Quadratic Equation Sheet (Exercise J - 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SHEET QUADRATIC EQUATION · FCopy JM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3 marks each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option is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real solutions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0   (C) 2   (D) 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real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$3\left(x^2+\frac1{x^2}\right)-2\left(x+\frac1x\right)+5=0$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0   (C) 2   (D) 3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427984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Reciprocal-type equations: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range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427984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Reciprocal-type equations: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range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no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$\left|x+\frac1x\right|\ge2$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$|t|&lt;2$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no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$x^2+\frac1{x^2}=\left(x+\frac1x\right)^2-2$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$3\left[\left(x+\frac1x\right)^2-2\right]-2\left(x+\frac1x\right)+5=0$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$t\in(-\infty,-2]\cup[2,\infty)$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$3t^2-6-2t+5=0$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$3t^2-2t-1=0$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the allowed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no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exists: the number of real solutions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$(3t+1)(t-1)=0$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the allowed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$(-\infty,-2]\cup[2,\infty)$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no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exists: the number of real solutions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 to show the left side is always positive.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 to show the left side is always positive.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constant: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left side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$5=\frac13+\frac13+\frac{13}3$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$3x^2-2x+\frac13=3\left(x-\frac13\right)^2$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$\frac3{x^2}-\frac2x+\frac13=3\left(\frac1x-\frac13\right)^2$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left side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$3\left(x-\frac13\right)^2+3\left(\frac1x-\frac13\right)^2+\frac{13}3$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square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at least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is no real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(check: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forms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$\frac{13}3&gt;0$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is no real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 (check: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forms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(AM-GM),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takes a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 (palindromic) equation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pair of non-real roots of modulus 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four non-real roots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$\left|x+\frac1x\right|\ge2$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(AM-GM),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takes a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$x^2+\frac1{x^2}=t^2-2$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$x^3+\frac1{x^3}=t^3-3t$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 (palindromic) equation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$t=x+\frac1x$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pair of non-real roots of modulus 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four non-real roots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$x=e^{\pm 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number.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97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real number.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$14x^2-31x+3\lambda=0$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$35x^2-53x+4\lambda=0$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$\frac{3\alpha}\beta$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$\frac{4\alpha}\gamma$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$49x^2-245x+250=0$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$7x^2+245x-250=0$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$49x^2+245x+250=0$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$7x^2-245x+250=0$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root of two quadratics and relations between roots and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shared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both equations; 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shared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both equations; eliminating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both: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both: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$14\alpha^2-31\alpha+3\lambda=0$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$35\alpha^2-53\alpha+4\lambda=0$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(i) by 14: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...(iii). Divide (ii) by 35: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(iv):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(iii):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allowed;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(i) by 14: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$\alpha^2-\frac{31\alpha}{14}+\frac{3\lambda}{14}=0$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...(iii). Divide (ii) by 35: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$\alpha^2-\frac{53\alpha}{35}+\frac{4\lambda}{35}=0$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(iv):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$-\frac7{10}\alpha+\frac1{10}\lambda=0$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$\lambda=7\alpha$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$\lambda=7\alpha$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$\alpha^2-\frac{31\alpha}{14}+\frac{3\alpha}2=0$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$\alpha^2-\frac57\alpha=0$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allowed;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$\alpha+\beta=\frac{31}{14}\Rightarrow\beta=\frac{31}{14}-\frac57=\frac32$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$\alpha+\gamma=\frac{53}{35}\Rightarrow\gamma=\frac{53}{35}-\frac57=\frac45$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equation: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$\frac{3\alpha}\beta=\frac{15/7}{3/2}=\frac{10}7$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$\frac{4\alpha}\gamma=\frac{20/7}{4/5}=\frac{25}7$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$\left(x-\frac{10}7\right)\left(x-\frac{25}7\right)=0\Rightarrow(7x-10)(7x-25)=0\Rightarrow49x^2-245x+250=0$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the new roots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the products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solve a small linear system.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Express the new roots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$\alpha^2/\lambda$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the products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$\alpha\beta,\alpha\gamma$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solve a small linear system.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equations,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equations,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$\alpha\beta=\frac{3\lambda}{14}$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$\alpha\gamma=\frac{4\lambda}{35}$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$\frac{3\alpha}\beta=\frac{3\alpha^2}{\alpha\beta}=\frac{14\alpha^2}\lambda$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$\frac{4\alpha}\gamma=\frac{4\alpha^2}{\alpha\gamma}=\frac{35\alpha^2}\lambda$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$14\alpha^2=31\alpha-3\lambda$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$35\alpha^2=53\alpha-4\lambda$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$31u-3$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$53u-4$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$u=\frac\alpha\lambda$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(i) and (ii)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𝑓𝑖𝑟𝑠𝑡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𝑠𝑒𝑐𝑜𝑛𝑑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(i) and (ii)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$p=\frac\lambda\alpha$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$14\alpha+3p=31$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$35\alpha+4p=53$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$4\cdot(\text{first})-3\cdot(\text{second})$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$-49\alpha=-35$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$\frac{31}7-3=\frac{10}7$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$\frac{53}7-4=\frac{25}7$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$\frac{250}{49}$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$49x^2-245x+250=0$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root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for a common root: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Ratios like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best rewritten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of roots can be used.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$a_1x^2+b_1x+c_1$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$a_2x^2+b_2x+c_2$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$x=\frac{a_2c_1-a_1c_2}{a_1b_2-a_2b_1}$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$\alpha=\frac\lambda7$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for a common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$(a_1c_2-a_2c_1)^2=(a_1b_2-a_2b_1)(b_1c_2-b_2c_1)$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$x^2-3x+2$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best rewritten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$\frac{\alpha^2}{\alpha\beta}$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of roots can be used.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real roots of the equation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0   (C) 1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real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$\sqrt{x^2-4x+3}+\sqrt{x^2-9}=\sqrt{4x^2-14x+6}$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0   (C) 1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Radical equations: domain, squaring and extraneous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three radicands share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root; elsewhere compare after dividing out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three radicands share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root; elsewhere compare after dividing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$\sqrt{|x-3|}$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 the radicands: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Domain: the three radicands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radical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 the radicands: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$\sqrt{(x-1)(x-3)}+\sqrt{(x-3)(x+3)}=\sqrt{2(2x-1)(x-3)}$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$4x^2-14x+6=2(2x-1)(x-3)$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Domain: the three radicands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radical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$\sqrt{x-1}+\sqrt{x+3}=\sqrt{2(2x-1)}$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$x-1+x+3+2\sqrt{(x-1)(x+3)}=4x-2$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$\sqrt{x^2+2x-3}=x-2$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(2):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(2) impossible), so it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 gives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squaring again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real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real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$x^2+2x-3=x^2-4x+4\Rightarrow6x=7\Rightarrow x=\frac76$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(2) impossible), so it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$\sqrt{1-x}+\sqrt{-3-x}=\sqrt{2-4x}$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$\sqrt{x^2+2x-3}=2-x$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squaring again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solve: compare the two sides with one squaring and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solve: compare the two sides with one squaring and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$6x-7$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root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$L=\sqrt{x-1}+\sqrt{x+3}$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$R=\sqrt{4x-2}$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$L^2=2x+2+2\sqrt{x^2+2x-3}$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$R^2=4x-2$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$L^2-R^2=2\left[\sqrt{x^2+2x-3}-(x-2)\right]$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$x^2+2x-3-(x-2)^2=6x-7&gt;0$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$\sqrt{x^2+2x-3}&gt;x-2$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$L&gt;R$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root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only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$L=\sqrt{1-x}+\sqrt{-3-x}$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$R=\sqrt{2-4x}$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$L^2-R^2=2\left[\sqrt{x^2+2x-3}-(2-x)\right]$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$x^2+2x-3-(2-x)^2=6x-7&lt;0$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$L&lt;R$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only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state the domain first; a common factor such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be divided out only where it is non-zero, and the point where it vanishes must be tested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can create extraneous roots; always test the survivors in the original equation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 radicands before squaring: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other two, which is the hint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special.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test instead of solving: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decides the comparison on each branch.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A+\sqrt B=\sqrt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state the domain first; a common factor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may be divided out only where it is non-zero, and the point where it vanishes must be tested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can create extraneous roots; always test the survivors in the original equation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 radicands before 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$4x^2-14x+6=2(2x-1)(x-3)$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other two, which is the hint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special.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test instead of solving: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$\sqrt{u}&gt;v\iff u&gt;v^2$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decides the comparison on each branch.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four solutions two of which are negative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two solutions and only one of them is negative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two solutions and both are negative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$e^{4x}+8e^{3x}+13e^{2x}-8e^{x}+1=0$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four solutions two of which are negative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two solutions and only one of them is negative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two solutions and both are negative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427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Quartic reducible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exponential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427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Quartic reducible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$t-\frac1t=z$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exponential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Coefficients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Coefficients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$1,8,13,-8,1$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$t^2+\frac1{t^2}=\left(t-\frac1t\right)^2+2$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$t^4+8t^3+13t^2-8t+1=0$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$t^2+8t+13-\frac8t+\frac1{t^2}=0$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$\left(t^2+\frac1{t^2}\right)+8\left(t-\frac1t\right)+13=0$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$t^2+\frac1{t^2}=\left(t-\frac1t\right)^2+2$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$t-\frac1t=z$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$z^2+2+8z+13=0$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$z^2+8z+15=0$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$(z+3)(z+5)=0$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valid.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solutions, both negative: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$t-\frac1t=-3\Rightarrow t^2+3t-1=0\Rightarrow t=\frac{-3\pm\sqrt{13}}2$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$t-\frac1t=-5\Rightarrow t^2+5t-1=0\Rightarrow t=\frac{-5\pm\sqrt{29}}2$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$t=e^x&gt;0$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$t=\frac{\sqrt{13}-3}2$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$t=\frac{\sqrt{29}-5}2$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valid.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$x=\ln\frac{\sqrt{13}-3}2$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$x=\ln\frac{\sqrt{29}-5}2$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$\approx0.303$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$0.193$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negative.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solutions, both negative: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Factorise the quartic by the ansatz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count positive roots by sign of the constant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Factorise the quartic by the ansatz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$(t^2+pt-1)(t^2+qt-1)$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count positive roots by sign of the constant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$(t^2+pt-1)(t^2+qt-1)=t^4+(p+q)t^3+(pq-2)t^2-(p+q)t+1$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$t^4+8t^3+13t^2-8t+1$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$pq-2=13$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$\{p,q\}=\{3,5\}$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$-(p+q)t=-8t$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matches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$(t^2+3t-1)(t^2+5t-1)=0$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quadratic has product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one positive and one negative root: exactly two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exactly two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positive root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both: two solutions, both negative: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quadratic has product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exactly one positive and one negative root: exactly two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exactly two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$g(t)=t^2+3t-1$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$h(t)=t^2+5t-1$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$g(0)=h(0)=-1&lt;0$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$g(1)=3&gt;0$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positive root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$x=\ln 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both: two solutions, both negative: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(palindromic):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flips):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Factorisation shortcut: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has one positive and one negative root (product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$t^4+pt^3+qt^2+pt+1$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(palindromic):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$z=t+\frac1t$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$t^4+pt^3+qt^2-pt+1$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flips):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$z=t-\frac1t$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$t^2+\frac1{t^2}=z^2+2$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Factorisation shortcut: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$(t^2+pt-1)(t^2+qt-1)=t^4+(p+q)t^3+(pq-2)t^2-(p+q)t+1$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one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$z&lt;0\iff0&lt;t&lt;1\iff x=\ln 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$t^2+kt-1$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has one positive and one negative root (product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R-\{2,6\}\to\mathbb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$f(x)=\frac{x^2+2x+1}{x^2-8x+12}$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$\left(-\infty,-\frac{21}4\right)\cup\left[\frac{21}4,\infty\right)$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$\left(-\infty,-\frac{21}4\right)\cup[1,\infty)$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$\left(-\infty,-\frac{21}4\right]\cup[0,\infty)$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$\left(-\infty,-\frac{21}4\right)\cup(0,\infty)$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a rational function using the discriminant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demand a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demand a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(leading coefficient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Cross-multiplying: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$y=\frac{x^2+2x+1}{x^2-8x+12}$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Cross-multiplying: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$yx^2-8xy+12y-x^2-2x-1=0$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$(y-1)x^2-(8y+2)x+(12y-1)=0$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this case).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allowed point,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excluded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cause no loss: there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$(8y+2)^2-4(y-1)(12y-1)\ge0$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$64y^2+32y+4-48y^2+52y-4=16y^2+84y=4y(4y+21)\ge0$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$y\le-\frac{21}4$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this case).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$x^2+2x+1=x^2-8x+12\Rightarrow10x=11\Rightarrow x=\frac{11}{10}$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 allowed point,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excluded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cause no loss: there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depends on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$=\left(-\infty,-\frac{21}4\right]\cup[0,\infty)$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Use calculus on each branch of the domain: turning points, limits and continuity.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critical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$f(x)=\frac{(x+1)^2}{(x-2)(x-6)}$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$f'(x)=\frac{2(x+1)(16-5x)}{(x^2-8x+12)^2}$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critical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$x=\frac{16}5$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$f\left(\frac{16}5\right)=\frac{(21/5)^2}{(6/5)(-14/5)}=-\frac{441}{84}=-\frac{21}4$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is negative,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ends and the only turning point is the maximum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range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falls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(minimum, since the numerator is a square), then rises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continuity.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Union: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is negative,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ends and the only turning point is the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$\left(-\infty,-\frac{21}4\right]$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falls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(minimum, since the numerator is a square), then rises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$x\to2^-$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continuity.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falls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$\left(-\infty,-\frac{21}4\right]\cup[0,\infty)$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get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require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vanishes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test that case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excluded domain points: a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lost only if its sole preimage is an excluded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(impossible here since the numerator is non-zero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Turning points via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Same-degree rational functions tend to the ratio of leading coefficients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$\frac{p(x)}{q(x)}$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get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require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 vanishes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test that case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excluded domain points: a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lost only if its sole preimage is an excluded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(impossible here since the numerator is non-zero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Turning points 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$f'(x)=\frac{2(x+1)(16-5x)}{(x^2-8x+12)^2}$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$f\left(\frac{16}5\right)=-\frac{21}4$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Same-degree rational functions tend to the ratio of leading coefficients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integral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one root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other root lies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0   (B) 3   (C) 1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integral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one root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$2x^2-8x+k=0$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other root lies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0   (B) 3   (C) 1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Location of roots of a quadratic (sign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given points)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Location of roots of a quadratic (sign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given points)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positive leading coefficient, roots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positive leading coefficient, roots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$f(2)&lt;0$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$f(3)&gt;0$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leading coefficient is positive, so one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$f(x)=2x^2-8x+k$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leading coefficient is positive, so one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$f(1)&gt;0\Rightarrow2-8+k&gt;0\Rightarrow k&gt;6$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$f(2)&lt;0\Rightarrow8-16+k&lt;0\Rightarrow k&lt;8$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only integer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integral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$f(3)&gt;0\Rightarrow18-24+k&gt;0\Rightarrow k&gt;6$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$k\in(6,8)$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only integer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integral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symmetry of the parabola about its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symmetry of the parabola about its axis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$2\pm 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axis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axis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$2x^2-8x+k$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$x=\frac{8}{4}=2$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$d=\sqrt{4-\frac k2}\ge0$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$2-d\in(1,2)$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$0&lt;d&lt;1$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$2+d\in(2,3)$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automatically.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integer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one value,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$0&lt;d&lt;1\iff0&lt;4-\frac k2&lt;1\iff6&lt;k&lt;8$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integer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$2\pm\frac1{\sqrt2}$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one value,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root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discriminant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the axis; roots on two sides of the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distances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middle point guarantees exactly one root on each side (intermediate value theorem for a quadratic).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root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f(p)&gt;0,\ f(q)&lt;0,\ f(r)&gt;0$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discriminant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b{2a}\pm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symmetric about the axis; roots on two sides of the axis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$0&lt;d&lt;1$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middle point guarantees exactly one root on each side (intermediate value theorem for a quadratic).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Q07 – 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each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$\alpha_1,\alpha_2,\dots,\alpha_7$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$x^7+3x^5-13x^3-15x=0$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$|\alpha_1|\ge|\alpha_2|\ge\dots\ge|\alpha_7|$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$\alpha_1\alpha_2-\alpha_3\alpha_4+\alpha_5\alpha_6$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an odd polynomial equation;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complex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Roots of an odd polynomial equation;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complex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Roots come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pairs, and the ordering by modulus puts each pair side by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Roots come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pairs, and the ordering by modulus puts each pair side by side.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$x^7+3x^5-13x^3-15x=x\left(x^6+3x^4-13x^2-15\right)=0$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$x^6+3x^4-13x^2-15=0$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$t^3+3t^2-13t-15=0$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$(t-3)(t^2+6t+5)=0$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$t=-1,-5$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$x^2=3\Rightarrow x=\pm\sqrt3$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$x^2=-1\Rightarrow x=\pm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$x^2=-5\Rightarrow x=\pm\sqrt5\,i$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decreasing modulus: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decreasing modulus: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$\sqrt5,\sqrt5,\sqrt3,\sqrt3,1,1,0$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$\alpha_1,\alpha_2=\pm\sqrt5\,i$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$\alpha_3,\alpha_4=\pm\sqrt3$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$\alpha_5,\alpha_6=\pm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$\alpha_1\alpha_2=\left(\sqrt5i\right)\left(-\sqrt5i\right)=5$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$\alpha_3\alpha_4=\left(\sqrt3\right)\left(-\sqrt3\right)=-3$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$\alpha_5\alpha_6=(i)(-i)=1$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$\alpha_1\alpha_2-\alpha_3\alpha_4+\alpha_5\alpha_6=5+3+1=9$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odd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product of a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equal-modulus ties the order inside a pair does not matter here, because the products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etc. are products of whole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Rational-root test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(divisors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works, then factor the quadratic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pair products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odd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$x\,g(x^2)$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$\pm\sqrt{t_i}$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$g(t_i)=0$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product of a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equal-modulus ties the order inside a pair does not matter here, because the products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$\alpha_1\alpha_2$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etc. are products of whole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Rational-root test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$t^3+3t^2-13t-15$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(divisors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works, then factor 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$t^2+6t+5$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pair products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$t=-5,3,-1$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$5,-3,1$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product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$x^2+60^{1/4}x+a=0$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$\alpha^4+\beta^4=-30$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product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 sums of roots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 of values of a parameter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 sums of roots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 of values of a parameter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product of roots is read off.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$\alpha^4+\beta^4$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$s=\alpha+\beta$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$p=\alpha\beta=a$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product of roots is read off.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$\alpha+\beta=-60^{1/4}$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$\alpha^4+\beta^4=\left[(\alpha+\beta)^2-2\alpha\beta\right]^2-2\alpha^2\beta^2=-30$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$(\alpha+\beta)^2=\sqrt{60}$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$\left(\sqrt{60}-2a\right)^2-2a^2=-30$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$60-4a\sqrt{60}+4a^2-2a^2=-30$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$2a^2-4\sqrt{60}\,a+90=0$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2: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discriminant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(they are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$a^2-2\sqrt{60}\,a+45=0$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discriminant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$240-180=60&gt;0$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(they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the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the roots at their mean,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that odd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the roots at their mean,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$m\pm 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that odd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$m=\frac{\alpha+\beta}2=-\frac{60^{1/4}}2$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$\alpha,\beta=m\pm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$a=\alpha\beta=m^2-w^2$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$w^2=m^2-a$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$\alpha^4+\beta^4=2\left(m^4+6m^2w^2+w^4\right)$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$m^2=\frac{\sqrt{60}}4$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$m^4=\frac{60}{16}=\frac{15}4$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are real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their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$w^2=m^2-a$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$m^4+6m^2(m^2-a)+(m^2-a)^2=8m^4-8m^2a+a^2=30-2\sqrt{60}\,a+a^2$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$\alpha^4+\beta^4=60-4\sqrt{60}\,a+2a^2=-30$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$a^2-2\sqrt{60}\,a+45=0$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are real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$D=60&gt;0$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their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unknown parameter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the condition becomes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(or sum) of its admissible values follows from Vieta without solving, provided the roots are admissible (here real).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Centring the roots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quick way to expand even powers.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$\alpha^2+\beta^2=s^2-2p$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$\alpha^3+\beta^3=s^3-3sp$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$\alpha^4+\beta^4=s^4-4s^2p+2p^2$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$\alpha^5+\beta^5=s^5-5s^3p+5sp^2$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unknown parameter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the condition becomes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product (or sum) of its admissible values follows from Vieta without solving, provided the roots are admissible (here real).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Centring the roots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$m\pm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quick way to expand even powers.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value of the real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common real root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value of the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$x^2-5ax+1=0$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$x^2-ax-5=0$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common real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$\frac3{\sqrt{2\beta}}$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Common root of two quadratics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common root satisfies a linear combination of the two equations, which fixes it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common root satisfies a linear combination of the two equations, which fixes it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root: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Cross-multiplication (coefficients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common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$\alpha^2-5a\alpha+1=0$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$\alpha^2-a\alpha-5=0$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Cross-multiplication (coefficients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$\alpha^2,\alpha,1$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$\frac{\alpha^2}{26a}=\frac{\alpha}{6}=\frac1{4a}$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$\frac\alpha6=\frac1{4a}$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$\alpha=\frac3{2a}$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$a=\frac3{2\alpha}$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$\frac{\alpha^2}{26a}=\frac1{4a}$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$\alpha^2=\frac{26}4=\frac{13}2$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$\alpha=\sqrt{\frac{13}2}$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$a=\frac3{2\alpha}=\frac{3}{\sqrt{26}}$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$\frac3{\sqrt{2\beta}}$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$2\alpha=\sqrt{2\beta}$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$4\alpha^2=2\beta$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$2\cdot\frac{13}2\cdot2=2\beta$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$\beta=2\alpha^2=13$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Subtract the two equations to get a linear equation for the common root, then substitute back.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common root satisfies the difference: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common root satisfies the difference: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$(x^2-5ax+1)-(x^2-ax-5)=-4ax+6=0$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$\alpha=\frac3{2a}$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$x^2-ax-5=0$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$\frac9{4a^2}-\frac32-5=0$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$\frac9{4a^2}=\frac{13}2$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$a^2=\frac9{26}$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$a=\frac3{\sqrt{26}}$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$a=\frac3{\sqrt{2\beta}}$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$\alpha=\frac{3}{2a}=\frac{\sqrt{26}}2$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$\alpha^2=\frac{13}2$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$\alpha^2-5a\alpha+1=\frac{13}2-\frac{15}2+1=0$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common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difference of the equations).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common root exists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equations is faster than cross-multiplication whenever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are equal.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$x^2+p_1x+q_1$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$x^2+p_2x+q_2$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common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$x=\frac{q_2-q_1}{p_1-p_2}$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the difference of the equations).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common root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$(q_2-q_1)^2=(p_2-p_1)(p_1q_2-p_2q_1)$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$36=4a\cdot26a$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$a^2=\frac9{26}$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equations is faster than cross-multiplication whenever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are equal.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3 marks each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option is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the roots of the equation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$\left|x^2-8x+15\right|-2x+7=0$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Equations with modulus of a quadratic expression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quadratic inside the modulus and check each candidate against its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the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$3,5$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quadratic inside the modulus and check each candidate against its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quadratic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6.73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accepted;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rejected in this case.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$\left|x^2-8x+15\right|-2x+7=0$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$|(x-3)(x-5)|-2x+7=0$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$x\in(-\infty,3]\cup[5,\infty)$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quadratic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$x^2-8x+15-2x+7=0$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$x^2-10x+22=0\Rightarrow x=\frac{10\pm\sqrt{12}}2=5\pm\sqrt3$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$5+\sqrt3\approx6.73\ge5$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accepted;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$5-\sqrt3\approx3.27$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rejected in this case.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quadratic is negative: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quadratic is negative: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$-x^2+8x-15-2x+7=0$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$x^2-6x+8=0\Rightarrow 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$=5+\sqrt3+4=9+\sqrt3$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Isolate the modulus: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square and factor a difference of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Isolate the modulus: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$2x-7$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$x\ge\frac72$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square and factor a difference of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factor: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$\left|x^2-8x+15\right|=2x-7$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$2x-7\ge0$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$(x^2-8x+15)^2-(2x-7)^2=0$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$(x^2-8x+15-2x+7)(x^2-8x+15+2x-7)=0$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$(x^2-10x+22)(x^2-6x+8)=0$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Keep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6.73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Keep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$5+\sqrt3\approx6.73$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qualify;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$5-\sqrt3\approx3.27$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$=5+\sqrt3+4=9+\sqrt3$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square and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quadratic is negative strictly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split the line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each candidate against its case interval or the side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$f=\pm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square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$f^2-g^2=(f-g)(f+g)$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$|(x-p)(x-q)|$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quadratic is negative strictly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split the line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each candidate against its case interval or the side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three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21   (B) 19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three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$\beta\gamma=1=-\alpha$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$b^3+2c^3-3\alpha^3-6\beta^3-8\gamma^3$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21   (B) 19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$\frac{169}8$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$\frac{155}8$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Relations between roots and coefficients of a cubic; cube roots of unity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every cube.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$\beta\gamma=1$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every cube.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(i),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...(v).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$\beta\gamma=1=-\alpha$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(i),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...(v).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...(vi).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...(vii).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$\alpha\beta+\beta\gamma+\gamma\alpha=b\Rightarrow\alpha(\beta+\gamma)+\beta\gamma=b$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$b=(-1)(1)+1=0$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...(vi).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$\beta=-\omega$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...(vii).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$b^3+2c^3-3\alpha^3-6\beta^3-8\gamma^3=0+2+3+6+8$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$\alpha^3=\beta^3=\gamma^3=-1$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cubic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all three roots have the same cube.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cubic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$x^3+c=0$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all three roots have the same cube.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root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have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$c=-\alpha\beta\gamma=1$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$b=\alpha(\beta+\gamma)+\beta\gamma=-1+1=0$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root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$\alpha^3=\beta^3=\gamma^3=-1$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$b^3+2c^3-3\alpha^3-6\beta^3-8\gamma^3=0+2+3+6+8=19$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$-1,\,e^{\pm i\pi/3}$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they have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root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roots have the same cube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 with one known root: use the sum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pair sum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root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$r^3=-br-c$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r^3=-3c$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roots have the same cube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$1+\omega+\omega^2=0$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$\omega^3=1$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$-\omega,-\omega^2$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 with one known root: use the sum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pair sum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quadratic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72   (B) 81   (C) 729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quadratic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$x^2+\sqrt6x+3=0$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$\frac{\alpha^{23}+\beta^{23}+\alpha^{14}+\beta^{14}}{\alpha^{15}+\beta^{15}+\alpha^{10}+\beta^{10}}$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72   (B) 81   (C) 729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Complex roots of a real quadratic in polar form and power sums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Complex roots of a real quadratic in polar form and power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$\alpha^n+\beta^n$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 cancel or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$\sqrt3e^{\pm3\pi i/4}$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$\alpha^n+\beta^n=2\cdot3^{n/2}\cos\frac{3n\pi}4$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factors cancel or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required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required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$\frac{a_{23}+a_{14}}{a_{15}+a_{10}}$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$x=\frac{-\sqrt6\pm\sqrt{-6}}2=\sqrt6\cdot\frac{-1\pm i}2=\sqrt3\cdot\frac{-1\pm i}{\sqrt2}$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$\alpha=\sqrt3e^{3\pi 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$\beta=\sqrt3e^{-3\pi 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$a_n=2\cdot3^{n/2}\cos\frac{3n\pi}4$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$\cos\frac{42\pi}4=\cos\frac{21\pi}2=0$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$\cos\frac{30\pi}4=\cos\frac{15\pi}2=0$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$a_{23}=2\cdot3^{23/2}\cos\frac{69\pi}4$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$\frac{69\pi}4=17\pi+\frac\pi4$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$\cos\frac{69\pi}4=-\frac1{\sqrt2}$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$a_{15}=2\cdot3^{15/2}\cos\frac{45\pi}4$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$\frac{45\pi}4=11\pi+\frac\pi4$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$\cos\frac{45\pi}4=-\frac1{\sqrt2}$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$=\frac{3^{23/2}}{3^{15/2}}=3^4=81$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Algebraic route without trigonometry: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Algebraic route without trigonometry: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$\alpha^4=\beta^4=-9$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$a_{n+4}=-9a_n$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$a_2=\alpha^2+\beta^2=6-6=0$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$\alpha^2=-\beta^2$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$\alpha^4=\beta^4$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$a_4=(\alpha^2+\beta^2)^2-2(\alpha\beta)^2=0-18=-18$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$\alpha^4=\beta^4=-9$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$a_{n+4}=\alpha^n\alpha^4+\beta^n\beta^4=-9a_n$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$a_{10}=-9a_6=81a_2=0$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$a_{14}=-9a_{10}=0$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$a_3=(\alpha+\beta)^3-3\alpha\beta(\alpha+\beta)=-6\sqrt6+9\sqrt6=3\sqrt6\ne0$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$a_{23}=(-9)^5a_3$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$a_{15}=(-9)^3a_3$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$=\frac{(-9)^5a_3}{(-9)^3a_3}=81$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Complex conjugate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trust a printed key blindly: recompute the ratio numerically; here it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Complex conjugate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$re^{\pm 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$\alpha^n+\beta^n=2r^n\cos 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$p^2&lt;4q$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$\cos\theta=-\frac p{2\sqrt 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$a_2=\alpha^2+\beta^2=0$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$p^2=2q$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$\alpha^4=\beta^4=-q^2$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$a_{n+4}=-q^2a_n$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$x^2+\sqrt6x+3$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$a_{n+4}=-9a_n$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trust a printed key blindly: recompute the ratio numerically; here it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each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in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elements in the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$\left\{n\in\mathbb Z:\left|n^2-10n+19\right|&lt;6\right\}$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Modular inequality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quadratic, counted over integers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Modular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$|f(n)|&lt;c$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quadratic, counted over integers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first is a perfect square and excludes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$|g|&lt;6$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$g&gt;-6$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$g&lt;6$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first is a perfect square and excludes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splits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8.46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elements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$-6&lt;n^2-10n+19&lt;6$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splits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$n^2-10n+25&gt;0$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$n^2-10n+13&lt;0$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$(n-5)^2&gt;0\Rightarrow n\ne5$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$n^2-10n+13&lt;0\Rightarrow5-2\sqrt3&lt;n&lt;5+2\sqrt3$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$1.54&lt;n&lt;8.46$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$n\in\{2,3,4,5,6,7,8\}$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$n\in\{2,3,4,6,7,8\}$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count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$n^2-10n+19=(n-5)^2-6$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count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$m=n-5$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$n^2-10n+19=(n-5)^2-6$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$|m^2-6|&lt;6\iff-6&lt;m^2-6&lt;6\iff0&lt;m^2&lt;12$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$m^2&lt;12$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$m\in\{\pm1,\pm2,\pm3\}$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$n\in\{2,3,4,6,7,8\}$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first: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integers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 lower bound that is a perfect square,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removes exactly the single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$n^2-10n+19=(n-5)^2-6$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$|(n-5)^2-6|&lt;6\iff0&lt;(n-5)^2&lt;12$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integers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$m^2&lt;c$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$|m|\le\lceil\sqrt c\,\rceil-1$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$|m|\le3$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$9&lt;12\le16$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 lower bound that is a perfect square,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$(n-5)^2&gt;0$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removes exactly the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$x^2-7x-1=0$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$\frac{a^{21}+b^{21}+a^{17}+b^{17}}{a^{19}+b^{19}}$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 sums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Newton's relation and recurrence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$a^n+b^n$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Newton's relation and recurrence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eliminate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favour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$S_{n+2}=7S_{n+1}+S_n$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$S_{17},S_{18},S_{20},S_{21}$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favour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$S_{19}$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Newton's theorem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third: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$a^2=7a+1$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$b^2=7b+1$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Newton's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$S_{n+2}-7S_{n+1}-S_n=0$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$S_n=a^n+b^n$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$S_{21}-7S_{20}-S_{19}=0$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$S_{20}-7S_{19}-S_{18}=0$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$S_{19}-7S_{18}-S_{17}=0$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$S_{17}=S_{19}-7S_{18}$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$\frac{S_{21}+S_{17}}{S_{19}}=\frac{S_{21}+S_{19}-7S_{18}}{S_{19}}$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second: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$S_{18}=S_{20}-7S_{19}$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$S_{21}+S_{19}-7S_{20}+49S_{19}=50S_{19}+(S_{21}-7S_{20})$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$S_{21}-7S_{20}=S_{19}$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$51S_{19}$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$=51\cdot\frac{S_{19}}{S_{19}}=51$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 factors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$\frac1{a^2}=b^2$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$(a^2+b^2)(a^{19}+b^{19})$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$\frac1{a^2}=b^2$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$\frac1{b^2}=a^2$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$a^{21}+a^{17}=a^{19}\left(a^2+\frac1{a^2}\right)=a^{19}(a^2+b^2)$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$b^{21}+b^{17}=b^{19}\left(b^2+\frac1{b^2}\right)=b^{19}(a^2+b^2)$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$=(a^2+b^2)(a^{19}+b^{19})$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$a^2+b^2=(a+b)^2-2ab=49+2=51$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recurrence: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$a^{-2}=b^2$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$a^{n+2}+a^{n-2}=a^n(a^2+b^2)$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$S_{n+2}+S_{n-2}=(a^2+b^2)S_n=\left(S_1^2+2\right)S_n$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same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$S_{n+2}+S_{n-2}=\left(S_1^2-2\right)S_n$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Newton's recurrence: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$S_{n+2}=pS_{n+1}+qS_n$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3 marks each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option is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$S_n=2023\alpha^n+2024\beta^n$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$S_{11}=S_{10}+S_{12}$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$2S_{12}=S_{11}+S_{10}$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$S_{12}=S_{11}+S_{10}$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$2S_{11}=S_{12}+S_{10}$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514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Recurrence satisfied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(Newton's relation)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5145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Recurrence satisfied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$A\alpha^n+B\beta^n$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(Newton's relation)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any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obeys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$x^2=x+1$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any combination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$A\alpha^n+B\beta^n$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obeys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$S_{n+2}=S_{n+1}+S_n$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(Newton's method).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$\alpha^2=\alpha+1$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$\beta^2=\beta+1$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$\alpha^{n+2}=\alpha^{n+1}+\alpha^n$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$\beta^{n+2}=\beta^{n+1}+\beta^n$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$S_{n+2}=S_{n+1}+S_n$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$S_n-S_{n-1}-S_{n-2}=0$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(Newton's method).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$S_n=S_{n-1}+S_{n-2}$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$S_{12}=S_{11}+S_{10}$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every sequence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(any constants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satisfies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the Fibonacci recurrence;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Lucas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 distraction: only the quadratic decides the recurrence.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$x^2=px+q$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every sequence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$S_n=A\alpha^n+B\beta^n$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(any constants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$S_{n+2}=pS_{n+1}+qS_n$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the Fibonacci recurrence;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Lucas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$2,1,3,4,7,11,\dots$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$2023,2024$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 distraction: only the quadratic decides the recurrence.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positive integral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0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positive integral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$\frac{ax^2+2(a+1)x+9a+4}{x^2-8x+32}&lt;0$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0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Quadratic expression of constant sign (conditions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901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Quadratic expression of constant sign (conditions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always positive, so the numerator must be negative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forcing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always positive, so the numerator must be negative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forcing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fraction has the sign of the numerator.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is negative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its leading coefficient is negative: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$x^2-8x+32=(x-4)^2+16&gt;0$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fraction has the sign of the numerator.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$ax^2+2(a+1)x+9a+4&lt;0$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is negative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its leading coefficient is negative: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positive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contradicts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positive for large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number of elements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of positive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contradicts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positive 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$S=\varnothing$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number of elements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Look at the fraction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Look at the fraction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$x\to\pm\infty$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 tends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fraction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fraction is close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large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cannot be negative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no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fraction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$\frac{ax^2+2(a+1)x+9a+4}{x^2-8x+32}$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fraction is close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cannot be negative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no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$S=\varnothing$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quadratic is positive for large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check the sign of a quadratic denominator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leading coefficient means it is always positive); then the sign of the fraction is the sign of the numerator.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equal degrees the limit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ratio of leading coefficients, which must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 fraction is negative everywhere.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quadratic is positive 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check the sign of a quadratic denominator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leading coefficient means it is always positive); then the sign of the fraction is the sign of the numerator.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$\frac{N(x)}{D(x)}$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equal degrees the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ratio of leading coefficients, which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 fraction is negative everywhere.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0   (C) 1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$S=\left\{x\in\mathbb R:\left(\sqrt3+\sqrt2\right)^x+\left(\sqrt3-\sqrt2\right)^x=10\right\}$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4   (B) 0   (C) 1   (D) 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Exponential equation with conjugate surds,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Exponential equation with conjugate surds,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$u^x+u^{-x}=c$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$(\sqrt3+\sqrt2)(\sqrt3-\sqrt2)=1$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$t+\frac1t=10$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$t=(\sqrt3+\sqrt2)^x$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$t=\left(\sqrt3+\sqrt2\right)^x$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$\left(\sqrt3+\sqrt2\right)\left(\sqrt3-\sqrt2\right)=1$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$\left(\sqrt3-\sqrt2\right)^x=\frac1t$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$t^2-10t+1=0$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$t=\frac{10\pm\sqrt{100-4}}2=5\pm2\sqrt6$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±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$5\pm2\sqrt6=\left(\sqrt3\pm\sqrt2\right)^2$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$\left(\sqrt3+\sqrt2\right)^x=\left(\sqrt3+\sqrt2\right)^2$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$\left(\sqrt3-\sqrt2\right)^2=\left(\sqrt3+\sqrt2\right)^{-2}$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cosh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even, strictly monotone function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$2\cosh$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$\cosh(\lambda x)=5$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even, strictly monotone function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exactly two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$\lambda=\ln\left(\sqrt3+\sqrt2\right)&gt;0$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$\sqrt3-\sqrt2=\left(\sqrt3+\sqrt2\right)^{-1}$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$e^{\lambda x}+e^{-\lambda x}=10$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$\cosh(\lambda x)=5$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 u=5$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$u=\pm u_0$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exactly two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$x=\pm\frac{u_0}\lambda$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elements, option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$\left(5+2\sqrt6\right)+\left(5-2\sqrt6\right)=10$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none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Conjugate surd pairs have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two roots are reciprocals.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$u^x+u^{-x}=c$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 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none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$u^x+u^{-x}\ge2$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Conjugate surd pairs have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$(\sqrt3+\sqrt2)^2=5+2\sqrt6$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$(\sqrt3+\sqrt2)^{2}+(\sqrt3-\sqrt2)^2=10$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$u^x+u^{-x}=c$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$t^2-ct+1=0$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two roots are reciprocals.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each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assumes the minimum possible value,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091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$x^2-70x+\lambda=0$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$\frac\lambda2,\frac\lambda3\notin\mathbb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assumes the minimum possible value,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$\frac{\left(\sqrt{\alpha-1}+\sqrt{\beta-1}\right)(\lambda+35)}{|\alpha-\beta|}$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1792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Natural-number roots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divisibility of the product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1792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Natural-number roots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divisibility of the product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smallest for the smallest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subject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$\alpha+\beta=70$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fixed,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$\lambda=\alpha\beta$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smallest for the smallest admissible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subject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$2\nmid\lambda$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$3\nmid\lambda$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even;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$x^2-70x+\lambda=0$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$\lambda=\alpha(70-\alpha)$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$\frac\lambda2,\frac\lambda3\notin\mathbb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$2\nmid\lambda$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$3\nmid\lambda$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$\alpha&lt;35$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$\alpha=1,2,3,\dots$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even;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even.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odd and not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admissible.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$\lambda=5\cdot65=325$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odd and not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admissible.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$\lambda_{\min}=325$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$\frac{\left(\sqrt{\alpha-1}+\sqrt{\beta-1}\right)(\lambda+35)}{|\alpha-\beta|}=\frac{(\sqrt4+\sqrt{64})(360)}{60}=\frac{10\cdot360}{60}=60$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residues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both roots must be coprime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residues mod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both roots must be coprime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$\alpha\equiv\beta\equiv5\pmod6$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 neither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possible sums of residues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must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$2\nmid\lambda$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$3\nmid\lambda$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 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$\alpha,\beta\equiv\pm1\pmod6$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$\alpha+\beta=70\equiv4\pmod6$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possible sums of residues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$\pm1,\pm1$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$2,0,-2\equiv4$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$\equiv-1\equiv5\pmod6$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$\lambda=\alpha(70-\alpha)=35^2-(35-\alpha)^2$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$65\equiv5$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$\lambda+35=360$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$|\alpha-\beta|=60$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$\sqrt{\alpha-1}+\sqrt{\beta-1}=2+8=10$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$=\frac{10\times360}{60}=60$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towards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minimum product uses the smallest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is coprime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each factor is; both roots then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both to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factor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list from the extreme to cut down the search.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fixed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$\alpha(S-\alpha)=\frac{S^2}4-\left(\frac S2-\alpha\right)^2$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towards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minimum product uses the smallest admissible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is coprime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each factor is; both roots then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$\pm1\pmod6$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$70\equiv4\pmod6$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both to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$5\pmod6$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$x^2-Sx+\lambda$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factor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$(\alpha,S-\alpha)$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list from the extreme to cut down the search.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Q19 – Q23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3 marks each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option is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sum of the maximum and the minimum values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182   (B) 217   (C) 195   (D) 201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sum of the maximum and the minimum values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$f(x)=\frac{2x^2-3x+8}{2x^2+3x+8}$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182   (B) 217   (C) 195   (D) 201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(maximum and minimum) of a rational function by the discriminant method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require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extreme values are the roots of the resulting discriminant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require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extreme values are the roots of the resulting discriminant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discriminant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of squares: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$f(x)=\frac{2x^2-3x+8}{2x^2+3x+8}=y$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$2x^2+3x+8&gt;0$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discriminant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$9-64&lt;0$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$(2y-2)x^2+(3y+3)x+(8y-8)=0$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$(3y+3)^2-4(2y-2)(8y-8)\ge0$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$9(y+1)^2-64(y-1)^2\ge0$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of squares: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$(3y+3)^2-(8y-8)^2=(3y+3-8y+8)(3y+3+8y-8)=(11-5y)(11y-5)\ge0$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$\left(y-\frac5{11}\right)\left(y-\frac{11}5\right)\le0\Rightarrow y\in\left[\frac5{11},\frac{11}5\right]$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$y_{\max}+y_{\min}=\frac{11}5+\frac5{11}=\frac{121+25}{55}=\frac{146}{55}$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$\gcd(146,55)=1$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$m+n=146+55=201$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AM-GM bounds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$w=2x+\frac8x$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$f=\frac{w-3}{w+3}$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AM-GM bounds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(AM-GM,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towards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$w=2x+\frac8x$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$f=\frac{w-3}{w+3}=1-\frac6{w+3}$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$w\ge2\sqrt{16}=8$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(AM-GM,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$w\le-8$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$w\ge8$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$f(8)=\frac5{11}$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$w\le-8$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$w\to-\infty$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$f(-8)=\frac{-11}{-5}=\frac{11}5$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$\left[\frac5{11},\frac{11}5\right]$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minimum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maximum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$=\frac{146}{55}$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$m+n=201$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discriminant method the extreme values are the roots of the discriminant quadratic: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max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roots) and max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$\frac{ax^2-bx+c}{ax^2+bx+c}$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$w=ax+\frac cx$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$|w|\ge2\sqrt{ac}$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$\frac{w-b}{w+b}$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discriminant method the extreme values are the roots of the discriminant quadratic: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$55y^2-146y+55\le0$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max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$=\frac{146}{55}$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roots) and max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$f(2)=\frac5{11}$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$f(-2)=\frac{11}5$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quadratic equation whose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quadratic equation whose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$\frac1{6a+b}$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$2x^2+11x+12=0$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$x^2+8x+12=0$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$4x^2+14x+12=0$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$x^2+10x+16=0$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Formation of a quadratic with given roots; Vieta's relations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Vieta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from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numbers.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Vieta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$a=\frac1{12}$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$b=-\frac23$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from which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numbers.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$2+6=8=-\frac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$2\cdot6=12=\frac1a$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$b=-8a=-\frac23$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$2a+b=\frac2{12}-\frac23=-\frac12$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$6a+b=\frac6{12}-\frac23=-\frac16$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$\frac1{2a+b}=-2$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$\frac1{6a+b}=-6$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$x^2+8x+12=0$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derivative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$6a+b$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derivative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$f(x)=ax^2+bx+1$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$f(x)=ax^2+bx+1=a(x-2)(x-6)$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$f(x)=\frac{x^2-8x+12}{12}$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$f'(x)=2ax+b=\frac{x-4}6$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$2a+b=f'(1)=-\frac12$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$6a+b=f'(3)=-\frac16$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roots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$\frac1{f'(1)}=-2$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$\frac1{f'(3)}=-6$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$(x+2)(x+6)=0$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$x^2+8x+12=0$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expressions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slopes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$f'(x)=2ax+b$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$ka+b=f'\left(\frac k2\right)$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expressions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slopes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$f(x)=\frac{c}{r_1r_2}(x-r_1)(x-r_2)$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$x^2-(u+v)x+uv=0$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distinct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2025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2024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distinct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$x^2-\left(t^2-5t+6\right)x+1=0$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$\frac{a_{2023}+a_{2025}}{a_{2024}}$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Newton's relation for power sums and minimum value of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is just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$\alpha\beta=1$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$a_{n+2}+a_n=(\alpha+\beta)a_{n+1}$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$t^2-5t+6$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Newton's formula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2025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2024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$\alpha+\beta=t^2-5t+6$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Newton's formula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$a_{n+2}-\left(t^2-5t+6\right)a_{n+1}+a_n=0$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$a_{2025}-\left(t^2-5t+6\right)a_{2024}+a_{2023}=0$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$\frac{a_{2023}+a_{2025}}{a_{2024}}=t^2-5t+6$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roots are distinct complex conjugates, which is allowed.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irrational,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$t^2-5t+6$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D{4a}=-\frac{25-24}4=-\frac14$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$|\alpha+\beta|&lt;2$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roots are distinct complex conjugates, which is allowed.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$a_n=2\cos 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$\cos\theta=-\frac18$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$\frac\theta\pi$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irrational,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$a_{2024}\ne0$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regardless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identity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$a_{n+2}+a_n=s\,a_{n+1}$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$\frac{a_{n+2}+a_n}{a_{n+1}}=s$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regardless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$t^2-5t+6$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$|s|&lt;2$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 i\theta}$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$a_n=2\cos 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identity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$\cos(n+2)\theta+\cos n\theta=2\cos\theta\cos(n+1)\theta$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quadratic equation whose roots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9466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$x^2+2\sqrt2x-1=0$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quadratic equation whose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$\frac1{10}\left(\alpha^6+\beta^6\right)$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$x^2-180x+9506=0$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$x^2-195x+9466=0$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$x^2-195x+9506=0$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$x^2-190x+9466=0$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Power sums of roots and formation of a quadratic with new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Build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Build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$\alpha^4+\beta^4$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$\alpha^6+\beta^6$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$s=-2\sqrt2$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$\alpha^2+\beta^2$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$\alpha^3+\beta^3$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$\alpha^2+\beta^2=(\alpha+\beta)^2-2\alpha\beta=8+2=10$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$\alpha^4+\beta^4=\left(\alpha^2+\beta^2\right)^2-2\alpha^2\beta^2=100-2=98$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$\alpha^3+\beta^3=(\alpha+\beta)\left[(\alpha+\beta)^2-3\alpha\beta\right]=-2\sqrt2(8+3)=-22\sqrt2$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$\alpha^6+\beta^6=\left(\alpha^3+\beta^3\right)^2-2(\alpha\beta)^3=968+2=970$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$\frac1{10}\left(\alpha^6+\beta^6\right)=97$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$98\cdot97=9506$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$x^2-195x+9506=0$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roots explicitly: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roots explicitly: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$\alpha,\beta=-\sqrt2\pm\sqrt3$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$\alpha^2,\beta^2=5\mp2\sqrt6$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$x=\frac{-2\sqrt2\pm\sqrt{8+4}}2=-\sqrt2\pm\sqrt3$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$\alpha=\sqrt3-\sqrt2$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$\beta=-\left(\sqrt3+\sqrt2\right)$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$\alpha^2=5-2\sqrt6$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$\beta^2=5+2\sqrt6$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$\alpha^2\beta^2=1$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$\alpha^4+\beta^4=\left(5-2\sqrt6\right)^2+\left(5+2\sqrt6\right)^2=2(25+24)=98$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9506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9506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$\alpha^6+\beta^6=\left(5-2\sqrt6\right)^3+\left(5+2\sqrt6\right)^3=2(125+3\cdot5\cdot24)=970$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$\frac1{10}\left(\alpha^6+\beta^6\right)=97$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$98+97=195$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$98\cdot97=9506$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$x^2-195x+9506=0$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discriminant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non-square, solve explicitly: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squares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(conjugate surds,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$S_2=s^2-2p$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$S_3=s^3-3sp$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$S_4=S_2^2-2p^2$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$S_6=S_3^2-2p^3=S_2\left(S_4-p^2\right)$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$S_6=S_2(S_4-p^2)$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$10\cdot(98-1)=970$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discriminant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non-square, solve explicitly: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squares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$5\mp2\sqrt6$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(conjugate surds,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$u,v$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$x^2-(u+v)x+uv=0$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$x^2-\sqrt2x-\sqrt3=0$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$P_n=\alpha^n-\beta^n$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$\left(11\sqrt3-10\sqrt2\right)P_{10}+\left(11\sqrt2+10\right)P_{11}-11P_{12}$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$11\sqrt2P_9$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$11\sqrt3P_9$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$10\sqrt3P_9$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$10\sqrt2P_9$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Newton's relation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reduction of a linear recurrence expression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Type(3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Newton's relation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$\alpha^n-\beta^n$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reduction of a linear recurrence expression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obeys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it to push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$P_n=\alpha^n-\beta^n$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obeys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$P_{n+2}=\sqrt2P_{n+1}+\sqrt3P_n$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it to push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$P_{12},P_{11}$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$P_9,P_{10}$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 (Newton's theorem):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expression. Substitute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(second term):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$\alpha^2=\sqrt2\alpha+\sqrt3$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$\beta^2=\sqrt2\beta+\sqrt3$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$\alpha^n,\beta^n$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 (Newton's theorem):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$P_{n+2}=\sqrt2P_{n+1}+\sqrt3P_n$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$P_{12}=\sqrt2P_{11}+\sqrt3P_{10}$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$P_{11}=\sqrt2P_{10}+\sqrt3P_9$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expression.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(second term):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$E=\left(11\sqrt3-10\sqrt2\right)P_{10}+\left(11\sqrt2+10\right)\left(\sqrt2P_{10}+\sqrt3P_9\right)-11\left(\sqrt2P_{11}+\sqrt3P_{10}\right)$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$E=11\sqrt3P_{10}-10\sqrt2P_{10}+22P_{10}+10\sqrt2P_{10}+11\sqrt6P_9+10\sqrt3P_9-11\sqrt2P_{11}-11\sqrt3P_{10}$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$E=22P_{10}+11\sqrt6P_9+10\sqrt3P_9-11\sqrt2P_{11}$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$-11\sqrt2P_{11}=-22P_{10}-11\sqrt6P_9$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$E=10\sqrt3P_9$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identity on a single root: reduce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identity on a single root: 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$g(x)=\left(11\sqrt3-10\sqrt2\right)x+\left(11\sqrt2+10\right)x^2-11x^3$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$x^2-\sqrt2x-\sqrt3$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enough to simplify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$E=\alpha^9g(\alpha)-\beta^9g(\beta)$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$g(x)=\left(11\sqrt3-10\sqrt2\right)x+\left(11\sqrt2+10\right)x^2-11x^3$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enough to simplify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$x^2=\sqrt2x+\sqrt3$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$x^3=\sqrt2x^2+\sqrt3x=2x+\sqrt6+\sqrt3x$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$g(x)=\left(11\sqrt3-10\sqrt2\right)x+\left(11\sqrt2+10\right)\left(\sqrt2x+\sqrt3\right)-11\left(2x+\sqrt6+\sqrt3x\right)$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$11\sqrt3-10\sqrt2+22+10\sqrt2-22-11\sqrt3=0$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$11\sqrt6+10\sqrt3-11\sqrt6=10\sqrt3$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$g(\alpha)=g(\beta)=10\sqrt3$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$E=10\sqrt3\left(\alpha^9-\beta^9\right)=10\sqrt3P_9$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sequence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same recurrence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combination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reducing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the quadratic gives the answer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only the highest index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difference sequence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$P_n=\alpha^n-\beta^n$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same recurrence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$P_{n+2}=sP_{n+1}-pP_n$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c_kP_{n+k}$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$\alpha^n g(\alpha)-\beta^n g(\beta)$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$g(x)=\sum c_kx^k$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reducing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the quadratic gives the answer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only the highest index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$E=10\left(P_{11}-\sqrt2P_{10}\right)=10\sqrt3P_9$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each assumed (JEE Advanced default)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$x^2+\sqrt2x-8=0$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$U_n=\alpha^n+\beta^n$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$\frac{U_{10}+\sqrt2U_9}{2U_8}$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 sums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relation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Power sums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$U_n=\alpha^n+\beta^n$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$x^2+\sqrt2x=8$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84734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root satisfies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$x+\sqrt2=\frac8x$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$x^9(x+\sqrt2)=8x^8$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root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264664"/>
                <a:ext cx="10725912" cy="441045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$x^2+\sqrt2x-8=0$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each root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$\alpha^2+\sqrt2\alpha=8$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$\alpha+\sqrt2=\frac8\alpha$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$\beta+\sqrt2=\frac8\beta$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$\frac{U_{10}+\sqrt2U_9}{2U_8}=\frac{\alpha^{10}+\beta^{10}+\sqrt2\alpha^9+\sqrt2\beta^9}{2\left(\alpha^8+\beta^8\right)}$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roots), so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$=\frac{\alpha^9\left(\alpha+\sqrt2\right)+\beta^9\left(\beta+\sqrt2\right)}{2\left(\alpha^8+\beta^8\right)}$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$=\frac{\alpha^9\cdot\frac8\alpha+\beta^9\cdot\frac8\beta}{2\left(\alpha^8+\beta^8\right)}=\frac{8\left(\alpha^8+\beta^8\right)}{2\left(\alpha^8+\beta^8\right)}$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$U_8=\alpha^8+\beta^8&gt;0$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(real roots), so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Newton's recurrence directly: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Newton's recurrence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$U_{n+2}=-\sqrt2U_{n+1}+8U_n$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$\alpha^2=-\sqrt2\alpha+8$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$\beta^2=-\sqrt2\beta+8$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$\alpha^8,\beta^8$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$U_{10}=-\sqrt2U_9+8U_8$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$U_{10}+\sqrt2U_9=8U_8$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$\frac{U_{10}+\sqrt2U_9}{2U_8}=\frac{8U_8}{2U_8}=4$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power sums obey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root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converts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roots, even power sums are positive, so dividing by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safe.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power sums obey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$U_{n+2}=-pU_{n+1}-qU_n$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$\frac{U_{n+2}+pU_{n+1}}{U_n}=-q$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$U_n\ne0$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$\frac{8}{2}=4$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root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$x+p=-\frac qx$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converts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$x^{n+1}(x+p)$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$-q\,x^n$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roots, even power sums are positive, so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safe.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24 questions, 79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Quadratic Equation Sheet FCopy JM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