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1.0</c:v>
                </c:pt>
                <c:pt idx="7">
                  <c:v>2.0</c:v>
                </c:pt>
                <c:pt idx="8">
                  <c:v>3.0</c:v>
                </c:pt>
                <c:pt idx="9">
                  <c:v>2.0</c:v>
                </c:pt>
                <c:pt idx="10">
                  <c:v>2.0</c:v>
                </c:pt>
                <c:pt idx="11">
                  <c:v>3.0</c:v>
                </c:pt>
                <c:pt idx="12">
                  <c:v>1.0</c:v>
                </c:pt>
                <c:pt idx="13">
                  <c:v>1.0</c:v>
                </c:pt>
                <c:pt idx="14">
                  <c:v>3.0</c:v>
                </c:pt>
                <c:pt idx="15">
                  <c:v>2.0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repeats the block 'Intersection of (1) &amp; (3) B' twice: the first copy is a stray duplicate of the A-calculation (it equates line (1) with line (2) again and gives A(1,4,-3) again). Only the second block (with the third line) is correct. The slip does not change any value; the duplicate was removed and the elimination was written out. Answer 4 (C)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argues for (B): $|\vec a|&lt;\frac{\sqrt3}{10}&lt;\frac3{10}$ and then concludes $|\vec a|&lt;3\max\{|a_i|\}$. This does not follow, since $\max|a_i|$ can be much smaller than $\frac1{10}$ (for $\vec a=(0.001,0,0)$, $3\max=0.003$ is not above $\frac3{10}$). The correct proof is $a_i^2\le m^2\Rightarrow|\vec a|^2\le3m^2$. Also the PDF writes strict '&lt;' in (B) while the statement has '$\le$' (the two sides are equal for $\vec a=\vec 0$). The conclusion (both true)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$3(a-2)^2=8\times3(a^2+2)$ - an extra factor 3 on the right (squaring $\frac{|a-2|}{\sqrt3\sqrt{a^2+2}}=\frac{2\sqrt2}{3}$ gives $3(a-2)^2=8(a^2+2)$). The next line $5a^2+12a+4=0$ is the correct result of the correct equation, so the slip is typographical. The PDF also writes the constraint as '$b\ge-8$'; from $|a-b|\le10$ with $a=-2$ the range is $-12\le b\le8$. $b=-40$ is still rejected and $b=-4$ is valid, so the answer 32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lists the second plane as $\hat i-\hat j,\hat j-\hat k$ but computes its normal from $\hat i-\hat j,\hat i-\hat k$ (same plane, since $\hat i-\hat k=(\hat i-\hat j)+(\hat j-\hat k)$; harmless). PDF writes $\vec a=\lambda|\vec n_2\times\vec n_2|$ (should be $\vec n_1\times\vec n_2$; $\vec n_2\times\vec n_2=\vec0$), and $\vec a\cdot\vec b=\lambda|0+4+2|=6$ (the absolute value is wrong; it is $6\lambda=6$ with $\lambda=1$). The values $\vec a=-2\hat j+2\hat k$, $\theta=\frac\pi4$ and $|\vec a\times\vec b|=6$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numerator as $(\vec a_2\cdot\vec a_1)\cdot(\vec b_1\times\vec b_2)$; it should be $(\vec a_2-\vec a_1)\cdot(\vec b_1\times\vec b_2)$ (a dot product of the position vectors would give $0$). The determinant and the answer $\frac{12}{5}$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Vector 3D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(paper Q21–Q40)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distance of the mid-point of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$\frac{x}{1}=\frac{6-y}{2}=\frac{z+8}{5}$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$\frac{x-5}{4}=\frac{y-7}{3}=\frac{z+2}{1}$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$\frac{x+3}{6}=\frac{3-y}{3}=\frac{z-6}{1}$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distance of the mid-point of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$2x-2y+z=14$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lines in 3D, Distance of a point from a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of the first line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equate it with a point of each other line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point of the first line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$(\lambda,\,6-2\lambda,\,5\lambda-8)$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equate it with a point of each other line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(1):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general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$\frac{x}{1}=\frac{y-6}{-2}=\frac{z+8}{5}=\lambda$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general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$(\lambda,\,-2\lambda+6,\,5\lambda-8)$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general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(3):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general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(1) and (2),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equating the coordinates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(1) and (3),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equating the coordinates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$\frac{x-5}{4}=\frac{y-7}{3}=\frac{z+2}{1}=\mu$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general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$(4\mu+5,\,3\mu+7,\,\mu-2)$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$\frac{x+3}{6}=\frac{y-3}{-3}=\frac{z-6}{1}=\gamma$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general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$(6\gamma-3,\,-3\gamma+3,\,\gamma+6)$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(1) and (2),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equating the coordinates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$\lambda=1,\ \mu=-1$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$5\lambda-8=\mu-2$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$A(1,4,-3)$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(1) and (3),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equating the coordinates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$\lambda=3,\ 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$5\lambda-8=7=\gamma+6$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$B(3,0,7)$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Mid-point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$2x-2y+z=14$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$\frac{|2(2)-2(2)+2-14|}{\sqrt{4+4+1}}$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$=\frac{|-12|}{3}=4$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Signed distance from a plane is linear along a line, so the mid-point's signed distance is the average of the end-points'.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signed distance from the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Along line (1),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line (1)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(found by meeting lines (2) and (3)).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$f(x,y,z)=\frac{2x-2y+z-14}{3}$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signed distance from the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Along line (1),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$(\lambda,6-2\lambda,5\lambda-8)$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$f=\frac{2\lambda-12+4\lambda+5\lambda-8-14}{3}=\frac{11\lambda-34}{3}$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line (1)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(found by meeting lines (2) and (3)).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corresponds to the mean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mid-point corresponds to the mean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$f=\frac{22-34}{3}=-4$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$=|f|=4$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signed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affine function, so for the mid-point (or any section point) of a segment it is the same weighted average of the end-points' signed distances.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on one line with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parameter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mid-point has the mean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meet two lines in 3D, equate two coordinate equations to find the parameters and use the third as a consistency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signed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$\frac{ax+by+cz-d}{\sqrt{a^2+b^2+c^2}}$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affine function, so for the mid-point (or any section point) of a segment it is the same weighted average of the end-points' signed distances.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on one line with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$\frac{n\lambda_A+m\lambda_B}{m+n}$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mid-point has the mean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meet two lines in 3D, equate two coordinate equations to find the parameters and use the third as a consistency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76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following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(A) and (B)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(B)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(A)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(A) nor (B)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76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a=a_1\hat i+a_2\hat j+a_3\hat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$10|a_i|&lt;1$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following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$\max\{|a_1|,|a_2|,|a_3|\}\le|\vec a|$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a|\le 3\max\{|a_1|,|a_2|,|a_3|\}$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(A) and (B)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(B)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(A)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(A) nor (B)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Magnitude of a vector, Inequalities between components and magnitude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$m=\max|a_i|$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$m^2\le a_1^2+a_2^2+a_3^2\le 3m^2$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$m\le|\vec a|\le\sqrt3\,m\le 3m$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a=a_1\hat i+a_2\hat j+a_3\hat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$|a_i|&lt;\frac1{10}$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a|=\sqrt{a_1^2+a_2^2+a_3^2}$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sum of squares is at least the largest square.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(B):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 by the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needed; it only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Both (A) and (B)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a|=\sqrt{|a_1|^2+|a_2|^2+|a_3|^2}\ge\max\{|a_1|,|a_2|,|a_3|\}$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sum of squares is at least the largest square.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(B):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$m=\max\{|a_1|,|a_2|,|a_3|\}$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$a_i^2\le 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a|^2=a_1^2+a_2^2+a_3^2\le 3m^2$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a|\le\sqrt3\,m\le 3m$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a|=0=3m$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allowed by the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$|a_i|&lt;\frac1{10}$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needed; it only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a|&lt;\frac{\sqrt3}{10}$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Both (A) and (B)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Both (A) and (B)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 of a cube: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surface of the cube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between its inscribed and circumscribed spheres.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 of a cube: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surface of the cube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$[-m,m]^3$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between its inscribed and circumscribed spheres.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cube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its surface (some coordinate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points of the cube's surface to the centre are the face centres,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$m=\max|a_i|$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cube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$|x|,|y|,|z|\le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its surface (some coordinate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points of the cube's surface to the centre are the face centres,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a|\ge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farthest points are the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hold, option (A). Test: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0.0866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farthest points are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m,\pm m,\pm 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a|\le m\sqrt3\le 3m$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hold, option (A). Test: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a=(0.05,0.05,0.05)$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$m=0.05\le|\vec a|=0.0866\le0.15$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Both (A) and (B)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 comparison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(B) at once, and the Cauchy-Schwarz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reverse comparison.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hypothesis that is not used in the argument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usually a distractor: look for an inequality that holds without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 comparison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$\max|a_i|\le|\vec a|\le\sqrt n\,\max|a_i|$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a|\le|a_1|+|a_2|+|a_3|\le 3\max|a_i|$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(B) at once, and the Cauchy-Schwarz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$|a_1|+|a_2|+|a_3|\le\sqrt3|\vec 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reverse comparison.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hypothesis that is not used in the argument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$10|a_i|&lt;1$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usually a distractor: look for an inequality that holds without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angle between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angle between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$P:\ ax+y-z=b$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 x-1=a-y=z+1$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$(6,-6,4)$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a line and a plane, Distance of a point from a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a line and a plane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a line and a plane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$\sin\theta=\frac{|\vec n\cdot\vec p|}{|\vec n||\vec p|}$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$\sin\theta=\frac{2\sqrt2}{3}$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line and plane: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$ax+y-z=b$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n=a\hat i+\hat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$\frac{x-1}{1}=\frac{y-a}{-1}=\frac{z+1}{1}$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p=\hat i-\hat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line and 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$\sin\theta=\frac{|\vec n\cdot\vec p|}{|\vec n||\vec p|}$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$\cos\theta=\frac13\Rightarrow\sin\theta=\frac{2\sqrt2}{3}$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$\left|\frac{a-1-1}{\sqrt{a^2+2}\,\sqrt3}\right|=\frac{2\sqrt2}{3}$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$\frac{(a-2)^2}{3(a^2+2)}=\frac89$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$3(a-2)^2=8(a^2+2)$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$5a^2+12a+4=0\Rightarrow(5a+2)(a+2)=0$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$-12\le b\le8$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$(6,-6,4)$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$-2x+y-z=b$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$\frac{|-12-6-4-b|}{\sqrt6}=\frac{|22+b|}{\sqrt6}=3\sqrt6$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$|b+22|=18$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$[-12,8]$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$a^4+b^2=16+16=32$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cross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cosine of the angle between the line and the plane,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cross product: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cosine of the angle between the line and the plane,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n\times\vec p|=|\vec n||\vec p|\cos\theta$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line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quadratic),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line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n\times\vec p|=|\vec n||\vec p|\sin\varphi$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$\varphi=90^\circ-\theta$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n\times\vec p|=|\vec n||\vec p|\cos\theta$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n\times\vec p=(a,1,-1)\times(1,-1,1)=(0,\,-(a+1),\,-(a+1))$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n\times\vec p|^2=2(a+1)^2$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$2(a+1)^2=\left(\frac13\right)^2\cdot(a^2+2)\cdot3\Rightarrow 6(a+1)^2=a^2+2\Rightarrow5a^2+12a+4=0$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quadratic),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distance condition, as before: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violates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distance condition, as before: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$|b+22|=18$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violates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$a^4+b^2=16+16=32$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a line (direction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plane (normal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do not use cosine of the dot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apply every side condition of a problem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discard extra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a line (direction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plane (normal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$\sin\theta=\frac{|\vec n\cdot\vec p|}{|\vec n||\vec p|}$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$\cos\theta=\frac{|\vec n\times\vec p|}{|\vec n||\vec p|}$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do not use cosine of the dot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$(x_0,y_0,z_0)$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$ax+by+cz=d$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$\frac{|ax_0+by_0+cz_0-d|}{\sqrt{a^2+b^2+c^2}}$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apply every side condition of a problem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discard extra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9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points such that the direction ratios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then the modulus of a position vector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9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$3\hat i-\hat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i+2\hat j-4\hat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points such that the direction ratios of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$\overrightarrow{QS}$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then the modulus of a position vector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$\sqrt{171}$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$\sqrt{482}$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two lines in 3D, Cross product of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has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$\overrightarrow{PR}\times\overrightarrow{QS}$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has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r=(3,-1,2)+\lambda(4,-1,2)$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r=(1,2,-4)+\mu(-2,1,-2)$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into the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third equation checks: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$3+4\lambda=1-2\mu$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$-1-\lambda=2+\mu$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$2+2\lambda=-4-2\mu$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$\mu=-3-\lambda$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into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$3+4\lambda=7+2\lambda$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third equation checks: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$T(11,-3,6)$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n=\overrightarrow{PR}\times\overrightarrow{QS}=\left|\begin{matrix}\hat i&amp;\hat j&amp;\hat k\\4&amp;-1&amp;2\\-2&amp;1&amp;-2\end{matrix}\right|=4\hat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r=(11,-3,6)+\lambda(0,2,1)$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$|\overrightarrow{TA}|=\sqrt5\Rightarrow\lambda=\pm1$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for the other point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$A(11,-1,7)$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$A(11,-5,5)$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$|\overrightarrow{OA}|=\sqrt{121+1+49}=\sqrt{171}$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for the other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$\sqrt{121+25+25}=\sqrt{171}$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171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$\sqrt{171}$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by Pythagoras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both choices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$\overrightarrow{OT}\cdot\overrightarrow{TA}=0$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by Pythagoras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$|\overrightarrow{OA}|^2=|\overrightarrow{OT}|^2+|\overrightarrow{TA}|^2$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both choices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(intersection of the two lines, 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either position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$T=(11,-3,6)$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(intersection of the two lines, 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$\overrightarrow{TA}=\pm(0,2,1)$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$\overrightarrow{PR}\times\overrightarrow{QS}\propto(0,2,1)$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$\overrightarrow{OT}\cdot(0,2,1)=-6+6=0$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$\overrightarrow{OT}\perp\overrightarrow{TA}$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$|\overrightarrow{OA}|^2=|\overrightarrow{OT}|^2+|\overrightarrow{TA}|^2=(121+9+36)+5=171$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$|\overrightarrow{OA}|=\sqrt{171}$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either position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171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$\sqrt{171}$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choices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perpendicular to two directions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scale it to the required length by dividing by its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intersect only if the three coordinate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consistent; solve two and check the third.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u+\vec v|^2=|\vec u|^2+|\vec v|^2+2\vec u\cdot\vec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u\cdot\vec 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choices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perpendicular to two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d_1,\vec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scale it to the required length by dividing by its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intersect only if the three coordinate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consistent; solve two and check the third.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$\left(\begin{matrix}\alpha&amp;\beta&amp;\gamma\end{matrix}\right)\left(\begin{matrix}2&amp;10&amp;8\\9&amp;3&amp;8\\8&amp;4&amp;8\end{matrix}\right)=\left(\begin{matrix}0&amp;0&amp;0\end{matrix}\right)$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$2x+4y+3z=5$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$6\alpha+9\beta+7\gamma$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multiplication (row matrix times a matrix), Cross product of vectors / equation of a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equation is three linear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third column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equation is three linear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third column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$(8,8,8)$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out: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(3) by cross multiplication: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(2) checks: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$2\alpha+9\beta+8\gamma=0$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$10\alpha+3\beta+4\gamma=0$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$8\alpha+8\beta+8\gamma=0$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(3) by cross multiplication: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$\frac{\alpha}{1}=\frac{\beta}{6}=\frac{\gamma}{-7}=k$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$\alpha=k,\ \beta=6k,\ \gamma=-7k$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(equation (2) checks: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$10+18-28=0$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$2x+4y+3z=5$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$2\alpha+4\beta+3\gamma=5\Rightarrow2k+24k-21k=5$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$6\alpha+9\beta+7\gamma=6k+54k-49k=11k=11$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two zero relations, so the value follows without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$(6,9,7)$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combination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$(2,4,3)$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two zero relations, so the value follows without finding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the columns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third column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subtracting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three components check).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the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$(2,9,8)$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third column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$2\alpha+9\beta+8\gamma=0$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$(6,9,7)=x(2,4,3)+y(2,9,8)+z(1,1,1)$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subtracting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$9=4x+9y+z$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$7=3x+8y+z$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$3=2x+7y$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three components check).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$6\alpha+9\beta+7\gamma=\frac{11}5(2\alpha+4\beta+3\gamma)+0+0=\frac{11}5\cdot5=11$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every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two independent columns it is their cross product (up to a scalar).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column of equal entries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evaluate a linear expression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linear constraints, express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combination of the constraint vectors: the value is then fixed without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 \beta\ \gamma)M=\vec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orthogonal to every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two independent columns it is their cross product (up to a scalar).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column of equal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$(c,c,c)$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evaluate a linear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w\cdot\vec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linear constraints, express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combination of the constraint vectors: the value is then fixed without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perpendicular from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meets the co-ordinate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volume of the tetrahedron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points is NOT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perpendicular from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meets the co-ordinate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volume of the tetrahedron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points is NOT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$(3,0,4)$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Plane through a foot of perpendicular and its intercepts, Volume of a tetrahedron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also the normal vector,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its intercepts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foot of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also the normal vector,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$P:\ 2x+ay+4z=4+a^2+16$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its intercepts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$V=\frac16\cdot OA\cdot OB\cdot OC$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of tetrahedron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$\overrightarrow{OF}=(2,a,4)$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$F(2,a,4)$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$(2\hat i+a\hat j+4\hat k)\cdot[(x-2)\hat i+(y-a)\hat j+(z-4)\hat k]=0$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$2x+ay+4z=20+a^2$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$A\left(\frac{20+a^2}{2},0,0\right)$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$B\left(0,\frac{20+a^2}{a},0\right)$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$C\left(0,0,\frac{20+a^2}{4}\right)$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of tetrahedron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$=\frac16[\vec a\ \vec b\ \vec c]=\frac16\,\vec a\cdot(\vec b\times\vec c)=\frac16\cdot\frac{20+a^2}{2}\cdot\frac{20+a^2}{a}\cdot\frac{20+a^2}{4}=144$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13824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it is the only natural number that does).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plane: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on the plane.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$(20+a^2)^3=144\times48\times a=6912a$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$24^3=13824=6912\cdot2$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it is the only natural number that does).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$2x+2y+4z=24$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$x+y+2z=12$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$4+8=12$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$2+2+8=12$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$3+8=11\ne12$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on the plane.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$(3,0,4)$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minimum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 (no trial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minimum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$\frac{(20+a^2)^3}{48a}$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 (no trial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quartic is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plane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$2x+ay+4z=20+a^2$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$V(a)=\frac{(20+a^2)^3}{48a}$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$(20+a^2)^3-6912a=(a-2)^2\,(a^4+4a^3+72a^2+272a+2000)$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quartic is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$V(a)\ge144$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$x+y+2z=12$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$x+y+2z=12$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$x+y+2z=11$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$(3,0,4)$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plane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plane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tetrahedron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volume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foot direction a volume equation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sits at the minimum of the volume: check by AM-GM or by factorising to see that the root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r\cdot\vec F=|\vec F|^2$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$F_xx+F_yy+F_zz=|F|^2$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xp+\frac yq+\frac zr=1$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tetrahedron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volume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$\frac{|pqr|}{6}$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y+\gamma z=d$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$\frac{|d|^3}{6|\alpha\beta\gamma|}$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foot direction a volume equation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$(20+a^2)^3=6912a$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sits at the minimum of the volume: check by AM-GM or by factorising to see that the root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position vectors of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bisector of the acute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$\sqrt3\hat i+\hat j,\ \hat i+\sqrt3\hat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$\beta\hat i+(1-\beta)\hat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position vectors of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bisector of the acute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bisector of two position vectors,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make an acute angle with each other, so the bisector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mirror images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make an acute angle with each other, so the bisector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acute-angle bisector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$A=(\sqrt3,1)$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$|OA|=|OB|=2$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acute-angle bisector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$C=(\beta,1-\beta)$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$\frac{|\beta-(1-\beta)|}{\sqrt2}=\frac3{\sqrt2}$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$|2\beta-1|=3$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$2\beta-1=3\Rightarrow\beta=2$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$2\beta-1=-3\Rightarrow\beta=-1$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perpendicular to the bisector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solutions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perpendicular to the bisector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solutions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$x+y=\beta+(1-\beta)=1$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$CM=\sqrt2\left|\beta-\frac12\right|$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values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$\sqrt2\left|\beta-\frac12\right|=\frac3{\sqrt2}\Rightarrow\left|\beta-\frac12\right|=\frac32$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$\frac12\pm\frac32$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$2\cdot\frac12=1$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bisectors of the angle between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along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acute-angle one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the angle between the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Vectors of equal length: the bisector is simply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quadratic/absolute-value condition is symmetric about a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the two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bisectors of the angle between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a\pm\hat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acute-angle one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a+\hat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the angle between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Vectors of equal length: the bisector is simply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$A+B=(\sqrt3+1)(1,1)$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quadratic/absolute-value condition is symmetric about a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the two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837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 zero vectors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following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parallel.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(A) and (B) are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(A)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(B)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(A) nor (B) is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837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a=2\hat i+\hat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non zero vectors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b+\vec c|=|\vec a+\vec b-\vec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following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a+\lambda\vec c|\ge|\vec 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parallel.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Then,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(A) and (B) are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(A)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(B)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(A) nor (B) is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Dot product and magnitude of vectors, Perpendicular vectors and shortest distance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moduli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moduli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$(\vec a+\vec b)\cdot\vec 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b\cdot\vec 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the given equality: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the given 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b+\vec c|^2=|\vec a+\vec b-\vec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squares of the moduli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and perpendicular, so they cannot be parallel. (B)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$2\vec a\cdot\vec b+2\vec b\cdot\vec c+2\vec c\cdot\vec a=2\vec a\cdot\vec b-2\vec b\cdot\vec c-2\vec c\cdot\vec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squares of the moduli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$4\vec a\cdot\vec c+4\vec b\cdot\vec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$4\vec a\cdot\vec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a\perp\vec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non-zero and perpendicular, so they cannot be parallel. (B)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a+\lambda\vec c|^2=|\vec a|^2+2\lambda\,\vec a\cdot\vec c+\lambda^2|\vec c|^2=|\vec a|^2+\lambda^2|\vec 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a+\lambda\vec c|^2\ge|\vec 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$\lambda^2|\vec c|^2\ge0$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only (A) is 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foot of the perpendicular from the origin to the line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the nearest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a\perp\vec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foot of the perpendicular from the origin to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r=\vec a+\lambda\vec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the nearest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the origin is equidistant from the points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their perpendicular bisector plane,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 of the line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nearest point, with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b+\vec c|=|\vec a+\vec b-\vec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the origin is equidistant from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a+\vec b\pm\vec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their perpendicular bisector plane,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$\perp\vec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b)\cdot\vec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a+\lambda\vec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point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a+\lambda\vec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a\perp\vec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nearest point, with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false: e.g.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yet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∦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false: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c=(1,-2,0)$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b=(0,0,1)$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b+\vec c|=|(3,-1,2)|=\sqrt{14}=|(1,3,2)|=|\vec a+\vec b-\vec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yet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c\not\parallel\vec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only (A) is 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diagonals of a parallelogram are equal iff it is a rectangle).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minimum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perpendicular vectors are never parallel: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non-zero forces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u+\vec v|=|\vec u-\vec v|\iff\vec u\cdot\vec 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diagonals of a parallelogram are equal iff it is a rectangle).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a+\lambda\vec c|\ge|\vec 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a+\lambda\vec 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$\lambda=-\frac{\vec a\cdot\vec c}{|\vec c|^2}$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Non-zero perpendicular vectors are never parallel: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a\parallel\vec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non-zero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vectors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coplanar. If the vectors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also coplanar,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u_1=\hat i+\hat j+a\hat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u_2=\hat i+b\hat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u_3=c\hat i+\hat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coplanar. If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v_1=(a+b)\hat i+c\hat j+c\hat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v_2=a\hat i+(b+c)\hat j+a\hat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v_3=b\hat i+b\hat j+(c+a)\hat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also coplanar,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Coplanarity of three vectors (scalar triple product),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second coplanarity determinant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first condition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second coplanarity determinant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first condition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coplanar: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coplanar: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u_1,\vec u_2,\vec u_3$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coplanar: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$\left|\begin{matrix}1&amp;1&amp;a\\1&amp;b&amp;1\\c&amp;1&amp;1\end{matrix}\right|=0$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$(b-1)-(1-c)+a(1-bc)=0$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$a+b+c=2+abc$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v_1,\vec v_2,\vec v_3$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coplanar: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$\left|\begin{matrix}a+b&amp;c&amp;c\\a&amp;b+c&amp;a\\b&amp;b&amp;c+a\end{matrix}\right|=0$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row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third row, the determinant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by expansion),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R_3-(R_1+R_2)$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row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$(-2a,\,-2c,\,0)$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third row, the determinant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by expansion),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$6(a+b+c)=12$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second determinant is a cubic that vanishes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value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second determinant is a cubic that vanishes whenever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$k\,abc$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value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 of degree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$D(a,b,c)=\left|\begin{matrix}a+b&amp;c&amp;c\\a&amp;b+c&amp;a\\b&amp;b&amp;c+a\end{matrix}\right|$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 of degree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$(b,c,c),(0,b+c,0),(b,b,c)$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$D=(b+c)(bc-bc)=0$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(i)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$D=k\,abc$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$\left(\begin{matrix}2&amp;1&amp;1\\1&amp;2&amp;1\\1&amp;1&amp;2\end{matrix}\right)$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$D=0\Rightarrow abc=0$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(i)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$6(a+b+c)=12$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vectors are coplanar iff the determinant of their components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(scalar triple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test for determinants: if a polynomial determinant vanishes when a variable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variable is a factor; compare degrees and one value to fix the constant. Also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vectors are coplanar iff the determinant of their components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(scalar triple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$\left|\begin{matrix}1&amp;1&amp;a\\1&amp;b&amp;1\\c&amp;1&amp;1\end{matrix}\right|=a+b+c-abc-2$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test for determinants: if a polynomial determinant vanishes when a variable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variable is a factor; compare degrees and one value to fix the constant.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$\left|\begin{matrix}a+b&amp;c&amp;c\\a&amp;b+c&amp;a\\b&amp;b&amp;c+a\end{matrix}\right|=4abc$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vector parallel to the line of intersection of the two planes described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vector parallel to the line of intersection of the two planes described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i+\hat j,\ \hat i+\hat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i-\hat j,\ 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b=2\hat i-2\hat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$(\theta,|\vec a\times\vec b|)$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$\left(\frac\pi3,6\right)$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$\left(\frac\pi4,3\sqrt6\right)$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$\left(\frac\pi3,3\sqrt6\right)$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of intersection of two planes, Dot and cross product (Lagrange's identity)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plane 'described by' two vectors has normal equal to their cross product; the line of intersection is along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plane 'described by' two vectors has normal equal to their cross product; the line of intersection is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n_1\times\vec n_2$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normals of the planes spanned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 second plane also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vector the PDF uses.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n_1,\vec n_2$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normals of the planes spanned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i+\hat j,\hat i+\hat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i-\hat j,\hat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 second plane also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$(\hat i-\hat j)+(\hat j-\hat k)=\hat i-\hat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vector the PDF uses.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n_1=(\hat i+\hat j)\times(\hat i+\hat k)=\left|\begin{matrix}\hat i&amp;\hat j&amp;\hat k\\1&amp;1&amp;0\\1&amp;0&amp;1\end{matrix}\right|=\hat i-\hat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n_2=(\hat i-\hat j)\times(\hat i-\hat k)=\left|\begin{matrix}\hat i&amp;\hat j&amp;\hat k\\1&amp;-1&amp;0\\1&amp;0&amp;-1\end{matrix}\right|=\hat i+\hat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a=\lambda(\vec n_1\times\vec n_2)=\lambda\left|\begin{matrix}\hat i&amp;\hat j&amp;\hat k\\1&amp;-1&amp;-1\\1&amp;1&amp;1\end{matrix}\right|=\lambda(-2\hat j+2\hat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b=\lambda(0+4+2)=6\lambda=6$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a=-2\hat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$\cos\theta=\frac{\vec a\cdot\vec b}{|\vec a||\vec b|}=\frac{6}{2\sqrt2\times3}=\frac1{\sqrt2}$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a\cdot\vec b|^2+|\vec a\times\vec b|^2=|\vec a|^2|\vec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$36+|\vec a\times\vec b|^2=8\times9=72$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$\left(\frac\pi4,6\right)$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common vector of the two planes directly as a linear combination of the spanning vectors; no normals are needed.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in both planes: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components: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common vector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vector in both planes: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$\alpha(\hat i+\hat j)+\beta(\hat i+\hat k)=\gamma(\hat i-\hat j)+\delta(\hat j-\hat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components: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$\alpha=-\gamma+\delta$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common vector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$\alpha(\hat j-\hat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a=t(0,1,-1)$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b=t(-2-1)=-3t=6\Rightarrow t=-2$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a=(0,-2,2)$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$\cos\theta=\frac{6}{2\sqrt2\cdot3}=\frac1{\sqrt2}$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b|=|\vec a||\vec b|\sin\theta=2\sqrt2\cdot3\cdot\frac1{\sqrt2}=6$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$\left(\frac\pi4,6\right)$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through the origin spanned by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common to two planes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moduli are known,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no cross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through the origin spanned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u,\vec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u\times\vec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common to two planes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n_1\times\vec n_2$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b|^2+(\vec a\cdot\vec b)^2=|\vec a|^2|\vec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moduli are known,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no cross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b|=|\vec a||\vec b|\sin\theta$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b=|\vec a||\vec b|\cos\theta$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$\tan\theta=\frac{|\vec a\times\vec b|}{\vec a\cdot\vec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some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a=3\hat i+2\hat j+x\hat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b=\hat i-\hat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some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$3\sqrt{\frac32}&lt;r&lt;5\sqrt{\frac32}$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$\sqrt{\frac32}&lt;r\le3\sqrt{\frac32}$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$0&lt;r\le\sqrt{\frac32}$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$r\ge5\sqrt{\frac32}$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Cross product of vectors, Minimum of a quadratic (range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Cross product of vectors, Minimum of a quadratic (range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minimum (by completing the square) gives the lower bound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a\times\vec b|^2$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minimum (by completing the square) gives the lower bound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b=\left|\begin{matrix}\hat i&amp;\hat j&amp;\hat k\\3&amp;2&amp;x\\1&amp;-1&amp;1\end{matrix}\right|=(2+x)\hat i+(x-3)\hat j-5\hat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b|=r=\sqrt{(2+x)^2+(x-3)^2+(-5)^2}$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 above,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$r=\sqrt{4+x^2+4x+x^2+9-6x+25}=\sqrt{2x^2-2x+38}$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$=\sqrt{2\left(x^2-x+\frac14\right)+38-\frac12}$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$=\sqrt{2\left(x-\frac12\right)^2+\frac{75}2}$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$\sqrt{\frac{75}2}$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 above,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$r\ge\sqrt{\frac{75}{2}}=5\sqrt{\frac32}$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$r\ge5\sqrt{\frac32}$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(distance of the tip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tips form a line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a\times\vec b|=|\vec b|\times$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(distance of the tip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tips form a line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tip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moves along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tip from the line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minimum is the shortest distance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the lines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tip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moves along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b|=|\vec b|\cdot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tip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r=t\vec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minimum is the shortest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that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$=\frac{|(3,2,0)\cdot(\vec b\times\hat k)|}{|\vec b\times\hat k|}$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b\times\hat k=(-1,-1,0)$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$=\frac{|-5|}{\sqrt2}$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arbitrarily large.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$r=|\vec b|\cdot\frac5{\sqrt2}=\sqrt3\cdot\frac5{\sqrt2}=5\sqrt{\frac32}$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arbitrarily large.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$r\ge5\sqrt{\frac32}$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$r\ge5\sqrt{\frac32}$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the tip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of the parallelogram =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variable component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quadratic in it; its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minimum at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b|=|\vec b|\times$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the tip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of the parallelogram =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variable component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a\times\vec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quadratic in it;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$[\text{minimum},\infty)$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minimum at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$\min_x\sqrt{px^2+qx+s}=\sqrt{s-\frac{q^2}{4p}}$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$38-\frac{4}{8}=\frac{75}2$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equation of plane passing through the line of intersection of the planes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distance of this plane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equation of plane passing through the line of intersection of the planes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$x+2y+az=2$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$5x-11y+bz=6a-1$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distance of this plane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$(a,-c,c)$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Pencil of planes through a line of intersection, Distance of a point from a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plane through the intersection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it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plane through the intersection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$P_1+\lambda P_2=0$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$5x-11y+bz=6a-1$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through the line of intersection: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 ratios: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through the line of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$(x+2y+az-2)+\lambda(x-y+z-3)=0$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$(1+\lambda)x+(2-\lambda)y+(a+\lambda)z=2+3\lambda$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$5x-11y+bz=6a-1$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$\frac{1+\lambda}5=\frac{2-\lambda}{-11}=\frac{a+\lambda}b=\frac{2+3\lambda}{6a-1}$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 two ratios: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$-11-11\lambda=10-5\lambda$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$5x-11y+z-17=0$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$(a,-c,c)=(3,-c,c)$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$\frac{|5a+11c+bc-6a+1|}{\sqrt{25+121+1}}=\frac2{\sqrt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$\frac{|12c-2|}{\sqrt{147}}=\frac2{\sqrt3}$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$|12c-2|=14$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$\frac{a+b}c=\frac{3+1}{-1}=-4$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planes share a line, so their coefficient matrix has rank 2: vanishing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planes share a line, so their coefficient matrix has rank 2: vanishing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planes in a pencil have dependent equations: rank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planes in a pencil have dependent equations: rank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$\left(\begin{matrix}1&amp;2&amp;a&amp;2\\1&amp;-1&amp;1&amp;3\\5&amp;-11&amp;b&amp;6a-1\end{matrix}\right)$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$\left|\begin{matrix}1&amp;2&amp;2\\1&amp;-1&amp;3\\5&amp;-11&amp;6a-1\end{matrix}\right|=-18a+54=0$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$\left|\begin{matrix}1&amp;2&amp;3\\1&amp;-1&amp;1\\5&amp;-11&amp;b\end{matrix}\right|=3-3b=0$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$5x-11y+z=17$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$(3,-c,c)$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$\frac{|15+12c-17|}{\sqrt{147}}=\frac{|12c-2|}{7\sqrt3}=\frac2{\sqrt3}$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$|12c-2|=14$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$\frac{a+b}c=-4$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plane through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test: planes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a common line iff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matrix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vanish).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plane through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$P_1=0,P_2=0$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$P_1+\lambda P_2=0$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 P_1+\lambda P_2=0$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 test: planes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$P_1,P_2,P_3$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a common line iff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matrix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vanish).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$5x-11y+z-17=-2(x+2y+3z-2)+7(x-y+z-3)$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obtained by rotating the vector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an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in counter-clockwise direction in the first quadrant. Then the area of triangle having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$\alpha\hat i+\beta\hat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obtained by rotating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$\sqrt3\hat i+\hat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origin in counter-clockwise direction in the first quadrant. Then the area of triangle having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of a vector,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rotated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$\sqrt3\hat i+\hat 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rotated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$2(\cos75^\circ,\sin75^\circ)$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after rotating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$\sqrt3\hat i+\hat j=2(\cos30^\circ\hat i+\sin30^\circ\hat 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after rotating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$\alpha\hat i+\beta\hat j=2(\cos75^\circ\hat i+\sin75^\circ\hat 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$(\alpha,\beta),(0,\beta),(0,0)$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$\frac12\left|\begin{matrix}\alpha&amp;\beta&amp;1\\0&amp;\beta&amp;1\\0&amp;0&amp;1\end{matrix}\right|=\frac12|\alpha\beta|$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$\alpha\beta=4\sin75^\circ\cos75^\circ=2\sin150^\circ=1$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$=\frac12\,|\,2\cdot2\sin75^\circ\cos75^\circ\,|=\frac{2\sin150^\circ}{2}=\frac12$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by 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algebraically; 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by 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$e^{i\pi/4}=\frac{1+i}{\sqrt2}$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algebraically; no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rotation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is right-angled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$z=\sqrt3+i$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$\alpha+i\beta=\frac{(\sqrt3+i)(1+i)}{\sqrt2}=\frac{(\sqrt3-1)+(\sqrt3+1)i}{\sqrt2}$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$\alpha=\frac{\sqrt3-1}{\sqrt2},\ \beta=\frac{\sqrt3+1}{\sqrt2}$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$\alpha\beta=\frac{3-1}{2}=1$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$\frac12\alpha\beta=\frac12$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counter-clockwise: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angle).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counter-clockwise: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$(x\cos\varphi-y\sin\varphi,\ x\sin\varphi+y\cos\varphi)$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$(\alpha,\beta)=r(\cos\varphi,\sin\varphi)$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$\frac{r^2}{4}\sin2\varphi$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$\frac44\sin150^\circ=\frac12$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$\sin75^\circ\cos75^\circ=\frac12\sin150^\circ=\frac14$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angle).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vertex of a rectangular parallelopiped is at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lengths of its edges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axes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shortest distance between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edge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axis, not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vertex of a rectangular parallelopiped is at the origin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lengths of its edges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shortest distance between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edge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axis, not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$\frac{12}{5\sqrt5}$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Shortest distance between two skew lines, Rectangular parallelepiped (box) geometry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are explicit, so apply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are explicit, so apply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$\frac{|(\vec a_2-\vec a_1)\cdot(\vec b_1\times\vec b_2)|}{|\vec b_1\times\vec b_2|}$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edge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not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x3=\frac y4=\frac z5$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a_1=(0,0,0)$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b_1=(3,4,5)$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edge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not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$\frac{x-3}{0}=\frac{y-0}{0}=\frac{z-5}{1}$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a_2=(3,0,5)$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b_2=(0,0,1)$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$=\frac{|(\vec a_2-\vec a_1)\cdot(\vec b_1\times\vec b_2)|}{|\vec b_1\times\vec b_2|}$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(scalar triple product):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(scalar triple product):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$\left|\begin{matrix}3&amp;0&amp;5\\3&amp;4&amp;5\\0&amp;0&amp;1\end{matrix}\right|=3(4)=12$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b_1\times\vec b_2=\left|\begin{matrix}\hat i&amp;\hat j&amp;\hat k\\3&amp;4&amp;5\\0&amp;0&amp;1\end{matrix}\right|=4\hat i-3\hat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$\frac{12}5$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edge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project everything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-plane: the distance is that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edge is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project everything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-plane: the distance is that from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Projecting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 vertical edge becomes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edge is parallel to the projection direction, the shortest distance between the lines equals the distance between this point and this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Projecting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 vertical edge becomes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$y=\frac43x$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edge is parallel to the projection direction, the shortest distance between the lines equals the distance between this point and this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$=\frac{|4(3)-3(0)|}{\sqrt{16+9}}=\frac{12}5$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$\frac{12}5$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line is parallel to a coordinate axis, project along that axis: line-line distance becomes point-line distance in the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Face-diagonal and body-diagonal distances in a box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-edge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a_1+t\vec 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a_2+s\vec 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$\frac{|(\vec a_2-\vec a_1)\cdot(\vec b_1\times\vec b_2)|}{|\vec b_1\times\vec b_2|}$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line is parallel to a coordinate axis, project along that axis: line-line distance becomes point-line distance in the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Face-diagonal and body-diagonal distances in a box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$p\times q\times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-edge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$\frac{pq}{\sqrt{p^2+q^2}}$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$p=3,q=4$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position vectors of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i+\hat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$\overrightarrow{OB}\cdot\overrightarrow{OP}-3\left|\overrightarrow{OA}\times\overrightarrow{OP}\right|^2=6$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Section formula and position vectors, Dot and cross product of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$\overrightarrow{OP}=\frac{\lambda\overrightarrow{OB}+\overrightarrow{OA}}{\lambda+1}$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$\overrightarrow{OA}\times\overrightarrow{OP}=\frac{\lambda}{\lambda+1}\overrightarrow{OA}\times\overrightarrow{OB}$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$\overrightarrow{OP}=\frac{\lambda\overrightarrow{OB}+\overrightarrow{OA}}{\lambda+1}$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$\overrightarrow{OB}\cdot\overrightarrow{OP}=\frac{\lambda|\overrightarrow{OB}|^2+\overrightarrow{OA}\cdot\overrightarrow{OB}}{\lambda+1}=\frac{14\lambda+(2+1+3)}{\lambda+1}=\frac{6+14\lambda}{\lambda+1}$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$\overrightarrow{OA}\times\overrightarrow{OP}=\frac\lambda{\lambda+1}\left|\begin{matrix}\hat i&amp;\hat j&amp;\hat k\\1&amp;1&amp;1\\2&amp;1&amp;3\end{matrix}\right|=\frac\lambda{\lambda+1}(2\hat i-\hat j-\hat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$|\overrightarrow{OA}\times\overrightarrow{OP}|^2=\frac{\lambda^2}{(\lambda+1)^2}(6)$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given equation: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given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$\frac{6+14\lambda}{\lambda+1}-3\cdot\frac{6\lambda^2}{(\lambda+1)^2}=6$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$\frac{8\lambda}{\lambda+1}=18\left(\frac\lambda{\lambda+1}\right)^2$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$\frac{6+14\lambda}{\lambda+1}-6=\frac{8\lambda}{\lambda+1}$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$\frac\lambda{\lambda+1}\ne0$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$8=18\cdot\frac\lambda{\lambda+1}$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$8\lambda+8=18\lambda$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$\lambda=\frac8{10}=0.8$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0.80 (i.e.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0.80 (i.e.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the fraction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back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the fraction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$t=\frac1{\lambda+1}$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way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back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$\overrightarrow{OP}=\overrightarrow{OB}-t\,\overrightarrow{AB}$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$P=B-t(B-A)$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$t=\frac1{\lambda+1}\in(0,1)$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$\overrightarrow{AB}=(1,0,2)$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$\overrightarrow{OB}\cdot\overrightarrow{OP}=|\overrightarrow{OB}|^2-t\,\overrightarrow{OB}\cdot\overrightarrow{AB}=14-8t$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$\overrightarrow{OB}\cdot\overrightarrow{AB}=2+6=8$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$\overrightarrow{OA}\times\overrightarrow{OP}=(1-t)\,\overrightarrow{OA}\times\overrightarrow{OB}$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$|\cdot|^2=6(1-t)^2$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$14-8t-18(1-t)^2=6\Rightarrow9t^2-14t+5=0\Rightarrow 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$\lambda+1=\frac95$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$\lambda=\frac45=0.8$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0.80 (i.e.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0.80 (i.e.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division in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segment point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hidden root at the degenerate position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common: factor it out and reject it using the stated condition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division in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P=\frac{n\vec A+m\vec B}{m+n}$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segment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A+t(\vec B-\vec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$t=\frac{m}{m+n}$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A=\vec0$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$\overrightarrow{OA}\times\overrightarrow{OP}=t\,\overrightarrow{OA}\times\overrightarrow{OB}$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$P=A+t(B-A)$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scales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hidden root at the degenerate position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common: factor it out and reject it using the stated condition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of the plane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of the plane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$x-3y+2z-1=0=4x-y+z$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$140(C-B+A)$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Plane perpendicular to a line, Cross product of normals (direction of a line given as two planes)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is the intersection of two planes, so it is along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that is the normal of the required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line is the intersection of two planes, so it is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n_1\times\vec n_2$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that is the normal of the required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normals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the normal to the required plane: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plane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$x-3y+2z-1=0$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normals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n_1\times\vec n_2=\left|\begin{matrix}\hat i&amp;\hat j&amp;\hat k\\1&amp;-3&amp;2\\4&amp;-1&amp;1\end{matrix}\right|=-\hat i+7\hat j+11\hat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the normal to the required 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$-1,7,11$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$-1(x-1)+7(y-1)+11(z-2)=0$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$-x+7y+11z=28$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$-\frac1{28}x+\frac7{28}y+\frac{11}{28}z=1$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$A=-\frac1{28},\ B=\frac7{28},\ C=\frac{11}{28}$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$140(C-B+A)=140\left(\frac{11}{28}-\frac7{28}-\frac1{28}\right)=140\times\frac3{28}=15$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Get the direction from two points of the line, then fix the scale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condition that the plane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Get the direction from two points of the line, then fix the scale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condition that the plane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of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 of the plane is parallel to it,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of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$x-3y=1,\ 4x-y=0$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$\left(-\frac1{11},-\frac4{11},0\right)$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$-3y+2z=1,\ 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$=\left(\frac1{11},-\frac7{11},-1\right)\propto(1,-7,-11)$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normal of the plane is parallel to 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$(A,B,C)=\mu(-1,7,11)$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$A+B+2C=1$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$\mu(-1+7+22)=1$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$\mu=\frac1{28}$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$C-B+A=\mu(11-7-1)=\frac3{28}$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$140(C-B+A)=15$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plane perpendicular to a line has the line's direction as its normal; the direction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scale of a normal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a line given as two planes: also obtained by solving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plane perpendicular to a line has the line's direction as its normal; 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$\{P_1=0,P_2=0\}$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n_1\times\vec n_2$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$(x_0,y_0,z_0)$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$Ax_0+By_0+Cz_0=1$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scale of a normal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of a line given as two planes: also obtained by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n_1\cdot\vec d=0,\vec n_2\cdot\vec 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$d\propto(1,-7,-11)$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angles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A+y\sin B+z\sin C-18=0=x\sin2A+y\sin2B+z\sin2C-9$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angles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$80\left(\sin\frac A2\sin\frac B2\sin\frac C2\right)$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line and planes (3D geometry), Trigonometric identities in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both planes and divide: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$x=y=z=k$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both planes and divide: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A+\sin B+\sin C=4\prod\cos\frac 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$\sin2A+\sin2B+\sin2C=4\prod\sin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point of the line with the two planes.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plane: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plane: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point of the line with the two planes.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$k(\sin A+\sin B+\sin C)=18$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A+\sin B+\sin C=4\cos\frac A2\cos\frac B2\cos\frac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$k\left(4\cos\frac A2\cdot\cos\frac B2\cdot\cos\frac C2\right)=18$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plane: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$k(\sin2A+\sin2B+\sin2C)=9$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(ii) by (i);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$\sin2A+\sin2B+\sin2C=4\sin A\sin B\sin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$k\left(4\sin A\cdot\sin B\cdot\sin C\right)=9$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(ii) by (i);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A=2\sin\frac A2\cos\frac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$8\sin\frac A2\cdot\sin\frac B2\cdot\sin\frac C2=\frac9{18}$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A2\sin\frac B2\sin\frac C2=\frac1{16}$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$80\sin\frac A2\sin\frac B2\sin\frac C2=5$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both sums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ratio of the sums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both sums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$R,r,s$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ratio of the sums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$\frac{2r}{R}$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$\prod\sin\frac A2=\frac r{4R}$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A+\sin B+\sin C=\frac{a+b+c}{2R}=\frac sR$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$\sin2A+\sin2B+\sin2C=4\sin A\sin B\sin C=\frac{4abc}{8R^3}=\frac{4\cdot4R\Delta}{8R^3}=\frac{2\Delta}{R^2}=\frac{2rs}{R^2}$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$abc=4R\Delta$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two plane conditions: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two plane conditions: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$\frac{9}{18}=\frac{2rs/R^2}{s/R}=\frac{2r}{R}$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rR=\frac14$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A2\sin\frac B2\sin\frac C2=\frac r{4R}=\frac1{16}$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$80\times\frac1{16}=5$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a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two planes, the common point is found by dividing the two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data are consistent: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(equilateral),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A+\sin B+\sin C=4\prod\cos\frac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\sin2A+\sin2B+\sin2C=4\prod\sin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\prod\sin\frac A2=\frac r{4R}$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a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$px+qy+rz=d$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 d{p+q+r}$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two planes, the common point is found by dividing the two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data are consistent: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$\prod\sin\frac A2\le\frac18$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(equilateral),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rR\le\frac12$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foot of perpendicular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on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foot of perpendicular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$P:\ x-y+2z+3=0$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$B(5,\alpha,\beta)$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on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Foot of perpendicular from a point to a plane,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$AN\perp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$B,N\in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ABN$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$=\frac12\,AN\cdot BN$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$B(5,\alpha,\beta)$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$5-\alpha+2\beta+3=0$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$\frac{x_1-4}1=\frac{y_1-3}{-1}=\frac{z_1-1}2=\frac{-(4-3+2+3)}{6}=-1$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$N(x_1,y_1,z_1)=(3,4,-1)$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$AN=\frac{6}{\sqrt6}=\sqrt6$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$\frac12AN\cdot BN=3\sqrt2$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$AN\cdot BN=6\sqrt2$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$\frac6{\sqrt6}\cdot BN=6\sqrt2$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$4+(\alpha-4)^2+(\beta+1)^2=12$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$(\alpha-4)^2+(\beta+1)^2=8$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$\alpha=2\beta+8$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$(2\beta+4)^2+(\beta+1)^2=8$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$5\beta^2+18\beta+9=0$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$\alpha^2+\beta^2+\alpha\beta=4+9-6=7$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Pythagoras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needed beyond the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Pythagoras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$AB^2=AN^2+BN^2$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foot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needed beyond the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$\frac{|4-3+2+3|}{\sqrt6}=\sqrt6$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$\frac12AN\cdot BN=3\sqrt2$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$BN^2=12$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$AB^2=AN^2+BN^2=6+12=18$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$AB^2=(5-4)^2+(\alpha-3)^2+(\beta-1)^2=18$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$(\alpha-3)^2+(\beta-1)^2=17$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$\alpha=2\beta+8$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$(2\beta+5)^2+(\beta-1)^2=17\Rightarrow5\beta^2+18\beta+9=0$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(integer),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$\alpha^2+\beta^2+\alpha\beta=4+9-6=7$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Integer-point conditions on a circle/quadratic in two variables: solve the quadratic and keep only the integer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$A\notin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ANB=90^\circ$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$AB^2=AN^2+NB^2$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$(x_0,y_0,z_0)$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$ax+by+cz+d=0$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$(x_0,y_0,z_0)-\frac{ax_0+by_0+cz_0+d}{a^2+b^2+c^2}(a,b,c)$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$\frac{6}{6}=1$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$N=A-(1,-1,2)=(3,4,-1)$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Integer-point conditions on a circle/quadratic in two variables: solve the quadratic and keep only the integer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vector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minimum value of the scalar triple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3401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natural numbers,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v=\alpha\hat i+2\hat j-3\hat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w=2\alpha\hat i+\hat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vector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u|=\alpha&gt;0$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minimum value of the scalar triple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u\ \vec v\ \vec w]$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$-\alpha\sqrt{3401}$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u\cdot\hat i|^2=\frac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 natural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Scalar triple product, Maximum/minimum of a dot product (angle between vectors)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antiparallel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$[\vec u\,\vec v\,\vec w]=\vec u\cdot(\vec v\times\vec w)$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antiparallel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v\times\vec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$-|\vec u||\vec v\times\vec w|$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least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3401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3401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3401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u\,\vec v\,\vec w]=\vec u\cdot(\vec v\times\vec w)=|\vec u||\vec v\times\vec w|\cos\theta$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$-\alpha|\vec v\times\vec w|=-\alpha\sqrt{3401}$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u|=\alpha$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v\times\vec w|=\sqrt{3401}$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v\times\vec w=\left|\begin{matrix}\hat i&amp;\hat j&amp;\hat k\\\alpha&amp;2&amp;-3\\2\alpha&amp;1&amp;-1\end{matrix}\right|=\hat i-5\alpha\hat j-3\alpha\hat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v\times\vec w|=\sqrt{1+25\alpha^2+9\alpha^2}=\sqrt{3401}$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$34\alpha^2=3400$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antiparallel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3401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antiparallel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v\times\vec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u=\lambda(\hat i-5\alpha\hat j-3\alpha\hat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u|^2=\lambda^2(1+25\alpha^2+9\alpha^2)$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$\alpha^2=\lambda^2(1+34\times100)$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$100=\lambda^2\cdot3401$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u\cdot\hat i|^2=\lambda^2=\frac{100}{3401}=\frac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$3401=19\times179$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coprime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$m+n=100+3401=3501$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3501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extremes occur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scalar triple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extreme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3401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Reduce the fraction (check gcd) before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$-|\vec u||\vec n|\le\vec u\cdot\vec n\le|\vec u||\vec n|$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extremes occur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u=\pm|\vec u|\,\hat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scalar triple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$[\vec u\,\vec v\,\vec w]=\vec u\cdot(\vec v\times\vec 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extreme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u|=\alpha$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$\pm\alpha|\vec v\times\vec w|$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u\cdot\hat i)^2=|\vec u|^2\frac{n_x^2}{|\vec n|^2}$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u\parallel\vec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$100\times\frac1{3401}$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Reduce the fraction (check gcd) before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co-ordinate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orthocenter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$x+3y-2z+6=0$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co-ordinate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orthocenter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$\left(\alpha,\beta,\frac67\right)$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$98(\alpha+\beta)^2$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Intercepts of a plane and orthocentre of a triangle, Foot of perpendicular from the origin to a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orthocentre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orthocentre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$\overrightarrow{AH}\cdot\overrightarrow{BC}=0$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$\overrightarrow{CH}\cdot\overrightarrow{AB}=0$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meets the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orthocentre: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plane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$A(-6,0,0)$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$\overrightarrow{AB}=6\hat i-2\hat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$\overrightarrow{BC}=2\hat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$\overrightarrow{AC}=6\hat i+3\hat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$H\left(\alpha,\beta,\frac67\right)$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orthocentre: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$\overrightarrow{AH}\cdot\overrightarrow{BC}=0$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$\left(\alpha+6,\beta,\frac67\right)\cdot(0,2,3)=0$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$2\beta+\frac{18}7=0$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$\overrightarrow{CH}\cdot\overrightarrow{AB}=0$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$\left(\alpha,\beta,-\frac{15}7\right)\cdot(6,-2,0)=0$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$6\alpha-2\beta=0$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$\alpha=\frac\beta3=-\frac37$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$98(\alpha+\beta)^2=98\cdot\frac{144}{49}=288$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288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Edges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mutually perpendicular, so the orthocentre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Edges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$OA,OB,OC$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mutually perpendicular, so the orthocentre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plane.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trirectangular tetrahedron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orthocentre of the face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trirectangular tetrahedron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orthocentre of the face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$x+3y-2z+6=0$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$-\frac{6}{1+9+4}(1,3,-2)=-\frac37(1,3,-2)=\left(-\frac37,-\frac97,\frac67\right)$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$H=\left(-\frac37,-\frac97,\frac67\right)$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$\alpha+\beta=-\frac{12}7$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$98\times\frac{144}{49}=288$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288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mutually perpendicular, the orthocentre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plane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orthocentre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intercept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𝑐𝑜𝑒𝑓𝑓𝑖𝑐𝑖𝑒𝑛𝑡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(set the other two variables to zero).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$OA,OB,OC$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mutually perpendicular, the orthocentre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xp+\frac yq+\frac zr=1$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$\frac{(1/p,1/q,1/r)}{1/p^2+1/q^2+1/r^2}$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$\overrightarrow{AH}\cdot\overrightarrow{BC}=0=\overrightarrow{BH}\cdot\overrightarrow{CA}$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$x+3y-2z+6=0$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$-\frac{6}{\text{coefficient}}$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$-6,\ -2,\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(set the other two variables to zero).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Vector 3D 02 Questions 1–20 (paper Q21–Q40)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