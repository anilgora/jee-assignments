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93C47D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2.0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0.0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3.0</c:v>
                </c:pt>
                <c:pt idx="18">
                  <c:v>1.0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sum = 7 line reads 'C(8,5) - 4 = 52' with the working copied from the sum = 5 case. The coefficient of x^7 in (1-4x^5)(1-x)^-4 is C(10,3) - 4*C(5,3) = 120 - 40 = 80. The PDF's own total (20 + 52 + 80 + 52 = 204) already uses 80, so the final answer 204 is correct; only the intermediate line was wrong. The PDF also writes the binomial indices in the unusual form C(4+5-1, 5) = C(8,5), equal to C(8,3).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'a + 1 + 3(-3/2a) = 1' in the line after a + 2 + 3c = 1. The right side should be 0 (a + 2 + 3c = 1 means a + 1 + 3c = 0). The next PDF line, a + 1 - 9/2a = 0, and the quadratic 2a^2 + 2a - 9 = 0 are correct, so the answer 2 is unchanged. Verified symbolically that A^3 = A holds for a = (-1+sqrt19)/2, c = -3/(2a).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prints 'C(9,1)*C(12,2) + C(9,2)*C(12,1) + C(9,1)*C(12,1)*C(1,1) = 494 + 432 + 108 = 1134'. 9*66 = 594, not 494. With 594 the sum is 594 + 432 + 108 = 1134 (the printed total and option A are right; only the first term was mistyped).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Algebra 09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Matrices, Permutations and Combinations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numerical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symmetric matrix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sum of the diagonal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symmetric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 2 &amp; 1 \\ 3 &amp; \frac{3}{2} \end{pmatrix}A=\begin{pmatrix} 1 &amp; 2 \\ \alpha &amp; \beta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sum of the diagonal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 s}{\alpha^{2}}$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matrix and matrix multiplication (equating entries)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comparing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linear equations that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$A=\begin{pmatrix} a &amp; b \\ b &amp; d 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comparing entries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linear equations that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$a,b,d,\alpha,\beta$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$A^{T}=A$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a &amp; b \\ b &amp; d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$ad-b^{2}=2$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 2 &amp; 1 \\ 3 &amp; \frac{3}{2} \end{pmatrix}\begin{pmatrix} a &amp; b \\ b &amp; d \end{pmatrix}=\begin{pmatrix} 2a+b &amp; 2b+d \\ 3a+\frac{3b}{2} &amp; 3b+\frac{3d}{2} \end{pmatrix}=\begin{pmatrix} 1 &amp; 2 \\ \alpha &amp; \beta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$2b+d=2$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$3a+\frac{3b}{2}=\alpha$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$3b+\frac{3d}{2}=\beta$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 and (5):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 and (5):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$b=1-2a$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$d=2-2b=4a$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$4a^{2}-(1-2a)^{2}=2$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$4a-1=2$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$\alpha=3a+\frac{3b}{2}=\frac{9}{4}-\frac{3}{4}=\frac{3}{2}$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$\beta=3b+\frac{3d}{2}=-\frac{3}{2}+\frac{9}{2}=3$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$s=a+d=\frac{3}{4}+3=\frac{15}{4}$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 s}{\alpha^{2}}=\frac{3\cdot\frac{15}{4}}{\frac{9}{4}}=5$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factor is singular (row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1), so row 2 of the product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factor is singular (row 2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$=\frac{3}{2}\times$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1), so row 2 of the product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$\frac{3}{2}\times$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second row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its first row, so the second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first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the second row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first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still carries information: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 2 &amp; 1 \\ 3 &amp; \frac{3}{2}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second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its first row, so the second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first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the second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$(\alpha,\beta)=\left(\frac{3}{2},\,3\right)$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first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still carries information: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$2b+d=2$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$a=\frac{1-b}{2}$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$d=2-2b$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$ad-b^{2}=(1-b)^{2}-b^{2}=1-2b$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$s=\frac{15}{4}$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 s}{\alpha^{2}}=\frac{3\cdot\frac{15}{4}}{\frac{9}{4}}=5$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another row, the same relation holds for the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combinations of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has only 3 unknowns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one non-linear equation, so use the linear equations first to reduce it to one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 case) are the two data usually supplied.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another row, the same relation holds for the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combinations of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has only 3 unknowns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$|A|=ad-b^{2}$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one non-linear equation, so use the linear equations first to reduce it to one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$\operatorname{tr}A=a+d$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$|A|=ad-b^{2}$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 case) are the two data usually supplied.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determinant of the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determinant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$\operatorname{Adj}\left(2\cdot\operatorname{Adj}\left(2A^{-1}\right)\right)$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$2^{84}$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Adjoint, inverse and determinant of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Adjoint, inverse and determinant of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the layers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tracking the power of 2.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the layers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$|\operatorname{Adj}M|=|M|^{n-1}$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$|kM|=k^{n}|M|$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tracking the power of 2.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Outer layer: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Adj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Adj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scalar 2 out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d>
                              <m:dPr>
                                <m:begChr m:val="|"/>
                                <m:sepChr m:val=""/>
                                <m:endChr m:val="|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Adj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Inner layer: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get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$|A^{-1}|=\frac{1}{|A|}=\frac{1}{2}$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Outer layer: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$\left|\operatorname{Adj}\left(2\operatorname{Adj}(2A^{-1})\right)\right|=\left|2\operatorname{Adj}(2A^{-1})\right|^{n-1}$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scalar 2 out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$=\left(2^{n}\left|\operatorname{Adj}(2A^{-1})\right|\right)^{n-1}$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Inner layer: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$\left|\operatorname{Adj}(2A^{-1})\right|=\left|2A^{-1}\right|^{n-1}$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$\left(2^{n}\left|2A^{-1}\right|^{n-1}\right)^{n-1}=2^{n(n-1)}\left|2A^{-1}\right|^{(n-1)^{2}}$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determinant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39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155),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$\left|2A^{-1}\right|=2^{n}|A^{-1}|=2^{n}\cdot\frac{1}{2}=2^{n-1}$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$2^{n(n-1)}\left(2^{n-1}\right)^{(n-1)^{2}}=2^{n(n-1)+(n-1)^{3}}$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$2^{84}$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$n(n-1)+(n-1)^{3}=84$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$(n-1)\left(n+(n-1)^{2}\right)=(n-1)(n^{2}-n+1)=84$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$4\cdot21=84$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39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155),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matrix itself, then take one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$\operatorname{Adj}(kX)=k^{n-1}\operatorname{Adj}X$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$\operatorname{Adj}(\operatorname{Adj}X)=|X|^{n-2}X$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matrix itself, then take one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$|X|=2^{n}\cdot\frac{1}{2}=2^{n-1}$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$\operatorname{Adj}(2\operatorname{Adj}X)=2^{n-1}\operatorname{Adj}(\operatorname{Adj}X)=2^{n-1}|X|^{n-2}X$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$\operatorname{Adj}(2\operatorname{Adj}X)=2^{n-1}\cdot2^{(n-1)(n-2)}\cdot2A^{-1}=2^{(n-1)^{2}+1}A^{-1}$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determinant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exponent as in the main solution.)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$\left(2^{(n-1)^{2}+1}\right)^{n}|A^{-1}|=2^{n\left((n-1)^{2}+1\right)-1}$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$n(n^{2}-2n+2)-1=84$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$n^{3}-2n^{2}+2n=85$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$125-50+10=85$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$n^{3}-2n^{2}+2n-1=(n-1)(n^{2}-n+1)$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exponent as in the main solution.)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invertible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 double adjoint is just a scalar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unknown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sits in an exponent equation, the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monotonic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 trial value fixes it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$|kM|=k^{n}|M|$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$|\operatorname{Adj}M|=|M|^{n-1}$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$|M^{-1}|=\frac{1}{|M|}$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$\operatorname{Adj}(kM)=k^{n-1}\operatorname{Adj}M$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$\operatorname{Adj}(\operatorname{Adj}M)=|M|^{n-2}M$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invertible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 double adjoint is just a scalar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unknown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sits in an exponent equation, the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monotonic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 trial value fixes it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$(n-1)(n^{2}-n+1)=84$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sum of all entries is a prime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$a_{ij}\in\mathbb{Z}\cap[0,4]$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i,j\le2$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sum of all entries is a prime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$p\in(2,13)$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matrices with given entries, Number of integral solutions of a linear equation (stars and bars)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matrix is just four entries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the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cap 4 handled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matrix is just four entries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$\{0,\dots,4\}$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the solutions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$a+b+c+d=p$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$p=3,5,7,11$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cap 4 handled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$(1-x^{5})^{4}$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primes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cap is not active).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primes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$3,5,7,11$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a,b,c,d\le4$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$(1+x+x^{2}+x^{3}+x^{4})^{4}=(1-x^{5})^{4}(1-x)^{-4}$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$^{3+3}C_{3}=^{6}C_{3}=20$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cap is not active).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$(1-4x^{5})(1-x)^{-4}$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$^{5+3}C_{3}-4\cdot{}^{0+3}C_{3}=^{8}C_{3}-4=56-4=52$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prints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an error; its total uses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$^{7+3}C_{3}-4\cdot{}^{2+3}C_{3}=120-4\cdot10=80$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prints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an error; its total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$(1-4x^{5}+6x^{10})(1-x)^{-4}$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$^{14}C_{3}-4\cdot{}^{9}C_{3}+6\cdot{}^{4}C_{3}=364-336+24=52$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$=20+52+80+52=204$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204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the entries: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ways; then use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the entries: 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$v=c+d$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$[0,8]$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$w(u)=\min(u,8-u)+1$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ways; then use the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$s\leftrightarrow16-s$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matrices with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a,b\le4$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$w(u)=1,2,3,4,5,4,3,2,1$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$u=0,\dots,8$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matrices with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$N(s)=\sum_{u}w(u)\,w(s-u)$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$N(3)=2(1\cdot4+2\cdot3)=20$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every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$N(5)=2(1\cdot4+2\cdot5+3\cdot4)=52$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$N(7)=2(1\cdot2+2\cdot3+3\cdot4+4\cdot5)=80$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every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$N(11)=N(5)=52$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$=20+52+80+52=204$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204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expand: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cap matters only 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until then the plain stars-and-bars count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symmetry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turns large totals into small ones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$x_1+\dots+x_k=s$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x_i\le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$\left(\frac{1-x^{m+1}}{1-x}\right)^{k}$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$\sum_{j}(-1)^{j}\binom{k}{j}\binom{s-j(m+1)+k-1}{k-1}$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cap matters only once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 m+1$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until then the plain stars-and-bars 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$\binom{s+k-1}{k-1}$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$x_i\to m-x_i$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$N(s)=N(km-s)$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turns large totals into small ones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$N(11)=N(5)$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$\sum_s N(s)=(m+1)^{k}$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$5^{4}=625$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positive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0 &amp; 1 &amp; 2 \\ a &amp; 0 &amp; 3 \\ 1 &amp; c &amp; 0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positive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$(n-1,n]$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a matrix and equality of matrices, Location of roots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the first row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that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two entries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one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the first row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that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two entries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$ac=-\frac{3}{2}$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$a+3c=-1$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one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by entry.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the same).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$A^{2}=\begin{pmatrix} a+2 &amp; 2c &amp; 3 \\ 3 &amp; a+3c &amp; 2a \\ ca &amp; 1 &amp; 2+3c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$A^{3}=A^{2}A=\begin{pmatrix} 2ca+3 &amp; a+2+3c &amp; 2a+4+6c \\ a^{2}+3ca+2a &amp; 3+2ac &amp; 6+3a+9c \\ a+2+3c &amp; ca+2c+3c^{2} &amp; 2ca+3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by entry.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$2ca+3=0$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$c=-\frac{3}{2a}$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$a+2+3c=1$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$a+1+3c=0$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$2a+4+6c=2$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the same).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positive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sign: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positive root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$c=-\frac{3}{2a}$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$a+1-\frac{9}{2a}=0$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$2a^{2}+2a-9=0$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$a=\frac{-1\pm\sqrt{19}}{2}$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positive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$a=\frac{-1+\sqrt{19}}{2}\approx1.68$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sign: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$f(a)=2a^{2}+2a-9$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positive root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eigenvalues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characteristic polynomial must be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$A^{3}=A$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eigenvalues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$\{0,1,-1\}$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trace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determinant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characteristic polynomial must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$\lambda^{3}-\lambda$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eigenvalue, so each eigenvalue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 along row 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diagonalisable (its minimal polynomial divides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distinct roots),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the spectrum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impossible). So the characteristic polynomial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$A^{3}=A\Rightarrow\lambda^{3}=\lambda$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eigenvalue, so each eigenvalue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$|A|=3+2ac$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 along row 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$A(A^{2}-I)=0$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diagonalisable (its minimal polynomial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$\lambda^{3}-\lambda$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distinct roots),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the spectrum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impossible). So the characteristic polynomial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$\lambda^{3}-\lambda$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sum of principal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sum of principal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$=(-a)+(-2)+(-3c)=-1$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$a+3c=-1$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$2ac=-3$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$c=-\frac{3}{2a}$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$a-\frac{9}{2a}=-1$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$2a^{2}+2a-9=0$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$\approx1.68\in(1,2]$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(more generally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restricts every eigenvalue to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distinct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diagonalisable and its characteristic polynomial is fixed by trace and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 𝑜𝑓 𝑝𝑟𝑖𝑛𝑐𝑖𝑝𝑎𝑙 𝑚𝑖𝑛𝑜𝑟𝑠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just one row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enough to find the unknowns; compute only the entries you need.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place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check signs at the endpoints: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upward parabola with the root between.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restricts every eigenvalue to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distinct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diagonalisable and its characteristic polynomial is fixed by trace and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$\chi_A(\lambda)=\lambda^{3}-(\operatorname{tr}A)\lambda^{2}+(\text{sum of principal minors})\lambda-|A|$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just one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enough to find the unknowns; compute only the entries you need.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place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$(n-1,n]$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check signs at the endpoints: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$f(n-1)&lt;0&lt;f(n)$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upward parabola with the root between.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ways, in which the letters A, B, C, D, E can be placed in the 8 boxes of the figure below so that no row remains empty and at most one letter can be placed in a box,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figure has three rows of 3, 3 and 2 boxes, as the solution uses.)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ways, in which the letters A, B, C, D, E can be placed in the 8 boxes of the figure below so that no row remains empty and at most one letter can be placed in a box,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figure has three rows of 3, 3 and 2 boxes, as the solution uses.)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$5880$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$5760$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$840$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87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with restrictions (arrangements in boxes)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First choose which 5 of the 8 boxes get filled (every row non-empty), then arrange the 5 distinct letters in them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First choose which 5 of the 8 boxes get filled (every row non-empty), then arrange the 5 distinct letters in them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$5!$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numbers of filled boxes in the three rows (capacities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numbers of filled boxes in the three rows (capacities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$3,3,2$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y\le3$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z\le2$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$(x,y,z)=(3,1,1)$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$^{3}C_{3}\cdot{}^{3}C_{1}\cdot{}^{2}C_{1}=6$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$^{3}C_{2}\cdot{}^{3}C_{2}\cdot{}^{2}C_{1}=18$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$^{3}C_{1}\cdot{}^{3}C_{3}\cdot{}^{2}C_{1}=6$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$^{3}C_{2}\cdot{}^{3}C_{1}\cdot{}^{2}C_{2}=9$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Ways to choose the filled boxes: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Arrange A, B, C, D, E in the 5 chosen boxes: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$^{3}C_{1}\cdot{}^{3}C_{2}\cdot{}^{2}C_{2}=9$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Ways to choose the filled boxes: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$6+18+6+9+9=48$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Arrange A, B, C, D, E in the 5 chosen boxes: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$5!=120$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$=48\times120=5760$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5760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$5760$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Complement: choose any 5 of the 8 boxes, then remove the choices that leave a row empty.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5 boxes out of 8: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(3 boxes) empty: all 5 letters go into the other 5 boxes,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way. Same for row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3 (2 boxes) empty: choose 5 of the other 6 boxes,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5 boxes out of 8: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$^{8}C_{5}=56$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(3 boxes) empty: all 5 letters go into the other 5 boxes,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$^{5}C_{5}=1$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way. Same for row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3 (2 boxes) empty: choose 5 of the other 6 boxes,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$^{6}C_{5}=6$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rows cannot be empty together (at most 3 boxes would remain for 5 letters), so no overlaps to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box sets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letters can be placed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rows cannot be empty together (at most 3 boxes would remain for 5 letters), so no overlaps to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box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$=56-(1+1+6)=48$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letters can be placed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$5!=120$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$48\times120=5760$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5760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$5760$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'No row empty' with distinct objects: count the occupied-box sets first, then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objects.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counting: (all choices)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(choices that leave some group empty); if two groups cannot be empty together, no inclusion-exclusion correction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objects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boxes with at most one per box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restriction removes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'No row empty' with distinct objects: count the occupied-box sets first, then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objects.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counting: (all choices)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(choices that leave some group empty); if two groups cannot be empty together, no inclusion-exclusion correction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objects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boxes with at most one per box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$^{n}P_{r}$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$^{8}P_{5}=6720$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restriction removes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$5760$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the first quadrant,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on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on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total number of triangles, that can be formed having vertices at three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1188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the first quadrant,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$P_1,P_2,\dots,P_{12}$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$Q_1,Q_2,\dots,Q_9$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total number of triangles, that can be formed having vertices at three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$O,P_1,\dots,P_{12},Q_1,\dots,Q_9$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$1188$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80568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triangles from collinear point sets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both lines, so each line carries more collinear points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included); classify triangles by how many vertices lie on each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both lines, so each line carries more collinear points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included); classify triangles by how many vertices lie on each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(apart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12;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9;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which is on both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one vertex among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's, two among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two vertices among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's, one among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(apart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12;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9;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which is on both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one vertex among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's, two among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$^{9}C_{1}\cdot{}^{12}C_{2}=9\cdot66=594$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two vertices among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's, one among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$^{9}C_{2}\cdot{}^{12}C_{1}=36\cdot12=432$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one vertex,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one vertex,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$^{9}C_{1}\cdot{}^{12}C_{1}\cdot{}^{1}C_{1}=108$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$=594+432+108=1134$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1134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$1134$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Complement: all triples of the 22 points minus triples lying on one line (each line has its points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Complement: all triples of the 22 points minus triples lying on one line (each line has its points plus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triples: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Collinear triples: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triple is counted twice, since a triple on both lines would have to be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triples: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$^{22}C_{3}=1540$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Collinear triples: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$12+1=13$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$^{13}C_{3}=286$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$9+1=10$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$^{10}C_{3}=120$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triple is counted twice, since a triple on both lines would have to be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$\{O\}$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$=1540-286-120=1134$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1134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$1134$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Triangles from points with collinear subsets: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each collinear set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to put a common point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every line it lies on, so each collinear set is counted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Two-line triangle count: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plus the common point;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Triangles from points with collinear subsets: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$^{N}C_{3}-\sum{}^{n_i}C_{3}$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each collinear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to put a common point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every line it lies on, so each collinear set is counted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Two-line triangle count: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$\binom{p}{2}q+p\binom{q}{2}+pq$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plus the common point;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$p=12,q=9$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 group of 7 batsmen and 6 bowlers, 10 players are to be chosen for a team, which should include at least 4 batsmen and at least 4 bowlers. One batsman and one bowler who are captain and vice-captain respectively of the team should be included. Then the total number of ways such a selection can be made,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 group of 7 batsmen and 6 bowlers, 10 players are to be chosen for a team, which should include at least 4 batsmen and at least 4 bowlers. One batsman and one bowler who are captain and vice-captain respectively of the team should be included. Then the total number of ways such a selection can be made,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Combinations with restrictions (selection of a team)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Captain and vice-captain are forced into the team, so choose the other 8 players from 6 batsmen and 5 bowlers with at least 3 of each.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Captain (a batsman) and vice-captain (a bowler) are in the team; 8 more players come from 6 batsmen and 5 bowlers.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team needs at least 4 batsmen and at least 4 bowlers, so among the other 8 we need at least 3 batsmen and at least 3 bowlers.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batsmen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bowlers: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 bowlers):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Captain (a batsman) and vice-captain (a bowler) are in the team; 8 more players come from 6 batsmen and 5 bowlers.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team needs at least 4 batsmen and at least 4 bowlers, so among the other 8 we need at least 3 batsmen and at least 3 bowlers.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batsmen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bowlers: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$8-b\ge3$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$8-b\le5$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$b\in\{3,4,5\}$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 bowlers):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$^{6}C_{3}\cdot{}^{5}C_{5}=20\cdot1=20$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 bowlers):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bowlers):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 (The PDF lists the same terms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 bowlers):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$^{6}C_{4}\cdot{}^{5}C_{4}=15\cdot5=75$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bowlers):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$^{6}C_{5}\cdot{}^{5}C_{3}=6\cdot10=60$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$=20+75+60=155$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 (The PDF lists the same terms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$^{6}C_{5}{}^{5}C_{3}+{}^{6}C_{4}{}^{5}C_{4}+{}^{6}C_{3}{}^{5}C_{5}=60+75+20$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Choose 8 from the 11 remaining players, then discard only the choices that break a condition.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other 8 from the 11 remaining players (6 batsmen, 5 bowlers):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Bowlers number at most 5, so batsmen are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batsman condition can never fail.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other 8 from the 11 remaining players (6 batsmen, 5 bowlers):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$^{11}C_{8}=165$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Bowlers number at most 5, so batsmen are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batsman condition can never fail.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bowler condition fails only if there are fewer than 3 bowlers; with 8 players and at most 6 batsmen that means exactly 6 batsmen and 2 bowlers: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selections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bowler condition fails only if there are fewer than 3 bowlers; with 8 players and at most 6 batsmen that means exactly 6 batsmen and 2 bowlers: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$^{6}C_{6}\cdot{}^{5}C_{2}=10$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selections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$=165-10=155$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Forced members reduce the pool and lower the minimum requirements: 'at least 4 of a kind' becomes 'at least 3 of that kind' among the rest.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 fixed total, bounds on one category give bounds on the other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check which constraints are automatically satisfied before casework.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is quick when only one bad case exists: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Forced members reduce the pool and lower the minimum requirements: 'at least 4 of a kind' becomes 'at least 3 of that kind' among the rest.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 fixed total, bounds on one category give bounds on the other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$b+w=8$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$w\le5\Rightarrow b\ge3$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check which constraints are automatically satisfied before casework.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is quick when only one bad case exists: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$^{11}C_{8}-10=155$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all the English alphabets, five letters are chosen and are arranged in alphabetical order. The total number of ways, in which the middle letter is 'M',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14950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6084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all the English alphabets, five letters are chosen and are arranged in alphabetical order. The total number of ways, in which the middle letter is 'M',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$14950$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$4356$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$6084$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Selection of letters with a fixed middle letter (ordered selections)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chosen set has exactly one alphabetical arrangement, so just count sets: two letters before M and two after M.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Alphabetical order makes the arrangement unique, so we count 5-letter sets whose 3rd (middle) letter is 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 is the 13th letter: 12 letters come before it and 13 letters after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letters before M are chosen from the 12 letters A-L: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Alphabetical order makes the arrangement unique, so we count 5-letter sets whose 3rd (middle) letter is 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 is the 13th letter: 12 letters come before it and 13 letters after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letters before M are chosen from the 12 letters A-L: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$^{12}C_{2}=66$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letters after M are chosen from the 13 letters N-Z: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letters after M are chosen from the 13 letters N-Z: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$^{13}C_{2}=78$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$=\frac{12\cdot11}{2}\times\frac{13\cdot12}{2}=66\times78=5148$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5148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$5148$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'Arranged in order' (alphabetical, increasing) means one arrangement per chosen set, so the answer is a combination count, not a permutation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smallest element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Checking identity: summing over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65780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'Arranged in order' (alphabetical, increasing) means one arrangement per chosen set, so the answer is a combination count, not a permutation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smallest element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$\binom{m-1}{k-1}\binom{N-m}{r-k}$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$\binom{12}{2}\binom{13}{2}$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Checking identity: summing over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$\sum_m\binom{m-1}{2}\binom{26-m}{2}=\binom{26}{5}=65780$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group of 3 girls and 4 boys, there are two boys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ways, in which these girls and boys can stand in a queue such that all the girls stand together, all the boys stand together,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adjacent to each other,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group of 3 girls and 4 boys, there are two boys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ways, in which these girls and boys can stand in a queue such that all the girls stand together, all the boys stand together,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adjacent to each other,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Arrangements with groups together and adjacency restriction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girls and boys as two blocks, then subtract the arrangements in which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glued together.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girls and boys as two blocks, then subtract the arrangements in which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$B_1,B_2$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glued together.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Girls together and boys together: arrange the 2 blocks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the girls inside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the boys inside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count the arrangements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adjacent: glue them into one unit.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boys block then has 3 units: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arrangements,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order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glued unit.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Girls together and boys together: arrange the 2 blocks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the girls inside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the boys inside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$2!\cdot3!\cdot4!=288$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count the arrangements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adjacent: glue them into one unit.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boys block then has 3 units: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arrangements,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order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$B_1,B_2$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glued unit.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Adjacent cases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Adjacent cases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$=2!\cdot3!\cdot(3!\cdot2!)=2\cdot6\cdot12=144$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$=288-144=144$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Direct gap method: seat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first, then put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two different gaps among the three gaps they create.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Direct gap method: seat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$B_3,B_4$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first, then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$B_1,B_2$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two different gaps among the three gaps they create.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Arrange the boys so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apart: place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create 3 gaps (before, between, after);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 into two different gaps: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boy orders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girls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order of the two blocks: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Arrange the boys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$B_1,B_2$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apart: 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$B_3,B_4$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$2!=2$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create 3 gaps (before, between, after);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 into two different gaps: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$^{3}P_{2}=6$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boy orders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$=2\times6=12$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$4!-3!\cdot2!=24-12=12$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girls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order of the two blocks: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$12\cdot6\cdot2=144$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 and B together'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glue as one unit and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'A and B never together'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together, or the gap method.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Non-adjacent placement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others: choose gaps,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Groups standing as blocks: multiply by (number of blocks)! for the block order and by each block's internal arrangements.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 and B together'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glue as one unit and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'A and B never together'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together, or the gap method.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Non-adjacent placement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others: choose gaps,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$^{n+1}P_{r}$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$n=2,r=2$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$^{3}P_{2}=6$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Groups standing as blocks: multiply by (number of blocks)! for the block order and by each block's internal arrangements.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A consists of 7 boys and 3 girls, while group B consists of 6 boys and 5 girls. The number of ways, 4 boys and 4 girls can be invited for a picnic if 5 of them must be from group A and the remaining 3 from group B,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8925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9100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A consists of 7 boys and 3 girls, while group B consists of 6 boys and 5 girls. The number of ways, 4 boys and 4 girls can be invited for a picnic if 5 of them must be from group A and the remaining 3 from group B,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$8925$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$8750$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$8575$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$9100$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Selection with conditions from two groups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group A supply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girls; the rest of the quota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girls,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boys from B) is then forced, so run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group A supply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girls; the rest of the quota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$4-g$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girls,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$3-(4-g)$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boys from B) is then forced, so run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$g=1,2,3$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5 invitees from A and 3 from B, with 4 boys and 4 girls in all. Group A has only 3 girls, so A must send at least 2 boys.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(A: 4B, 1G; B: 0B, 3G):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(A: 3B, 2G; B: 1B, 2G):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5 invitees from A and 3 from B, with 4 boys and 4 girls in all. Group A has only 3 girls, so A must send at least 2 boys.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(A: 4B, 1G; B: 0B, 3G):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$^{7}C_{4}\cdot{}^{3}C_{1}\cdot{}^{5}C_{3}=35\cdot3\cdot10=1050$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(A: 3B, 2G; B: 1B, 2G):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$^{7}C_{3}\cdot{}^{3}C_{2}\cdot{}^{6}C_{1}\cdot{}^{5}C_{2}=35\cdot3\cdot6\cdot10=6300$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(A: 2B, 3G; B: 2B, 1G):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8925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(A: 2B, 3G; B: 2B, 1G):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$^{7}C_{2}\cdot{}^{3}C_{3}\cdot{}^{6}C_{2}\cdot{}^{5}C_{1}=21\cdot1\cdot15\cdot5=1575$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$=1050+6300+1575=8925$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8925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$8925$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Two-group quota problems: parametrise by the count of one kind in the first group; the other counts follow from the totals.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 the parameter first (A has only 3 girls and 5 slots, so girls from A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avoid empty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 by another route: choose boys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girls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three cases appear.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Two-group quota problems: parametrise by the count of one kind in the first group; the other counts follow from the totals.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 the parameter first (A has only 3 girls and 5 slots, so girls from A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avoid empty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 by another route: choose boys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$b_A+b_B=4$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girls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$g_A+g_B=4$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$b_A+g_A=5$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three cases appear.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different 5 digit numbers 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can be formed using the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sum of their first and last digits should not be more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5719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different 5 digit numbers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can be formed using the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$0,1,2,3,4,5,6,7$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sum of their first and last digits should not be more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$4608$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$4607$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$5719$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numbers with digit restrictions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allowed (first, last) digit pairs; the three middle digits are free,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50000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 must be removed.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allowed (first, last) digit pairs; the three middle digits are free,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$50000$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 must be removed.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number 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first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(digits allowed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repetition allowed).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last digit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 choices): pairs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last digit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choices).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last digit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 choices).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number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first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(digits allowed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repetition allowed).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 choices):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$5\_\_\_0,5\_\_\_1,5\_\_\_2,5\_\_\_3$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choices).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 choices).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Allowed (first, last) pairs: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three middle places has 8 choices: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among these (first digit 5, last digit 0, middle zeros) and is not 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remove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Allowed (first, last)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$4+3+2=9$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three middle places has 8 choices: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$9\times(8\times8\times8)=4608$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among these (first digit 5, last digit 0, middle zeros) and is not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remove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$4608-1=4607$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4607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$4607$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forbidden (first, last) pairs instead and subtract them from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forbidden (first, last) pairs instead and subtract them from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digit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last digit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in 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with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last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(4);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last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(5);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last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(6):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Allowed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$\in\{5,6,7\}$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$\in\{0,\dots,7\}$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$3\times8=24$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in 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last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$4,5,6,7$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(4);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last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$3,\dots,7$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(5);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last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$2,\dots,7$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(6):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Allowed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$=24-15=9$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$=9\cdot8^{3}=4608$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$4607$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4607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$4607$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'sum of end digits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conditions, count the (first, last) pairs separately and multiply by the free middle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is a candidate: count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all the other conditions.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every condition (digit set, sum of 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removing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'sum of end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conditions, count the (first, last) pairs separately and multiply by the free middle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is a candidate: count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all the other conditions.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every condition (digit set, sum of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$5+0\le8$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removing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seven digit numbers with sum of their digits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numbers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formed by using the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then the number of elements in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seven digit numbers with sum of their digits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numbers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formed by using the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then 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integral solutions of a linear equation with bounds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Seven digits each at least 1 sum to at least 7, so the excess 4 is spread over digit multisets; list the multisets that reach 11 and count their arrangements.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each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minimum sum is 7, so we list the multisets of digits with sum 11.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(wrong);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(wrong).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$x_1+\dots+x_7=11$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$x_i\in\{1,2,3\}$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minimum sum is 7, so we list the multisets of digits with sum 11.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$1,1,1,1,1,1,3$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(wrong);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$1,1,1,1,1,2,3$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(wrong).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$1,1,1,1,2,2,3$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$4+4+3=11$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$\frac{7!}{4!\,2!}=\frac{7\times6\times5}{2}=105$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other multiset works (checked by the excess: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$1,1,1,2,2,2,2$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$3+8=11$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$\frac{7!}{4!\,3!}=\frac{7\times6\times5}{6}=35$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$1,1,1,1,1,3,3$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$5+6=11$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$\frac{7!}{5!\,2!}=\frac{7\times6}{2}=21$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other multiset works (checked by the excess: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$y_i=x_i-1\in\{0,1,2\}$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$=105+35+21=161$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1 from each digit: count solutions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stars and bars with one exclusion.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1 from each digit: count solutions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$y_1+\dots+y_7=4$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y_i\le2$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stars and bars with one exclusion.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Without the cap: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violation means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remaining excess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7 variables: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for each of the 7 variables: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violations would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$y_i=x_i-1\in\{0,1,2\}$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y_i=11-7=4$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Without the cap: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$\binom{4+6}{6}=210$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violation means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remaining excess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7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$\binom{1+6}{6}=7$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for each of the 7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violations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$\ge6&gt;4$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$=210-49=161$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Digits restricted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fixed sum: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stars and bars, subtracting the cases with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form: the answer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multiset counting, a quick filter is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(excess); only a few multisets can supply the excess.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Digits restricted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fixed sum: shift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$y=x-1\in\{0,1,2\}$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stars and bars, subtracting the cases with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form: the answer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$(1+x+x^{2})^{7}$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multiset counting, a quick filter is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(excess); only a few multisets can supply the excess.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</m:e>
                        </m:nary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$\lim_{n\to\infty}\left(\sum_{k=1}^{n}\frac{k^{3}+6k^{2}+11k+5}{(k+3)!}\right)$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an infinite series (exponential-series type telescoping)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 is that product minus 1, which splits each term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$k^{3}+6k^{2}+11k+6=(k+1)(k+2)(k+3)$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 is that product minus 1, which splits each term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$\frac{1}{k!}-\frac{1}{(k+3)!}$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$(k+3)(k+2)(k+1)$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$(k+3)(k+2)=k^{2}+5k+6$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$(k^{2}+5k+6)(k+1)=k^{3}+6k^{2}+11k+6$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$k^{3}+6k^{2}+11k+5=(k+1)(k+2)(k+3)-1$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$(k+3)!=(k+3)(k+2)(k+1)\,k!$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$\frac{(k+1)(k+2)(k+3)-1}{(k+3)!}=\frac{1}{k!}-\frac{1}{(k+3)!}$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with step 3: the terms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cancel, leaving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$\sum_{k=1}^{n}\left(\frac{1}{k!}-\frac{1}{(k+3)!}\right)$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with step 3: 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$\frac{1}{4!},\dots,\frac{1}{n!}$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$\frac{1}{1!}+\frac{1}{2!}+\frac{1}{3!}-\left(\frac{1}{(n+1)!}+\frac{1}{(n+2)!}+\frac{1}{(n+3)!}\right)$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$=1+\frac{1}{2}+\frac{1}{6}=\frac{5}{3}$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the two pieces separately as tails of the exponential series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the two pieces separately as tails of the exponential series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$e=\sum\frac{1}{j!}$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as before: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as before: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$=\frac{1}{k!}-\frac{1}{(k+3)!}$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$\sum_{k=1}^{\infty}\frac{1}{k!}=e-1$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series converge, so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$\sum_{k=1}^{\infty}\frac{1}{(k+3)!}=\sum_{j=4}^{\infty}\frac{1}{j!}=e-\left(1+1+\frac{1}{2}+\frac{1}{6}\right)=e-\frac{8}{3}$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series converge,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$(e-1)-\left(e-\frac{8}{3}\right)=\frac{5}{3}$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numerator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remainder is a constant, which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polynomials expressed as falling/rising products telescope or reduce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sums.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Step-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telescoping: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numerator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$(k+3)!$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$(k+1)(k+2)(k+3)=k^{3}+6k^{2}+11k+6$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remainder is a constant,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$\frac{c}{(k+3)!}$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$\frac{(k+1)(k+2)\cdots(k+r)}{(k+r)!}=\frac{1}{k!}$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polynomials expressed as falling/rising products telescope or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sums.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Step-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$\sum_{k\ge1}\left(a_k-a_{k+r}\right)=a_1+\dots+a_r$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$a_k=\frac{1}{k!}$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5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excluding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Similarly, there are 6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7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triangle. The number of triangles, that can be formed using the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vertices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5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$P_1,\dots,P_5$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excluding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Similarly, there are 6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$P_6,\dots,P_{11}$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7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$P_{12},\dots,P_{18}$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triangle. The number of triangles, that can be formed using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$P_1,\dots,P_{18}$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vertices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$796$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triangles from points on the sides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0(Easier than 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Three points form a triangle unless they are collinear; the only collinear triples lie on one side.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in all; any 3 of them form a triangle unless they are collinear.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points that are not all on one side are never collinear (the points exclude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only collinear triples lie on a single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ways of choosing 3 of the 18 points: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$5+6+7=18$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in all; any 3 of them form a triangle unless they are collinear.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points that are not all on one side are never collinear (the points exclude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only collinear triples lie on a single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ways of choosing 3 of the 18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$^{18}C_{3}=\frac{18\times17\times16}{6}=816$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Collinear triples: 3 points all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Collinear triples: 3 points all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$^{5}C_{3}=10$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$^{6}C_{3}=20$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$^{7}C_{3}=35$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$=816-(10+20+35)=816-65=751$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751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$751$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Direct count: one point per side, or two points on one side and one on another side.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point on each 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on another side: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points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point on each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$5\cdot6\cdot7=210$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on another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$^{5}C_{2}(6+7)=10\cdot13=130$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$^{6}C_{2}(5+7)=15\cdot12=180$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points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$^{7}C_{2}(5+6)=21\cdot11=231$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$=210+130+180+231=751$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751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$751$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with collinear sets of sizes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on the three sides of a triangle with counts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(vertices excluded):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also counted, each side would hold two more points; always check whether the vertices are included.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with collinear sets of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$\binom{n}{3}-\sum\binom{n_i}{3}$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on the three sides of a triangle with counts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(vertices excluded):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$\binom{p+q+r}{3}-\binom{p}{3}-\binom{q}{3}-\binom{r}{3}$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also counted, each side would hold two more points; always check whether the vertices are included.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2071623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60 words can be made using all the letters of the word BHBJO, with or without meaning. If these words are written as in a dictionary, then the 50th word is: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(A) JBBOH   (B) OBBJH   (C) OBBHJ   (D) HBBJO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Rank of a word in dictionary order (permutations with repeated letters)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Count the words in each first-letter block in alphabetical order (B, H, J, O) until the running total passes 50.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letters are B, B, H, J, O; in alphabetical order B, H, J, O. Total words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Words beginning with B: the other letters B, H, J, O are all different: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(words 1 to 24).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Words beginning with H: the other letters B, B, J, 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(words 25 to 36).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Words beginning with J: the other letters B, B, H, 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(words 37 to 48).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letters are B, B, H, J, O; in alphabetical order B, H, J, O. Total words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$\frac{5!}{2!}=60$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Words beginning with B: the other letters B, H, J, O are all different: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(words 1 to 24).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Words beginning with H: the other letters B, B, J, 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$\frac{4!}{2!}=12$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(words 25 to 36).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Words beginning with J: the other letters B, B, H, 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$\frac{4!}{2!}=12$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(words 37 to 48).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So the 48 words with first letters B, H, J come first; words 49 to 60 begin with O.</a:t>
            </a:r>
            <a:endParaRPr sz="2400">
              <a:solidFill>
                <a:srgbClr val="111827"/>
              </a:solidFill>
            </a:endParaRPr>
          </a:p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With O first, the remaining letters B, B, H, J in order: the first word is OBBHJ (49th), and the next one is OBBJH (50th).</a:t>
            </a:r>
            <a:endParaRPr sz="2400">
              <a:solidFill>
                <a:srgbClr val="111827"/>
              </a:solidFill>
            </a:endParaRPr>
          </a:p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The 50th word is OBBJH, option (B).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OBBJH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Use the options: only words beginning with O can have rank above 48, so only the two O-options need to be ranked.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Words beginning with B, H, J take positions 1 to 48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JBBOH begins with J, so its rank is at most 48; HBBJO begins with H, rank at most 36. Neither can be the 50th.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remaining options begin with O, the block of positions 49 to 60.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Words beginning with B, H, J take positions 1 to 48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$24+12+12$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JBBOH begins with J, so its rank is at most 48; HBBJO begins with H, rank at most 36. Neither can be the 50th.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remaining options begin with O, the block of positions 49 to 60.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Inside the O-block the smallest word is OBBHJ (rank 49) since after O the letters are sorted B, B, H, J.</a:t>
            </a:r>
            <a:endParaRPr sz="2400">
              <a:solidFill>
                <a:srgbClr val="111827"/>
              </a:solidFill>
            </a:endParaRPr>
          </a:p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The next word in alphabetical order is OBBJH (swap the last two letters), so it has rank 50, option (B).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OBBJH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of a word: sum over positions of (number of arrangements of the rest starting with a smaller letter available), with repeated letters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Block size after fixing the first letter: arrange the remaining letters, dividing by the factorial of each repeat count that is still left (fixing a B here leaves B, H, J, O all different, but fixing H leaves BB).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end: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word from the top equals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from the bottom; use whichever is closer.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of a word: sum over positions of (number of arrangements of the rest starting with a smaller letter available), with repeated letters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Block size after fixing the first letter: arrange the remaining letters, dividing by the factorial of each repeat count that is still left (fixing a B here leaves B, H, J, O all different, but fixing H leaves BB).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end: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word from the top equals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$(N+1-m)$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from the bottom; use whichever is closer.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partitioned into 3 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 number of elements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maximum number of such possible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$S=\{2,4,8,16,\dots,512\}$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partitioned into 3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 number of elements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B\cup C=S$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B=B\cap C=A\cap C=\phi$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maximum number of such possible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Partitions of a set into groups (distribution of distinct objects)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9 distinct elements, so each set gets 3;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named sets, so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unlabeled groups and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back.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9 distinct elements, so each set gets 3;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named sets, so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$3!$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unlabeled groups and multiply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$3!$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back.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9 distinct elements, so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sets are different, named 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three have the same size 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to divide 9 distinct objects into 3 unlabeled groups of 3: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$S=\{2^1,2^2,\dots,2^9\}$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9 distinct elements, so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$9/3=3$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sets are different, named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three have the same size 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to divide 9 distinct objects into 3 unlabeled groups of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$\frac{9!}{3!\,3!\,3!}\cdot\frac{1}{3!}$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Assigning the three groups to the names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362880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Assigning the three groups to the names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$=\left(\frac{9!}{3!\,3!\,3!}\cdot\frac{1}{3!}\right)3!=\frac{9!}{(3!)^{3}}=\frac{362880}{216}=1680$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1680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$1680$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forced: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division is needed because the sets are named).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forced: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$\binom{9}{3}\binom{6}{3}\binom{3}{3}$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division is needed because the sets are named).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3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9: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3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remaining 6: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3 elements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3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9: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$\binom{9}{3}=84$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3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remaining 6: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$\binom{6}{3}=20$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3 elements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$\binom{3}{3}=1$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$=84\times20\times1=1680$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1680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$1680$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Named (labelled) groups of sizes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unlabelled groups of equal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size groups that are then named: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cancels, so no division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Another view: labelled partitions biject with words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count is the multinomial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Named (labelled) groups of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$n_1,\dots,n_k$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$\frac{N!}{n_1!\cdots n_k!}$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unlabelled groups of equal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size groups that are then named: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cancels, so no division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Another view: labelled partitions biject with words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$AAABBBCCC$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count is the multinomial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$\binom{9}{3,3,3}=1680$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ways five alphabets can be chosen from the alphabets of the word MATHEMATICS, where the chosen alphabets are not necessarily distinct,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ways five alphabets can be chosen from the alphabets of the word MATHEMATICS, where the chosen alphabets are not necessarily distinct,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Selection of letters from a word with repeated letters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MATHEMATICS has 8 distinct letters, three of which (A, M, T) appear twice; classify selections by the repeats among the five letters.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Letters of MATHEMATICS: AA, MM, TT, H, I, C, S, E: 8 distinct letters, with A, M, T available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All five letters distinct: choose 5 of the 8 distinct letters: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One letter occurs twice, three others distinct: choose the repeated letter from A, M, T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and 3 distinct from the other 7 letters: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Letters of MATHEMATICS: AA, MM, TT, H, I, C, S, E: 8 distinct letters, with A, M, T available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All five letters distinct: choose 5 of the 8 distinct letters: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$^{8}C_{5}=56$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One letter occurs twice, three others distinct: choose the repeated letter from A, M, 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$^{3}C_{1}$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and 3 distinct from the other 7 letters: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$^{3}C_{1}\cdot{}^{7}C_{3}=3\cdot35=105$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Two letters occur twice, one more letter: choose the 2 repeated letters from A, M, T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and 1 from the other 6: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letter cannot occur 3 times (each letter occurs at most twice).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Two letters occur twice, one more letter: choose the 2 repeated letters from A, M, 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$^{3}C_{2}$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and 1 from the other 6: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$^{3}C_{2}\cdot{}^{6}C_{1}=3\cdot6=18$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letter cannot occur 3 times (each letter occurs at most twice).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$=56+105+18=179$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179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$179$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generating function: each repeated letter contributes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each single letter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read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generating function: each repeated letter contributes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$(1+x+x^{2})$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each single letter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read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Letters A, M, 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each; letters H, E, I, C, 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selections of 5 letters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Letters A, M, 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$(1+x+x^{2})$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each; letters H, E, I, C, 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selections of 5 letters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$(1+x+x^{2})^{3}(1+x)^{5}$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$1,5,10,10,5,1$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$(1+x+x^{2})^{3}$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$1,3,6,7,6,3,1$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$1\cdot3+5\cdot6+10\cdot7+10\cdot6+5\cdot3+1\cdot1=3+30+70+60+15+1=179$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179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$179$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Selections (not arrangements) from a multiset: a generating function with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letter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copies.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split by repeated letters: choose which letters repeat, then fill the rest from the remaining distinct letters.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apply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multiset directly; the answer would be 56 here, missing repeated-letter selections.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Selections (not arrangements) from a multiset: a generating function with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$(1+x+\dots+x^{m_i})$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letter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copies.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split by repeated letters: choose which letters repeat, then fill the rest from the remaining distinct letters.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multiset directly; the answer would be 56 here, missing repeated-letter selections.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43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43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$\alpha=\frac{(4!)!}{(4!)^{3!}}$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$\beta=\frac{(5!)!}{(5!)^{4!}}$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$\alpha\notin\mathbb{N}$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$\beta\in\mathbb{N}$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$\beta\in\mathbb{N}$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$\alpha\notin\mathbb{N}$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$\beta\notin\mathbb{N}$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$\beta\notin\mathbb{N}$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524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Divisibility via grouping: number of ways to divide distinct objects into equal groups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counts ways to 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objects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groups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a natural number;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this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$\frac{(mn)!}{(m!)^{n}\,n!}$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counts ways to 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objects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groups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a natural number;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this times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24 distinct objects divided into 6 groups of 4 each can be done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which is a natural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$\alpha=\frac{(4!)!}{(4!)^{3!}}=\frac{24!}{(4!)^{6}}$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$5!=120$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$\beta=\frac{(5!)!}{(5!)^{4!}}=\frac{120!}{(5!)^{24}}$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24 distinct objects divided into 6 groups of 4 each can be done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$\frac{24!}{(4!)^{6}\,6!}$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which is a natural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$\alpha=6!\times\frac{24!}{(4!)^{6}\,6!}\in\mathbb{N}$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Similarly, 120 distinct objects divided into 24 groups of 5 each: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Similarly, 120 distinct objects divided into 24 groups of 5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$\frac{120!}{(5!)^{24}\,24!}\in\mathbb{N}$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$\beta=24!\times\frac{120!}{(5!)^{24}\,24!}\in\mathbb{N}$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$\alpha\in\mathbb{N}$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$\beta\in\mathbb{N}$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multinomial coefficients, i.e. counts of letter arrangements with the repeated groups of equal size.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multinomial coefficients, i.e. counts of letter arrangements with the repeated groups of equal size.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arrangements of a word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 letters each occur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(a multinomial coefficient), so it is a natural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letters each occurring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times, an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$\frac{(mn)!}{(m!)^{n}}$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arrangements of a word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 letters each occur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(a multinomial coefficient), so it is a natural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$\alpha=\frac{24!}{(4!)^{6}}$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letters each occurring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times, an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letters each occurring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times,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both lie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B); both integrality claims were also checked directly by computer.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$\beta=\frac{120!}{(5!)^{24}}$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letters each occurring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times,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both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B); both integrality claims were also checked directly by computer.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$\alpha\in\mathbb{N}$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$\beta\in\mathbb{N}$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integers: arrangements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labelled kinds, and splits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unlabelled groups.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to 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objects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unlabelled groups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'factorial over power of factorial' as a grouping count to settle integrality without computing.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$\frac{(mn)!}{(m!)^{n}}$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$\frac{(mn)!}{(m!)^{n}\,n!}$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integers: arrangements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labelled kinds, and splits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unlabelled groups.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to 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objects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unlabelled groups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$\frac{(mn)!}{(m!)^{n}\,n!}$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'factorial over power of factorial' as a grouping count to settle integrality without computing.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of arranging 8 identical books into 4 identical shelves where any number of shelves may remain empty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of arranging 8 identical books into 4 identical shelves where any number of shelves may remain empty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Partitions of an integer (identical objects into identical boxes)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Identical books and identical shelves means we count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Identical books and identical shelves means we count partitions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Identical books into identical shelves: only the multiset of shelf contents matters, so count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parts (parts may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non-empty shelf: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way).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non-empty shelves: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 ways).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Identical books into identical shelves: only the multiset of shelf contents matters, so count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parts (parts may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non-empty shelf: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way).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non-empty shelves: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 ways).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non-empty shelves: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 ways).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non-empty shelves: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 ways).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non-empty shelves: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$3+3+2$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 ways).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non-empty shelves: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$5+1+1+1$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$4+2+1+1$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$3+3+1+1$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$3+2+2+1$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$2+2+2+2$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 ways).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$=1+4+5+5=15$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Conjugate partition: partitions of 8 into at most 4 parts equal partitions of 8 with every part at most 4.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transposing the Young diagram, 'at most 4 parts' corresponds to 'largest part at most 4'.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parts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number of 4's.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4's: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way). One 4: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parts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 ways).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transposing the Young diagram, 'at most 4 parts' corresponds to 'largest part at most 4'.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parts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number of 4's.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4's: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way). One 4: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parts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$3+1,2+2,2+1+1,1^{4}$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 ways).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4's: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parts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twos), one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two 3's: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4's: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parts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twos), one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two 3's: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$=1+4+10=15$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Identical objects into identical boxes (empty allowed)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of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Conjugation: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parts equal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parts of size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to remember: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most 4 parts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identical objects but distinct boxes would be stars and bars,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Identical objects into identical boxes (empty allowed)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of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$=p(n,\le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Conjugation: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parts equal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parts of size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to remember: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$p(8)=22$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most 4 parts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identical objects but distinct boxes would be stars and bars,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$\binom{11}{3}=165$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${}^{6}C_{m}+2\left({}^{6}C_{m+1}\right)+{}^{6}C_{m+2}&gt;{}^{8}C_{3}$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${}^{n-1}P_{3}:{}^{n}P_{4}=1:8$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${}^{n}P_{m+1}+{}^{n+1}C_{m}$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coefficient identities and inequalities, Permutations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coefficient identities and inequalities, Permutations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${}^{n}P_{r}$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Pascal's rule collapses the left side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ratio simply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Pascal's rule collapses the left side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${}^{8}C_{m+2}$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${}^{n}P_{4}=n\cdot{}^{n-1}P_{3}$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ratio simply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Pascal's rule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inequality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${}^{6}C_{m}+2\left({}^{6}C_{m+1}\right)+{}^{6}C_{m+2}={}^{6}C_{m}+{}^{6}C_{m+1}+{}^{6}C_{m+1}+{}^{6}C_{m+2}$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Pascal's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${}^{n}C_{r}+{}^{n}C_{r-1}={}^{n+1}C_{r}$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${}^{7}C_{m+1}+{}^{7}C_{m+2}={}^{8}C_{m+2}$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inequality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${}^{8}C_{m+2}&gt;{}^{8}C_{3}=56$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${}^{8}C_{k}$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$1,8,28,56,70,56,28,8,1$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$k=0,\dots,8$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value: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${}^{n-1}P_{3}:{}^{n}P_{4}=1:8$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$\frac{(n-1)(n-2)(n-3)}{n(n-1)(n-2)(n-3)}=\frac{1}{8}$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$\frac{1}{n}=\frac{1}{8}$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value: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${}^{8}P_{3}+{}^{9}C_{2}=8\cdot7\cdot6+\frac{9\times8}{2}=336+36=372$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372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$372$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inequality off the symmetric, unimodal row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ratio.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inequality off the symmetric, unimodal row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${}^{8}C_{k}$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${}^{n}P_{4}=n\,{}^{n-1}P_{3}$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ratio.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(Pascal), and row 8 of Pascal's triangle is symmetric and increases up to the middle.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${}^{8}C_{m+2}$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(Pascal), and row 8 of Pascal's triangle is symmetric and increases up to the middle.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${}^{8}C_{3}={}^{8}C_{5}=56$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${}^{8}C_{k}&gt;56$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$3&lt;k&lt;5$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${}^{n}P_{4}=n\cdot{}^{n-1}P_{3}$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${}^{n-1}P_{3}:{}^{n}P_{4}$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${}^{8}P_{3}=336$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${}^{9}C_{2}=36$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372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$372$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(apply Pascal twice).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binomial coefficients is symmetric and unimodal: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closer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${}^{a}C_{r}+2\,{}^{a}C_{r+1}+{}^{a}C_{r+2}={}^{a+2}C_{r+2}$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(apply Pascal twice).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binomial coefficients is symmetric and unimodal: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${}^{N}C_{k}&gt;{}^{N}C_{j}$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closer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${}^{n}P_{r}=n\cdot{}^{n-1}P_{r-1}$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${}^{n-1}P_{r-1}:{}^{n}P_{r}=1:n$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Easier than JEE Main Level</a:t>
                      </a:r>
                    </a:p>
                  </a:txBody>
                  <a:tcPr anchor="ctr" marL="91440" marR="91440">
                    <a:solidFill>
                      <a:srgbClr val="93C47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1.65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QB 01 Algebra 09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1.65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