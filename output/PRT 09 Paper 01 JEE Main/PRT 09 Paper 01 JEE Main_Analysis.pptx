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Sheet1!$A$2:$A$26</c:f>
              <c:strCache>
                <c:ptCount val="2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3.0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2.0</c:v>
                </c:pt>
                <c:pt idx="11">
                  <c:v>3.0</c:v>
                </c:pt>
                <c:pt idx="12">
                  <c:v>2.0</c:v>
                </c:pt>
                <c:pt idx="13">
                  <c:v>3.0</c:v>
                </c:pt>
                <c:pt idx="14">
                  <c:v>2.0</c:v>
                </c:pt>
                <c:pt idx="15">
                  <c:v>3.0</c:v>
                </c:pt>
                <c:pt idx="16">
                  <c:v>3.0</c:v>
                </c:pt>
                <c:pt idx="17">
                  <c:v>2.0</c:v>
                </c:pt>
                <c:pt idx="18">
                  <c:v>3.0</c:v>
                </c:pt>
                <c:pt idx="19">
                  <c:v>1.0</c:v>
                </c:pt>
                <c:pt idx="20">
                  <c:v>3.0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PRT 09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01 · JEE Main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curve defined as the locus of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its distance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its perpendicular distance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area (in sq. units) of the region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curve defined as the locus of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its distance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its perpendicular distance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area (in sq. units) of the region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Focus-directrix definition of a parabola, Area bounded by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locus is the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latus rectum (through the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locus is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$(y-1)^2=4(x-1)$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latus rectum (through the focus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focus-directrix property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its distance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focus-directrix property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its distance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$\sqrt{(x-2)^2+(y-1)^2}=|x|$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$(x-2)^2+(y-1)^2=x^2$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$x^2-4x+4+(y-1)^2=x^2$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$(y-1)^2=4(x-1)$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parabola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opening towards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area bounded by the parabola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𝐴𝑟𝑒𝑎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𝐴𝑟𝑒𝑎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parabola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opening towards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area bounded by the parabola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$\text{Area}=\int_1^2 2\sqrt{4(x-1)}\,dx=4\int_1^2\sqrt{x-1}\,dx$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$\text{Area}=4\left[\frac23(x-1)^{3/2}\right]_1^2=\frac83$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Archimedes: the area between a parabola and its latus rectum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(chord)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(distance of the vertex from the chord).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Archimedes: the area between a parabola and its latus rectum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$\frac23\times$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(chord)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(distance of the vertex from the chord).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focus perpendicular to the axis, so it is the latus rectum.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length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chord runs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$(y-1)^2=4(x-1)$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focus perpendicular to the axis, so it is the latus rectum.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chord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this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a parabolic segment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𝑐ℎ𝑜𝑟𝑑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this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a parabolic segment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$\frac23\times\text{chord}\times\text{height}=\frac23\times4\times1=\frac83$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a parabolic segment cut by a chord perpendicular to the axis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height (height = distance from vertex to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on the directrix always signals a parabola: the axis is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directrix, and the vertex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foot.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$\frac{8a^2}{3}$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a parabolic segment cut by a chord perpendicular to the axis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height (height = distance from vertex to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on the directrix always signals a parabola: the axis is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directrix, and the vertex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foot.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$f(x)=\tan^{-1}\left(\frac{\sqrt{1+x^2}+\sqrt{1-x^2}}{\sqrt{1+x^2}-\sqrt{1-x^2}}\right)$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$g(x)=\cos^{-1}(2x^2-1)$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Simplification of inverse trigonometric functions, Derivative of one function with respect to another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fraction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$\sqrt{1\pm x^2}=\sqrt2\cos\theta,\ \sqrt2\sin\theta$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fraction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$\tan\left(\frac\pi4+\theta\right)$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simplify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the principal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simplify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$f(x)=\tan^{-1}\left(\frac{\sqrt2\cos\theta+\sqrt2\sin\theta}{\sqrt2\cos\theta-\sqrt2\sin\theta}\right)=\tan^{-1}\left(\tan\left(\frac\pi4+\theta\right)\right)$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$\frac\pi4+\theta\in\left(\frac\pi4,\frac\pi2\right)$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the principal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$f(x)=\frac\pi4+\theta=\frac\pi4+\frac12\cos^{-1}(x^2)$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$f'(x)=\frac12\cdot\left(-\frac{1}{\sqrt{1-x^4}}\right)\cdot(2x)=-\frac{x}{\sqrt{1-x^4}}$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$g(x)=\cos^{-1}(2x^2-1)$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$g(x)=\cos^{-1}(2\cos^2\phi-1)=\cos^{-1}(\cos2\phi)=2\phi=2\cos^{-1}x$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$g'(x)=-\frac{2}{\sqrt{1-x^2}}$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$\frac{df}{dg}=\frac{f'(x)}{g'(x)}=\frac{-x/\sqrt{1-x^4}}{-2/\sqrt{1-x^2}}=\frac x2\sqrt{\frac{1-x^2}{1-x^4}}=\frac{x}{2\sqrt{1+x^2}}$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$\frac{df}{dg}=\frac{1/2}{2\sqrt{1+\frac14}}=\frac{1/2}{2\cdot\frac{\sqrt5}{2}}=\frac{1}{2\sqrt5}$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$\frac{1}{2\sqrt5}$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common parameter and compute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$g=2\cos^{-1}x$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$\phi=\cos^{-1}x$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common parameter and 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$\frac{df/d\phi}{dg/d\phi}$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$g(x)=\cos^{-1}(2x^2-1)=2\cos^{-1}x$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$g=2\phi$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$\frac{dg}{d\phi}=2$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$f=\frac\pi4+\theta=\frac\pi4+\frac12\cos^{-1}(\cos^2\phi)$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$\frac{df}{d\phi}=\frac12\cdot\frac{-1}{\sqrt{1-\cos^4\phi}}\cdot(-2\cos\phi\sin\phi)=\frac{\cos\phi\sin\phi}{\sin\phi\sqrt{1+\cos^2\phi}}=\frac{\cos\phi}{\sqrt{1+\cos^2\phi}}$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$\frac{df}{dg}=\frac{df/d\phi}{dg/d\phi}=\frac{\cos\phi}{2\sqrt{1+\cos^2\phi}}$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$\cos\phi=\frac12$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$\frac{df}{dg}=\frac{1/2}{2\sqrt{5/4}}=\frac{1/2}{\sqrt5}=\frac{1}{2\sqrt5}$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$\frac{1}{2\sqrt5}$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appear,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become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the range of the inverse function before simplifying.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$\cos^{-1}(2x^2-1)=2\cos^{-1}x$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$\cos^{-1}(2x^2-1)=2\cos^{-1}|x|$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appear,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$\tan^{-1}\frac{1+t}{1-t}=\frac\pi4+\tan^{-1}t$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$\frac{f'(x)}{g'(x)}$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the range of the inverse function before simplifying.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normal to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intersects the parabola again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normal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intersects the parabola again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coordinates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$(18,12)$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$(18,-12)$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$(8,-8)$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to a parabola in parametric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normal at parameter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normal at parameter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$t_2=-t_1-\frac{2}{t_1}$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parametric coordinates of any point on the parabola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normal to the parabola at parameter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normal is parallel to it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$4a=8\Rightarrow 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parametric coordinates of any point on the parabola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$(at^2,2at)=(2t^2,4t)$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normal to the parabola at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normal is parallel to it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$-t_1=1\Rightarrow t_1=-1$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normal drawn at parameter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parabola again at parameter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normal drawn at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parabola again at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$t_2=-t_1-\frac{2}{t_1}$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$t_2=-(-1)-\frac{2}{-1}=1+2=3$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$Q=(at_2^2,2at_2)=(2(3)^2,2(2)(3))=(18,12)$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$(18,12)$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normal in slope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intersect it with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normal in slope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$y=mx-2am-am^3$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intersect it with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normal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normal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$y=mx-2am-am^3$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$y=x-4-2=x-6$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$(x-6)^2=8x\Rightarrow x^2-20x+36=0\Rightarrow(x-2)(x-18)=0$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foot of the normal (parameter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intersection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foot of the normal (parameter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intersection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$y=18-6=12$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$Q=(18,12)$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$(18,12)$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curve again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normal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joining parameters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is a focal chord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a normal's equation into the parabola gives a quadratic one of whose roots is the known foot, so the other root is found by sum or product of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curve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$t_2=-t_1-\frac{2}{t_1}$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normal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$y=mx-2am-am^3$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$(am^2,-2am)$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joining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$\frac{2}{t_1+t_2}$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is a focal chord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a normal's equation into the parabola gives a quadratic one of whose roots is the known foot, so the other root is found by sum or product of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representing the orthogonal trajectory of the family of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arbitrary constant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its equation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representing the orthogonal trajectory of the family of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$y=c(x+1)e^x$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arbitrary constant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its equation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$y^2+2x-4=\ln\left(\frac{x+2}{2}\right)^2$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$y^2-2x-4=\ln\left(\frac{x+2}{2}\right)^2$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$y^2+2x-4=2\ln(x+2)$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$y^2-2x+4=\ln\left(\frac{x+2}{2}\right)^2$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trajectories of a family of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the orthogonal family replace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differential equation of the given family.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the orthogonal family 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$-\frac{dx}{dy}$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differential equation of the given family.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family of curves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family of curves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$y=c(x+1)e^x$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$\frac{dy}{dx}=ce^x(x+1)+ce^x(1)=ce^x(x+2)$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differential equation of the orthogonal trajectory, replace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$\frac{dy}{dx}=\frac{y(x+2)}{x+1}$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differential equation of the orthogonal trajectory,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$-\frac{dx}{dy}=\frac{y(x+2)}{x+1}\Rightarrow\frac{dy}{dx}=-\frac{x+1}{(x+2)y}$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$y\,dy=-\frac{x+1}{x+2}dx=-\left(1-\frac{1}{x+2}\right)dx$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y\,dy=\int\left(\frac{1}{x+2}-1\right)dx$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$\frac{y^2}{2}=\ln(x+2)-x+C_1$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$y^2+2x-2\ln(x+2)=C$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$2^2+2(0)-2\ln2=C\Rightarrow C=4-2\ln2$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$y^2+2x-4=2\ln(x+2)-2\ln2=2\ln\left(\frac{x+2}{2}\right)=\ln\left(\frac{x+2}{2}\right)^2$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$y^2+2x-4=\ln\left(\frac{x+2}{2}\right)^2$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options: the orthogonal trajectory must pass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 (the family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options: the orthogonal trajectory must pass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 (the family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curve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orthogonal trajectory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that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options: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holds;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holds;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fails;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curve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$\frac{y(x+2)}{x+1}=\frac{2\cdot2}{1}=4$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orthogonal trajectory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that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options: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$4+0-4=0=\ln1$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$4-0-4=0=\ln1$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$4+4=8\ne0$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(A), differentiating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(B),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(A) is the orthogonal trajectory.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(A), 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$y^2+2x-4=2\ln\frac{x+2}{2}$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$2yy'+2=\frac{2}{x+2}$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$4y'+2=1\Rightarrow y'=-\frac14$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(B),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$2yy'-2=\frac{2}{x+2}$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$4y'-2=1\Rightarrow y'=\frac34\ne-\frac14$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(A) is the orthogonal trajectory.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$y^2+2x-4=\ln\left(\frac{x+2}{2}\right)^2$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trajectories: eliminate the parameter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replace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(Cartesian)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family's 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orthogonal trajectories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MCQs on trajectories, the point condition and the slope at that point eliminate options quickly (slopes must multiply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trajectories: eliminate the parameter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$F(x,y,y')=0$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$-\frac1{y'}$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(Cartesian)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$r\frac{d\theta}{dr}$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$-\frac{dr}{r\,d\theta}$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family's 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$\frac{y'}{y}=\frac{f'}{f}$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orthogonal trajectories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$y\,y'=-\frac{f}{f'}$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$\frac{y^2}{2}=-\int\frac{f}{f'}dx$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MCQs on trajectories, the point condition and the slope at that point eliminate options quickly (slopes must multiply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$f=(x+1)e^x$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$\frac{f}{f'}=\frac{x+1}{x+2}$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the polar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general solution of the differential equation is given by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arbitrary constant):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$2(x\,dx+y\,dy)=(x^2+y^2-1)(x\,dy-y\,dx)$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the polar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general solution of the differential equation is given by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arbitrary constant):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$\ln\left|1-\frac{1}{x^2+y^2}\right|=\tan^{-1}\left(\frac yx\right)+C$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$\ln\left|1+\frac{1}{x^2+y^2}\right|=\tan^{-1}\left(\frac yx\right)+C$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$\ln\left|\frac{x^2+y^2}{x^2+y^2-1}\right|=\tan^{-1}\left(\frac yx\right)+C$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$\ln|x^2+y^2-1|=2\tan^{-1}\left(\frac yx\right)+C$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Polar substitution in a differential equation, Integration by partial fractions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polar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 separates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polar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$x\,dx+y\,dy=r\,dr$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$x\,dy-y\,dx=r^2d\theta$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 separates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$x\,dx+y\,dy=r\,dr$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$x\,dy-y\,dx=r^2d\theta$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these into the given differential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these into the given differential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$2(r\,dr)=(r^2-1)(r^2d\theta)$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$\frac{2}{r(r^2-1)}dr=d\theta$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$\int\left(-\frac2r+\frac{1}{r-1}+\frac{1}{r+1}\right)dr=\int 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$-2\ln|r|+\ln|r-1|+\ln|r+1|=\theta+C$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$\ln\left|\frac{(r-1)(r+1)}{r^2}\right|=\theta+C$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$\ln\left|1-\frac{1}{r^2}\right|=\theta+C$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$\theta=\tan^{-1}\left(\frac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$\ln\left|1-\frac{1}{x^2+y^2}\right|=\tan^{-1}\left(\frac yx\right)+C$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$\ln\left|1-\frac{1}{x^2+y^2}\right|=\tan^{-1}\left(\frac yx\right)+C$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polar coordinates: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exact differential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polar coordinates: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$u=x^2+y^2$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exact differential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$d\left(\tan^{-1}\frac yx\right)=\frac{x\,dy-y\,dx}{x^2+y^2}$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of the 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$du=2(x\,dx+y\,dy)$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of the 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$\frac{du}{u}=(u-1)\frac{x\,dy-y\,dx}{x^2+y^2}=(u-1)\,d\left(\tan^{-1}\frac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$\frac{du}{u(u-1)}=d\left(\tan^{-1}\frac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integrating: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$\frac{1}{u(u-1)}=\frac{1}{u-1}-\frac1u$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$\ln\left|\frac{u-1}{u}\right|=\tan^{-1}\frac yx+C$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$\ln\left|1-\frac1{x^2+y^2}\right|=\tan^{-1}\frac yx+C$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$\ln\left|1-\frac{1}{x^2+y^2}\right|=\tan^{-1}\left(\frac yx\right)+C$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 contains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these two combinations, polar coordinates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separate the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change back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adjust the constant on other quadrants).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$x\,dx+y\,dy=\frac12d(x^2+y^2)=r\,dr$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$x\,dy-y\,dx=r^2d\theta=x^2d\left(\frac yx\right)=(x^2+y^2)\,d\left(\tan^{-1}\frac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these two combinations, polar coordinates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separate the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$\frac{1}{r(r^2-1)}=-\frac1r+\frac{1}{2(r-1)}+\frac{1}{2(r+1)}$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$\int\frac{2\,dr}{r(r^2-1)}=\ln\left|1-\frac1{r^2}\right|$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change back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adjust the constant on other quadrants).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$y=|x^2-4x+3|$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a modulus curve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curves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form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$x=1,2,3,4$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curves cross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$x=1,2,4$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$|x^2-4x+3|$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form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First, find the points of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bounded region spans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we split the integral into three sub-intervals.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First, find the points of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$y=|x^2-4x+3|$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$x^2-4x+3=x-1\Rightarrow x^2-5x+4=0\Rightarrow x=1,4$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$-(x^2-4x+3)=x-1\Rightarrow x^2-3x+2=0\Rightarrow x=1,2$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bounded region spans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we split the integral into three sub-intervals.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required area: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$y=-x^2+4x-3\ge 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$A_1=\int_1^2(-x^2+3x-2)\,dx=\left[-\frac{x^3}{3}+\frac{3x^2}{2}-2x\right]_1^2=\frac16$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$y=x-1\ge y=-x^2+4x-3$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$A_2=\int_2^3(x^2-3x+2)\,dx=\left[\frac{x^3}{3}-\frac{3x^2}{2}+2x\right]_2^3=\frac56$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$x\in[3,4]$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$y=x-1\ge y=x^2-4x+3$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$A_3=\int_3^4(-x^2+5x-4)\,dx=\left[-\frac{x^3}{3}+\frac{5x^2}{2}-4x\right]_3^4=\frac76$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required area: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$A=A_1+A_2+A_3=\frac16+\frac56+\frac76=\frac{13}{6}$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Archimedes' segment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line, then correct for the reflected lobe.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Archimedes' segment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$\frac{|a|(\beta-\alpha)^3}{6}$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$p(x)=x^2-4x+3$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line, then correct for the reflected lobe.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signed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area of the parabolic segment between the line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$p(x)=x^2-4x+3$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signed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$\int_1^4\big((x-1)-|p|\big)dx$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$\int_1^4\big((x-1)-p\big)dx+\int_1^3(p-|p|)\,dx$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area of the parabolic segment between the line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$\frac{1\cdot(4-1)^3}{6}=\frac92$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signed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counts the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the line) as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$p-|p|=2p$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$\int_1^3p\,dx=-\frac{1\cdot(3-1)^3}{6}=-\frac43$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signed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$\frac92-\frac83=\frac{11}{6}$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counts the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the line) as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parabolic segment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true area replaces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$|p|-(x-1)=(x-1)(2-x)$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parabolic segment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$\frac{(2-1)^3}{6}=\frac16$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true area replaces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$=\frac{11}{6}+\frac13=\frac{13}{6}$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chord/line meeting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areas, the part of the parabola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reflected upward; areas can be obtained from the plain parabola by adding twice the reflected lobe.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solve intersections separately on each piece of a modulus function and discard roots outside that piece's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Sort the curves on each sub-interval (which is above) before integrating; a sign change in the integrand signals a crossing.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chord/line meeting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$\frac{|a|(\beta-\alpha)^3}{6}$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$y=|p(x)|$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areas, the part of the parabola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reflected upward; areas can be obtained from the plain parabola by adding twice the reflected lobe.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solve intersections separately on each piece of a modulus function and discard roots outside that piece's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Sort the curves on each sub-interval (which is above) before integrating; a sign change in the integrand signals a crossing.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touches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distinct points, then the eccentricity of the hyperbola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touches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distinct points, then the eccentricity of the hyperbola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$\frac{\sqrt6}{2}$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Point of contact condition for two conics, Eccentricity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Touching at two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resulting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have equal roots,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Touching at two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 x_1$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resulting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have equal roots,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 of the parabola,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parabola and hyperbola touch each other, this quadratic equation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equal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 of the parabola,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$y=\frac{x^2}{4a}$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$\frac{x^2}{a^2}-\frac{x^4}{16a^2b^2}=1$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$x^4-16b^2x^2+16a^2b^2=0$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parabola and hyperbola touch each other, this quadratic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equal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discriminant must be zero: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eccentricity of the hyperbola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discriminant must be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$D=(-16b^2)^2-4(1)(16a^2b^2)=0$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$256b^4-64a^2b^2=0$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$\frac{b^2}{a^2}=\frac{64}{256}=\frac14$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eccentricity of the hyperbola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$e=\sqrt{1+\frac{b^2}{a^2}}=\sqrt{1+\frac14}=\frac{\sqrt5}{2}$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$\frac{\sqrt5}{2}$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Touching at a point means a common point and a common slope: equate the slopes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Touching at a point means a common point and a common slope: equate the slopes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contact point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distinct, symmetric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 of the hyperbola: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contact point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distinct, symmetric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$\frac{dy}{dx}=\frac{x_1}{2a}$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 of the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$\frac{dy}{dx}=\frac{b^2x_1}{a^2y_1}$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$\frac{x_1}{2a}=\frac{b^2x_1}{a^2y_1}\Rightarrow y_1=\frac{2b^2}{a}$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parabola: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hyperbola: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$x_1^2=4ay_1=8b^2$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$\frac{8b^2}{a^2}-\frac{y_1^2}{b^2}=\frac{8b^2}{a^2}-\frac{4b^2}{a^2}=\frac{4b^2}{a^2}=1$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$\frac{b^2}{a^2}=\frac14$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$e=\sqrt{1+\frac14}=\frac{\sqrt5}{2}$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$\frac{\sqrt5}{2}$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conics touch at a point iff they share the point and the tangent there; algebraically, eliminating one variable gives a repeated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curves are symmetric about an axis, a contact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one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'touches at two points' means a double root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here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regardless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conics touch at a point iff they share the point and the tangent there; algebraically, eliminating one variable gives a repeated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curves are symmetric about an axis, a contact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one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'touches at two points' means a double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$b^2=\frac{a^2}{4}$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regardless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$b^2=\frac{a^2}{4}$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$(x^2-8b^2)^2=0$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$x=\pm2\sqrt2\,b$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hyperbola with eccentricity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foci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drawn 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the first quadrant. If the normal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hyperbola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$(a&gt;0,b&gt;0)$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hyperbola with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foci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drawn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the first quadrant. If the 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hyperbola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to a hyperbola, Circle with the focal distance as a diameter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combining it with the hyperbola and the normal gives a single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$SS'$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$x^2+y^2=a^2+b^2$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combining it with the hyperbola and the normal gives a single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$k=\frac{b^2}{a^2}$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foci of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foci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$S'(-ae,0)$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diameter of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centre is the origin and its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equation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in the first quadrant.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the normal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this normal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diameter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centre is the origin and its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in the first quadrant.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$x_1^2+y_1^2=a^2+b^2$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$\frac{x_1^2}{a^2}-\frac{y_1^2}{b^2}=1$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the 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$\frac{a^2x}{x_1}+\frac{b^2y}{y_1}=a^2+b^2$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this normal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$\frac{b^2(2b)}{y_1}=a^2+b^2\Rightarrow y_1=\frac{2b^3}{a^2+b^2}$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numerators and denominators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$x_1^2=(a^2+b^2)-y_1^2=(a^2+b^2)-\frac{4b^6}{(a^2+b^2)^2}$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$\frac{a^2+b^2}{a^2}-\frac{4b^6}{a^2(a^2+b^2)^2}-\frac{4b^4}{(a^2+b^2)^2}=1$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numerators and denominators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$(1+k)-\frac{4k^3}{(1+k)^2}-\frac{4k^2}{(1+k)^2}=1$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eccentricity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$k=\frac{4k^2(k+1)}{(1+k)^2}=\frac{4k^2}{1+k}$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$1+k=4k\Rightarrow k=\frac13$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eccentricity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$e=\sqrt{1+\frac{b^2}{a^2}}=\sqrt{1+\frac13}=\frac{2}{\sqrt3}$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$\frac{2}{\sqrt3}$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circle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and the normal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$P=(a\sec\theta,b\tan\theta)$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circle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and the normal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$P=(a\sec\theta,\,b\tan\theta)$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$\frac{ax}{\sec\theta}+\frac{by}{\tan\theta}=a^2+b^2$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$\frac{2b^2}{\tan\theta}=a^2+b^2$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$\tan\theta=\frac{2b^2}{a^2+b^2}=\frac{2k}{1+k}$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$a^2\sec^2\theta+b^2\tan^2\theta=a^2+b^2$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$a^2+(a^2+b^2)\tan^2\theta=a^2+b^2$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the two expressions: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ways).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$\tan^2\theta=\frac{b^2}{a^2+b^2}=\frac{k}{1+k}$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the two expressions: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$\frac{4k^2}{(1+k)^2}=\frac{k}{1+k}\Rightarrow4k=1+k\Rightarrow k=\frac13$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$e=\sqrt{1+k}=\frac{2}{\sqrt3}$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ways).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$\frac{2}{\sqrt3}$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the focal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passes through the points of the hyperbola/ellipse seen at a right angle from the foci; for the hyperbola its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Introduce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early: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many conic conditions become single-variable equations.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the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passes through the points of the hyperbola/ellipse seen at a right angle from the foci; for the hyperbola its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$x^2+y^2=a^2e^2=a^2+b^2$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$P=(a\sec\theta,b\tan\theta)$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$\frac{x\sec\theta}{a}-\frac{y\tan\theta}{b}=1$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$\frac{ax}{\sec\theta}+\frac{by}{\tan\theta}=a^2+b^2$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$(e^2x_1,0)$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$\left(0,\frac{(a^2+b^2)y_1}{b^2}\right)$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Introduce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early: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many conic conditions become single-variable equations.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rate of change of a quantity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rate of change of a 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$\frac{dy}{dx}=\frac{1}{x(x^3+1)}$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$\frac13\ln\left(\frac{16}{9}\right)$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$\frac13\ln\left(\frac{8}{9}\right)$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$\frac13\ln\left(\frac{4}{9}\right)$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$\frac16\ln\left(\frac{16}{9}\right)$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Separable differential equation with substitution, Integration by partial fractions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$x^2dx=\frac{dt}{3}$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rate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rate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$dy=\frac{dx}{x(x^3+1)}$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$dy=\frac{x^2\,dx}{x^3(x^3+1)}$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$y=\int\frac{x^2\,dx}{x^3(x^3+1)}$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$dt=3x^2dx\Rightarrow x^2dx=\frac{dt}{3}$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$y=\frac13\int\frac{dt}{t(t+1)}=\frac13\int\left(\frac1t-\frac{1}{t+1}\right)dt$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$y=\frac13\ln\left|\frac{t}{t+1}\right|+C=\frac13\ln\left(\frac{x^3}{x^3+1}\right)+C$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$0=\frac13\ln\left(\frac12\right)+C\Rightarrow C=-\frac13\ln\left(\frac12\right)=\frac13\ln2$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$y(x)=\frac13\ln\left(\frac{2x^3}{x^3+1}\right)$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$y(2)=\frac13\ln\left(\frac{2(2)^3}{2^3+1}\right)=\frac13\ln\left(\frac{16}{9}\right)$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$\frac13\ln\left(\frac{16}{9}\right)$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(definite integral, no constant).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$\frac{1}{x(x^3+1)}=\frac1x-\frac{x^2}{x^3+1}$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(definite integral, no constant).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$\frac1x-\frac{x^2}{x^3+1}=\frac{x^3+1-x^3}{x(x^3+1)}=\frac{1}{x(x^3+1)}$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$y(2)=\int_1^2\left(\frac1x-\frac{x^2}{x^3+1}\right)dx=\left[\ln x-\frac13\ln(x^3+1)\right]_1^2$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$\ln2-\frac13\ln9$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$0-\frac13\ln2$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$y(2)=\ln2-\frac13\ln9+\frac13\ln2=\frac43\ln2-\frac13\ln9=\frac13\ln\frac{16}{9}$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$\frac13\ln\left(\frac{16}{9}\right)$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an initial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the constant altogether.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rational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multiplying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$\frac{1}{x(x^n+1)}=\frac1x-\frac{x^{n-1}}{x^n+1}$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$\int\frac{dx}{x(x^n+1)}=\ln x-\frac1n\ln(x^n+1)+C=\frac1n\ln\frac{x^n}{x^n+1}+C$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an initial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$y(b)=\int_a^b y'(x)\,dx$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the constant altogether.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$\int\frac{dx}{x(x^n+k)}=\frac{1}{nk}\ln\left|\frac{x^n}{x^n+k}\right|+C$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rational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$\frac{x^{n-1}}{x^{n-1}}$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42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42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$(1+x^2)x\frac{dy}{dx}+(1+2x^2)y=x(1+x^2)^{3/2}$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$y(1)=\frac{3}{4\sqrt2}$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$\frac{5\sqrt3}{8}$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$\frac{5\sqrt3}{4}$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76300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and integrating factor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$\frac{1+2x^2}{1+x^2}=1+\frac{x^2}{1+x^2}$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$x\frac{dy}{dx}+y=\frac{d(xy)}{dx}$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$x\frac{dy}{dx}+\left(\frac{1+2x^2}{1+x^2}\right)y=x\sqrt{1+x^2}$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$\frac{1+2x^2}{1+x^2}=1+\frac{x^2}{1+x^2}$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$\left(x\frac{dy}{dx}+y\right)+\frac{x^2y}{1+x^2}=x\sqrt{1+x^2}$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$\frac{d(xy)}{dx}+\frac{x}{1+x^2}(xy)=x\sqrt{1+x^2}$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$\frac{du}{dx}+\frac{x}{1+x^2}u=x\sqrt{1+x^2}$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integrating factor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𝐼.𝐹.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$\text{I.F.}=e^{\int\frac{x}{1+x^2}dx}=e^{\frac12\ln(1+x^2)}=\sqrt{1+x^2}$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$u\sqrt{1+x^2}=\int x\sqrt{1+x^2}\cdot\sqrt{1+x^2}\,dx+C$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$xy\sqrt{1+x^2}=\int(x+x^3)\,dx+C=\frac{x^2}{2}+\frac{x^4}{4}+C$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$y(1)=\frac{3}{4\sqrt2}$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$1\cdot\frac{3}{4\sqrt2}\cdot\sqrt2=\frac12+\frac14+C\Rightarrow\frac34=\frac34+C\Rightarrow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$y\sqrt{1+x^2}=\frac{x(2+x^2)}{4}$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$y(\sqrt3)\sqrt{1+3}=\frac{\sqrt3(2+3)}{4}\Rightarrow2y(\sqrt3)=\frac{5\sqrt3}{4}\Rightarrow y(\sqrt3)=\frac{5\sqrt3}{8}$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$\frac{5\sqrt3}{8}$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standard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integrating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step.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standard linear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$P=\frac1x+\frac{x}{1+x^2}$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$x\sqrt{1+x^2}$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step.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form: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integrating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$\frac{dy}{dx}+\frac{1+2x^2}{x(1+x^2)}y=\sqrt{1+x^2}$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$\frac{1+2x^2}{x(1+x^2)}=\frac1x+\frac{x}{1+x^2}$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P\,dx=\ln x+\frac12\ln(1+x^2)$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$\frac{d}{dx}\left(y\,x\sqrt{1+x^2}\right)=x\sqrt{1+x^2}\cdot\sqrt{1+x^2}=x(1+x^2)$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$y\,x\sqrt{1+x^2}=\frac{x^2}{2}+\frac{x^4}{4}+C$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$y(1)=\frac{3}{4\sqrt2}$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$\frac34=\frac34+C$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$y\cdot\sqrt3\cdot2=\frac32+\frac94=\frac{15}{4}$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$y=\frac{15}{8\sqrt3}=\frac{5\sqrt3}{8}$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$\frac{5\sqrt3}{8}$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∫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Decompose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partial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integrating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guessing.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coefficient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𝑠𝑜𝑚𝑒𝑡ℎ𝑖𝑛𝑔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suggests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Closed form 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by substituting back into the 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 P\,dx}$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$\left(ye^{\int P}\right)'=Qe^{\int 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Decompose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partial fractions: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$\frac{1+2x^2}{x(1+x^2)}=\frac1x+\frac{x}{1+x^2}$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guessing.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$x\frac{dy}{dx}+y=(xy)'$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coefficient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$1+(\text{something})$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suggests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Closed form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$y=\frac{x(2+x^2)}{4\sqrt{1+x^2}}$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by substituting back into the 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42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an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eccentricity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its 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lying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polar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ellipse always passes through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42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$(a&gt;b&gt;0)$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eccentricity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its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lying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polar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ellipse always passes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$\frac{5\sqrt3}{4}$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Polar of a point with respect to an ellipse, Eccentricity and latus rectum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all polars pass through the intersection of the two lines multiplying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constant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$P(\alpha,6-\alpha)$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all polars pass through the intersection of the two lines multiplying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constant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$e^2=1-\frac{b^2}{a^2}\Rightarrow\frac12=1-\frac{b^2}{a^2}\Rightarrow a^2=2b^2$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of 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ellipse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$\frac{2b^2}{a}=4\Rightarrow\frac{a^2}{a}=4\Rightarrow 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of 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$\alpha+\beta=6\Rightarrow\beta=6-\alpha$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 x}{16}+\frac{\beta y}{8}=1$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 x}{16}+\frac{(6-\alpha)y}{8}=1$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$\alpha\left(\frac{x}{16}-\frac y8\right)+\left(\frac{3y}{4}-1\right)=0$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represents a family of lines passing through the intersection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fixed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represents a family of lines passing through the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$\frac{3y}{4}-1=0\Rightarrow y=\frac43$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$\frac{x}{16}-\frac y8=0\Rightarrow x=2y=\frac83$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fixed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$Q\left(\frac83,\frac43\right)$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$OQ=\sqrt{\left(\frac83\right)^2+\left(\frac43\right)^2}=\sqrt{\frac{64+16}{9}}=\frac{\sqrt{80}}{3}=\frac{4\sqrt5}{3}$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$\frac{4\sqrt5}{3}$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 Hire's theorem: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a line, its polar passes through the pole of that line;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simply the pole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 Hire's theorem: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a line, its polar passes through the pole of that line;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simply the pole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 Hire). So every polar passes through the pole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must be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$\ell:x+y=6$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 Hire). So every polar passes through the pole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$\frac{x_0x}{16}+\frac{y_0y}{8}=1$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must be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$\frac{x_0}{16}x+\frac{y_0}{8}y=1\equiv\frac x6+\frac y6=1$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$\frac{x_0}{16}=\frac16\Rightarrow x_0=\frac83$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$\frac{y_0}{8}=\frac16\Rightarrow y_0=\frac43$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$OQ=\sqrt{\frac{64}{9}+\frac{16}{9}}=\frac{4\sqrt5}{3}$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$\frac{4\sqrt5}{3}$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 Hire: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polars of all points of a line pass through one point, the pole of that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Pole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data: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family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passes through the intersection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this when a parameter enters linearly.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 Hire: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polars of all points of a line pass through one point, the pole of that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Pole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$lx+my=n$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$\left(\frac{la^2}{n},\frac{mb^2}{n}\right)$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$\left(\frac{16}{6},\frac{8}{6}\right)$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data: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$L_1+\lambda L_2=0$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passes through the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this when a parameter enters linearly.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which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twice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MUST be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There exists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exists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$f:[0,2]\to\mathbb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which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twice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MUST be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There exists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$f''(c)&lt;-\frac32$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exists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$f''(c)&gt;\frac32$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Lagrange's mean value theorem and Rolle's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$c_1\in(0,1)$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$f'(c_1)=3$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$c_2\in(1,2)$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$f'(c_2)=0$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$f''(c)=\frac{-3}{c_2-c_1}$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$c_2-c_1&lt;2$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422648"/>
                <a:ext cx="10725912" cy="225247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Lagrange's mean value theorem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422648"/>
                <a:ext cx="10725912" cy="225247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Lagrange's mean value theorem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$f'(c_1)=\frac{f(1)-f(0)}{1-0}=\frac{3-0}{1}=3$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Rolle's theorem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apply LMVT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interval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Rolle's theorem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apply LMVT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$[c_1,c_2]\subset(0,2)$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$[c_1,c_2]$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$(c_1,c_2)$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$c\in(c_1,c_2)\subset(0,2)$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$f''(c)=\frac{f'(c_2)-f'(c_1)}{c_2-c_1}=\frac{0-3}{c_2-c_1}=-\frac{3}{c_2-c_1}$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interval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$0&lt;c_2-c_1&lt;2\Rightarrow\frac{1}{c_2-c_1}&gt;\frac12$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$f''(c)=-\frac{3}{c_2-c_1}&lt;-\frac32$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there must exist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are not forced.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satisfies all the data)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and (C) fail.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data also hold,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there must exist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$f''(c)&lt;-\frac32$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are not forced.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$f(x)=\frac92x-\frac32x^2$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satisfies all the data)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$f''\equiv-3$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and (C) fail.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$f(x)=\frac92x-\frac32x^2-3x(x-1)(x-2)$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data also hold,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$f'(0)=-\frac32&lt;0$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There exists at least one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There exists at least one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such that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$f''(c)&lt;-\frac32$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Proof by contradiction with convexity: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convex, which the values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forbid.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Proof by contradiction with convexity: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$f''\ge-\frac32$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$\varphi(x)=f(x)+\frac34x^2$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convex, which the values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forbid.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Suppose, to the contrary,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Convexity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Suppose, to the contrary,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$f''(x)\ge-\frac32$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$\varphi(x)=f(x)+\frac34x^2$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$\varphi''(x)=f''(x)+\frac32\ge0$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Convexity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$\varphi(1)\le\frac{\varphi(0)+\varphi(2)}{2}$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contradiction shows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$\varphi(1)=3+\frac34=\frac{15}{4}$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$\varphi(2)=3+3=6$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$\frac{15}{4}\le3$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contradiction shows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$f''(c)&lt;-\frac32$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There exists at least one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There exists at least one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such that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$f''(c)&lt;-\frac32$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Second-difference mean value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the exact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Second-difference mean value theorem: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$f(0)-2f(1)+f(2)=f''(c)$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the exact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LMVT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LMVT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$\psi(x)=f(x+1)-f(x)$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$\psi(0)=f(1)-f(0)=3$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$\psi(1)=f(2)-f(1)=0$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LMVT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$\psi'(\xi)=-3$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$\xi\in(0,1)$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$f'(\xi+1)-f'(\xi)=-3$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LMVT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$[\xi,\xi+1]\subset(0,2)$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$f'(\xi+1)-f'(\xi)=f''(c)\cdot1$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$c\in(\xi,\xi+1)$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$-3&lt;-\frac32$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$f(x)=\frac92x-\frac32x^2$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$f(0)=0,f(1)=3,f(2)=3$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$f''\equiv-3$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There exists at least one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There exists at least one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$c\in(0,2)$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such that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$f''(c)&lt;-\frac32$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same value at three points, Rolle gives two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one zero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unequal values use LMVT in place of Rolle and track the quotients.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Second-difference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on the closed interval and twice differentiable inside).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a statement is 'not forced' build a simple counterexample (a quadratic or cubic through the given data) and test each option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an inequality; keep the direction of the inequality when taking reciprocals of positive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same value at three points, Rolle gives two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one zero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unequal values use LMVT in place of Rolle and track the quotients.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Second-difference theorem: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$f(x+h)-2f(x)+f(x-h)=h^2f''(c)$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$c\in(x-h,x+h)$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on the closed interval and twice differentiable inside).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a statement is 'not forced' build a simple counterexample (a quadratic or cubic through the given data) and test each option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$0&lt;c_2-c_1&lt;2$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$f''=\frac{\Delta f'}{\Delta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an inequality; keep the direction of the inequality when taking reciprocals of positive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chord of contact of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of the pair of tangents drawn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written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having no common factor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chord of contact of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of the pair of tangents drawn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$2x^2+y^2=2$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$ax^2+bxy+cy^2+dx+ey+f=0$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$a,b,c,d,e,f$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having no common factor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$a+b+c+d+e+f$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contact and pair of tangents to a conic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pins down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pair of tangents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of contact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pins down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$P\left(\frac12,1\right)$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pair of tangents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$SS_1=T^2$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coordinates of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this with the given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coordinates of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pair of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coordinates of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$yk=2(x+h)\Rightarrow2x-ky+2h=0$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this with the given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$2h=1\Rightarrow h=\frac12$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coordinates of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$2x^2+y^2=2$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$S\equiv2x^2+y^2-2=0$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pair of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$SS_1=T^2$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bringing all terms to one side and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common factor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required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$S_1=2\cdot\frac14+1-2=-\frac12$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$T=2x\cdot\frac12+y\cdot1-2=x+y-2$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$(2x^2+y^2-2)\left(-\frac12\right)=(x+y-2)^2$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$-x^2-\frac{y^2}{2}+1=x^2+y^2+4+2xy-4x-4y$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bringing all terms to one side and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$4x^2+4xy+3y^2-8x-8y+6=0$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$a=4,\ b=4,\ c=3,\ d=-8,\ e=-8,\ f=6$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common factor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$a+b+c+d+e+f=4+4+3-8-8+6=1$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slope condition for tangency: lines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touching the ellipse give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slope condition for tangency: lines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touching the ellipse give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$\frac{y-1}{x-\frac12}$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$\frac{x^2}{1}+\frac{y^2}{2}=1$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$a^2=1,\ b^2=2$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$c^2=a^2m^2+b^2=m^2+2$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$c=1-\frac 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$\left(1-\frac m2\right)^2=m^2+2\Rightarrow1-m+\frac{m^2}{4}=m^2+2\Rightarrow3m^2+4m+4=0$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of tangents is obtained by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coefficients as before,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of tangents is obtained by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$m=\frac{y-1}{x-\frac12}$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$3(y-1)^2+4(y-1)\left(x-\frac12\right)+4\left(x-\frac12\right)^2=0$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$3y^2-6y+3+4xy-2y-4x+2+4x^2-4x+1=4x^2+4xy+3y^2-8x-8y+6=0$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coefficients as before,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$a+b+c+d+e+f=1$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contact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w.r.t. a conic it is the polar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of tangents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conic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coefficients is the value of the final quadratic expression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when the point is given and the slopes are wanted.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contact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$yk=2a(x+h)$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w.r.t. a conic it is the polar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of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$SS_1=T^2$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$a+b+c+d+e+f$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coefficients is the value of the final quadratic expression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$4+4+3-8-8+6=1$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when the point is given and the slopes are wanted.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$\left(x+y\sqrt{x^2+y^2}\right)dx+\left(y-x\sqrt{x^2+y^2}\right)dy=0$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$y(x_0)=x_0$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$x_0^2+(y(x_0))^2$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$\frac{16}{(4-\pi)^2}$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$\frac{4}{4-\pi}$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$\frac{16}{(4+\pi)^2}$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$\frac{4}{4+\pi}$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Polar substitution in a differential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Regroup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Regroup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$(x\,dx+y\,dy)+\sqrt{x^2+y^2}\,(y\,dx-x\,dy)=0$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$x=r\cos\theta,\ y=r\sin\theta$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differential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polar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differential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$(x\,dx+y\,dy)+\sqrt{x^2+y^2}\,(y\,dx-x\,dy)=0$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polar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$x\,dx+y\,dy=r\,dr$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$y\,dx-x\,dy=-r^2d\theta$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$r\,dr+r(-r^2d\theta)=0$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$r\,dr-r^3d\theta=0$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$\frac{dr}{r^2}=d\theta$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$-\frac1r=\theta+C$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corresponds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relation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are required to find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corresponds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$x=1,y=0\Rightarrow r=1,\theta=0$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$-\frac11=0+C\Rightarrow 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relation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$\frac1r=1-\theta\Rightarrow r=\frac{1}{1-\theta}$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$y(x_0)=x_0$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$\tan\theta=\frac{y(x_0)}{x_0}=1\Rightarrow\theta=\frac\pi4$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$r=\frac{1}{1-\frac\pi4}=\frac{4}{4-\pi}$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are required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$x_0^2+(y(x_0))^2=r^2=\left(\frac{4}{4-\pi}\right)^2=\frac{16}{(4-\pi)^2}$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$\frac{16}{(4-\pi)^2}$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Stay in Cartesian form: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both sides become exact differentials,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Stay in Cartesian form: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$(x^2+y^2)^{3/2}$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both sides become exact differentials,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$d\left(\frac1{\sqrt{x^2+y^2}}\right)$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$d\left(\tan^{-1}\frac yx\right)$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𝑐𝑜𝑛𝑠𝑡𝑎𝑛𝑡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$(x\,dx+y\,dy)=\sqrt{x^2+y^2}\,(x\,dy-y\,dx)$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$(x^2+y^2)^{3/2}$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$\frac{x\,dx+y\,dy}{(x^2+y^2)^{3/2}}=-d\left(\frac{1}{\sqrt{x^2+y^2}}\right)$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$\frac{x\,dy-y\,dx}{x^2+y^2}=d\left(\tan^{-1}\frac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$d\left(\frac{1}{\sqrt{x^2+y^2}}+\tan^{-1}\frac yx\right)=0$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$\frac{1}{\sqrt{x^2+y^2}}+\tan^{-1}\frac yx=\text{constant}$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$\tan^{-1}1=\frac\pi4$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$\frac{1}{\sqrt{x_0^2+y_0^2}}=1-\frac\pi4=\frac{4-\pi}{4}$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$x_0^2+y_0^2=\frac{16}{(4-\pi)^2}$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$\frac{16}{(4-\pi)^2}$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Dictionary: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 mixes these two combinations with powers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integrating factors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it exact.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Polar curves: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here; the initial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Quantities asked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simply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polar form, so the Cartesian answer follows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Dictionary: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$x\,dx+y\,dy=\frac12d(x^2+y^2)=r\,dr$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$x\,dy-y\,dx=r^2d\theta$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$d\left(\frac1r\right)=-\frac{dr}{r^2}$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$d\left(\tan^{-1}\frac yx\right)=\frac{x\,dy-y\,dx}{x^2+y^2}$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 mixes these two combinations with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integrating factors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$(x^2+y^2)^{-k}$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it exact.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Polar curves: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$\frac1r=c-\theta$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here; the initial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Quantities asked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polar form, so the Cartesian answer follows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$f(x)=\int_0^x(t-\lfloor t\rfloor)\,dt$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$\lfloor\cdot\rfloor$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$g(x)=\int_0^{f(x)}\frac{1}{1+t^2}\,dt$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$\frac{32}{65}$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$\frac{16}{65}$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Leibniz rule for differentiation under the integral sign, Integral of the fractional part and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away from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$g'(x)=\frac{f'(x)}{1+f(x)^2}$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$f'(x)=x-\lfloor x\rfloor$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away from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First,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breaking the integral at the point of discontinuity: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the integrand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the Leibniz rule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First,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breaking the integral at the point of discontinuity: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$f\left(\frac32\right)=\int_0^1t\,dt+\int_1^{3/2}(t-1)\,dt$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$=\left[\frac{t^2}{2}\right]_0^1+\left[\frac{(t-1)^2}{2}\right]_1^{3/2}=\frac12+\frac18=\frac58$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the integrand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$t-\lfloor 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the Leibniz rule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$f'\left(\frac32\right)=\frac32-\left\lfloor\frac32\right\rfloor=\frac32-1=\frac12$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Now, using the Leibniz rule to 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Now, using the Leibniz rule to 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$g'(x)=\frac{d}{dx}\int_0^{f(x)}\frac{1}{1+t^2}dt=\frac{1}{1+(f(x))^2}\cdot 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$g'\left(\frac32\right)=\frac{1}{1+\left(f\left(\frac32\right)\right)^2}\cdot f'\left(\frac32\right)=\frac{1}{1+\frac{25}{64}}\cdot\frac12$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$=\frac{64}{89}\cdot\frac12=\frac{32}{89}$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$\frac{32}{89}$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closed forms: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closed forms: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$\int_0^x\{t\}\,dt=\frac{\lfloor x\rfloor+\{x\}^2}{2}$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$g(x)=\tan^{-1}f(x)$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unit interval contributes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Between integers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unit interval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$\int_0^1\{t\}\,dt=\frac12$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$x=n+\{x\}$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 n2+\frac{\{x\}^2}{2}=\frac{\lfloor x\rfloor+\{x\}^2}{2}$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$f=\frac{1+\frac14}{2}=\frac58$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Between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$f'\left(\frac32\right)=\frac12$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$g(x)=\int_0^{f(x)}\frac{dt}{1+t^2}=\tan^{-1}\left(f(x)\right)$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$g'(x)=\frac{f'(x)}{1+f(x)^2}$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$g'\left(\frac32\right)=\frac{\frac12}{1+\frac{25}{64}}=\frac12\cdot\frac{64}{89}=\frac{32}{89}$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$\frac{32}{89}$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integrand is continuous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Break the integral at every integer when the integrand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integral of a piecewise-continuous function is continuous even where the integrand jumps.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$\int_0^x\{t\}\,dt=\frac{\lfloor x\rfloor+\{x\}^2}{2}$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$\frac{d}{dx}\int_0^x\{t\}\,dt=\{x\}$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integrand is continuous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$\frac{d}{dx}\int_{a}^{h(x)}\varphi(t)\,dt=\varphi(h(x))\,h'(x)$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$\varphi=\frac1{1+t^2}$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Break the integral at every integer when the integrand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integral of a piecewise-continuous function is continuous even where the integrand jumps.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$f\left(\frac32\right)=\frac58$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$f'\left(\frac32\right)=\frac12$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initial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order and degree, respectively, of the differential equation corresponding to the family of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arbitrary constants,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$\frac{x\,dy-y\,dx}{\sqrt{x^2-y^2}}=dx$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$(x&gt;0)$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initial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order and degree, respectively, of the differential equation corresponding to the family of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$y=C_1f(x)+C_2f'(x)$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arbitrary constants,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equation, Order and degree of a differential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DE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linear constants give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$\frac{x\,dy-y\,dx}{x^2}=d\left(\frac yx\right)$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DE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$\frac{dv}{\sqrt{1-v^2}}=\frac{dx}{x}$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linear constants give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degree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differential equation: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differential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$\frac{x\,dy-y\,dx}{\sqrt{x^2-y^2}}=dx$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arcsin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arcsin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family of curves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$\frac{\frac{x\,dy-y\,dx}{x^2}}{\frac1x\sqrt{x^2-y^2}}=dx\Rightarrow\frac{d\left(\frac yx\right)}{\sqrt{1-\left(\frac yx\right)^2}}=\frac{dx}{x}$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$\arcsin\left(\frac yx\right)=\ln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$\arcsin(0)=\ln(1)+C\Rightarrow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yx=\sin(\ln x)\Rightarrow f(x)=x\sin(\ln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$f'(x)=\sin(\ln x)+x\cdot\frac1x\cos(\ln x)=\sin(\ln x)+\cos(\ln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family of curves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$y=C_1x\sin(\ln x)+C_2\left(\sin(\ln x)+\cos(\ln 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arbitrary constants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order of the corresponding differential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linearly in the family of curves, eliminating them yields a linear differential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derivatives, so the degree of the highest derivative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arbitrary constants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order of the corresponding differential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linearly in the family of curves, eliminating them yields a linear differential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derivatives, so the degree of the highest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$m+2n=2+2(1)=4$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determinant: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Wronskian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non-zero, so the order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degree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determinant: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Wronskian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$f,f'$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non-zero, so the order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degree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‴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column, the equation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derivative occurs to the 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$x\,dy-y\,dx=x^2dv$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$\sqrt{x^2-y^2}=x\sqrt{1-v^2}$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$\frac{dv}{\sqrt{1-v^2}}=\frac{dx}{x}$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$v=\sin(\ln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$f=x\sin(\ln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$y=C_1f+C_2f'$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$y'=C_1f'+C_2f''$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$y''=C_1f''+C_2f'''$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$\begin{vmatrix}y&amp;f&amp;f'\\y'&amp;f'&amp;f''\\y''&amp;f''&amp;f'''\end{vmatrix}=0$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column, the equation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$y,y',y''$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derivative occurs to the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identically zero here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really occurs: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$\begin{vmatrix}f&amp;f'\\f'&amp;f''\end{vmatrix}=ff''-f'^2$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identically zero here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really occurs: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first-order 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= number of independent arbitrary constants in the family;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satisfies a linear DE of order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linear ODE of the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is the Wronskian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Degree is defined only when the DE is polynomial in its derivatives; it is the power of the highest-order derivative.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first-order 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$\frac{dy}{dx}=F\left(\frac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 yx\right)=\frac{x\,dy-y\,dx}{x^2}$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$\int\frac{dv}{\sqrt{1-v^2}}=\sin^{-1}v$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= number of independent arbitrary constants in the family;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$y=C_1f+C_2g$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satisfies a linear DE of order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linear ODE of 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$y=C_1f+C_2g$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$\begin{vmatrix}y&amp;f&amp;g\\y'&amp;f'&amp;g'\\y''&amp;f''&amp;g''\end{vmatrix}=0$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is the Wronskian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$fg'-f'g$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Degree is defined only when the DE is polynomial in its derivatives; it is the power of the highest-order derivative.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number of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$f:[0,4]\to\mathbb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number of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Intermediate value theorem and Rolle's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crosses the level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in between,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roots and Rolle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$f(0)=f(4)=1$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crosses the level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in between,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roots and Rolle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the auxiliary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given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applied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the auxiliary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given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applied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$\beta\in(2,3)$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$g(\beta)=0$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Rolle's theorem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$x=0,\alpha,\beta,4$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$0&lt;\alpha&lt;2&lt;\beta&lt;4$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Rolle's theorem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$[0,\alpha]$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$g(0)=g(\alpha)=0$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$c_1\in(0,\alpha)$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$g'(c_1)=f'(c_1)=0$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$g(\alpha)=g(\beta)=0$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$c_2\in(\alpha,\beta)$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 and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smooth curve through the five points with only four monotone pieces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$[\beta,4]$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$g(\beta)=g(4)=0$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$c_3\in(\beta,4)$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$f'(c_3)=0$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$0&lt;c_1&lt;\alpha&lt;c_2&lt;\beta&lt;c_3&lt;4$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$c_1,c_2,c_3$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 and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smooth curve through the five points with only four monotone pieces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Darboux's theorem: the mean-value slopes between consecutive points alternate in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values of both signs three times over and must vanish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Darboux's theorem: the mean-value slopes between consecutive points alternate in sign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$+,-,+,-$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values of both signs three times over and must vanish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LMVT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in each unit interval)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derivative has the intermediate value property (Darboux),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some point in each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LMVT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$[0,1],[1,2],[2,3],[3,4]$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$p_1&lt;p_2&lt;p_3&lt;p_4$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in each unit interval)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$f'(p_1)=\frac{3-1}{1}=2$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$f'(p_2)=\frac{0-3}{1}=-3$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$f'(p_3)=\frac{4-0}{1}=4$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$f'(p_4)=\frac{1-4}{1}=-3$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derivative has the intermediate value property (Darboux),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some point in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$(p_1,p_2)$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$(p_2,p_3)$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$(p_3,p_4)$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three intervals are disjoint,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Sharpness: take a smooth curve that rises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falls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falls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turning points. 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three intervals are disjoint,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Sharpness: take a smooth curve that rises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falls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falls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turning points. 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same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points,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(Rolle), and these lie strictly between consecutive such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IVT on sign changes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given sample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Darboux: a derivative on an interval has the intermediate value property even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continuous;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values of opposite sign it vanishes in between.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'minimum number' is attained by a piecewise-monotone curve with exactly the forced turning points: count the monotone pieces minus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same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points,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(Rolle), and these lie strictly between consecutive such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IVT on sign changes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given sample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Darboux: a derivative on an interval has the intermediate value property even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values of opposite sign it vanishes in between.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'minimum number' is attained by a piecewise-monotone curve with exactly the forced turning points: count the monotone pieces minus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the definite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the definite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$\int_0^{60}\frac{3^{\{x\}}}{3^{\{x\}}+3^{\{-x\}}}\,dx$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Periodic functions and the fractional part function, King property of definite integrals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integrand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to which the King property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integrand has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$\frac{3^x}{3^x+3^{1-x}}$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to which the King property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property of periodic functions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$f(x)=\frac{3^{\{x\}}}{3^{\{x\}}+3^{\{-x\}}}$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$\{x+1\}=\{x\}$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$\{-x-1\}=\{-x\}$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property of periodic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$\int_0^{nT}f(x)\,dx=n\int_0^Tf(x)\,dx$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$I=\int_0^{60}f(x)\,dx=60\int_0^1\frac{3^{\{x\}}}{3^{\{x\}}+3^{\{-x\}}}dx$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$\{-x\}=1-x$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$I=60\int_0^1\frac{3^x}{3^x+3^{1-x}}dx$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expressions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$J=\int_0^1\frac{3^x}{3^x+3^{1-x}}dx$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$\int_0^ag(x)\,dx=\int_0^ag(a-x)\,dx$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$J=\int_0^1\frac{3^{1-x}}{3^{1-x}+3^x}dx$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expressions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$2J=\int_0^1\frac{3^x+3^{1-x}}{3^x+3^{1-x}}dx=\int_0^11\,dx=1\Rightarrow J=\frac12$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$I=60\times J=60\times\frac12=30$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unit-interval integral directly: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getting a logarithm with no symmetry argument.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unit-interval integral directly: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$u=9^x$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getting a logarithm with no symmetry argument.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periodicity,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periodicity,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$I=60\int_0^1\frac{3^x}{3^x+3^{1-x}}dx$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$\frac{3^x}{3^x+3\cdot3^{-x}}=\frac{9^x}{9^x+3}$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$u=9^x$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$du=9^x\ln9\,dx$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$9^x\,dx=\frac{du}{\ln9}$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$\int_0^1\frac{9^x}{9^x+3}dx=\frac{1}{\ln9}\int_1^9\frac{du}{u+3}=\frac{1}{\ln9}\ln\frac{12}{4}=\frac{\ln3}{\ln9}=\frac12$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$I=60\cdot\frac12=30$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-differences are periodic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 property: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Generalisation: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$f(x+T)=f(x)$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$\int_a^{a+nT}f(x)\,dx=n\int_0^Tf(x)\,dx$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$\lfloor\cdot\rfloor$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-differences are periodic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 property: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$\int_0^a\frac{g(x)}{g(x)+g(a-x)}dx=\frac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$g(x)=3^x$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$\{-x\}=1-\{x\}$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$3^{\{x\}}+3^{\{-x\}}=3^{\{x\}}+3^{1-\{x\}}$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$\int_0^{n}\frac{p^{\{x\}}}{p^{\{x\}}+p^{\{-x\}}}dx=\frac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174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ellipse with eccentricity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director circle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drawn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of contact.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along the director circle, 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touches a fixed ellipse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eccentricity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174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$E_1:\frac{x^2}{a^2}+\frac{y^2}{b^2}=1$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$(a&gt;b&gt;0)$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ellipse with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director 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drawn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of contact.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along the director circle, the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touches a fixed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$E_2:\frac{x^2}{\alpha^2}+\frac{y^2}{\beta^2}=1$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$(\alpha&gt;\beta&gt;0)$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$\frac{\sqrt7}{2\sqrt2}$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Director circle of an ellipse, Chord of contact and condition of tangency of a line to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of contact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tangency condition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linear relation in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 be matched 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of contact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$\frac{x_0}{a^2}x+\frac{y_0}{b^2}y=1$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tangency condition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linear relation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$x_0^2,y_0^2$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 be matched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$x_0^2+y_0^2=a^2+b^2$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the director circle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on it,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the director 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on it,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$x_0^2+y_0^2=a^2+b^2$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for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tangent to the ellipse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two identities (valid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circle) yields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the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$\frac{xx_0}{a^2}+\frac{yy_0}{b^2}=1$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for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tangent to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$E_2:\frac{x^2}{\alpha^2}+\frac{y^2}{\beta^2}=1$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$A^2\alpha^2+B^2\beta^2=1$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$A=\frac{x_0}{a^2}$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$B=\frac{y_0}{b^2}$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$\frac{x_0^2\alpha^2}{a^4}+\frac{y_0^2\beta^2}{b^4}=1$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$x_0^2+y_0^2=a^2+b^2$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$\frac{x_0^2}{a^2+b^2}+\frac{y_0^2}{a^2+b^2}=1$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the two identities (valid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circle) yields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$\alpha^2=\frac{a^4}{a^2+b^2}$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$\beta^2=\frac{b^4}{a^2+b^2}$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eccentricity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$e_2^2=1-\frac{\beta^2}{\alpha^2}=1-\frac{b^4}{a^4}=1-(1-e_1^2)^2=2e_1^2-e_1^4$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$e_2^2=2\left(\frac14\right)-\frac{1}{16}=\frac12-\frac1{16}=\frac{7}{16}\Rightarrow e_2=\frac{\sqrt7}{4}$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$\frac{\sqrt7}{4}$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two special positions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director circle, on the axes: the chords of contact are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tangent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its vertices.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two special positions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director circle, on the axes: the chords of contact are the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$y=\pm\beta$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tangent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its vertices.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director circle. Its chord of contact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vertical line touches the axis-parallel ellipse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its vertex,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chord of contact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horizontal tangent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$P=\left(\sqrt{a^2+b^2},0\right)$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director circle. Its chord of contact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$\frac{x\sqrt{a^2+b^2}}{a^2}=1$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$x=\frac{a^2}{\sqrt{a^2+b^2}}$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vertical line touches the axis-parallel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its vertex,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$\alpha=\frac{a^2}{\sqrt{a^2+b^2}}$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$P=\left(0,\sqrt{a^2+b^2}\right)$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chord of contact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$y=\frac{b^2}{\sqrt{a^2+b^2}}$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horizontal tangent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$\beta=\frac{b^2}{\sqrt{a^2+b^2}}$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$\frac{\beta^2}{\alpha^2}=\frac{b^4}{a^4}$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$e_2^2=1-\left(\frac{b^2}{a^2}\right)^2$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$e_1=\frac12\Rightarrow\frac{b^2}{a^2}=1-\frac14=\frac34$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$e_2^2=1-\frac{9}{16}=\frac7{16}$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$e_2=\frac{\sqrt7}{4}$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$\frac{\sqrt7}{4}$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Director circle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(tangents from its points are perpendicular).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chords of contact from the director circle envelop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question promises a fixed curve of a known type, evaluating a few special positions of the moving point (here on the axes) quickly identifies its parameters.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Director 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(tangents from its points are perpendicular).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$\frac{x^2}{\alpha^2}+\frac{y^2}{\beta^2}=1$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$A^2\alpha^2+B^2\beta^2=1$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chords of contact from the director circle envelop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$\frac{x^2}{a^4/(a^2+b^2)}+\frac{y^2}{b^4/(a^2+b^2)}=1$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$e_2^2=1-(1-e_1^2)^2=e_1^2(2-e_1^2)$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question promises a fixed curve of a known type, evaluating a few special positions of the moving point (here on the axes) quickly identifies its parameters.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$f(x+3)=f(x)$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$g(x)=\int_0^{x^2}f(t)\,dt$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Leibniz rule for differentiation under the integral sign, Periodic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Leibniz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Leibniz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$g'(x)=2x\,f(x^2)$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links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Leibniz rule for differentiation under the integral sign: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the Leibniz rule for differentiation under the integral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$g'(x)=\frac{d}{dx}\left(\int_0^{x^2}f(t)\,dt\right)=f(x^2)\cdot\frac{d}{dx}(x^2)-f(0)\cdot\frac{d}{dx}(0)=2x\,f(x^2)$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$g'(1)=2(1)f(1^2)=2f(1)=6\Rightarrow 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$g'(2)=2(2)f(2^2)=4f(4)$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periodic function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periodic function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$f(4)=f(1+3)=f(1)=3$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$g'(2)=4\times3=12$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periodic in general;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Do not transfer periodicity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$\frac{d}{dx}\int_{a}^{h(x)}f(t)\,dt=f(h(x))\,h'(x)$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$g'(x)=2x\,f(x^2)$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$f(x+T)=f(x)$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$f(x+nT)=f(x)$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$f(4)=f(1)=f(-2)=\dots$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$\int_0^{x^2}f$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periodic in general;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 Do not transfer periodicity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$\frac{g'(2)}{4}=f(4)=f(1)=\frac{g'(1)}{2}$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$g'(2)=2g'(1)=12$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Q21 – 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$x^2(x\,dx+y\,dy)=(x^2+y^2)(x\,dy-y\,dx)$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$y(x_0)=x_0\ln3$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$x_0^2+(y(x_0))^2$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Exact differentials and homogeneous differential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$x^2(x^2+y^2)$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$\frac{x\,dx+y\,dy}{x^2+y^2}=\frac{x\,dy-y\,dx}{x^2}$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$\frac12d\left(\ln(x^2+y^2)\right)=d\left(\frac yx\right)$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differential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differential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$x^2(x\,dx+y\,dy)=(x^2+y^2)(x\,dy-y\,dx)$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$x^2(x^2+y^2)$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$\frac{x\,dx+y\,dy}{x^2+y^2}=\frac{x\,dy-y\,dx}{x^2}$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$\frac12d\left(\ln(x^2+y^2)\right)=d\left(\frac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$\frac12\ln(x^2+y^2)=\frac yx+C$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the initial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implicit solution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are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this into the equation: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the initial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$\frac12\ln(1^2+0^2)=\frac01+C\Rightarrow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implicit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$\ln(x^2+y^2)=\frac{2y}{x}\Rightarrow x^2+y^2=e^{\frac{2y}{x}}$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are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$y(x_0)=x_0\ln3$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$\frac{y(x_0)}{x_0}=\ln3$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this into the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$x_0^2+(y(x_0))^2=e^{2\ln3}=e^{\ln(3^2)}=9$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homogeneous equation: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separate variables, and read the answer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homogeneous equation: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separate variables, and read the answer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$x^2(1+v^2)=e^{2v}$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$y=vx$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$x\,dx+y\,dy=x(1+v^2)\,dx+vx^2dv$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$x\,dy-y\,dx=x^2dv$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$x^2\left[x(1+v^2)dx+vx^2dv\right]=x^2(1+v^2)\cdot x^2dv$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$(1+v^2)\frac{dx}{x}+v\,dv=(1+v^2)\,dv$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$\frac{dx}{x}=dv-\frac{v\,dv}{1+v^2}$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x=v-\frac12\ln(1+v^2)+C$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$\ln\left(x^2(1+v^2)\right)=2v$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$x^2+y^2=e^{2v}$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$x_0^2+y(x_0)^2=e^{2\ln3}=9$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exact differentials: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 a DE contains both pairs, divide by a suitable product to separate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 asks for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quantity inside the logarithm, so the answer can be read without finding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exact differentials: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$x\,dx+y\,dy=\frac12d(x^2+y^2)$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$\frac{x\,dy-y\,dx}{x^2}=d\left(\frac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$\frac{x\,dy-y\,dx}{y^2}=-d\left(\frac 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$\frac{x\,dy-y\,dx}{x^2+y^2}=d\left(\tan^{-1}\frac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$\frac{x\,dx+y\,dy}{x^2+y^2}=\frac12d\ln(x^2+y^2)$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 a DE contains both pairs, divide by a suitable product to separate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 asks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$x_0^2+y_0^2$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quantity inside the logarithm, so the answer can be read without finding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$y=\ln3\cdot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$x^2(1+\ln^23)=9$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$x_0=\frac{3}{\sqrt{1+\ln^23}}$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$x_0^2+y_0^2=9$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region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region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modulus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curves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integrand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form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curves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integrand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$(3-|x|)-|x-1|$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form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points of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curves intersect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points of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$x-1=3-x\Rightarrow2x=4\Rightarrow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$1-x=3+x\Rightarrow2x=-2\Rightarrow 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$1-x=3-x\Rightarrow1=3$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curves intersect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bounded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the integral across the critical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$3-|x|\ge|x-1|$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bounded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$A=\int_{-1}^2\big((3-|x|)-|x-1|\big)dx$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the integral across the critical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$A=\int_{-1}^0\big((3+x)-(1-x)\big)dx+\int_0^1\big((3-x)-(1-x)\big)dx+\int_1^2\big((3-x)-(x-1)\big)dx$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$A=\int_{-1}^0(2+2x)\,dx+\int_0^12\,dx+\int_1^2(4-2x)\,dx$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$A=1+2+1=4$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the region is bounded by four lines of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a rectangle; find its side lengths from the distances between parallel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the region is bounded by four lines of slopes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a rectangle; find its side lengths from the distances between parallel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bounded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(below, the V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(above, the inverted V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bounded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(below, the V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(above, the inverted V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$\frac{|3-(-1)|}{\sqrt2}=2\sqrt2$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$\frac{|3-1|}{\sqrt2}=\sqrt2$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of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the region is a rectangle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with lengths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of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the region is a rectangle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$2\sqrt2\cdot\sqrt2=4$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$(1,0),(2,1),(0,3),(-1,2)$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with lengths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V-shaped graphs with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a rectangle (sides along perpendicular directions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intersections of modulus graphs solve on each linear piece and keep only roots inside the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identify which curve is above on each sub-interval before integrating, and split at every kink of the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V-shaped graphs with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a rectangle (sides along perpendicular directions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$=\frac{|\Delta c|\,|\Delta d|}{2}$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$y=x+c_1,x+c_2$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$y=-x+d_1,-x+d_2$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intersections of modulus graphs solve on each linear piece and keep only roots inside the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identify which curve is above on each sub-interval before integrating, and split at every kink of the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$=3-(-1)=4$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$=\frac{4\cdot2}{2}=4$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(in sq. units) of the region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(in sq. units) of the region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$y=|x^2-4|$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modulus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intersections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graph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$x^2-4=5$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intersections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graph is symmetric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$A=2\int_0^3\big(5-|x^2-4|\big)dx$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points of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(Note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no real solution.)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Due to symmetry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 total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points of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$y=|x^2-4|$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$|x^2-4|=5\Rightarrow x^2-4=5\Rightarrow x^2=9\Rightarrow x=\pm3$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(Note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$x^2-4=-5\Rightarrow x^2=-1$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no real solution.)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Due to symmetry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 total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$A=2\int_0^3\big(5-|x^2-4|\big)dx$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$\int_0^2\big(5-(4-x^2)\big)dx=\int_0^2(1+x^2)\,dx=2+\frac83=\frac{14}{3}$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$\int_2^3\big(5-(x^2-4)\big)dx=\int_2^3(9-x^2)\,dx=9-\frac{27-8}{3}=\frac83$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$A=2\left(\frac{14}{3}+\frac83\right)=\frac{44}{3}$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 plus reflection: take the parabolic segment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remove the lobe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twice (it is not part of the region after reflection).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Archimedes plus reflection: take the parabolic segment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remove the lobe below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twice (it is not part of the region after reflection).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segment between them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segment contains the lobe between the parabola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segment between them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$\frac{1\cdot(3-(-3))^3}{6}=36$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segment contains the lobe between the parabola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$\frac{(4)^3}{6}=\frac{32}{3}$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reflects that lobe upward, so the region above the new curve loses the old lobe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the reflected lobe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now lying under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reflects that lobe upward, so the region above the new curve loses the old lobe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the reflected lobe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now lying under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$A=36-2\cdot\frac{32}{3}=\frac{108-64}{3}=\frac{44}{3}$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horizontal or oblique chord meeting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lobe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the axis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modulus of a function reflects the negative part: areas above the reflected curve change by twice the lobe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direct integration: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horizontal or oblique chord meeting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$\frac{|a|(\beta-\alpha)^3}{6}$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lobe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the axis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$\frac{(2r)^3}{6}=\frac{4r^3}{3}$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modulus of a function reflects the negative part: areas above the reflected curve change by twice the lobe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direct integration: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$2\int_0^3(5-|x^2-4|)dx=\frac{44}{3}$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sphere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expanding such that its radius increases at a constant rate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cm/s. At any instant, a right circular cylinder of maximum volume is inscribed in this sphere. If the rate of change of the maximum volume of the cylinder at the instant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/s,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sphere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expanding such that its radius increases at a constant rate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cm/s. At any instant, a right circular cylinder of maximum volume is inscribed in this sphere. If the rate of change of the maximum volume of the cylinder at the instant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$k\sqrt3\,\pi$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/s,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volume of a cylinder inscribed in a sphere, Rate of change (related rates)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largest cylinder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∝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largest cylinder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$h=\frac{2R}{\sqrt3}$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$V_{max}=\frac{4\pi R^3}{3\sqrt3}\propto R^3$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$\frac{dV}{dt}=\frac{4\pi R^2}{\sqrt3}\frac{dR}{dt}$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and height of the cylinder inscribed in the sphere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geometry,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volume of the cylinder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maximum volume,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and height of the cylinder inscribed in the sphere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geometry,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$r^2+\left(\frac h2\right)^2=R^2\Rightarrow r^2=R^2-\frac{h^2}{4}$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volume of the cylinder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$V=\pi r^2h=\pi\left(R^2-\frac{h^2}{4}\right)h=\pi\left(R^2h-\frac{h^3}{4}\right)$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maximum volume,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$\frac{dV}{dh}=0$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$\pi\left(R^2-\frac{3h^2}{4}\right)=0\Rightarrow h=\frac{2R}{\sqrt3}$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ensures maximum volume.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/s.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$\frac{d^2V}{dh^2}=-\frac{3\pi h}{2}&lt;0$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ensures maximum volume.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$h=\frac{2R}{\sqrt3}$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$V_{max}=\pi\left(R^2\cdot\frac{2R}{\sqrt3}-\frac14\cdot\frac{8R^3}{3\sqrt3}\right)=\frac{4\pi R^3}{3\sqrt3}$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$\frac{dV_{max}}{dt}=\frac{4\pi}{3\sqrt3}\cdot3R^2\frac{dR}{dt}=\frac{4\pi R^2}{\sqrt3}\frac{dR}{dt}$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$\frac{dR}{dt}=2$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$\frac{dV_{max}}{dt}=\frac{4\pi(6)^2(2)}{\sqrt3}=\frac{288\pi}{\sqrt3}=96\sqrt3\,\pi$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/s.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$k\sqrt3\,\pi$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by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axis and maximise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AM-GM; then use scaling: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∝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by the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axis and maximise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$\cos\phi\,(1-\cos^2\phi)$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AM-GM; then use scaling: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$V_{max}\propto R^3$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$\frac{dV}{dt}=3V\frac{R'}{R}$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diagonal of the axial section make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diagonal of the axial section make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$h=2R\cos\phi$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$r=R\sin\phi$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$V=2\pi R^3\sin^2\phi\cos\phi=2\pi R^3\,c(1-c^2)$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$2c^2,\ 1-c^2,\ 1-c^2$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$2c^2(1-c^2)^2\le\left(\frac23\right)^3$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$c(1-c^2)\le\frac{2}{3\sqrt3}$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$2c^2=1-c^2$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$V_{max}=2\pi R^3\cdot\frac{2}{3\sqrt3}=\frac{4\pi R^3}{3\sqrt3}$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$V_{max}=\frac{4\pi\cdot216}{3\sqrt3}=96\sqrt3\,\pi$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$V_{max}=\lambda 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$\frac{dV_{max}}{dt}=3V_{max}\frac{1}{R}\frac{dR}{dt}=3\cdot96\sqrt3\,\pi\cdot\frac16\cdot2=96\sqrt3\,\pi$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right circular cylinder in a sphere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fraction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sphere's volume).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scaling every optimum solid in a sphere has volume proportional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second optimisation.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right circular cylinder in a sphere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$h=\frac{2R}{\sqrt3}$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$r=R\sqrt{\frac23}$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$V=\frac{4\pi R^3}{3\sqrt3}$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sphere's volume).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scaling every optimum solid in a sphere has volume proportional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$\frac{dV_{max}}{dt}=3V_{max}\frac{R'}{R}$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second optimisation.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cone in a sphere: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sphere's volume).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 rates: first express the quantity as a function of one variable (using the optimum), then 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the chain rule.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cone in a sphere: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$h=\frac{4R}{3}$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$V=\frac{32\pi R^3}{81}$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sphere's volume).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 rates: first express the quantity as a function of one variable (using the optimum), then 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the chain rule.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region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$\frac{dy}{dx}=\frac{y-2}{2x+6}$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region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Reduction of a differential equation to homogeneous form, Area bounded by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Shifting the origin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 is the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Shifting the origin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$(-3,2)$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$\frac{dY}{dX}=\frac{Y}{2X}$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 is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$(y-2)^2=3(x+3)$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reduce the given differential equation to homogeneous form,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homogeneous differential equation: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back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reduce the given differential equation to homogeneous form,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$\frac{dY}{dX}=\frac{Y}{2X}$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homogeneous differential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$\int\frac{dY}{Y}=\frac12\int\frac{dX}{X}\Rightarrow\ln|Y|=\frac12\ln|X|+\ln C\Rightarrow Y^2=cX$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back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$(y-2)^2=c(x+3)$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$(5-2)^2=c(0+3)\Rightarrow9=3c\Rightarrow 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equation of the curve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intersects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bounded by the curve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equation of 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$(y-2)^2=3(x+3)\Rightarrow x=\frac{(y-2)^2}{3}-3$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intersects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$\frac{(y-2)^2}{3}-3=0\Rightarrow(y-2)^2=9\Rightarrow 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bounded by the curve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$A=\int_{-1}^5(0-x)\,dy=\int_{-1}^5\left(3-\frac{(y-2)^2}{3}\right)dy$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$t=y-2\Rightarrow dt=dy$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$A=\int_{-3}^3\left(3-\frac{t^2}{3}\right)dt=2\left[3t-\frac{t^3}{9}\right]_0^3=2(9-3)=12$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variables directly, then use Archimedes: the area between a parabola and a chord perpendicular to its axis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sagitta.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variables directly, then use Archimedes: the area between a parabola and a chord perpendicular to its axis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$\frac23\times$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sagitta.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a parabola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axis is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axis and cuts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$\frac{dy}{y-2}=\frac{dx}{2(x+3)}\Rightarrow\ln|y-2|=\frac12\ln(x+3)+\text{const}$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$(y-2)^2=c(x+3)$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a parabola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axis is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axis and cuts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at horizontal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this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at horizontal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this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$=\frac23\times6\times3=12$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separates directly: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a parabola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non-parallel lines is reduced to homogeneous form by moving the origin to the intersection of the two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parabolic segment cut by a chord perpendicular to the axis: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𝑐ℎ𝑜𝑟𝑑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𝑠𝑎𝑔𝑖𝑡𝑡𝑎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distance).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integrating area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(right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left curve)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right boundary.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$\frac{dy}{dx}=\frac{y-k}{m(x-h)}$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separates directly: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$(y-k)^m=C(x-h)$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a parabola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$\frac{dy}{dx}=\frac{a_1x+b_1y+c_1}{a_2x+b_2y+c_2}$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non-parallel lines is reduced to homogeneous form by moving the origin to the intersection of the two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parabolic segment cut by a chord perpendicular to the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$\frac23\times\text{chord}\times\text{sagitta}$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distance).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integrating area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(right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left curve)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right boundary.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2.24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25 questions, 100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PRT 09 Paper 01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