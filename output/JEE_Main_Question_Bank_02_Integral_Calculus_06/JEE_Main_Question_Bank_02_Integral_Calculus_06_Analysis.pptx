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Sheet1!$A$2:$A$17</c:f>
              <c:strCache>
                <c:ptCount val="1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3.0</c:v>
                </c:pt>
                <c:pt idx="1">
                  <c:v>3.0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1.0</c:v>
                </c:pt>
                <c:pt idx="8">
                  <c:v>3.0</c:v>
                </c:pt>
                <c:pt idx="9">
                  <c:v>2.0</c:v>
                </c:pt>
                <c:pt idx="10">
                  <c:v>3.0</c:v>
                </c:pt>
                <c:pt idx="11">
                  <c:v>2.0</c:v>
                </c:pt>
                <c:pt idx="12">
                  <c:v>3.0</c:v>
                </c:pt>
                <c:pt idx="13">
                  <c:v>3.0</c:v>
                </c:pt>
                <c:pt idx="14">
                  <c:v>2.0</c:v>
                </c:pt>
                <c:pt idx="15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step 'kα+0 / k+1 = 0' should read '= x' (the abscissa of P); the next line $\alpha=\frac{k+1}kx$ is right. All later working is correct: $k=2$, $y(1)=\frac32\ln3+1$ and $4y(1)-5\ln3=4+\ln3\approx5.0986$. The key 'Bonus' is right because the question has no single numerical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$\int_0^n\{x\}dx=n\int_0^n x\,dx$ (the inner limit should be $1$) and the step 'n - 20 = 20' (should be $n-1=20$). Both are slips; the value $\frac n2$, the G.P. equation and the answer $n=21$ are right (checked numerically: terms $10.5,\,210,\,4200$ with ratio $20$).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lines are cut ('on solving 6A+ = 5√5'): the constant $11$ is missing from the printed line and the evaluation of the integral is not shown. Filled in: $A=\frac{5\sqrt5-11}6\approx0.03006$ (numerical quadrature agrees) and $(6A+11)^2=125$.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sets the constant of integration to $0$ ('$x^2+y^2-2ax-2by=0$') without justification and then solves $a-b=3$, $2a-\sqrt2b=6$, never using the given relation $a-2\sqrt2\,b=3$. Corrected: keep $C$, subtract the two point conditions to eliminate $C$, and use the given relation; this gives $b=0$, $a=3$ (and $C=0$ follows). The answer $9$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(Integral Calculus 06)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· 16 numerical questions (printed Q101–Q116)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per question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Answers are numbers, not limited to 0-9; 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$\frac{dy}{dx}+\frac{4x}{x^2-1}y=\frac{x+2}{(x^2-1)^{5/2}}$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$y(2)=\frac29\log_e(2+\sqrt3)$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$y(\sqrt2)=\alpha\log_e(\sqrt\alpha+\beta)+\beta-\sqrt\gamma$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27651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(integrating factor), Integration of irrational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27651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(integrating factor), Integration of irrational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$\int\frac{dx}{\sqrt{x^2-a^2}}$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integrating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 cancels the power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right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$\frac{4x}{x^2-1}=2\cdot\frac{(x^2-1)'}{x^2-1}$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 cancels the power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right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$\frac{dy}{dx}+\frac{4x}{x^2-1}y=\frac{x+2}{(x^2-1)^{5/2}}$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$=e^{\int\frac{4x}{x^2-1}dx}=e^{2\ln(x^2-1)}=(x^2-1)^2$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$y(x^2-1)^2=\int\frac{x+2}{(x^2-1)^{5/2}}(x^2-1)^2dx+c=\int\frac{x+2}{\sqrt{x^2-1}}dx+c$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$\int\frac{x+2}{\sqrt{x^2-1}}dx=\sqrt{x^2-1}+2\ln\left(x+\sqrt{x^2-1}\right)$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$y(x^2-1)^2=\sqrt{x^2-1}+2\ln\left(x+\sqrt{x^2-1}\right)+c$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$y(2)=\frac29\ln(2+\sqrt3)$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$\frac29\ln(2+\sqrt3)\cdot9=\sqrt3+2\ln(2+\sqrt3)+c$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$y(\sqrt2)\cdot1=1+2\ln(\sqrt2+1)-\sqrt3$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$\alpha\ln(\sqrt\alpha+\beta)+\beta-\sqrt\gamma$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$\alpha\beta\gamma=2\cdot1\cdot3=6$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exact derivative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two given points, so the constant never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exact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$\left(y(x^2-1)^2\right)'$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the two given points, so the constant never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I.F. step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antiderivative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I.F. step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$\frac{d}{dx}\left[y(x^2-1)^2\right]=\frac{x+2}{\sqrt{x^2-1}}$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$y(\sqrt2)\cdot1-y(2)\cdot9=\int_2^{\sqrt2}\frac{x+2}{\sqrt{x^2-1}}dx$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antiderivative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$F(x)=\sqrt{x^2-1}+2\ln\left(x+\sqrt{x^2-1}\right)$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$F(\sqrt2)-F(2)=\left(1+2\ln(\sqrt2+1)\right)-\left(\sqrt3+2\ln(2+\sqrt3)\right)$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$y(\sqrt2)=9\cdot\frac29\ln(2+\sqrt3)+1+2\ln(\sqrt2+1)-\sqrt3-2\ln(2+\sqrt3)=1+2\ln(\sqrt2+1)-\sqrt3$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$\alpha\ln(\sqrt\alpha+\beta)+\beta-\sqrt\gamma$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integrating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two given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</m:d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constant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$P=n\frac{g'}{g}$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integrating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$P=\frac{4x}{x^2-1}$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$\int\frac{dx}{\sqrt{x^2-a^2}}=\ln\left|x+\sqrt{x^2-a^2}\right|$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$\int\frac{x\,dx}{\sqrt{x^2-a^2}}=\sqrt{x^2-a^2}$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two given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$\left[y\cdot\mathrm{IF}\right]_{x_1}^{x_2}=\int_{x_1}^{x_2}Q\cdot\mathrm{IF}\,dx$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constant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bounded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$x\,dy-y\,dx=\sqrt{x^2-y^2}\,dx$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bounded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e^{2\pi}+\beta$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equation, Area under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$x\,dy-y\,dx=x^2\,d\!\left(\frac yx\right)$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$\frac{du}{\sqrt{1-u^2}}=\frac{dx}x$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$x\,dy-y\,dx=\sqrt{x^2-y^2}\,dx$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$\frac{x\,dy-y\,dx}{x^2}=\frac1x\sqrt{1-\frac{y^2}{x^2}}\,dx$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$\int\frac{d\left(\frac yx\right)}{\sqrt{1-\frac{y^2}{x^2}}}=\int\frac{dx}x$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 yx=\ln|x|+c$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y=0\Rightarrow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yx=\sin(\ln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$y=x\sin(\ln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 e^\pi$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$A=\int_1^{e^\pi}x\sin(\ln 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$dx=e^t\,dt$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$A=\int_0^\pi e^t\sin(\ln e^t)\,e^t\,dt=\int_0^\pi e^{2t}\sin 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$A=\left[\frac{e^{2t}}5\left(2\sin t-\cos t\right)\right]_0^\pi$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$=\frac{e^{2\pi}}5\left(2\sin\pi-\cos\pi\right)-\frac15\left(2\sin0-\cos0\right)=\frac{e^{2\pi}}5(0+1)-\frac15(-1)$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$A=\frac{e^{2\pi}}5+\frac15=\frac15\left(e^{2\pi}+1\right)$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$10(\alpha+\beta)=10\left(\frac15+\frac15\right)=4$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an imaginary part,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integrate a power.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$\sin(\ln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an imaginary part,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$x\sin(\ln x)=\mathrm{Im}\left(x^{1+i}\right)$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integrate a power.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bracket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$x^{i}=e^{i\ln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$x\sin(\ln x)=\mathrm{Im}\left(x^{1+i}\right)$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$A=\mathrm{Im}\int_1^{e^\pi}x^{1+i}dx=\mathrm{Im}\left[\frac{x^{2+i}}{2+i}\right]_1^{e^\pi}$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$x^{2+i}=e^{2\pi}e^{i\pi}=-e^{2\pi}$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$x^{2+i}=1$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$\frac{-e^{2\pi}-1}{2+i}$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imaginary part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$\frac{-(e^{2\pi}+1)}{2+i}=\frac{-(e^{2\pi}+1)(2-i)}5$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imaginary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$\frac{e^{2\pi}+1}5$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$A=\frac15\left(e^{2\pi}+1\right)$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$10(\alpha+\beta)=4$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these combinations first in homogeneous-type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and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survive).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$x\,dy-y\,dx=x^2\,d\!\left(\frac yx\right)$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$y\,dx-x\,dy=y^2\,d\!\left(\frac 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 these combinations first in homogeneous-type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$\int_0^{\pi}e^{at}\sin t\,dt=\frac{1+e^{a\pi}}{1+a^2}$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$\frac{1+e^{2\pi}}5$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survive).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$f(x)=\int\frac{5x^8+7x^6}{(x^2+1+2x^7)^2}\,dx$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$(x\ge0)$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 by substitution (reciprocal-power trick)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numerator becomes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$x^{14}$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numerator becomes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$-\,d\!\left(\frac1{x^5}+\frac1{x^7}\right)$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the numerator and the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den>
                        </m:f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$f(x)=\int\frac{5x^8+7x^6}{(x^2+1+2x^7)^2}dx$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the numerator and the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$f(x)=\int\frac{\frac5{x^6}+\frac7{x^8}}{\left(\frac1{x^5}+\frac1{x^7}+2\right)^2}dx$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$\frac1{x^5}+\frac1{x^7}+2=t$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$\left(-\frac5{x^6}-\frac7{x^8}\right)dx=dt$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$f(x)=-\int\frac{dt}{t^2}=\frac1t+c$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$f(x)=\frac1{\frac1{x^5}+\frac1{x^7}+2}+c=\frac{x^7}{x^2+1+2x^7}+c$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$f(1)=\frac14=\frac1K$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integrand as a quotient-rule derivative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integrand as a quotient-rule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 NS\right)'=\frac{N'S-NS'}{S^2}$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$N=x^7$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$S=x^2+1+2x^7$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a square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suggests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numerator.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a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$S=x^2+1+2x^7$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suggests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$\int\frac{N'S-NS'}{S^2}dx=\frac NS$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$N'S-NS'=7x^6\left(x^2+1+2x^7\right)-x^7\left(2x+14x^6\right)$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$=7x^8+7x^6+14x^{13}-2x^8-14x^{13}=5x^8+7x^6$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the numerator.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$f(x)=\frac{x^7}{x^2+1+2x^7}+c$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$f(1)=\frac1{1+1+2}=\frac14$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test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simple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then the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a high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makes the denominator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numerator an exact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$\int\frac{N}{S^2}dx$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test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$N=N_0'S-N_0S'$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simple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then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$\frac{N_0}{S}$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a high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makes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$S^2/x^{14}=\left(S/x^7\right)^2$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numerator an exact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$S/x^7$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$\frac{d}{dx}\left(\frac{x^m}{S}\right)=\frac{mx^{m-1}S-x^mS'}{S^2}$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$S=x^2+1+2x^7$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$\frac{5x^8+7x^6}{S^2}$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at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curve passing through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at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curve passing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$\left(\frac1{10},100\right)$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intersect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$PA:PB=1:k$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$e^{dy/dx}=kx+\frac k2$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$4y(1)-5\log_e3$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Tangent, intercepts and section formula, Differential equations (variable separable and exponential form)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intercepts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$1:k$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intercepts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$\frac{k+1}kx$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$(k+1)y$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$-\frac{ky}x$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abscissa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a slip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the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$Y-y=\frac{dy}{dx}(X-x)$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$X=-\frac{y\,dx}{dy}+x$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abscissa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$PA:PB=1:k$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$x=\frac{k\alpha+0}{k+1}$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a slip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$\alpha=\frac{k+1}kx$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the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$\frac{k+1}kx=-y\frac{dx}{dy}+x$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 xk=-y\frac{dx}{dy}+x$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$x\frac{dy}{dx}+ky=0$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 kxy=0$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$y\,x^k=C$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$\left(\frac1{10},100\right)$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$100\left(\frac1{10}\right)^k=1$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$e^{dy/dx}=2x+1$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$\frac{dy}{dx}=\ln(2x+1)$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$y=\frac{2x+1}2\left(\ln(2x+1)-1\right)+C$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$2=\frac12(0-1)+C$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$C=2+\frac12=\frac52$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$y(1)=\frac32(\ln3-1)+\frac52=\frac32\ln3+1$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not a single number (the intended form was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PDF's key is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$4y(1)=6\ln3+4$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$4y(1)-5\ln3=4+\ln3$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not a single number (the intended form was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$4+\ell\ln3$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PDF's key is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Bonus (the expression equals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which is not a single number)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Bonus (the expression equals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$4+\ln3$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which is not a single number)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definite integral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$-\beta/\alpha$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$\alpha=\frac{k+1}kx$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$\beta=(k+1)y$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definite integral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$y(0)=2$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section formula,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section formula,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$x=\frac{k\alpha}{k+1}$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$y=\frac\beta{k+1}$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$\alpha=\frac{(k+1)x}k$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$\beta=(k+1)y$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$-\frac\beta\alpha=-\frac{(k+1)y\cdot k}{(k+1)x}=-\frac{ky}x$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$\frac{dy}{y}=-k\frac{dx}x\Rightarrow x^ky=C$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$\left(\frac1{10},100\right)$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$y(1)=y(0)+\int_0^1\ln(2x+1)dx=2+\left[\frac{(2x+1)\ln(2x+1)}2-x\right]_0^1$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$=2+\frac32\ln3-1=1+\frac32\ln3$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$4y(1)-5\ln3=4+\ln3$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Bonus (the expression equals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which is not a single number)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Bonus (the expression equals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$4+\ln3$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which is not a single number)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intercept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midpoint) it is the rectangular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directly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integrated.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intercept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$AP:PB=1:k$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$A=\left(\frac{(k+1)x}k,0\right)$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$B=(0,(k+1)y)$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$-\frac{ky}x$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$x^ky=\text{const}$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midpoint) it is the rectangular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$\int\ln(ax+b)\,dx=\frac{(ax+b)\left(\ln(ax+b)-1\right)}a+C$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$e^{y'}=g(x)$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directly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$y'=\ln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integrated.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of a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three consecutive terms of a G.P.,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of a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$\int_0^n\{x\}\,dx$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$\int_0^n[x]\,dx$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$10(n^2-n)$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$(n\in\mathbb N,\ n&gt;1)$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three consecutive terms of a G.P.,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integrals of fractional part and greatest integer functions,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period 1,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period 1,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$\int_0^n\{x\}dx=\frac n2$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$[x]=x-\{x\}$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$\int_0^n[x]dx=\frac{n^2-n}2$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1,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the upper limit of the inner integral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slip).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terms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1,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$\int_0^n\{x\}dx=n\int_0^1x\,dx=n\cdot\frac12=\frac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the upper limit of the inner integral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slip).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$\int_0^n[x]dx=\int_0^n(x-\{x\})dx=\int_0^nx\,dx-\int_0^n\{x\}dx=\frac{n^2}2-\frac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n2,\ \frac{n^2-n}2$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$10(n^2-n)$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G.P.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Middle term squared equals the product of the others: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slip).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Middle term squared equals the product of the others: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$\left(\frac{n^2-n}2\right)^2=\frac n2\cdot10(n^2-n)$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$n^2-n\ne0$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$\frac{n^2-n}4=5n$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$n^2-n=20n$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writes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$n-20=20$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slip).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integrals as areas (a sawtooth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triangles and a staircase), and use the 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G.P.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integrals as areas (a sawtooth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triangles and a staircase), and use the common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G.P.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triangles each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staircase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$\int_0^n\{x\}dx$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triangles each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$\int_0^n[x]dx$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staircase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$0+1+2+\cdots+(n-1)=\frac{n(n-1)}2$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$r=\frac{n(n-1)/2}{n/2}=n-1$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term must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term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$\frac{n(n-1)}2\cdot r=\frac{n(n-1)^2}2$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$10n(n-1)$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$\frac{n(n-1)}2$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periodic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...).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known the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$\int_0^n\{x\}dx=\frac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$\int_0^n[x]dx=\frac{n(n-1)}2$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$\int_0^{n}\{x\}^kdx=\frac n{k+1}$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periodic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$\int_0^{nT}f=n\int_0^Tf$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...).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known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$b/a$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$c=b\cdot\frac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of the differential equation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$\left(y-2\log_ex\right)dx+\left(x\log_ex^2\right)dy=0$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$\left(e^4,\alpha\right)$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integrating factor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$\log_ex^2=2\log_ex$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$\int\frac{dx}{2x\ln x}=\frac12\ln\ln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$\sqrt{\ln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$\log_ex^2=2\ln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$(y-2\ln x)dx+(2x\ln x)dy=0$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$2x\ln x\frac{dy}{dx}+y=2\ln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 y{2x\ln x}=\frac1x$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$=e^{\int\frac1{2x\ln x}dx}=\sqrt{\ln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$y\sqrt{\ln x}=\int\frac{\sqrt{\ln x}}x\,dx$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(i)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$y\sqrt{\ln x}=\frac23(\ln x)^{3/2}+C\ \ 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(i)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$\left(e,\frac43\right)$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$\frac43\cdot1=\frac23+C$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$y\sqrt{\ln x}=\frac23(\ln x)^{3/2}+\frac23\ \ 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$(e^4,\alpha)$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$\alpha\sqrt4=\frac23\cdot8+\frac23=6$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solve as particular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complementary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solve as particular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complementary function: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$y=at+\dfrac{C}{\sqrt 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Complementary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Particular solution: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$2x\ln x\frac{dy}{dx}+y=2\ln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$2t\frac{dy}{dt}+y=2t$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$x\frac{dy}{dx}=\frac{dy}{dt}$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Complementary function: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$2t\,y'+y=0\Rightarrow\frac{dy}y=-\frac{dt}{2t}\Rightarrow y_h=Ct^{-1/2}$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Particular solution: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$2at+at=2t$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$y=\frac23t+Ct^{-1/2}$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$\frac43=\frac23+C$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$\alpha=\frac23\cdot4+\frac23\cdot\frac12=\frac83+\frac13=3$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equations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has constant or simple power-law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power of the variable usually has a power-law particular solution (undetermined coefficients), saving the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$\frac{dy}{dx}+\frac{y}{x\,g(\ln 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equations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$x\frac{dy}{dx}=\frac{dy}{dt}$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has constant or simple power-law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$\int\frac{dx}{x\ln x}=\ln|\ln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$\int\frac{(\ln x)^n}xdx=\frac{(\ln x)^{n+1}}{n+1}$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power of the variable usually has a power-law particular solution (undetermined coefficients), saving the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$\int_{-a}^{a}\left(|x|+|x-2|\right)dx=22$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$(a&gt;2)$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$\int_a^{-a}\left(x+[x]\right)dx$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modulus and greatest integer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reversed limits flip the sign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$a&gt;2$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$\int_{-3}^{3}x\,dx=0$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reversed limits flip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$\int_{-3}^3[x]dx=-3$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$I=\int_{-a}^{a}|x|\,dx+\int_{-a}^{a}|x-2|\,dx=22$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$\int_{-a}^a|x|\,dx=2\int_0^ax\,dx=a^2$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$\int_{-a}^a|x-2|\,dx=\int_{-a}^{2}(2-x)dx+\int_2^a(x-2)dx=\frac{(a+2)^2}2+\frac{(a-2)^2}2=a^2+4$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$a^2+a^2+4=22\Rightarrow 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function, limits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$\int_a^{-a}\left(x+[x]\right)dx=\int_3^{-3}x\,dx+\int_3^{-3}[x]dx$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$\int_3^{-3}x\,dx=0$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function, limits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$\int_{-3}^3[x]dx=(-3)+(-2)+(-1)+0+1+2=-3$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$[k,k+1)$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$\int_3^{-3}[x]dx=3$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non-integers, and read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two triangles.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$[x]+[-x]=-1$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non-integers, and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$\int|x-2|$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two triangles.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triangle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base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triangle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base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$\frac{(a+2)^2+(a-2)^2}2=a^2+4$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$\int|x|=a^2$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$2a^2+4=22$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$\int_{-3}^3[x]dx=\int_0^3\left([x]+[-x]\right)dx$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$[x]+[-x]=-1$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$\int_0^3\left([x]+[-x]\right)dx=-3$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$\int_3^{-3}\left(x+[x]\right)dx=-\left(0+(-3)\right)=3$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triangles);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reversed limits change the sign, and odd integrands vanish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$[x]+[-x]=-1$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$\int_{-n}^{n}[x]dx=-n$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$\int_{-n}^n\{x\}dx=n$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$\int_{-a}^a\left(|x-p|\right)dx=a^2+p^2$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$a\ge|p|$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triangles);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$\int_b^a f=-\int_a^bf$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reversed limits change the sign, and odd integrands vanish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$(x+1)dy=\left((x+1)^2+y-3\right)dx$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it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linear with I.F.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it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$\frac{dy}{dx}-\frac y{x+1}=\frac{(x+1)^2-3}{x+1}$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linear with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$(x+1)dy=\left((x+1)^2+y-3\right)dx$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$\frac{dy}{dx}=\frac{(x+1)^2-3}{x+1}+\frac y{x+1}$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 y{x+1}=\frac{(x+1)^2-3}{x+1}$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$=e^{-\int\frac{dx}{x+1}}=e^{-\ln(1+x)}=\frac1{1+x}$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$y\cdot\frac1{1+x}=\int\frac{(x+1)^2-3}{x+1}\cdot\frac1{1+x}dx+c=\int\left(1-\frac3{(1+x)^2}\right)dx+c$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y{1+x}=x+\frac3{1+x}+c$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$y=x(x+1)+3+c(1+x)$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$0=6+3+3c$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$y=x^2+x+3-3-3x=x^2-2x$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$y(3)=9-6=3$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find a polynomial particular solution by inspection and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homogeneous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find a polynomial particular solution by inspection and add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$c(x+1)$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homogeneous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$(x+1)y'=y$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$y_h=c(x+1)$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$y_p=x^2+k$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$(x+1)\cdot2x=2x^2+2x$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$(x+1)^2+x^2+k-3=2x^2+2x+k-2$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$y=x^2+2+c(x+1)$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$6+3c=0$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$y=x^2+2-2x-2=x^2-2x$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$y(3)=9-6=3$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polynomial, try a polynomial particular solution of the same degree and add the complementary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 y{x+1}\right)=\frac{(x+1)y'-y}{(x+1)^2}$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$(x+1)y'-y=R(x)$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$(x+1)^2\,d\!\left(\frac y{x+1}\right)=R\,dx$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polynomial, try a polynomial particular solution of the same degree and add the complementary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$y'-\frac{y}{x+1}=Q$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$y=(x+1)\left[\int\frac{Q}{x+1}dx+c\right]$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$f(x)+\int_0^xf(t)\sqrt{1-\left(\log_ef(t)\right)^2}\,dt=e$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x\in\left[0,\frac\pi2\right]$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$\left(6\log_ef\left(\frac\pi6\right)\right)^2$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179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Leibniz rule for differentiating an integral equation, Variable-separable differential equation with inverse trigonometric integral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$f'+f\sqrt{1-(\ln f)^2}=0$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$u=\ln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$\frac{du}{\sqrt{1-u^2}}=-dx$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$f(x)+\int_0^xf(t)\sqrt{1-(\ln f(t))^2}\,dt=e$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$f'(x)+f(x)\sqrt{1-(\ln f(x))^2}=0$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$\int\frac{f'(x)\,dx}{f(x)\sqrt{1-(\ln f(x))^2}}=-\int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f(x)=u$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$\frac{f'(x)}{f(x)}dx=du$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$\int\frac{du}{\sqrt{1-u^2}}=-\int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$\sin^{-1}\left(\ln f(x)\right)=-x+c$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$\sin^{-1}\left(\ln f(0)\right)=\sin^{-1}1=c$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$\sin^{-1}\left(\ln f(x)\right)=\frac\pi2-x$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f(x)=\sin\left(\frac\pi2-x\right)=\cos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$f\left(\frac\pi6\right)=e^{\sqrt3/2}$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$\left(6\ln f\left(\frac\pi6\right)\right)^2=\left(6\cdot\frac{\sqrt3}2\right)^2=27$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verify it in the integral equation;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why.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f=\cos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$\sqrt{1-\cos^2}=\sin$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verify it in the integral equation;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why.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$u'=-\sqrt{1-u^2}$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$u=\ln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$u=\cos\theta(x)$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$-\sin\theta\,\theta'=-\sin\theta$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$f=e^{\cos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in the original equation: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in the original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$e^{\cos x}+\int_0^xe^{\cos t}\sin t\,dt=e^{\cos x}+\left[-e^{\cos t}\right]_0^x=e^{\cos x}-e^{\cos x}+e=e$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f\left(\frac\pi6\right)=\cos\frac\pi6=\frac{\sqrt3}2$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$\left(6\cdot\frac{\sqrt3}2\right)^2=27$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differentiates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autonomous separable equation; the constant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makes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uniqueness is not guaranteed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satisfies the integral equation); the intended solution is the non-constant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$f+\int_0^xg(f(t))\,dt=\text{const}$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$f'=-g(f)$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autonomous separable equation; the constant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$\int\frac{du}{\sqrt{1-u^2}}=\sin^{-1}u$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makes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$\sqrt{1-u^2}=0$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uniqueness is not guaranteed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satisfies the integral equation); the intended solution is the non-constant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$f'(x)+f(x)=\int_0^2f(t)\,dt$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$2f(0)-f(2)$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Integral equation with a constant definite integral, Linear differential equation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ordinary linear equation;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fixed by its own definition.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$\int_0^2f(t)dt$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$f'+f=k$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ordinary linear equation;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fixed by its own definition.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$k=\int_0^2f(t)\,dt$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$y\,e^x=k\,e^x+c$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$e^{-2}=k+c$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$c=e^{-2}-k$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$y=k+\left(e^{-2}-k\right)e^{-x}$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$k=\int_0^2\left(k+\left(e^{-2}-k\right)e^{-x}\right)dx=2k+\left(e^{-2}-k\right)\left(1-e^{-2}\right)$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$0=e^{-2}\left(1-e^{-2}+k\right)$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$k=e^{-2}-1$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$f(x)=\left(e^{-2}-1\right)+e^{-x}$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$f(2)=2e^{-2}-1$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$2f(0)-f(2)=2e^{-2}-2e^{-2}+1=1$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equation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answer simply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equation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$k=f(2)-f(0)$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$f=k+Ce^{-x}$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answer simply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$f'+f=k$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$f(2)-f(0)+k=2k$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$k=f(2)-f(0)$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$2f(0)-f(2)=f(0)-k$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$f'+f=k$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$f=k+Ce^{-x}$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$f(0)=k+C$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$f(0)-k=C$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$k=f(2)-f(0)=C\left(e^{-2}-1\right)$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$f(0)=k+C=Ce^{-2}$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$2f(0)-f(2)=C=1$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integral with constant limits,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number: name 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solve the equation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parameter, then close the loop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the equation itself over the interval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a free relation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end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integral with constant limits,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number: name 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solve the equation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parameter, then close the loop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$k=\int_a^bf$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$f'+f=k\Rightarrow f=k+Ce^{-x}$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$\int_0^2f=2k+C(1-e^{-2})$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the equation itself over the interval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f'=f(b)-f(a)$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a free relation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end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represented by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 through the intersection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represented by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$(2xy^2-y)dx+x\,dy=0$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passes through the intersection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$|y(1)|$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Exact differential / Bernoulli differential equation, Point of intersection of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dividing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$-\frac1ydx+\frac x{y^2}dy=-d\!\left(\frac xy\right)$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$2x\,dx=d\!\left(\frac xy\right)$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$(2xy^2-y)dx+x\,dy=0$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$2xy^2dx-y\,dx+x\,dy=0$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$2x\,dx-\frac1ydx+\frac x{y^2}dy=0$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$2x\,dx=\frac1ydx-\frac x{y^2}dy=d\!\left(\frac 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 xy+c$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 xy+2$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$1=\frac1y+2$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$|y(1)|=1$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It is a Bernoulli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It is a Bernoulli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linear.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Bernoulli equation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$\frac{dy}{dx}=\frac{y-2xy^2}x=\frac yx-2y^2$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Bernoulli equation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$-\frac{dv}{dx}=\frac vx-2$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$\frac{dv}{dx}+\frac vx=2$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$\frac{d}{dx}(xv)=2x$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$xv=x^2+c$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xy=x^2+c$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$2=4+c$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$|y(1)|=1$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regrouping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linear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simultaneously; the DE's general solution then fixes the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$d\!\left(\frac xy\right)=\frac{y\,dx-x\,dy}{y^2}$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$d\!\left(\frac yx\right)=\frac{x\,dy-y\,dx}{x^2}$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$d(xy)=x\,dy+y\,dx$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$M\,dx+N\,dy=0$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regrouping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$y'+Py=Qy^n$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linear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$v=y^{1-n}$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simultaneously; the DE's general solution then fixes the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$f:[-3,1]\to\mathbb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$f(x)=\begin{cases}\min\left\{(x+6),x^2\right\}, &amp; -3\le x\le0\\ \max\left\{\sqrt x,x^2\right\}, &amp; 0\le x\le1\end{cases}$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piecewise curves (min and max functions)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Sketch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branches: the lower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upper branch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Sketch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branches: the lower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switches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upper branch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curves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$f=\min\{x+6,x^2\}$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curves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$-3\le x\le-2$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$x+6\le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x\ge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$f=\max\{\sqrt x,x^2\}=\sqrt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$A=\int_{-3}^{-2}(x+6)\,dx+\int_{-2}^0x^2\,dx+\int_0^1\sqrt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$\int_{-3}^{-2}(x+6)dx=\left[\frac{x^2}2+6x\right]_{-3}^{-2}=(2-12)-\left(\frac92-18\right)=\frac72$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$\int_{-2}^0x^2dx=\frac83$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$\int_0^1\sqrt x\,dx=\frac23$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$A=\frac72+\frac83+\frac23=\frac{41}6$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 piece is a trapezoid (no integration),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inverse functions.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 piece is a trapezoid (no integration),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$\int_0^1\sqrt x\,dx=1-\int_0^1y^2dy$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inverse functions.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trapezoid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unit square).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$[-3,-2]$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region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trapezoid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$\frac{3+4}2=\frac72$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x^2dx=\frac{8}{3}$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mirror images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$\int_0^1\sqrt x\,dx+\int_0^1x^2dx=1\cdot1=1$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unit square).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$\int_0^1\sqrt x\,dx=1-\frac13=\frac23$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$A=\frac72+\frac83+\frac23=\frac{41}6$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(areas on the two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fill the unit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sketch both, find crossover points, and integrate branch by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$\int_0^1f+\int_0^1f^{-1}=1$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(areas on the two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fill the unit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$\min\{u,v\}$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$\max\{u,v\}$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sketch both, find crossover points, and integrate branch by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 x\le\sqrt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$\left\{(x,y):|2x-1|\le y\le\left|x^2-x\right|,\ 0\le x\le1\right\}$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$(6A+11)^2$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curves with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bounding curves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double the area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curves cross.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bounding curves are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double the area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$\left[\frac{3-\sqrt5}2,\frac12\right]$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curves cross.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curves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twice the area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$|2x-1|\le y\le|x^2-x|$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$|x^2-x|=x-x^2$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curves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twice the area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$|2x-1|=1-2x$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$1-2x=x-x^2\Rightarrow x^2-3x+1=0\Rightarrow x=\frac{3-\sqrt5}2$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$[0,\frac12]$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$A=2\int_{\frac{3-\sqrt5}2}^{\frac12}\left((x-x^2)-(1-2x)\right)dx=2\int_{\frac{3-\sqrt5}2}^{\frac12}\left(-x^2+3x-1\right)dx$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limit: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limit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$A=2\left[-\frac{x^3}3+\frac32x^2-x\right]_{\frac{3-\sqrt5}2}^{\frac12}$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$-\frac1{24}+\frac38-\frac12=-\frac16$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limit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$a=\frac{3-\sqrt5}2$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$a^3=8a-3$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$-\frac{8a-3}3+\frac32(3a-1)-a=\frac56a-\frac12=\frac{9-5\sqrt5}{12}$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$A=2\left(-\frac16-\frac{9-5\sqrt5}{12}\right)=\frac{5\sqrt5-11}6$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$6A+11=5\sqrt5$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$(6A+11)^2=125$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the region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the region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$2|t|\le y\le\frac14-t^2$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symmetric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$|2x-1|=2|t|$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$x-x^2=\frac14-t^2$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$2|t|\le y\le\frac14-t^2$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$A=2\int_0^{t_0}\left(\frac14-t^2-2t\right)dt$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$t^2+2t-\frac14=0\Rightarrow t_0=\frac{-2+\sqrt5}2$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Reduce powers 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$A=2\left[\frac{t_0}4-\frac{t_0^3}3-t_0^2\right]$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Reduce powers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$t_0^2=\frac14-2t_0$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$t_0^3=\frac{17t_0}4-\frac12$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$A=2\left[\frac{t_0}4-\frac{17t_0}{12}+\frac16-\frac14+2t_0\right]=2\left[\frac{10t_0}{12}-\frac1{12}\right]=\frac{10t_0-1}6$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$t_0=\frac{\sqrt5-2}2$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$A=\frac{5\sqrt5-11}6$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$6A+11=5\sqrt5$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$(6A+11)^2=125$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the origin to the axis of symmetry to remove asymmetry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then integrate over half the region and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with intersection abscissae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reduce powers instead of expanding surds.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the origin to the axis of symmetry to remove asymmetry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then integrate over half the region and double.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with intersection abscissae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$\frac{|a|(\beta-\alpha)^3}6$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$\alpha=-1,\beta=2$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$a^3=8a-3$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reduce powers instead of expanding surds.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the differential equation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$0&lt;y&lt;\frac\pi2$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$\left(\log_e(\cos y)\right)^2\cos y\,dx-\left(1+3x\log_e(\cos y)\right)\sin y\,dy=0$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$x\left(\frac\pi3\right)=\frac1{2\log_e2}$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$x\left(\frac\pi6\right)=\frac1{\log_em-\log_en}$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 with trigonometric and logarithmic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unknown;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integrating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unknown;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$t=\ln\cos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$dt=-\tan y\,dy$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integrating factor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exponent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y\,\ln^2(\cos y)\,dx=\left(1+3x\ln\cos y\right)\sin 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$\frac{dx}{dy}=\tan y\left(\frac{3x}{\ln\cos y}+\frac1{\ln^2\cos y}\right)$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$\frac{dx}{dy}-\left(\frac{3\tan y}{\ln\cos y}\right)x=\frac{\tan y}{\ln^2\cos 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$=e^{-\int\frac{3\tan y}{\ln\cos y}dy}$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$\ln\cos 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$-\tan y\,dy=dt$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$3\int\frac{dt}t$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$=e^{3\ln t}=t^3=\ln^3\cos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$x\ln^3\cos y=\int\frac{\sin y}{\cos y}\ln\cos y\,dy+C$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$x\ln^3\cos y=-\frac{\ln^2\cos y}2+C$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$x\left(\frac\pi3\right)=\frac1{2\ln2}$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$\frac1{2\ln2}\ln^3\frac12=-\frac{\ln^2\frac12}2+C$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$-\frac{\ln^22}2=-\frac{\ln^22}2+C$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$x\ln^3\frac{\sqrt3}2=-\frac12\ln^2\frac{\sqrt3}2$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$x=-\frac1{2\ln\frac{\sqrt3}2}$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$x=-\frac1{\ln\frac34}=\frac1{\ln\frac43}=\frac1{\ln4-\ln3}$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independent variable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 equation becomes an Euler-type linear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independent variable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$t=\ln\cos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 equation becomes an Euler-type linear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$\frac{dt}{dy}=-\tan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$\frac{dx}{dt}=-\frac1{\tan y}\frac{dx}{dy}=-\left(\frac{3x}t+\frac1{t^2}\right)$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$\frac{dx}{dt}+\frac{3x}t=-\frac1{t^2}$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$\frac{d}{dt}\left(t^3x\right)=-t$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$t^3x=-\frac{t^2}2+C$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$x=-\frac1{2t}+\frac C{t^3}$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$x=\frac1{2\ln2}=-\frac1{2t}$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$x=-\frac1{2t}=-\frac1{2\ln\cos 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$t=\ln\frac{\sqrt3}2=\frac12\ln\frac34$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$x=-\frac1{\ln\frac34}=\frac1{\ln4-\ln3}$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accompanies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 here is simply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satisfies the given equation and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accompanies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$dt=-\tan 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$\frac{dx}{dt}+\frac ntx=g(t)$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$t^nx=\int t^ng\,dt$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 here is simply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$2x\ln\cos 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satisfies the given equation and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$x\left(\frac\pi3\right)=\frac1{2\ln2}$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normals at all the points on a given curve pass through a fixed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given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normals at all the points on a given curve pass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$\left(4,-2\sqrt2\right)$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given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$a-2\sqrt2\,b=3$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$\left(a^2+b^2+ab\right)$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trajectories: normals through a fixed point (differential equation), Circle through given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Normals all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every point is stationary in its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curve is a circle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Normals all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every point is stationary in its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curve is a circle centred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drops the constant and takes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reason.)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$Y-y=-\frac{dx}{dy}(X-x)$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$b-y=-\frac{dx}{dy}(a-x)$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$(b-y)\,dy=(x-a)\,dx$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$by-\frac{y^2}2=\frac{x^2}2-ax+k$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$x^2+y^2-2ax-2by=C$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drops the constant and takes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reason.)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PDF's choice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$9+9-6a+6b=C$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$\left(4,-2\sqrt2\right)$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$16+8-8a+4\sqrt2\,b=C$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$18-6a+6b=24-8a+4\sqrt2\,b$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$2a+\left(6-4\sqrt2\right)b=6$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$a=3+2\sqrt2\,b$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$6+4\sqrt2\,b+6b-4\sqrt2\,b=6$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$C=18-18=0$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PDF's choice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$a^2+b^2+ab=3^2+0+0=9$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Geometric: the curve is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centre is equidistant from the two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Geometric: the curve is a circle with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centre is equidistant from the two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at every point pass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curve: the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 The curve is a circle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Normals at every point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$\frac{d}{ds}\left((x-a)^2+(y-b)^2\right)=0$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curve: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 The curve is a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$\left(4,-2\sqrt2\right)$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$(3-a)^2+(3+b)^2=(4-a)^2+\left(2\sqrt2+b\right)^2$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$18-6a+6b=24-8a+4\sqrt2\,b$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$2a+\left(6-4\sqrt2\right)b=6$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$a=3+2\sqrt2\,b$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$a^2+b^2+ab=9$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all normals of a curve pass through one fixed point, the curve is a circle centred at that point; if all tangents do, it is a straight line through that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equations from points on a circle,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can be subtracted to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perpendicular-bisector line of the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both points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all normals of a curve pass through one fixed point, the curve is a circle centred at that point; if all tangents do, it is a straight line through that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equations from points on a circle,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$x^2+y^2-2ax-2by=C$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can be subtracted to 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perpendicular-bisector line of the chord).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both 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$(3-3)^2+9=9$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$1+8=9$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$f(x)=\frac{x+|x|}2$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$g(x)=\begin{cases}x, &amp; x&lt;0\\ x^2, &amp; 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$y=(f\circ g)(x)$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$2y-x=15$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Area bounded by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a triangle plus a parabola-line piece.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$f(x)=\max(x,0)$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region is a triangle plus a parabola-line piece.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$f(x)=\frac{x+|x|}2=x$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$2y-x=15$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$y=\frac{x+15}2$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$\left(0,\frac{15}2\right)$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$2x^2-x-15=0$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triangle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$A=\int_0^3\left(\frac{x+15}2-x^2\right)dx+\frac12\cdot\frac{15}2\cdot15$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triangle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$\int_0^3\left(\frac{x+15}2-x^2\right)dx=\left[\frac{x^2}4+\frac{15x}2-\frac{x^3}3\right]_0^3=\frac94+\frac{45}2-9$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$A=\frac94+\frac{45}2-9+\frac{225}4=\frac{9+90-36+225}4=\frac{288}4=72$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Horizontal strips: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parabola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integral, no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Horizontal strips: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$y\in[0,9]$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runs from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$x=2y-15$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parabola branch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integral, no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bounded on the left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right branch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is the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strips run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meets the parabola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bounded on the left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right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right branch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is the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strips run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line meets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$A=\int_0^9\left(\sqrt y-(2y-15)\right)dy=\int_0^9\left(\sqrt y-2y+15\right)dy$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$=\left[\frac23y^{3/2}-y^2+15y\right]_0^9=18-81+135=72$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keeps the positive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flattens the rest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boundary curves are simple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line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integrate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removes the need to split the area into a triangle and a curved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 because the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$f(x)=\frac{x+|x|}2=\max(x,0)$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$f(g(x))=\max(g(x),0)$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keeps the positive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flattens the rest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boundary curves are simple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line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integrate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removes the need to split the area into a triangle and a curved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$y=\frac{x+15}2$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 because 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2.38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16 questions, 64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(Integral Calculus 06) Question bank · detailed solutions · 16 numerical questions (printed Q101–Q116)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2.38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