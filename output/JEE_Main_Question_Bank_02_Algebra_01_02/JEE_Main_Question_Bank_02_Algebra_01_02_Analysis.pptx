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2.0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1.0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finds the sum of the new roots (-8) and then writes x^2+8x+12=0 without computing their product; the product of the new roots (-2)(-6)=12 is added as a step.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last-minus-first condition as (a+(2n+1)d)-a = 21/2; the last term is T_{2n}=a+(2n-1)d, so it should be (2n-1)d (the PDF's next line 2nd-d=21/2 already uses this). The PDF also states 'integral terms = 4' without showing the terms; a=3/2 and the list of terms were added. Answer (B) 4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reads 'a^2+14a+25-120&lt;0' (it drops the -10a and the 24a of the expansion separately); the correct expansion is a^2-10a+25-120+24a = a^2+14a-95. The next line and the answer (C) 2139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treats (a-1)A as 3A (and writes |4 adj 3A| = 4^3 |3A|^2 = 64 (3^3)^2 |A|^2 = 2^6 3^6 16), giving m=10, n=6. With a=3, (a-1)A=2A, so the value is 64*(2^3)^2*16 = 2^16, i.e. m=16, n=0. Both give m+n=16, so answer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notation is confusing (it names Q=2A^T-A and uses P for A-2A^T) and it asserts |A-2A^T|=4 although |M|^2=16 only gives |N|=±4; the choice of the positive sign needs alpha&gt;0 (1+3 alpha=-4 would make alpha negative). This argument is added; the answer (B) 16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01 (Paper 02)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(printed Q21–Q40)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128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$A=[a_{ij}]=\begin{pmatrix}\log_5 128 &amp; \log_4 5\\ \log_5 8 &amp; \log_4 25\end{pmatrix}$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$C_{ij}=\sum_{k=1}^{2}a_{ik}A_{jk}$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i,j\le 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$C=[C_{ij}]$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Cofactors and adjoint of a matrix, Change of base of logarithms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cofactors of another row, so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$\sum_k a_{ik}A_{jk}$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row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cofactors of another row, so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$|A|\,\delta_{ij}$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$C=|A|I$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5128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$A_{11}=\log_4 25,\ A_{12}=-\log_5 8,\ A_{21}=-\log_4 5,\ A_{22}=\log_5 128$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$C_{11}=a_{11}A_{11}+a_{12}A_{12}=\log_5128\cdot\log_425-\log_45\cdot\log_58$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$\log_5128\cdot\log_425=7\log_52\cdot\log_25=7$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$\log_45\cdot\log_58=\frac12\log_25\cdot3\log_52=\frac32$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$C_{11}=7-\frac32=\frac{11}{2}$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$C_{12}=a_{11}A_{21}+a_{12}A_{22}=-\log_5128\log_45+\log_45\log_5128=0$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two products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$C_{21}=a_{21}A_{11}+a_{22}A_{12}=\log_58\log_425-\log_425\log_58=0$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$C_{22}=a_{21}A_{21}+a_{22}A_{22}=-\log_58\log_45+\log_425\log_5128=\frac{11}{2}$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two products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$C=\begin{pmatrix}\frac{11}{2}&amp;0\\0&amp;\frac{11}{2}\end{pmatrix}$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$|C|=\frac{121}{4}$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$8|C|=8\times\frac{121}{4}=242$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row times the cofactors of another row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computing any cofactor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row times the cofactors of another row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$|A|\delta_{ij}$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$C=|A|I$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computing any cofactor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expansion theorem,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determinant with two equal rows).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expansion theorem,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 a_{ik}A_{ik}=|A|$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 a_{ik}A_{jk}=0$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$i\ne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determinant with two equal rows).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$C_{ij}=|A|\,\delta_{ij}$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$C=|A|\,I_2$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$|A|=\log_5128\cdot\log_425-\log_45\cdot\log_58$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$\log_425=\log_25$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$\log_5128\cdot\log_25=7\log_52\cdot\log_25=7$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$\log_45=\tfrac12\log_25$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$\log_58=3\log_52$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$\log_45\cdot\log_58=\tfrac32$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$|A|=7-\tfrac32=\tfrac{11}{2}$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$|C|=\tfrac{121}{4}$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$8|C|=242$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242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row against another row's cofactors); in matrix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 toolkit: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5128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 a_{ik}A_{jk}=|A|$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$i\ne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row against another row's cofactors); in matrix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$A\,(\operatorname{adj}A)=|A|I$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$C=A(\operatorname{adj}A)=|A|I$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$|C|=|A|^n$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$|C|=|A|^2=\left(\frac{11}{2}\right)^2$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 toolkit: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$\log_ab\cdot\log_ba=1$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$\log_{a^m}b^n=\frac nm\log_ab$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$\log_425=\log_25$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$\log_5128\cdot\log_25=7$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G.P. of increasing positive numbers.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G.P. of increasing positive numbers.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$a_3a_5=729$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$a_2+a_4=\frac{111}{4}$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$24(a_1+a_2+a_3)$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G.P.,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middle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G.P.,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$a_3a_5=a_4^2$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middle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 are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$a_3a_5=ar^2\cdot ar^4=729$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$(ar^3)^2=729$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$a_2+a_4=ar+ar^3=\frac{111}{4}$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$ar=\frac{111}{4}-27=\frac34$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G.P. is increasing and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$\frac{ar^3}{ar}=\frac{27}{3/4}=36$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G.P. is increasing and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$a=\frac{3/4}{6}=\frac18$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$24(a+ar+ar^2)=24\left(\frac18+\frac34+\frac92\right)=24\cdot\frac{43}{8}=129$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neighbours of the middle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ratio follows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neighbours of the middle term: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$a_3a_5=a_4^2$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ratio follows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$a_4=a_2r^2$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terms are positive,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$a_3a_5=a_4^2=729$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terms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$a_2=\frac{111}{4}-a_4=\frac{111}{4}-27=\frac34$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$a_4=a_2r^2$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$r^2=\frac{27}{3/4}=36$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(increasing, 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$a_1=\frac{a_2}{r}=\frac18$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$a_3=a_2r=\frac92$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$24(a_1+a_2+a_3)=24\left(\frac18+\frac34+\frac92\right)=3+18+108=129$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(positive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two apart are linked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often quicker than working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Increasing and positive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this selects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G.P.,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$a_{m-k}\,a_{m+k}=a_m^2$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$a_3a_5=a_4^2$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(positive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two apart are linked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$a_4=a_2r^2$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often quicker than working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Increasing and positive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this selects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A.P. of positive integers, whose sum of the first three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first twenty terms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an A.P. of positive integers, whose sum of the first three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first twenty terms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and its sum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first three terms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unknown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confines it to one integer.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first three terms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$18-d,\ 18,\ 18+d$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unknown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confines it to one integer.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three terms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10: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three terms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$a-d,\ a,\ a+d$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$18-d,\ 18,\ 18+d$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$S_{20}=\frac{20}{2}\left[2(18-d)+19d\right]$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$1600&lt;S_{20}&lt;1800$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10: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$160&lt;2(18-d)+19d&lt;180$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$160&lt;36+17d&lt;180$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integers,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$124&lt;17d&lt;144$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$\frac{124}{17}&lt;d&lt;\frac{144}{17}$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$7.29&lt;d&lt;8.47$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integers,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$18-8=10$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$T_{11}=10+10\times8=90$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two options give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those against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$T_{11}=18+9d$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two options give an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those against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$S_{20}$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of the first three terms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of the first three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$T_{11}=T_2+9d=18+9d$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options: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$90\Rightarrow d=8$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$108\Rightarrow d=10$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$122\Rightarrow d=\frac{104}{9}$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$84\Rightarrow d=\frac{22}{3}$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integers.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$S_{20}=10(36+17d)$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$S_{20}=2060$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$S_{20}=10(36+136)=1720$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90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terms of an A.P. with known sum: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term is (sum)/3.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𝑚𝑒𝑎𝑛 𝑜𝑓 𝑡ℎ𝑒 20 𝑡𝑒𝑟𝑚𝑠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8.5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which grows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unit increase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window of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holds at most two integer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options are numbers, test them first: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 value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terms of an A.P. with known sum: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$a-d,\ a,\ a+d$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middle term is (sum)/3.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$S_{20}=20\times(\text{mean of the 20 terms})=20\left(T_2+8.5d\right)$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which grows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unit increase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window of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holds at most two integer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options are numbers, test them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$T_{11}=T_2+9d=18+9d$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an integer value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$18+9d$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sum of all the elements of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$B=I+\operatorname{adj}(A)+(\operatorname{adj}A)^2+\dots+(\operatorname{adj}A)^{10}$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sum of all the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2×2 matrix and its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powers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such matrices.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$\operatorname{adj}A=\begin{pmatrix}1&amp;-2\\0&amp;1\end{pmatrix}$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powers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$\begin{pmatrix}1&amp;-2k\\0&amp;1\end{pmatrix}$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such matrices.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diagonal and negates the off-diagonal: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continuing the pattern,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(11 matrices).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the diagonal and negates the off-diagonal: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$\operatorname{adj}(A)=\begin{pmatrix}1&amp;-2\\0&amp;1\end{pmatrix}$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$(\operatorname{adj}A)^2=\begin{pmatrix}1&amp;-4\\0&amp;1\end{pmatrix}$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continuing the pattern,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$(\operatorname{adj}A)^k=\begin{pmatrix}1&amp;-2k\\0&amp;1\end{pmatrix}$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$(\operatorname{adj}A)^{10}=\begin{pmatrix}1&amp;-20\\0&amp;1\end{pmatrix}$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$B=\begin{pmatrix}1&amp;0\\0&amp;1\end{pmatrix}+\begin{pmatrix}1&amp;-2\\0&amp;1\end{pmatrix}+\begin{pmatrix}1&amp;-4\\0&amp;1\end{pmatrix}+\dots+\begin{pmatrix}1&amp;-20\\0&amp;1\end{pmatrix}$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(11 matrices).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diagonal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upper right entry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diagonal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$1+1+\dots+1=11$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upper right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$-2(0+1+2+\dots+10)=-110$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$B=\begin{pmatrix}11&amp;-110\\0&amp;11\end{pmatrix}$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$B=11-110+0+11=-88$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−88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power collapses by the binomial theorem: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$\operatorname{adj}A=I-2E$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power collapses by the binomial theorem: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$(I-2E)^k=I-2kE$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nary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elements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$E=\begin{pmatrix}0&amp;1\\0&amp;0\end{pmatrix}$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$\operatorname{adj}A=I-2E$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$(I-2E)^k=I-2kE$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$B=\sum_{k=0}^{10}(I-2kE)=11I-2\left(\sum_{k=0}^{10}k\right)E=11I-110E$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$B=\begin{pmatrix}11&amp;-110\\0&amp;11\end{pmatrix}$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elements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$11+11-110=-88$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−88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(nilpotent),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$N=I+tE$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(nilpotent),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$N^k=I+ktE$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$E=\begin{pmatrix}0&amp;1\\0&amp;0\end{pmatrix}$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$\operatorname{adj}\begin{pmatrix}p&amp;q\\r&amp;s\end{pmatrix}=\begin{pmatrix}s&amp;-q\\-r&amp;p\end{pmatrix}$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$2\to-2$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$\sum_{k=0}^{n}k=\frac{n(n+1)}{2}$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quadratic equation, whose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quadratic equation,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$2x^2+11x+12=0$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$4x^2+14x+12=0$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$x^2+10x+16=0$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 between roots and coefficients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and product of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new roots then come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and product of the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new roots then come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new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$=8=-\frac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$b=-8a=-\frac23$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$2a+b=\frac{2}{12}-\frac23=-\frac12$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new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$\frac{1}{2a+b}=-2$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new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new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of new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𝑝𝑟𝑜𝑑𝑢𝑐𝑡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$6a+b=\frac{6}{12}-\frac23=-\frac16$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new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$\frac{1}{6a+b}=-6$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new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of new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$x^2-(\text{sum})x+\text{product}=0$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$x^2+8x+12=0$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directly; 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$4a+2b+1=0$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$2a+b=-\frac12$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directly; likewise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$6a+b=-\frac16$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No need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$4a+2b+1=0$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$\frac{1}{2a+b}=-2$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$36a+6b+1=0$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$6a+b=-\frac16$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$\frac1{6a+b}=-6$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$x^2+8x+12=0$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built from the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--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compute both the sum and the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$ar^2+br+c=0$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$ar+b=-\frac cr$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$\frac{1}{ar+b}=-\frac 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$\frac1{ar_i+b}$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built from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$-\frac{r_i}{c}$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$x^2-(p+q)x+pq=0$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compute both the sum and the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all the elements in the third row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$a_{ij}=(\sqrt2)^{i+j}$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all the elements in the third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multiplication and powers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entry carries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scalar multiple of a simple matrix and only the third row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entry carries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$(\sqrt2)^{i+j}$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scalar multiple of a simple matrix and only the third row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row of the square, entry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$A=\begin{pmatrix}(\sqrt2)^2&amp;(\sqrt2)^3&amp;(\sqrt2)^4\\(\sqrt2)^3&amp;(\sqrt2)^4&amp;(\sqrt2)^5\\(\sqrt2)^4&amp;(\sqrt2)^5&amp;(\sqrt2)^6\end{pmatrix}=\begin{pmatrix}2&amp;2\sqrt2&amp;4\\2\sqrt2&amp;4&amp;4\sqrt2\\4&amp;4\sqrt2&amp;8\end{pmatrix}$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$A=2\begin{pmatrix}1&amp;\sqrt2&amp;2\\\sqrt2&amp;2&amp;2\sqrt2\\2&amp;2\sqrt2&amp;4\end{pmatrix}$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$A^2=4\begin{pmatrix}1&amp;\sqrt2&amp;2\\\sqrt2&amp;2&amp;2\sqrt2\\2&amp;2\sqrt2&amp;4\end{pmatrix}^2$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row of the square, entry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$2\cdot1+2\sqrt2\cdot\sqrt2+4\cdot2=2+4+8=14$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$2\cdot\sqrt2+2\sqrt2\cdot2+4\cdot2\sqrt2=2\sqrt2+4\sqrt2+8\sqrt2=14\sqrt2$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third row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$2\cdot2+2\sqrt2\cdot2\sqrt2+4\cdot4=4+8+16=28$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third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$A^2=4\left(14+14\sqrt2+28\right)=4\left(42+14\sqrt2\right)=168+56\sqrt2$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$a_{ij}=u_iu_j$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$u=(\sqrt2,2,2\sqrt2)^T$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$A=uu^T$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$A^2=(u^Tu)A=14A$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row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$u=\left(\sqrt2,\ 2,\ 2\sqrt2\right)^T$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$u_iu_j=(\sqrt2)^{i}(\sqrt2)^{j}=a_{ij}$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$A=uu^T$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$A^2=u(u^Tu)u^T=(u^Tu)\,A$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$u^Tu=2+4+8=14$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$\left(4,\ 4\sqrt2,\ 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$12+4\sqrt2$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$14(12+4\sqrt2)=168+56\sqrt2$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$\alpha+\beta=168+56=224$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one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entries of any power are again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elements in a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corresponding entry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by the all-ones column).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$a_{ij}=u_iu_j$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$A=uu^{T}$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$A^2=(u^Tu)\,A$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$A^n=(u^Tu)^{n-1}A$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$a_{ij}=x^{i+j}$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$u=(x,x^2,\dots,x^n)^T$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entries of any power are again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$c\,x^{i+j}$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elements in a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corresponding entry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by the all-ones column).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$\frac{4\cdot1}{4+3\cdot1^2+1^4}+\frac{4\cdot2}{4+3\cdot2^2+2^4}+\frac{4\cdot3}{4+3\cdot3^2+3^4}+\frac{4\cdot4}{4+3\cdot4^2+4^4}+\dots$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 series by telescoping (method of differences)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the term into a difference of two consecutive values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$r^4+3r^2+4=(r^2+2)^2-r^2=(r^2+r+2)(r^2-r+2)$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the term into a difference of two consecutive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$\frac1{r^2-r+2}$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denominator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$T_r=\frac{4r}{4+3r^2+r^4}$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$S=\sum_{r=1}^{20}\frac{4r}{4+3r^2+r^4}$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denominator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$r^4+4r^2+4-r^2=(r^2+2)^2-r^2$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$(r^2+2)^2-r^2=(r^2+r+2)(r^2-r+2)$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$4r=2\left[(r^2+r+2)-(r^2-r+2)\right]$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part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the first part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422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$T_r=2\left[\frac{1}{r^2-r+2}-\frac{1}{r^2+r+2}\right]$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$(r+1)^2-(r+1)+2=r^2+r+2$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the first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$S=2\left[\frac{1}{1^2-1+2}-\frac{1}{20^2+20+2}\right]=2\left[\frac12-\frac1{422}\right]$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$S=\frac{420}{422}=\frac{210}{211}$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(coprime)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closed form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partial sums and confirm it by induction. (A lighter variant, not a radically new method.)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Guess the closed form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partial sums and confirm it by induction. (A lighter variant, not a radically new method.)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$S_1=\frac{4}{8}=\frac12$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$S_2=\frac12+\frac{8}{4+12+16}=\frac12+\frac14=\frac34$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$S_3=\frac34+\frac{12}{4+27+81}=\frac34+\frac{3}{28}=\frac67$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$\frac12,\frac34,\frac67$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$S_n=\frac{n(n+1)}{n^2+n+2}=1-\frac{2}{n^2+n+2}$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formula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$S_{n+1}-S_n=\frac{2}{n^2+n+2}-\frac{2}{(n+1)^2+(n+1)+2}=\frac{2\cdot 2(n+1)}{(n^2+n+2)(n^2+3n+4)}$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$(n+1)^4+3(n+1)^2+4=(n^2+n+2)(n^2+3n+4)$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formula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$S_{20}=\frac{20\cdot21}{422}=\frac{210}{211}$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$m+n=210+211=421$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Sophie Germain pattern: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rule: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𝑛𝑢𝑚𝑒𝑟𝑎𝑡𝑜𝑟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𝑛𝑢𝑚𝑒𝑟𝑎𝑡𝑜𝑟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series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Sophie Germain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$r^4+3r^2+4=(r^2+2)^2-r^2$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$x^4+4y^4=(x^2+2y^2+2xy)(x^2+2y^2-2xy)$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rule: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$g(r+1)-g(r)=k\cdot(\text{numerator})$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$\frac{\text{numerator}}{g(r)g(r+1)}=\frac1k\left[\frac1{g(r)}-\frac1{g(r+1)}\right]$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$g(r)=r^2-r+2$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$g(r+1)=r^2+r+2$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$g(r+1)-g(r)=2r$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$S_n=\frac{n(n+1)}{n^2+n+2}$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$\frac{420}{422}$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$B=\begin{pmatrix}1&amp;3\\1&amp;5\end{pmatrix}$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$AB^{-1}=A^{-1}$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$BCB^{-1}=A$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$C^4+\alpha C^2+\beta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Inverse, similarity and characteristic equation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$BCB^{-1}=A$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similar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$C^2=B^{-1}A^2B=B$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$C^4=B^2$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$B^2+\alpha B+\beta I=O$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on the right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on the left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$AB^{-1}=A^{-1}$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on the right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$A=A^{-1}B$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on the left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$BCB^{-1}=A$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$C=B^{-1}AB$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$C^2=(B^{-1}AB)(B^{-1}AB)=B^{-1}A^2B=B^{-1}BB$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$C^4=(B^{-1}AB)^4=B^{-1}A^4B=B^{-1}B^2B$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$C^4+\alpha C^2+\beta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$B^2+\alpha B+\beta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two entries,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hold too).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$B^2=\begin{pmatrix}1&amp;3\\1&amp;5\end{pmatrix}\begin{pmatrix}1&amp;3\\1&amp;5\end{pmatrix}=\begin{pmatrix}4&amp;18\\6&amp;28\end{pmatrix}$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$\begin{pmatrix}4&amp;18\\6&amp;28\end{pmatrix}+\alpha\begin{pmatrix}1&amp;3\\1&amp;5\end{pmatrix}+\begin{pmatrix}\beta&amp;0\\0&amp;\beta\end{pmatrix}=O$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$18+3\alpha=0$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two entries,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$28+5\alpha+\beta=0$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hold too).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$2\beta-\alpha=4+6=10$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reducing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recognise it as the Cayley--Hamilton 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reducing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$B^2+\alpha B+\beta I=O$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recognise it as the Cayley--Hamilton equation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$\alpha=-\operatorname{tr}B$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$\beta=\det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not a scalar matrix, so no linear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a monic quadratic relation satisfied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Cayley--Hamilton,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a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$C^4+\alpha C^2+\beta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$B^2+\alpha B+\beta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not a scalar matrix, so no linear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a monic quadratic relation satisfied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Cayley--Hamilton,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$B^2-(\operatorname{tr}B)B+(\det B)I=O$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such a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$\operatorname{tr}B=1+5=6$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B=5-3=2$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$2\beta-\alpha=4+6=10$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 matrices: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Cayley--Hamilton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matrix, this is the only monic quadratic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$AB^{-1}=A^{-1}\Rightarrow A^2=B$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Similar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$(P^{-1}XP)^n=P^{-1}X^nP$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Cayley--Hamilton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$B^2-(\operatorname{tr}B)B+(\det B)I=O$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matrix, this is the only monic quadratic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$B=\begin{pmatrix}1&amp;3\\1&amp;5\end{pmatrix}$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$B^2-6B+2I=O$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series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$\frac{1}{1-3\cdot1^2+1^4}+\frac{2}{1-3\cdot2^2+2^4}+\frac{3}{1-3\cdot3^2+3^4}+\dots$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$\frac{55}{109}$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$-\frac{45}{109}$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$-\frac{55}{109}$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 series by telescoping (method of differences)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half the difference of the two factors,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$r^4-3r^2+1=(r^2-1)^2-r^2$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half the difference of the two factors,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$T_r=\frac{r}{1-3r^2+r^4}=\frac{r}{r^4-2r^2+1-r^2}$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$T_r=\frac{r}{(r^2-1)^2-r^2}$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$T_r=\frac{r}{(r^2-r-1)(r^2+r-1)}$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$r=\frac12\left[(r^2+r-1)-(r^2-r-1)\right]$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telescope.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$T_r=\frac12\left[\frac{1}{r^2-r-1}-\frac{1}{r^2+r-1}\right]$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$(r+1)^2-(r+1)-1=r^2+r-1$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terms telescope.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$\sum_{r=1}^{10}T_r=\frac12\left[\frac{1}{1-1-1}-\frac{1}{100+10-1}\right]=\frac12\left[-1-\frac1{109}\right]=-\frac{55}{109}$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$-\frac{55}{109}$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first partial sums, guess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verify it. (A lighter variant, not a radically new method.)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first partial sums, 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$S_n=-\frac{n(n+1)}{2(n^2+n-1)}$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verify it. (A lighter variant, not a radically new method.)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denominators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numerators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$S_1=\frac{1}{1-3+1}=-1$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$S_2=-1+\frac{2}{1-12+16}=-1+\frac25=-\frac35$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$S_3=-\frac35+\frac{3}{1-27+81}=-\frac35+\frac3{55}=-\frac6{11}$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$-1,-\frac35,-\frac6{11}$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$S_n=-\frac{n(n+1)}{2(n^2+n-1)}$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denominators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$2\cdot1,\ 2\cdot5,\ 2\cdot11$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numerators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$2,6,12$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$S_n-S_{n-1}=\frac12\left[\frac{1}{n^2-n-1}-\frac{1}{n^2+n-1}\right]$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$(n^2-n-1)(n^2+n-1)=n^4-3n^2+1$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$S_{10}=-\frac{110}{2\cdot109}=-\frac{55}{109}$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$-\frac{55}{109}$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pattern as the previous question: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series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quartic denominators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numerator proportional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tried as a difference of squares.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pattern as the previous question: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$r^4-3r^2+1=(r^2-r-1)(r^2+r-1)$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$g(r)=r^2-r-1$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$g(r+1)=r^2+r-1$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$S_n=-\frac12\cdot\frac{n(n+1)}{n^2+n-1}$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$S_{10}=-\frac{55}{109}$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quartic denominators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$x^4+px^2+q$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numerator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tried as a difference of squares.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consecutive terms of a non constant G.P.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$px^2+qx-r=0$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consecutive terms of a non constant G.P.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progression, Relation between roots and coefficients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G.P. ratio,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$\frac1\alpha+\frac1\beta=\frac{\alpha+\beta}{\alpha\beta}=\frac{-q/p}{-r/p}=\frac 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G.P. ratio,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$(\alpha-\beta)^2=(\alpha+\beta)^2-4\alpha\beta$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$\alpha\beta=-\frac 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$4(\alpha+\beta)=3\alpha\beta$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$4\left(-\frac qp\right)=3\left(-\frac rp\right)$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$4q=3r$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$(p,q,r)=(A,AR,AR^2)$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$4AR=3AR^2$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$Ax^2+\frac{4A}{3}x-\frac{16}{9}A=0$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$9x^2+12x-16=0$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$\alpha+\beta=-\frac{12}{9}$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$\alpha\beta=-\frac{16}{9}$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$(\alpha-\beta)^2=(\alpha+\beta)^2-4\alpha\beta=\left(-\frac{12}9\right)^2-4\left(-\frac{16}9\right)=\frac{16}{9}+\frac{64}{9}=\frac{80}{9}$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$\frac{80}{9}$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$x^2+Rx-R^2=0$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$\frac1\alpha+\frac1\beta=\frac1R$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ratio of the G.P.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ratio of the G.P.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$x^2+Rx-R^2=0$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$\frac1\alpha+\frac1\beta=\frac{-R}{-R^2}=\frac1R$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$\frac1R=\frac34$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$(\alpha-\beta)^2=(\alpha+\beta)^2-4\alpha\beta=R^2+4R^2=5R^2$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$5R^2=5\cdot\frac{16}{9}=\frac{80}{9}$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$\frac{80}{9}$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$px^2+qx+s=0$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$\frac1\alpha+\frac1\beta=-\frac 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$x^2+Rx-R^2=0$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$\frac1\alpha+\frac1\beta=\frac1R$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$(\alpha-\beta)^2=R^2+4R^2=5R^2$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 a,\ \beta\ne b,\ \gamma\ne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$\begin{vmatrix}\alpha&amp;b&amp;c\\a&amp;\beta&amp;c\\a&amp;b&amp;\gamma\end{vmatrix}=0$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$\frac{a}{\alpha-a}+\frac{b}{\beta-b}+\frac{\gamma}{\gamma-c}$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create zeros, and dividing the expansion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required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create zeros, and dividing the expansion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$(\alpha-a)(\beta-b)(\gamma-c)$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required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$\begin{vmatrix}\alpha-a&amp;b-\beta&amp;0\\0&amp;\beta-b&amp;c-\gamma\\a&amp;b&amp;\gamma\end{vmatrix}=0$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$(\alpha-a)\left[(\beta-b)\gamma-(c-\gamma)b\right]-(b-\beta)\left[0\cdot\gamma-a(c-\gamma)\right]=0$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$\gamma(\alpha-a)(\beta-b)-b(\alpha-a)(c-\gamma)+a(b-\beta)(c-\gamma)=0$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$-(c-\gamma)=\gamma-c$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$(b-\beta)(c-\gamma)=(\beta-b)(\gamma-c)$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$\gamma(\alpha-a)(\beta-b)+b(\alpha-a)(\gamma-c)+a(\beta-b)(\gamma-c)=0$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$(\alpha-a)(\beta-b)(\gamma-c)\ne0$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$\frac{\gamma}{\gamma-c}+\frac{b}{\beta-b}+\frac{a}{\alpha-a}=0$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matrix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diagonal; the matrix determinant lemma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matrix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$D+\mathbf 1\,(a,b,c)$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diagonal; the matrix determinant lemma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$1+\sum\frac{a}{\alpha-a}=0$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what remains has every row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$D=\operatorname{diag}(\alpha-a,\ \beta-b,\ \gamma-c)$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what remains has every row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$D+\mathbf 1\,w^T$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1=(1,1,1)^T$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$w=(a,b,c)^T$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$\det(D+\mathbf 1w^T)=\det D\,\left(1+w^TD^{-1}\mathbf 1\right)=(\alpha-a)(\beta-b)(\gamma-c)\left[1+\frac{a}{\alpha-a}+\frac{b}{\beta-b}+\frac{c}{\gamma-c}\right]$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$\frac{a}{\alpha-a}+\frac{b}{\beta-b}+\frac{c}{\gamma-c}=-1$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$\frac{\gamma}{\gamma-c}=1+\frac{c}{\gamma-c}$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Consequently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question's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$\det(D+u\,w^T)=\det D\,\left(1+w^TD^{-1}u\right)$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$D=\operatorname{diag}(\alpha-a,\beta-b,\gamma-c)$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$u=(1,1,1)^T$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$w=(a,b,c)^T$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Consequently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$\begin{vmatrix}\alpha&amp;b&amp;c\\a&amp;\beta&amp;c\\a&amp;b&amp;\gamma\end{vmatrix}=0\iff\frac{a}{\alpha-a}+\frac{b}{\beta-b}+\frac{c}{\gamma-c}=-1$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$\frac{\gamma}{\gamma-c}=1+\frac{c}{\gamma-c}$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question's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terms of an A.P. is even; the sum of all the odd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all the even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last term exceeds the first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terms which are integers in the A.P.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terms of an A.P. is even; the sum of all the odd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all the even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last term exceeds the first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terms which are integers in the A.P.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(sums of odd and even placed terms)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the two sums pairs the terms and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last-minus-first condition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the two sums pairs the terms and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$nd=6$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last-minus-first condition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$(2n-1)d=\frac{21}2$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 of terms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minus first: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 of terms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$T_1+T_3+\dots+T_{2n-1}=24$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$T_2+T_4+\dots+T_{2n}=30$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$(T_2-T_1)+(T_4-T_3)+\dots+(T_{2n}-T_{2n-1})=6$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minus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$T_{2n}-T_1=\left(a+(2n-1)d\right)-a=\frac{21}{2}$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$2nd-d=\frac{21}{2}$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$12-d=\frac{21}2$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A.P.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odd-placed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$n=\frac6d=4$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A.P.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odd-placed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$n\left(a+(n-1)d\right)=24$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$4\left(a+\frac92\right)=24$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$\frac32,\ 3,\ \frac92,\ 6,\ \frac{15}2,\ 9,\ \frac{21}2,\ 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$3,\ 6,\ 9,\ 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two conditions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two conditions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$(2n-1)d=\frac{21}2$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$nd=6$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appears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𝑒𝑣𝑒𝑛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𝑜𝑑𝑑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A.P.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$S_{\text{even}}-S_{\text{odd}}=nd=6$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$T_{2n}-T_1=(2n-1)d=\frac{21}2$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$\frac{2n-1}{n}=\frac{21/2}{6}=\frac74$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$8n-4=7n$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A.P.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$d=\frac64=\frac32$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$n\left(a+(n-1)d\right)=24$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$a=6-\frac92=\frac32$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$T_k=\frac32k$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$k=2,4,6,8$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𝑒𝑣𝑒𝑛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𝑜𝑑𝑑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𝑙𝑎𝑠𝑡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𝑓𝑖𝑟𝑠𝑡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𝑙𝑎𝑠𝑡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𝑓𝑖𝑟𝑠𝑡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𝑒𝑣𝑒𝑛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𝑜𝑑𝑑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an integer exactly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list the terms (or 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closed form) before counting integer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$S_{\text{even}}-S_{\text{odd}}=nd$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$T_{\text{last}}-T_{\text{first}}=(2n-1)d$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$\frac{(2n-1)d}{nd}=\frac{T_{\text{last}}-T_{\text{first}}}{S_{\text{even}}-S_{\text{odd}}}=\rho$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$n=\frac{1}{2-\rho}$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$k^{th}$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an integer exactly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Always list the terms (or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closed form) before counting integer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roots, is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2129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$2x^2+(a-5)x+15=3a$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roots, is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$X=\{x\in\mathbb Z:\alpha&lt;x&lt;\beta\}$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 X}x^2$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$2129$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Nature of roots of a quadratic equation (discriminant), Sum of squares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real roots means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need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real roots means discriminant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$(\alpha,\beta)=(-19,5)$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$-18,\dots,4$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need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has no real roots when the discriminant is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equation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$2x^2+(a-5)x+(15-3a)=0$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has no real roots when the discriminant is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$(a-5)^2-8(15-3a)&lt;0$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$a^2-10a+25-120+24a&lt;0$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$a^2+14a-95&lt;0$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$(a+19)(a-5)&lt;0$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$a\in(-19,5)$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nothing and each negative integer pairs with a positive one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$X=\{-18,-17,\dots,3,4\}$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 X}x^2=(1^2+2^2+3^2+4^2)+(1^2+2^2+\dots+18^2)$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adds nothing and each negative integer pairs with a positive one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$=\frac{4\cdot5\cdot9}{6}+\frac{18\cdot19\cdot37}{6}=30+2109=2139$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2139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the parameter: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find its range with AM--GM; the missing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ones giving no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the parameter: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$a=-\frac{2x^2-5x+15}{x-3}$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find its range with AM--GM; the missing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ones giving no real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root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(AM--GM),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$2x^2-5x+15+a(x-3)=0$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root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$a=-\frac{2x^2-5x+15}{x-3}$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$2x^2-5x+15=2t^2+7t+18$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$a=-\left(2t+7+\frac{18}{t}\right)$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$2t+\frac{18}t\ge12$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(AM--GM),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root exists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real root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$2t+\frac{18}t\le-12$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$a\ge-(-12+7)=5$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root exists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$a\le-19$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real root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$a\in(-19,5)$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$X=\{-18,\dots,4\}$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x^2=30+2109=2139$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2139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parameter enters an equation linearly, solve for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has a real root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AM--GM with signs: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Symmetric integer 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nary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parameter enters an equation linearly, solve for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has a real root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AM--GM with signs: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 kt\ge2\sqrt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 kt\le-2\sqrt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$\sum_{k=1}^{n}k^2=\frac{n(n+1)(2n+1)}{6}$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Symmetric integer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$\{-m,\dots,n\}$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$\sum_1^m+\sum_1^n$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$x^2+\sqrt3x-16=0$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$Q_n=\gamma^n+\delta^n$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$\frac{P_{25}+\sqrt3P_{24}}{2P_{23}}+\frac{Q_{25}-Q_{23}}{Q_{24}}$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a quadratic equation: power sums and recurrence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its own equation, so 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adding the two roots gives a three-term recurrence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its own equation, so 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$x^{n-2}$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adding the two roots gives a three-term recurrence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the same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$\alpha^2+\sqrt3\alpha-16=0$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the same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$P_n+\sqrt3P_{n-1}-16P_{n-2}=0$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$P_{25}+\sqrt3P_{24}-16P_{23}=0$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$\frac{P_{25}+\sqrt3P_{24}}{2P_{23}}=\frac{16P_{23}}{2P_{23}}=8$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$\gamma^2+3\gamma-1=0$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$Q_n+3Q_{n-1}-Q_{n-2}=0$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$Q_{25}+3Q_{24}-Q_{23}=0$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$Q_{25}-Q_{23}=-3Q_{24}$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$\frac{Q_{25}-Q_{23}}{Q_{24}}=-3$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$8+(-3)=5$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 recurrence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predicts. The denominators are non-zero: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negative root has the larger modulus)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$P_n+bP_{n-1}+cP_{n-2}=0$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$\frac{P_{n+2}+bP_{n+1}}{P_n}=-c$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$\frac{16P_{23}}{2P_{23}}=8$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$Q_0=2,\ Q_1=-3,\ Q_2=11$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$Q_2-Q_0=9=-3Q_1$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the recurrence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$Q_{n+2}-Q_n=-3Q_{n+1}$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predicts. The denominators are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$P_{23}&lt;0$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negative root has the larger modulus)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$Q_{24}&gt;0$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$\begin{vmatrix}x+1&amp;x&amp;x\\x&amp;x+\lambda&amp;x\\x&amp;x&amp;x+\lambda^2\end{vmatrix}=\frac98(103x+81)$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$\lambda,\frac\lambda3$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$4x^2-24x+27=0$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$4x^2-24x-27=0$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$4x^2+24x+27=0$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$4x^2+24x-27=0$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determinants, Relation between roots and coefficients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determinant into a diagonal one and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holds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determinant into a diagonal one and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$\begin{vmatrix}x+1&amp;x&amp;x\\x&amp;x+\lambda&amp;x\\x&amp;x&amp;x+\lambda^2\end{vmatrix}=\frac98(103x+81)$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$\begin{vmatrix}1&amp;0&amp;0\\0&amp;\lambda&amp;0\\0&amp;0&amp;\lambda^2\end{vmatrix}=\frac98\times81$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$\lambda^3=\frac{729}{8}=\frac{3^6}{2^3}$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$\frac\lambda3=\frac32$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$=\frac92+\frac32=6$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$=\frac92\cdot\frac32=\frac{27}{4}$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$x^2-6x+\frac{27}{4}=0$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$4x^2-24x+27=0$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$4x^2-24x+27=0$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determinant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both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$\operatorname{diag}(1,\lambda,\lambda^2)+x\mathbf 1\mathbf 1^T$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determinant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$\lambda^3+x(\lambda^3+\lambda^2+\lambda)$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both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λ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matrix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$D+x\mathbf 1\mathbf 1^T$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$D=\operatorname{diag}(1,\lambda,\lambda^2)$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$\det=\det D\left[1+x\left(1+\frac1\lambda+\frac1{\lambda^2}\right)\right]=\lambda^3+x\left(\lambda^3+\lambda^2+\lambda\right)$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$\lambda^3=\frac98\cdot81=\frac{729}8$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$\lambda^3+\lambda^2+\lambda=\frac{729}{8}+\frac{81}4+\frac92=\frac{927}{8}=\frac98\cdot103$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$4x^2-24x+27=0$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$4x^2-24x+27=0$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coefficients or substitute a convenient value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instead of expanding fully.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$D+x\,\mathbf 1\mathbf 1^T$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$D=\operatorname{diag}(d_1,\dots,d_n)$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D\left(1+x\sum\frac1{d_i}\right)$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$d=(1,\lambda,\lambda^2)$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$\lambda^3+x(\lambda^3+\lambda^2+\lambda)$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coefficients or substitute a convenient value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instead of expanding fully.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$A+I=\begin{pmatrix}1&amp;a&amp;1\\2&amp;1&amp;0\\a&amp;1&amp;2\end{pmatrix}$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$\det\left((a+1)\operatorname{adj}\left((a-1)A\right)\right)=2^m3^n$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$m,n\in\{0,1,2,\dots,20\}$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and determinant of a matrix (properties)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adjoint rules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First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A=-4$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$(a+1)=4$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$(a-1)A=2A$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adjoint rules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$\operatorname{adj}(kA)=k^2\operatorname{adj}A$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$|\operatorname{adj}A|=|A|^2$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second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$A=(A+I)-I=\begin{pmatrix}0&amp;a&amp;1\\2&amp;0&amp;0\\a&amp;1&amp;1\end{pmatrix}$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second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$|A|=-2\begin{vmatrix}a&amp;1\\1&amp;1\end{vmatrix}=-2(a-1)=2-2a$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$4\operatorname{adj}(2A)$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$\operatorname{adj}(kA)=k^{2}\operatorname{adj}A$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$\operatorname{adj}(2A)=4\operatorname{adj}A$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$4\operatorname{adj}(2A)=16\operatorname{adj}A$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$\left|16\operatorname{adj}A\right|=16^3\left|\operatorname{adj}A\right|=16^3|A|^2=2^{12}\cdot16$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$2^m3^n=2^{16}$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$\operatorname{adj}M=|M|M^{-1}$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$4\operatorname{adj}(2A)=-64A^{-1}$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$\det(-64A^{-1})=\frac{(-64)^3}{|A|}$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$4\operatorname{adj}(2A)$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$|2A|=2^3|A|=-32$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$\operatorname{adj}(2A)=|2A|\,(2A)^{-1}=-32\cdot\frac12A^{-1}=-16A^{-1}$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$4\operatorname{adj}(2A)=-64A^{-1}$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$\det\left(-64A^{-1}\right)=\frac{(-64)^3}{|A|}=\frac{-2^{18}}{-4}=2^{16}$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scalar off carefully: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Exponents must be matched with prime bases: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$\operatorname{adj}(kA)=k^{n-1}\operatorname{adj}A$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$\operatorname{adj}A=|A|A^{-1}$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 the scalar off carefully: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$\left|c\operatorname{adj}M\right|=c^3|M|^2$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$64\cdot(8\cdot(-4))^2=2^{16}$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Exponents must be matched with prime bases: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$2^{16}=2^m3^n$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that the number of terms in an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all odd terms of the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all even terms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last term of the A.P. exceeds the first term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that the number of terms in an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all odd terms of the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of all even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last term of the A.P. exceeds the first term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(sums of odd and even placed terms)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Odd-placed and even-placed terms are two A.P.s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the sums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Odd-placed and even-placed terms are two A.P.s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with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subtracting the sums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A.P.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minus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(3)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A.P.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$a,\ a+d,\ a+2d,\dots$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$a+(a+2d)+(a+4d)+\dots=40$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$k\left(a+(k-1)d\right)=40$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$T_2+T_4+\dots$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$(a+d)+(a+3d)+(a+5d)+\dots=55$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k2\left\{2(a+d)+(k-1)2d\right\}=55$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$k(a+kd)=55$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Last minus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$a+(2k-1)d-a=27$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$(2k-1)d=27$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(3)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(3) and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$kd=15$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(3) and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$2kd-d=27$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$30-d=27$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$k=\frac{15}{3}=5$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two relations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the two relations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$(2k-1)d=27$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$kd=15$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found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the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the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$(T_2-T_1)+(T_4-T_3)+\dots+(T_{2k}-T_{2k-1})=55-40$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each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$kd=15$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$T_{2k}-T_1=(2k-1)d=27$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$\frac{2k-1}{k}=\frac{27}{15}=\frac95$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odd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even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$10k-5=9k$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$k\left(a+(k-1)d\right)=40$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odd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$-4,2,8,14,20$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even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$-1,5,11,17,23$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A.P.: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𝑒𝑣𝑒𝑛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𝑜𝑑𝑑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𝑙𝑎𝑠𝑡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𝑓𝑖𝑟𝑠𝑡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𝑙𝑎𝑠𝑡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𝑓𝑖𝑟𝑠𝑡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𝑒𝑣𝑒𝑛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𝑜𝑑𝑑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structure appears in the earlier even-term A.P. question; only the numbers change. Check by building the A.P.: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odd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even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$S_{\text{even}}-S_{\text{odd}}=kd$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$T_{\text{last}}-T_{\text{first}}=(2k-1)d$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$\frac{2k-1}{k}=\frac{T_{\text{last}}-T_{\text{first}}}{S_{\text{even}}-S_{\text{odd}}}=\frac{27}{15}$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$k=\frac1{2-27/15}=5$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structure appears in the earlier even-term A.P. question; only the numbers change. Check by building the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$a=-4,\ d=3,\ 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odd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even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$1+3+11+25+45+71+\dots$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$6982$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$7130$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 series by the method of differences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an A.P.,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differences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$2,8,14,20,\dots$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an A.P.,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again shifted by one place: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successive differences).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𝑡𝑒𝑟𝑚𝑠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A.P.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$S_n=1+3+11+25+45+71+\dots+T_{n-1}+T_n$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again shifted by one place: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 \ \ \ 1+3+11+25+45+\dots+T_{n-1}+T_n$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$0=1+2+8+14+20+\dots-T_n$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$2,8,14,20,\dots$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successive differences).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$T_n=1+\left[2+8+14+\dots\ (n-1\text{ terms})\right]$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8610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$T_n=1+\frac{n-1}{2}\left[4+(n-2)6\right]$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$T_n=1+(n-1)(2+3n-6)=1+(n-1)(3n-4)$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$T_n=3n^2-7n+5$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$S_{20}=\sum_{n=1}^{20}(3n^2-7n+5)=3\cdot2870-7\cdot210+5\cdot20=8610-1470+100=7240$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7240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difference table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hockey-stick identity: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difference table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$1;\ 2;\ 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hockey-stick identity: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$S_{N}=\binom N1\cdot1+\binom N2\cdot2+\binom N3\cdot6$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first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differences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leading entries of the difference table are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higher differences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formula: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$1,3,11,25,45,71$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first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$2,8,14,20,26$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 differences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leading entries of the difference table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$\Delta^0T_1=1$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$\Delta^1T_1=2$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$\Delta^2T_1=6$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higher differences vanish.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$T_n=1\cdot\binom{n-1}0+2\binom{n-1}1+6\binom{n-1}2$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and using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and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$\sum_{n=1}^{N}\binom{n-1}{j}=\binom{N}{j+1}$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$S_N=\binom N1+2\binom N2+6\binom 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$S_{20}=20+2\cdot190+6\cdot1140=20+380+6840=7240$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7240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differences form an A.P. (second differences constant), the sequence is a quadratic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form: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the hockey-stick identity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first differences form an A.P. (second differences constant), the sequence is a quadratic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$T_n=\sum_j\binom{n-1}{j}\Delta^jT_1$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by the hockey-stick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$\sum_{n=1}^{N}T_n=\sum_j\binom{N}{j+1}\Delta^jT_1$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$3\cdot1+3\cdot2+1\cdot6=15=1+3+11$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the prime factors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$A=\begin{pmatrix}2&amp;1&amp;2\\6&amp;2&amp;11\\3&amp;3&amp;2\end{pmatrix}$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$P=\begin{pmatrix}1&amp;2&amp;0\\5&amp;0&amp;2\\7&amp;1&amp;5\end{pmatrix}$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the prime 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$|P^{-1}AP-2I|$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(similar matrices)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inverted.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$P^{-1}AP-2I=P^{-1}(A-2I)P$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determinant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$|A-2I|$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has to be inverted.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$|P^{-1}AP-2I|=|P^{-1}AP-2P^{-1}P|$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$2I=2P^{-1}P$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$|P|=-24\ne0$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$=|P^{-1}(A-2I)P|$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$=|P^{-1}|\,|A-2I|\,|P|=|A-2I|$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$|P^{-1}||P|=1$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prime factors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$|A-2I|=\begin{vmatrix}0&amp;1&amp;2\\6&amp;0&amp;11\\3&amp;3&amp;0\end{vmatrix}$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$0-1(0-33)+2(18-0)=33+36=69$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$69=3\times23$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prime factors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Via the characteristic polynomial: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𝑠𝑢𝑚 𝑜𝑓 𝑝𝑟𝑖𝑛𝑐𝑖𝑝𝑎𝑙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 𝑚𝑖𝑛𝑜𝑟𝑠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(Valid but not shorter than the direct determinant.)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Via the characteristic polynomial: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$|A-2I|=-p_A(2)$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$p_A(t)=t^3-(\operatorname{tr}A)t^2+(\text{sum of principal }2\times2\text{ minors})t-|A|$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(Valid but not shorter than the direct determinant.)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Principal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$\operatorname{tr}A=2+2+2=6$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$\begin{vmatrix}2&amp;1\\6&amp;2\end{vmatrix}=-2$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$\begin{vmatrix}2&amp;2\\3&amp;2\end{vmatrix}=-2$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$\begin{vmatrix}2&amp;11\\3&amp;2\end{vmatrix}=-29$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$|A|=2(4-33)-1(12-33)+2(18-6)=-58+21+24=-13$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prime factors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$p_A(t)=t^3-6t^2-33t+13$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$p_A(2)=8-24-66+13=-69$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$|A-2I|=(-1)^3|2I-A|=-p_A(2)=69=3\times23$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prime factors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 matrices have equal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particular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characteristic polynomial).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compute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-products for such a question;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needs to be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Prime factors: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'sum of prime factors' counts each distinct prime once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 matrices have equal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$|P^{-1}XP|=|X|$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$P^{-1}AP-\lambda I=P^{-1}(A-\lambda I)P$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$|P^{-1}AP-\lambda I|=|A-\lambda 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characteristic polynomial).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-products for such a question;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needs to be invertible.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Prime 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$69=3\cdot23$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'sum of prime factors' counts each distinct prime once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$3+23=26$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$A=\begin{pmatrix}1&amp;2&amp;\alpha\\1&amp;0&amp;1\\0&amp;1&amp;2\end{pmatrix}$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$\det\left(\operatorname{adj}(2A-A^T)\cdot\operatorname{adj}(A-2A^T)\right)=2^8$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$(\det(A))^2$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(adjoint, transpose)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order is odd,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of the two determinants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$(A-2A^T)^T=-(2A-A^T)$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order is odd,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$|A-2A^T|=-|2A-A^T|$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product of the two determinants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$-|2A-A^T|^2$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$M=2A-A^T$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$N=A-2A^T$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$|\operatorname{adj}X|=|X|^2$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$|\operatorname{adj}M\cdot\operatorname{adj}N|=|M|^2|N|^2=2^8$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$|M||N|=\pm16$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$N^T=A^T-2A=-M$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$|N|=|N^T|=|-M|=(-1)^3|M|=-|M|$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$|M||N|=-|M|^2\le0$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$|M||N|=-16$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$N=A-2A^T=\begin{pmatrix}1&amp;2&amp;\alpha\\1&amp;0&amp;1\\0&amp;1&amp;2\end{pmatrix}-2\begin{pmatrix}1&amp;1&amp;0\\2&amp;0&amp;1\\\alpha&amp;1&amp;2\end{pmatrix}=\begin{pmatrix}-1&amp;0&amp;\alpha\\-3&amp;0&amp;-1\\-2\alpha&amp;-1&amp;-2\end{pmatrix}$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second column; only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non-zero, with cofactor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minor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second column;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non-zero, with cofactor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$(-1)^{3+2}=-1$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$\begin{vmatrix}-1&amp;\alpha\\-3&amp;-1\end{vmatrix}=1+3\alpha$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$|N|=(-1)(-1)(1+3\alpha)=1+3\alpha$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$1+3\alpha=-4$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$|A|=1(0-1)-2(2-0)+\alpha(1-0)=\alpha-5=-4$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$(\det A)^2=16$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$|\operatorname{adj}X|=|X|^{n-1}$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$|X^T|=|X|$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$|kX|=k^n|X|$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$|-X|=-|X|$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$N^T=-M$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$|N|=-|M|$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$|M||N|=-|M|^2$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$|A|=\alpha-5$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$|2A-A^T|=-(3\alpha+1)$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$|A-2A^T|=3\alpha+1$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2.15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01 (Paper 02) Questions 1–20 (printed Q21–Q40)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2.15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