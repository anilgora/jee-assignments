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Sheet1!$A$2:$A$35</c:f>
              <c:strCache>
                <c:ptCount val="3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1.0</c:v>
                </c:pt>
                <c:pt idx="18">
                  <c:v>3.0</c:v>
                </c:pt>
                <c:pt idx="19">
                  <c:v>3.0</c:v>
                </c:pt>
                <c:pt idx="20">
                  <c:v>2.0</c:v>
                </c:pt>
                <c:pt idx="21">
                  <c:v>3.0</c:v>
                </c:pt>
                <c:pt idx="22">
                  <c:v>2.0</c:v>
                </c:pt>
                <c:pt idx="23">
                  <c:v>1.0</c:v>
                </c:pt>
                <c:pt idx="24">
                  <c:v>1.0</c:v>
                </c:pt>
                <c:pt idx="25">
                  <c:v>2.0</c:v>
                </c:pt>
                <c:pt idx="26">
                  <c:v>2.0</c:v>
                </c:pt>
                <c:pt idx="27">
                  <c:v>1.0</c:v>
                </c:pt>
                <c:pt idx="28">
                  <c:v>3.0</c:v>
                </c:pt>
                <c:pt idx="29">
                  <c:v>3.0</c:v>
                </c:pt>
                <c:pt idx="30">
                  <c:v>3.0</c:v>
                </c:pt>
                <c:pt idx="31">
                  <c:v>2.0</c:v>
                </c:pt>
                <c:pt idx="32">
                  <c:v>3.0</c:v>
                </c:pt>
                <c:pt idx="3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base minus 1 as $\frac{\sqrt{n^2+n}-(n+1)}{n}$ (it subtracts $n+1$ instead of $n$) and ends with $e^{-1}$. Correct: $\frac{\sqrt{n^2+n-1}-n}{n}$, giving exponent limit $+1$ and answer $e$. Checked numerically: $n=10^8$ gives $2.7182818$. The PDF's answer $e^{-1}$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leaves the answer blank, never shows option (D) and does not state the conclusion. Added (D) (coefficient of $x^n$ in $(1+x)^{2n}$ is $\binom{2n}n$) and the final statement that all four options are correct. The PDF's working for (A), (B),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telescoped form is $\frac{\cos\theta}{\cos\frac\theta2\cdots\cos\frac\theta{2^n}}$, which omits the last factor $\frac1{\cos(\theta/2^n)}$ (the numerators cancel all but the first, but the last denominator has a squared $\cos\frac\theta{2^n}$). The factor tends to $1$, so the final answer $\frac{\theta}{\tan\theta}$ is unchanged. Checked numerically for $\theta=0.7$, $n=5$: exact product $0.83120$ matches the corrected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$t=\ln x\to\infty$; as $x\to0^+$, $t\to-\infty$ (the algebra and the answer $a=e^3$ are unchanged). The PDF's displayed '$1\cdot A[1-(-1)]=6$' is $A\cdot2=6$.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expansion of the numerator is not consistent (it lists '$x^2-x^2-\frac{x^2}{2(1+x^2)}$' and later divides terms by $\sqrt{1+x^2}$ incorrectly), though its final $L=\frac12$ and answer $307$ are right. Rewritten with the order-by-order expansion above; checked numerically: $L(x=10^{-8})=0.49999999$.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argues '$f(x^3-x^2)&gt;f(0)$', '$&gt;4$' on the left and '$f(2x^4-x^5)&gt;f(0)$', '$&gt;4$' on the right, comparing with $f(0)=4$. That is wrong: $f(0)=4$ is an isolated value, and by monotonicity the correct bounds are $f&gt;3$ on the left and $f&gt;2$ on the right. The limits $3$ and $2$ and the answer $\lambda=3$ are unchanged. (The PDF also puts square brackets round the limits although the question has none.)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'$\left[f\left(\tfrac{x^3-\sin^3x}{x^4}\right)\right]=3$' and then uses $9$; the expression is $\left[3f(\cdot)\right]$, and the correct statement is $3f\to9^+$ so the bracket equals $9$. Answer $5$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LIMIT (C-2)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C-2 (Limits)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Evaluate the limit; complete solution, alternate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$x_1=-\sqrt3,\ x_2=-\sqrt{3+\sqrt3},\ x_3=-\sqrt{3+\sqrt{3+\sqrt3}},\dots$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recursively defined sequence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obey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$x_{n+1}=-\sqrt{3-x_n}$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a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$x^2+x-3=0$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nested root,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limit exists; see the alternate solution).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$x_2=-\sqrt{3+\sqrt3}$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$x_3=-\sqrt{3+\sqrt{3+\sqrt3}}$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nested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$x_{n+1}=-\sqrt{3-x_n}$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$\lim_{n\to\infty}x_n=x$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limit exists; see the alternate solution).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$x=-\sqrt{3-x}$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$x=\lim x_n\le0$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$x=\frac{-1-\sqrt{13}}{2}$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$\frac{-1-\sqrt{13}}{2}$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convergence and find the limit together: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bounded,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shrinks geometrically.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convergence and find the limit together: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$y_n=-x_n$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 and bounded,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$|y_{n+1}-y^*|$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shrinks geometrically.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positive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$y_n=-x_n&gt;0$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$y_{n+1}=\sqrt{3+y_n}$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$y^*=\frac{1+\sqrt{13}}{2}$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positive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$y_{n+1}^2-y^{*2}=(3+y_n)-(3+y^*)=y_n-y^*$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$(y_{n+1}-y^*)(y_{n+1}+y^*)=y_n-y^*$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$y_{n+1}\ge\sqrt3&gt;0$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$y_{n+1}+y^*&gt;y^*&gt;2$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$|y_{n+1}-y^*|&lt;\frac12|y_n-y^*|$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converges, with no assumption,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$|y_n-y^*|&lt;2^{-(n-1)}|y_1-y^*|\to0$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sequence converges, with no assumption,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x_n=-y^*=\frac{-1-\sqrt{13}}{2}$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$\frac{-1-\sqrt{13}}{2}$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nested radical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positive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limit exists: check monotone and bounded,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fixed point (contraction).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root of the fixed-point equation by the sign or range of the terms (here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nested radical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$\sqrt{a+\sqrt{a+\cdots}}$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positive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$y^2=y+a$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$\frac{1+\sqrt{1+4a}}{2}$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$\frac{1+\sqrt{13}}{2}\approx2.303$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$y_{n+1}=f(y_n)$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$L=f(L)$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limit exists: check monotone and bounded,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$|f'|&lt;1$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fixed point (contraction).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root of the fixed-point equation by the sign or range of the terms (here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$L=\lim_{x\to0}\frac{e^{x\sin(2007)x}-1}{x\ln(1+x)}$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$M=\lim_{x\to\infty}x\left(2x-\sqrt[3]{x^3+x^2+1}-\sqrt[3]{x^3-x^2+1}\right)$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Standard limits and series expansions, Binomial expansion for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to second order: the first-order terms cancel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$\sqrt[3]{x^3\pm x^2+1}=x(1+u)^{1/3}$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to second order: the first-order terms cancel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survives.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2007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telescopes to the original fraction).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standard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$L=\lim_{x\to0}\frac{e^{x\sin 2007x}-1}{x\sin2007x}\cdot\frac{\sin2007x}{2007x}\cdot\frac{2007x}{\ln(1+x)}$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telescopes to the original fraction).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standard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$x\sin2007x\to0$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$L=1\cdot1\cdot2007=2007$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$x^3+x^2+1=x^3(1+a)$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$x^3-x^2+1=x^3(1+b)$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$a=\frac{1+x^2}{x^3}$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$b=\frac{1-x^2}{x^3}$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$M=\lim x^2\left[2-(1+a)^{1/3}-(1+b)^{1/3}\right]$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$(1+t)^{1/3}=1+\frac t3-\frac{t^2}{9}+\cdots$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Higher terms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beyond)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$M=\lim x^2\left[-\frac{a+b}{3}+\frac{a^2+b^2}{9}+\cdots\right]$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$a+b=\frac2{x^3}$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$x^2\cdot\frac{a+b}{3}=\frac{2}{3x}\to0$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$a^2+b^2=\frac{2}{x^6}+\frac{2}{x^2}\approx\frac{2}{x^2}$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$x^2\cdot\frac{a^2+b^2}{9}\to\frac29$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Higher terms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beyond)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$x^2\cdot O(x^{-3})\to0$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$LM=2007\cdot\frac29=446$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derivatives instead of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$t=1/x$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derivatives instead of series: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$M=-\tfrac12F''(0)$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$F(t)=(1+t+t^3)^{1/3}+(1-t+t^3)^{1/3}$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$x\left(2x-\sqrt[3]{x^3+x^2+1}-\sqrt[3]{x^3-x^2+1}\right)=\frac{2-F(t)}{t^2}$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$A=(1+t+t^3)^{1/3}$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$B=(1-t+t^3)^{1/3}$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$A'=\frac{1+3t^2}{3A^2}$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$B'=\frac{-1+3t^2}{3B^2}$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$A'(0)=\frac13$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$B'(0)=-\frac13$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$A''=\frac{2t}{A^2}-\frac{2(1+3t^2)A'}{3A^3}$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$A''(0)=-\frac29$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$B''(0)=-\frac29$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$F''(0)=-\frac49$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$2-F(t)=-\frac12F''(0)t^2+o(t^2)$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$M=-\frac12\left(-\frac49\right)=\frac29$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$e^u-1\sim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$u=x\sin2007x\sim2007x^2$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$x\ln(1+x)\sim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$LM=446$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Radicals at infinity: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first-order terms cancel, go to second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ϕ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smooth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derivative test for such cancellations.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match the argument with the variable of the denominator.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Radicals at infinity: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$\sqrt[k]{x^k+\cdots}=x(1+u)^{1/k}$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$(1+u)^{1/k}=1+\frac uk+\frac{(1-k)u^2}{2k^2}+\cdots$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first-order terms cancel, go to second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$\lim_{t\to0}\frac{\phi(0)-\phi(t)+\phi'(0)t}{t^2}=-\frac12\phi''(0)$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smooth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quick derivative test for such cancellations.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$\frac{e^{u}-1}{u}\to1$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u}{u}\to1$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match the argument with the variable of the denominator.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𝑡𝑒𝑟𝑚𝑠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$L=\lim_{n\to\infty}\dfrac{1}{\frac1{\sqrt2}\cdot\sqrt{\frac12+\frac12\cdot\frac1{\sqrt2}}\cdot\sqrt{\frac12+\frac12\sqrt{\frac12+\frac12\cdot\frac1{\sqrt2}}}\cdots\ (n\text{ terms})}$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$\left(2\sqrt3\cot L\right)$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of cosines (half-angle) and limits, Trigonometric ratios of standard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(half-angle formula),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$\cos\frac\theta{2^{k}}$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(half-angle formula),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$\prod\cos\frac\theta{2^k}$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telescopes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$T_1=\frac1{\sqrt2}=\cos\theta$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$T_2=\sqrt{\frac12+\frac12\cdot\frac1{\sqrt2}}=\sqrt{\frac{1+\cos\theta}{2}}=\cos\frac\theta2$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$T_3=\sqrt{\frac{1+\cos\frac\theta2}{2}}=\cos\frac\theta{2^2}$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$T_n=\cos\frac{\theta}{2^{n-1}}$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$L=\lim_{n\to\infty}\frac1{T_1T_2\cdots T_n}=\lim\frac{1}{\cos\theta\cos\frac\theta2\cos\frac\theta{2^2}\cdots\cos\frac\theta{2^{n-1}}}$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repeated use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$2^n\sin\frac\theta{2^{n-1}}$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repeated use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A\cos A=\sin2A$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$\prod_{k=0}^{n-1}\cos\frac\theta{2^k}=\frac{\sin2\theta}{2^n\sin\frac\theta{2^{n-1}}}$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$L=\lim\frac{2^n\sin\frac\theta{2^{n-1}}}{\sin2\theta}=\lim\frac{2\theta}{\sin2\theta}\cdot\frac{\sin\frac\theta{2^{n-1}}}{\frac\theta{2^{n-1}}}=\frac{2\theta}{\sin2\theta}$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$L=\frac{\pi/2}{1}=\frac\pi2$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L=\cot\frac\pi2=0$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$2\sqrt3\cot L=0$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Viete's infinite product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Viete's infinite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$\prod_{k\ge1}\cos\frac{x}{2^k}=\frac{\sin x}{x}$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Viete's product: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all terms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$\cos\frac\pi4,\cos\frac\pi8,\cos\frac\pi{16},\dots$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$\cos\frac{x}{2^k}$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Viete's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$\prod_{k=1}^\infty\cos\frac x{2^k}=\frac{\sin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of all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$\frac{\sin(\pi/2)}{\pi/2}=\frac2\pi$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$L=\frac1{2/\pi}=\frac\pi2$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$2\sqrt3\cot\frac\pi2=0$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(Viete); the nested radical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0.6366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(Viete's classical formula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product of cosines of halved angles appears, 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smallest angle and telescope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$\prod_{k=1}^{n}\cos\frac{x}{2^k}=\frac{\sin x}{2^n\sin\frac{x}{2^n}}\to\frac{\sin x}{x}$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(Viete); the nested radical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$\sqrt{\frac{1+\cos t}{2}}=\cos\frac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 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$\prod\cos\frac\pi{2^{k+1}}\to\frac2\pi\approx0.6366$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(Viete's classical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product of cosines of halved angles appears,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smallest angle and telescope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$\sin2A=2\sin A\cos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$\lim_{x\to\infty}x^2\sin\left(\ln\sqrt{\cos\frac\pi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and logarithmic functions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chain the standard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chain the standard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u}u\to1$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$\frac{\ln(1-w)}{-w}\to1$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t}{t^2}\to\frac12$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limit.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limit.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$t=\lim_{y\to0}\frac{\sin\left(\frac12\ln\cos\pi y\right)}{y^2}$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$\frac12\ln\cos\pi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$t=\lim\frac{\sin\left\{\frac12\ln\cos\pi y\right\}}{\frac12\ln\cos\pi y}\cdot\frac12\cdot\frac{\ln\cos\pi y}{y^2}$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 y=1-(1-\cos\pi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$t=\lim\frac12\cdot\frac{\ln\left[1-(1-\cos\pi y)\right]}{-(1-\cos\pi y)}\cdot\left(-\frac{1-\cos\pi y}{y^2}\right)$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$\frac{\ln(1-w)}{-w}\to1$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$w=1-\cos\pi 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$\frac{1-\cos\pi y}{(\pi y)^2}\to\frac12$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$\frac{1-\cos\pi y}{y^2}\to\frac{\pi^2}{2}$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$t=\frac12\cdot(1)\cdot\left(-\frac{\pi^2}2\right)=-\frac{\pi^2}{4}$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$-\frac{\pi^2}{4}$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factor by its first-order equivalent (no substitution):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factor by its first-order equivalent (no substitution):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$\cos\frac\pi x\approx1-\frac{\pi^2}{2x^2}$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$\ln(1+u)\approx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u\approx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 x=1-\frac{\pi^2}{2x^2}+O(x^{-4})$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$\ln\sqrt{\cos\frac\pi x}=\frac12\ln\cos\frac\pi x=\frac12\left(-\frac{\pi^2}{2x^2}+O(x^{-4})\right)=-\frac{\pi^2}{4x^2}+O(x^{-4})$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u=u+O(u^3)$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$\sin\left(\ln\sqrt{\cos\frac\pi x}\right)=-\frac{\pi^2}{4x^2}+O(x^{-4})$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$-\frac{\pi^2}{4}$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may replace factors in a product or quotient (not inside a sum with cancelling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expression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u\sim\frac{u^2}2$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$e^u-1\sim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may replace factors in a product or quotient (not inside a sum with cancelling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u\sim-\frac{u^2}{2}$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$\ln\sqrt{\cos u}\sim-\frac{u^2}4$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$\lim_{x\to\infty}\left[\cos\left(2\pi\left(\frac{x}{1+x}\right)^a\right)\right]^{x^2}$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1-infinity form of limits, Limits of trigonometric functions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$\cos2\pi=1$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$e^{\lim x^2(\text{base}-1)}$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$\frac{x}{1+x}=1-\frac1{1+x}$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400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$L=e^{\lim x^2\left[\cos\left(2\pi\left(\frac{x}{1+x}\right)^a\right)-1\right]}$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$\frac{x}{1+x}=1-\frac1{1+x}$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x{1+x}\right)^a=1-\frac{a}{1+x}+\cdots$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$\cos\left(2\pi\left(\frac{x}{1+x}\right)^a\right)=\cos\left(2\pi\left(1-\left(\frac{x}{1+x}\right)^a\right)\right)$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$\epsilon=1-\left(\frac{x}{1+x}\right)^a\to0$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$\cos(2\pi-2\pi\epsilon)=\cos2\pi\epsilon$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x^2\left(\cos2\pi\epsilon-1\right)=\lim\frac{\cos2\pi\epsilon-1}{(2\pi\epsilon)^2}\cdot4\pi^2\epsilon^2x^2=-\frac12\cdot4\pi^2\lim(\epsilon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$\epsilon=1-(1+y)^{-a}=ay-\frac{a(a+1)}{2}y^2+\cdots$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$\epsilon x\to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$=-2\pi^2a^2$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$L=e^{-2\pi^2a^2}$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$e^{-2\pi^2a^2}$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L=\lim x^2\ln\cos\theta$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$\ln\cos\theta\sim-\frac{\theta^2}{2}$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$\theta=2\pi\epsilon$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 x^2\ln\cos(2\pi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$s=\left(\frac x{1+x}\right)^a=\left(1+\frac1x\right)^{-a}=1-\frac ax+O(x^{-2})$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 s)=\cos\left(2\pi\cdot\frac ax+O(x^{-2})\right)$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$\theta=\frac{2\pi a}x+O(x^{-2})\to0$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$\ln\cos\theta=-\frac{\theta^2}{2}+O(\theta^4)=-\frac{2\pi^2a^2}{x^2}+O(x^{-3})$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L=-2\pi^2a^2$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$L=e^{-2\pi^2a^2}$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$e^{-2\pi^2a^2}$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trig arguments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expanding;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f^g=e^{\lim g(f-1)}$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$\ln\lim=\lim g\ln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$\cos(2\pi-t)=\cos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trig arguments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expanding;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t-1\sim-\frac{t^2}2$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$\left(1+\frac1x\right)^{-a}=1-\frac ax+O(x^{-2})$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(rationality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$f(x)=\frac{\sin^{-1}(1-\{x\})\cdot\cos^{-1}(1-\{x\})}{\sqrt{2\{x\}}\cdot(1-\{x\})}$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fractional part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Fractional part function and one-sided limits,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Convert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$\{x\}=1+x$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 Convert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$\sin^{-1}\sqrt{2x-x^2}$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R.H.L.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R.H.L.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R.H.L.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R.H.L.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$\lim\frac{\sin^{-1}(1-x)\cos^{-1}(1-x)}{\sqrt{2x}(1-x)}$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$\cos^{-1}(1-x)=\sin^{-1}\sqrt{1-(1-x)^2}=\sin^{-1}\sqrt{2x-x^2}$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R.H.L.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$=\lim\frac{\sin^{-1}(1-x)}{1-x}\cdot\frac{\sin^{-1}\sqrt{2x-x^2}}{\sqrt{2x-x^2}}\cdot\frac{\sqrt{2x-x^2}}{\sqrt{2x}}$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$\sin^{-1}(1-x)\to\frac\pi2$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second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$\frac{\sqrt{2x-x^2}}{\sqrt{2x}}=\sqrt{1-\frac x2}\to1$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R.H.L.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$=\frac\pi2\cdot1\cdot1=\frac\pi2$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L.H.L.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L.H.L.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L.H.L.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$1-\{x\}=-x$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$f=\frac{\sin^{-1}(-x)\cos^{-1}(-x)}{\sqrt{2(1+x)}\,(-x)}$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$f=\frac{\sin^{-1}h}{h}\cdot\frac{\cos^{-1}h}{\sqrt2\sqrt{1-h}}$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$\frac{\sin^{-1}h}{h}\to1$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$\cos^{-1}h\to\frac\pi2$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L.H.L.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$=\frac1{\sqrt2}\cdot\frac\pi2=\frac\pi{2\sqrt2}$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$\frac\pi2,\ \frac{\pi}{2\sqrt2}$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substitution: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(left), so the inverse functions become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substitution: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$1-\{x\}=\cos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(right)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$-x=\sin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(left), so the inverse functions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$\sin^{-1}(\cos t)=\frac\pi2-t$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$\sqrt{2x}=\sqrt{2(1-\cos t)}=2\sin\frac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$f=\frac{\left(\frac\pi2-t\right)t}{2\sin\frac t2\cdot\cos t}=\left(\frac\pi2-t\right)\cdot\frac{t/2}{\sin(t/2)}\cdot\frac1{\cos t}\to\frac\pi2\cdot1\cdot1=\frac\pi2$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$\sin^{-1}(-x)=t$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$\cos^{-1}(\sin t)=\frac\pi2-t$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$f=\frac{t\left(\frac\pi2-t\right)}{\sqrt{2(1-\sin t)}\,\sin t}=\frac{t}{\sin t}\cdot\frac{\frac\pi2-t}{\sqrt{2(1-\sin t)}}\to1\cdot\frac{\pi/2}{\sqrt2}=\frac\pi{2\sqrt2}$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$1+x=1-\sin t\to1$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$\frac\pi2,\ \frac{\pi}{2\sqrt2}$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just left of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rewrite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just left of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always rewrite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$\cos^{-1}u=\sin^{-1}\sqrt{1-u^2}$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$\sin^{-1}(\cos t)=\frac\pi2-t$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$\frac{\sin^{-1}h}{h}\to1$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$\frac{\tan^{-1}h}{h}\to1$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$\lim_{n\to\infty}\left(\frac{\sqrt{n^2+n-1}}{n}\right)^{2\sqrt{n^2+n-1}}$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1-infinity form of limits, Limits of sequences involving surds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𝑒𝑥𝑝𝑜𝑛𝑒𝑛𝑡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$1+\frac{\sqrt{n^2+n-1}-n}{n}$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answer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$e^{\lim(\text{base}-1)\cdot\text{exponent}}$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$\sqrt{n^2+n-1}-n\to\frac12$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$=e^{\lim\left[\frac{\sqrt{n^2+n-1}}{n}-1\right]\cdot2\sqrt{n^2+n-1}}$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$-1=\frac{\sqrt{n^2+n-1}-n}{n}$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$\sqrt{n^2+n-1}-n=\frac{n-1}{\sqrt{n^2+n-1}+n}$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$=\frac{n-1}{n\left(\sqrt{n^2+n-1}+n\right)}\cdot2\sqrt{n^2+n-1}$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$\frac{\left(1-\frac1n\right)\cdot2\sqrt{1+\frac1n-\frac1{n^2}}}{\sqrt{1+\frac1n-\frac1{n^2}}+1}\to\frac{1\cdot2}{1+1}=1$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$e^1=e$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base: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78350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78350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already in standard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base: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$\left(\frac{\sqrt{n^2+n-1}}{n}\right)^{2\sqrt{\cdot}}=\left(1+\frac{n-1}{n^2}\right)^{\sqrt{n^2+n-1}}$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already in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rationalising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$\left(\frac{\sqrt{n^2+n-1}}{n}\right)^2=\frac{n^2+n-1}{n^2}=1+\frac{n-1}{n^2}$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$\left(1+\frac{n-1}{n^2}\right)^{\sqrt{n^2+n-1}}$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$=e^{\lim\frac{n-1}{n^2}\sqrt{n^2+n-1}}$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rationalising needed).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$\frac{n-1}{n^2}\sqrt{n^2+n-1}=\left(1-\frac1n\right)\sqrt{1+\frac1n-\frac1{n^2}}\to1$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a surd minus a polynomial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$\sqrt{n^2+an+b}=n+\frac a2+O\left(\frac1n\right)$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$\sqrt{n^2+n-1}\approx n+\frac12$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$\approx1+\frac1{2n}$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$\lim\left(1+\frac pn\right)^{qn}=e^{pq}$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$\sqrt{A}-B=\frac{A-B^2}{\sqrt 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a surd minus a polynomial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a}\frac1{(a^2-x^2)^2}\left(\frac{a^2+x^2}{ax}-2\sin\left(\frac{a\pi}2\right)\sin\left(\frac{\pi x}{2}\right)\right)$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integer.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L'Hôpital rule and indeterminate forms, Trigonometric values at odd multiples of π/2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needing two differentiations (and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$\frac{1}{(a^2-x^2)^2}=\frac1{(a+x)^2(a-x)^2}$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$(a+x)^2ax\to4a^4$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needing two differentiations (and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$\sin^2\frac{a\pi}2=1$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L'Hôpital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$L=\lim\frac{1}{(a+x)^2\,ax}\cdot\frac{a^2+x^2-2ax\sin\frac{a\pi}2\sin\frac{\pi x}2}{(a-x)^2}$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first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$\to\frac1{4a^4}$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$N(x)=a^2+x^2-2a\sin\frac{a\pi}2\cdot x\sin\frac{\pi 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$N(a)=2a^2-2a^2\sin^2\frac{a\pi}2=0$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$\sin^2\frac{a\pi}{2}=1$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$N'(x)=2x-2a\sin\frac{a\pi}2\left[\sin\frac{\pi x}2+\frac{\pi x}2\cos\frac{\pi x}2\right]$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$N'(a)=2a-2a=0$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L'Hôpital again.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$\lim\frac{N(x)}{(a-x)^2}=\frac{N''(a)}2$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$N''(x)=2-2a\sin\frac{a\pi}2\left[\pi\cos\frac{\pi x}2-\frac{\pi^2x}4\sin\frac{\pi x}2\right]$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$\sin^2\frac{a\pi}2=1$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$N''(a)=2+2a\cdot\frac{\pi^2a}{4}=2+\frac{\pi^2a^2}2$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 N{(a-x)^2}=1+\frac{\pi^2a^2}{4}$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$L=\frac1{4a^4}\left(1+\frac{\pi^2a^2}4\right)=\frac{4+\pi^2a^2}{16a^4}$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$\frac{\pi^2a^2+4}{16a^4}$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bracket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second-order expansion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$x=a+h$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$\sin\frac{\pi x}2=\sin\frac{a\pi}2\cos\frac{\pi h}2$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bracket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$\left(\frac{x}{a}+\frac ax\right)-2\cos\frac{\pi h}2$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second-order expansion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$s=\sin\frac{a\pi}2=\pm1$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$\sin\frac{\pi(a+h)}2=s\cos\frac{\pi h}2$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$2\sin\frac{a\pi}2\sin\frac{\pi x}2=2s^2\cos\frac{\pi h}2=2\cos\frac{\pi h}2$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$\frac{a^2+x^2}{ax}=\frac xa+\frac ax=\left(1+\frac ha\right)+\left(1+\frac ha\right)^{-1}=2+\frac{h^2}{a^2}+O(h^3)$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$2\cos\frac{\pi h}2=2-\frac{\pi^2h^2}4+O(h^4)$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$h^2\left(\frac1{a^2}+\frac{\pi^2}4\right)+O(h^3)$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$(a^2-x^2)^2=h^2(2a+h)^2\approx4a^2h^2$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$=\frac{\frac1{a^2}+\frac{\pi^2}4}{4a^2}=\frac{4+\pi^2a^2}{16a^4}$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$\frac{\pi^2a^2+4}{16a^4}$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Shifting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such limits into expansions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with a double 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0.8669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$\sin\frac{a\pi}2=\pm1$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$\cos\frac{a\pi}2=0$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$\sin\left(\frac{a\pi}2+\theta\right)=\pm\cos\theta$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Shifting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such limits into expansions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$x+\frac1x=2+h^2+O(h^3)$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$t+\frac1t-2=\frac{(t-1)^2}{t}$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 with a double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$\lim\frac{N(x)}{(x-a)^2}=\frac{N''(a)}2$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$N(a)=N'(a)=0$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$\frac{\pi^2+4}{16}\approx0.8669$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solution, alternate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nary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sum of the coefficients of the two middle terms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$L=\lim_{x\to1}\frac{(1-x)(1-x^2)(1-x^3)\cdots(1-x^{2n})}{\left[(1-x)(1-x^2)(1-x^3)\cdots(1-x^n)\right]^2}$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$\prod_{r=1}^{n}\frac{n+r}{r}$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$\frac1{n!}\prod_{r=1}^{n}(4r-2)$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sum of the coefficients of the two middle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products (0/0 form), Binomial coefficients and expansion of (1+x)ⁿ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identify each option 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$(1-x)\cdots(1-x^n)$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$\prod_{r=1}^n\frac{1-x^{n+r}}{1-x^r}\to\prod\frac{n+r}{r}=\binom{2n}{n}$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identify each option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$L=\lim_{x\to1}\frac{(1-x^{n+1})(1-x^{n+2})\cdots(1-x^{2n})}{(1-x)(1-x^2)\cdots(1-x^n)}=\lim\prod_{r=1}^n\frac{1-x^{n+r}}{1-x^r}$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the middle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coefficients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Pascal's rule, which equals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$\frac{1-x^{k}}{1-x^{r}}=\frac{1-x^k}{1-x}\cdot\frac{1-x}{1-x^r}\to\frac kr$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$L=\frac{n+1}1\cdot\frac{n+2}2\cdots\frac{2n}{n}=\prod_{r=1}^n\frac{n+r}{r}$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$\prod_{r=1}^n\frac{n+r}r=\frac{(n+1)(n+2)\cdots(2n)}{n!}=\frac{(2n)!}{n!\,n!}=\binom{2n}{n}$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the middle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Pascal's rule, which equals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all of (A),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$\binom{2n}n=\frac{(2n)!}{n!\,n!}=\frac{[1\cdot3\cdot5\cdots(2n-1)]\,(2\cdot4\cdots2n)}{n!\,n!}=\frac{[1\cdot3\cdots(2n-1)]\,2^n}{n!}$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$4r-2=2(2r-1)$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$\prod_{r=1}^n(4r-2)=2^n\cdot1\cdot3\cdots(2n-1)$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$\frac1{n!}\prod(4r-2)=\binom{2n}{n}$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all of (A), (B),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(A, B, C, D) - all four equal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(A, B, C, D) - all four equal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$\binom{2n}{n}$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Gaussian binomial coefficient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counting lattice paths by area;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the ordinary count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$\prod_{r=1}^n\frac{1-x^{n+r}}{1-x^r}$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Gaussian binomial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$\binom{2n}{n}_x$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counting lattice paths by area;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the ordinary count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-binomial coefficient is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𝑝𝑎𝑡ℎ𝑠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𝑎𝑟𝑒𝑎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non-negative integer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runs over lattice paths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steps, and the area under the path is the exponent.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-binomial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$\binom{2n}{n}_q=\prod_{r=1}^n\frac{1-q^{n+r}}{1-q^r}=\sum_{\text{paths}}q^{\text{area}}$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non-negative integer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runs over lattice paths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right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steps, and the area under the path is the exponent.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polynomial,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number of paths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(D), the central binomial coefficient, and by Pascal's rule the sum of the two middle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(C); (A) and (B) are its product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this polynomial,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number of paths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(D), the central binomial coefficient, and by Pascal's rule the sum of the two middle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$(1+x)^{2n-1}$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(C); (A) and (B) are its product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(A, B, C, D) - all four equal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(A, B, C, D) - all four equal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$\binom{2n}{n}$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the second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Central binomial coefficient identity: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(Pascal), and each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$\prod_{r=1}^n\frac{1-x^{n+r}}{1-x^r}\to\binom{2n}n$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the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$\prod_{r=1}^{k}\frac{1-x^{m+r}}{1-x^r}\to\binom{m+k}{k}$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$\binom{2n}n=\frac{2^n(2n-1)!!}{n!}=\frac1{n!}\prod_{r=1}^n(4r-2)$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$\frac{2\cdot6\cdot10}{6}=20=\binom63$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Central binomial coefficient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$\binom{2n-1}{n-1}+\binom{2n-1}{n}=\binom{2n}{n}$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(Pascal), and each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$\frac12\binom{2n}n$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Evaluate / prove; complete solution, alternate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$x_0=2\cos\frac\pi6$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$x_n=\sqrt{2+x_{n-1}}$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$\lim_{n\to\infty}2^{n+1}\sqrt{2-x_n}$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sequences defined by recurrence, Half-angle formulas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$\sqrt{2+2\cos t}=2\cos\frac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$x_n=2\cos\frac{\pi}{6\cdot2^n}$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$2-2\cos t=4\sin^2\frac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$x_0=2\cos\frac\pi6$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$x_1=\sqrt{2+2\cos\frac\pi6}=2\cos\left(\frac12\cdot\frac\pi6\right)$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$x_2=\sqrt{2+2\cos\left(\frac\pi6\cdot\frac12\right)}=2\cos\left(\frac\pi6\cdot\frac1{2^2}\right)$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$x_n=2\cos\left(\frac\pi6\cdot\frac1{2^n}\right)=2\cos\frac{\theta}{2^n}$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$2-x_n=2-2\cos\frac\theta{2^n}=4\sin^2\frac{\theta}{2^{n+1}}$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$\sqrt{2-x_n}=2\sin\frac\theta{2^{n+1}}$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$\lim2^{n+1}\cdot2\sin\frac{\theta}{2^{n+1}}=\lim2\theta\cdot\frac{\sin\frac\theta{2^{n+1}}}{\frac\theta{2^{n+1}}}=2\theta$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exact recurrence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(difference of squares): the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limit is a Viete-type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exact recurrence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$2-x_n=\frac{2-x_{n-1}}{2+x_n}$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(difference of squares): the sequence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$c_n=2^{n+1}\sqrt{2-x_n}$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$\frac{c_n}{c_{n-1}}=\frac2{x_{n+1}}$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limit is a Viete-type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$2-x_n=\frac{4-x_n^2}{2+x_n}=\frac{4-(2+x_{n-1})}{2+x_n}=\frac{2-x_{n-1}}{2+x_n}$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$x_n^2=2+x_{n-1}$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$c_n=2^{n+1}\sqrt{2-x_n}$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$\frac{c_n}{c_{n-1}}=2\sqrt{\frac{2-x_n}{2-x_{n-1}}}=\frac{2}{\sqrt{2+x_n}}=\frac2{x_{n+1}}=\frac1{\cos(\theta/2^{n+1})}$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$c_n=c_0\prod_{k=2}^{n+1}\frac1{\cos(\theta/2^k)}$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$c_0=2\sqrt{2-2\cos\theta}=4\sin\frac\theta2$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Viete,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$\prod_{k=2}^{\infty}\cos\frac{\theta}{2^k}=\frac{\sin(\theta/2)}{\theta/2}$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$\prod_{k\ge1}\cos\frac{(\theta/2)}{2^k}$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c_n=4\sin\frac\theta2\cdot\frac{\theta/2}{\sin(\theta/2)}=2\theta=\frac\pi3$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nested radical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Archimedes-type limit: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angle: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classical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regular polygons.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an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recovers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$\sqrt{2+2\cos t}=2\cos\frac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$\sqrt{2-2\cos t}=2\sin\frac 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nested radical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$\sqrt{2+\sqrt{2+\cdots}}$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$2\cos\frac{\pi}{2^{n+1}}$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Archimedes-type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$2^{n}\sqrt{2-x_n}\to$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$2^{n+1}\sqrt{2-x_n}\to\pi$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classical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regular polygons.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$2^n\sin\frac t{2^n}\to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halving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and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recovers the 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$\lim_{x\to0}\left[\frac{\ln(1+x)^{1+x}}{x^2}-\frac1x\right]$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Maclaurin expansion of ln(1+x) and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$\frac{(1+x)\ln(1+x)-x}{x^2}$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$\ln(1+x)=x-\frac{x^2}2+\cdots$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$\ln(1+x)^{1+x}=(1+x)\ln(1+x)$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$\lim\frac{(1+x)\ln(1+x)-x}{x^2}$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$\ln(1+x)=x-\frac{x^2}{2}+\frac{x^3}3-\cdots$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$(1+x)\ln(1+x)=(1+x)\left(x-\frac{x^2}2+\frac{x^3}3-\cdots\right)=x+\frac{x^2}2-\frac{x^3}{6}+\cdots$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$=\frac{x^2}2-\frac{x^3}6+\cdots$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an integral: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an integral: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$(1+x)\ln(1+x)-x=\int_0^x\ln(1+t)\,dt$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$\ln(1+t)\approx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(Or L'Hôpital twice: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Hence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$N(x)=(1+x)\ln(1+x)-x$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$N'(x)=\ln(1+x)+1-1=\ln(1+x)$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$N(x)=\int_0^x\ln(1+t)\,dt$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$\frac{\ln(1+t)}{t}\to1$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$\int_0^x\ln(1+t)\,dt\approx\int_0^xt\,dt=\frac{x^2}2$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(Or L'Hôpital twice: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$\frac{N'(x)}{2x}=\frac{\ln(1+x)}{2x}\to\frac12$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antiderivative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0.104841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0.000167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0.000008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0.104842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$\frac{d}{dx}\left[(1+x)\ln(1+x)-x\right]=\ln(1+x)$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antiderivative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$(1+x)\ln(1+x)-x$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$(1+x)\ln(1+x)=x+\frac{x^2}2-\frac{x^3}6+\frac{x^4}{12}-\cdots$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$1.1\ln1.1=0.104841$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$0.1+0.005-0.000167+0.000008=0.104842$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$\lim\frac{N(x)}{x^2}=\frac{N''(0)}2$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$L=\prod_{n=3}^{\infty}\left(1-\frac4{n^2}\right)$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$M=\prod_{n=2}^{\infty}\left(\frac{n^3-1}{n^3+1}\right)$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$N=\prod_{n=1}^{\infty}\frac{(1+n^{-1})^2}{1+2n^{-1}}$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$L^{-1}+M^{-1}+N^{-1}$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products and telescoping, Factorisation of n³ ± 1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each term so the product telescopes: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each term so the product telescopes: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$1-\frac4{n^2}=\frac{(n-2)(n+2)}{n^2}$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$\frac{n^3-1}{n^3+1}=\frac{(n-1)(n^2+n+1)}{(n+1)(n^2-n+1)}$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$\frac{(n+1)^2}{n(n+2)}$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$L=\lim_{k\to\infty}\prod_{n=3}^k\frac{n-2}n\cdot\frac{n+2}{n}=\lim\left(\frac13\cdot\frac24\cdot\frac35\cdots\frac{k-2}{k}\right)\left(\frac53\cdot\frac64\cdot\frac75\cdots\frac{k+2}k\right)$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$\frac{1\cdot2}{(k-1)k}$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$\frac{(k+1)(k+2)}{3\cdot4}$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$L=\lim\frac{2(k+1)(k+2)}{12\,k(k-1)}=\frac16$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$M=\lim_{k}\prod_{n=2}^k\frac{n-1}{n+1}\cdot\frac{n^2+n+1}{n^2-n+1}$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$n^3-1=(n-1)(n^2+n+1)$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$n^3+1=(n+1)(n^2-n+1)$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(telescopes,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$\prod_{n=2}^k\frac{n-1}{n+1}=\frac{1\cdot2}{k(k+1)}$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$\prod_{n=2}^k\frac{n^2+n+1}{n^2-n+1}=\frac73\cdot\frac{13}{7}\cdot\frac{21}{13}\cdots=\frac{k^2+k+1}{3}$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(telescopes,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$(n+1)^2-(n+1)+1=n^2+n+1$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$M=\lim\frac{2}{k(k+1)}\cdot\frac{k^2+k+1}{3}=\frac23$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$N=\lim_k\prod_{n=1}^k\frac{(n+1)^2}{n(n+2)}=\lim\left(\frac{2\cdot2}{1\cdot3}\right)\left(\frac{3\cdot3}{2\cdot4}\right)\cdots\left(\frac{(k+1)(k+1)}{k(k+2)}\right)=\lim\frac{2(k+1)}{k+2}=2$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$L^{-1}+M^{-1}+N^{-1}=6+\frac32+\frac12=8$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sine product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simple telescoping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sine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$\prod_{n\ge1}\left(1-\frac{z^2}{n^2}\right)=\frac{\sin\pi z}{\pi 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line;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two simple telescoping products.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$\prod_{n\ge1}\left(1-\frac{z^2}{n^2}\right)=(1-z^2)\left(1-\frac{z^2}4\right)\prod_{n\ge3}\left(1-\frac{z^2}{n^2}\right)=\frac{\sin\pi z}{\pi 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$\prod_{n\ge3}\left(1-\frac{z^2}{n^2}\right)=\frac{\sin\pi z}{\pi z(1-z^2)(1-z^2/4)}$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z\approx\pi(z-2)$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$1-\frac{z^2}4\approx-(z-2)$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$1-z^2\to-3$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 z\to2\pi$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$L=\frac{\pi(z-2)}{2\pi\cdot(-3)\cdot(-(z-2))}=\frac16$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$\frac{(n+1)^2}{n(n+2)}=\frac{n+1}{n}\cdot\frac{n+1}{n+2}$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$\prod_{n=1}^k\frac{n+1}{n}=k+1$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$\prod_{n=1}^k\frac{n+1}{n+2}=\frac2{k+2}$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$N=\lim\frac{2(k+1)}{k+2}=2$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$g(n)=n^2-n+1$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$n^2+n+1=g(n+1)$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$M=\prod\frac{n-1}{n+1}\cdot\frac{g(n+1)}{g(n)}=\frac{2}{k(k+1)}\cdot\frac{g(k+1)}{g(2)}\to\frac23$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$6+\frac32+\frac12=8$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needs a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factorise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look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$\prod_{n=2}^k\frac{n-1}{n+1}=\frac{2}{k(k+1)}$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$\prod_{n=2}^{k}\frac{n^3-1}{n^3+1}\to\frac23$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(classical).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$\prod_{n\ge2}\left(1-\frac{1}{n^2}\right)=\frac12$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$\prod_{n\ge3}\left(1-\frac4{n^2}\right)=\frac16$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$\prod_{n\ge m+1}\left(1-\frac{m^2}{n^2}\right)=\frac{1}{\binom{2m}{m}}$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needs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$\frac{f(n+1)}{f(n)}$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$a^3\pm 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$n^2+n+1=(n+1)^2-(n+1)+1$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$f(x)=\lim_{n\to\infty}\sum_{k=1}^{n}3^{k-1}\sin^3\frac{x}{3^k}$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$g(x)=x-4f(x)$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$\lim_{x\to0}\left(1+g(x)\right)^{\cot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series using the sin³θ identity, 1-infinity form of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sum telescope,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$4\sin^3t=3\sin t-\sin3t$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sum telescope,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$f(x)=\frac{x-\sin x}{4}$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$\sin^3t=\frac{3\sin t-\sin3t}{4}$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$3^{k-1}\sin^3\frac x{3^k}=\frac{3^k\sin\frac{x}{3^k}-3^{k-1}\sin\frac x{3^{k-1}}}{4}$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(telescoping):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$\sum=\frac14\left[3^n\sin\frac x{3^n}-\sin 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$3^n\sin\frac{x}{3^n}=x\cdot\frac{\sin(x/3^n)}{x/3^n}\to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$f(x)=\frac14(x-\sin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$g(x)=x-4f(x)=x-(x-\sin x)=\sin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$\lim_{x\to0}(1+\sin x)^{\cot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$e^{\lim\sin x\cot x}=e^{\lim\cos x}=e^1$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closed form: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the closed form: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t|\le|t|$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$f(x)=O(x^3)$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$g(x)=x+O(x^3)$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$g(x)\cot x\to1$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the geometric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$0\le3^{k-1}\sin^3\frac x{3^k}\le3^{k-1}\frac{x^3}{27^k}=\frac{x^3}{27}\cdot\frac1{9^{k-1}}$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the geometric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f(x)\le\frac{x^3}{27}\cdot\frac98=\frac{x^3}{24}$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$g(x)=x-4f(x)=x+O(x^3)$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(Same answer as with the exact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$\frac{g(x)}{\tan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$\lim(1+g)^{\cot x}=e^{\lim g(x)\cot x}=e^1=e$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(Same answer as with the exact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five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0.03963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0.03963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$\sin3t=3\sin t-4\sin^3t$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$\sin^3t=\frac{3\sin t-\sin3t}{4}$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$\cos^3t=\frac{3\cos t+\cos3t}{4}$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$\sum_{k=1}^{\infty}3^{k-1}\sin^3\frac{x}{3^k}=\frac{x-\sin x}{4}$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five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$0.03963$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$\frac{1-\sin1}4=0.03963$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$\lim_{x\to0}(1+\sin x)^{\cot x}=\lim(1+\tan x)^{\cot x}=e$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$(1+u)^{1/u}\to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compute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$f(n,\theta)=\prod_{r=1}^{n}\left(1-\tan^2\frac\theta{2^r}\right)$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$\lim_{n\to\infty}f(n,\theta)$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Products of tangent terms and limits, Double-angle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product telescopes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$1-\tan^2x=\frac{\cos2x}{\cos^2x}$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product telescopes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$\frac{\cos\theta}{\prod\cos\frac\theta{2^r}\cdot\cos\frac\theta{2^n}}$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$\prod\cos$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 u}u\to1$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numerator cancels one factor of the previous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$1-\tan^2x=\left(1+\tan^2x\right)\cos2x=\frac{\cos2x}{\cos^2x}$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,\theta)=\prod_{r=1}^n\frac{\cos\frac{\theta}{2^{r-1}}}{\cos^2\frac\theta{2^r}}=\left[\frac{\cos\theta}{\cos\frac\theta2\cdot\cos\frac\theta2}\right]\left[\frac{\cos\frac\theta2}{\cos\frac\theta{2^2}\cos\frac\theta{2^2}}\right]\cdots\left[\frac{\cos\frac\theta{2^{n-1}}}{\cos\frac\theta{2^n}\cos\frac\theta{2^n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numerator cancels one factor of the previous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$f(n,\theta)=\frac{\cos\theta}{\cos\frac\theta2\cos\frac\theta{2^2}\cdots\cos\frac\theta{2^n}\cdot\cos\frac\theta{2^n}}$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last two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$\prod_{r=1}^n\cos\frac\theta{2^r}=\frac{\sin\theta}{2^n\sin\frac\theta{2^n}}$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$f(n,\theta)=\frac{\cos\theta}{\sin\theta}\cdot\frac{2^n\sin\frac\theta{2^n}}{\cos\frac\theta{2^n}}=\frac{\cos\theta}{\sin\theta}\cdot\theta\cdot\frac{\sin(\theta/2^n)}{\theta/2^n}\cdot\frac1{\cos(\theta/2^n)}$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last two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f(n,\theta)=\theta\cot\theta=\frac{\theta}{\tan\theta}$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$\frac{\theta}{\tan\theta}$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telescopes exactly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$\tan2t=\frac{2\tan t}{1-\tan^2t}$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$1-\tan^2t=\frac{2\tan t}{\tan2t}$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product telescopes exactly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$\frac{2^n\tan(\theta/2^n)}{\tan\theta}$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intermediate tangent cancels).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$\tan2t=\frac{2\tan t}{1-\tan^2t}$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$1-\tan^2\frac\theta{2^r}=\frac{2\tan\frac\theta{2^r}}{\tan\frac\theta{2^{r-1}}}$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$f(n,\theta)=\prod_{r=1}^n\frac{2\tan\frac\theta{2^r}}{\tan\frac\theta{2^{r-1}}}=2^n\cdot\frac{\tan\frac\theta{2^n}}{\tan\theta}$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intermediate tangent cancels).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exact form also confirms the corrected formula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$=\frac{\theta}{\tan\theta}\cdot\frac{\tan(\theta/2^n)}{\theta/2^n}\to\frac{\theta}{\tan\theta}$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exact form also confirms the corrected formula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$\frac{\theta}{\tan\theta}$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identity: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of such products: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$\prod_{r=1}^n\left(1-\tan^2\frac\theta{2^r}\right)=\frac{2^n\tan(\theta/2^n)}{\tan\theta}$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$1-\tan^2\frac\theta2=\frac{2\tan(\theta/2)}{\tan\theta}$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$1-\tan^2x=\frac{\cos2x}{\cos^2x}$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1+\tan^2x=\sec^2x$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\frac{2\tan x}{1-\tan^2x}=\tan2x$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of such products: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$\lim\prod_{r=1}^n\left(1-\tan^2\frac\theta{2^r}\right)=\theta\cot\theta$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$\lim\prod\cos\frac\theta{2^r}=\frac{\sin\theta}\theta$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$\lim_{x\to0^+}\ln(x\ln a)\cdot\ln\left(\frac{\ln ax}{\ln\frac xa}\right)=6$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Logarithmic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$t=\ln x\to-\infty$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$A=\ln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$\ln\frac{t+A}{t-A}=\ln\left(1+\frac At\right)-\ln\left(1-\frac At\right)\approx\frac{2A}t$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$t+\ln A\sim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$b=\ln(\ln a)=\ln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$\ln(x\ln a)=\ln x+\ln\ln a=t+\ln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ax=A+t$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 xa=t-A$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$\lim_{t\to-\infty}(t+\ln A)\ln\frac{A+t}{t-A}=6$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$\ln\frac{A+t}{t-A}=\ln\left(1+\frac At\right)-\ln\left(1-\frac At\right)$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$\lim\frac{t+\ln A}{t}\cdot A\cdot\frac{\ln\left(1+\frac At\right)-\ln\left(1-\frac At\right)}{A/t}=6$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$\frac{t+\ln A}{t}\to1$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$\frac{\ln(1+u)-\ln(1-u)}{u}\to1-(-1)=2$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At\to0$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$A\cdot1\cdot2=6$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$\ln|t+A|-\ln|t-A|=\frac{2A}{\xi}$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$\xi$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$\frac\xi t\to1$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$A=\ln 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$\ln\frac{t+A}{t-A}=\ln|t+A|-\ln|t-A|$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$\xi\in(t-A,t+A)$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$\ln|t+A|-\ln|t-A|=\frac{(t+A)-(t-A)}{\xi}=\frac{2A}{\xi}$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$\xi=t+O(1)$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$\frac{t+\ln A}{\xi}\to1$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$(t+\ln A)\cdot\frac{2A}{\xi}\to2A$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$a=e^3$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natural variable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 is irrelevant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$\ln\frac{1+u}{1-u}=2\left(u+\frac{u^3}3+\cdots\right)\approx2u$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$2\tanh^{-1}u$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natural variable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$t=\ln 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$\ln(x^p c)=p\,t+\ln c\sim pt$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$\lim_{t\to\pm\infty}(t+c)\ln\frac{t+A}{t-A}=2A$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constant is irrelevant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$\approx6.0$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$\lim_{x\to\infty}\left(\frac xe-x\left(\frac x{x+1}\right)^x\right)$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the form ∞ − ∞ with (1 + 1/x)ˣ, Expansion of exponential and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$(1+y)^{-1/y}=e^{-\frac1y\ln(1+y)}=e^{-1+\frac y2-\cdots}$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cancel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$-\frac{1}{2e}$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remains.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$\frac1{ey}-\frac1y\left(\frac1{1+y}\right)^{1/y}=\frac1{ey}-\frac1y(1+y)^{-1/y}$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$(1+y)^{-1/y}=e^{-\frac1y\ln(1+y)}$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$a^b=e^{b\ln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$-\frac1y\ln(1+y)=-\frac1y\left(y-\frac{y^2}2+\frac{y^3}3-\cdots\right)=-1+\frac y2-\frac{y^2}3+\cdots$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(neglect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higher powers inside the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$(1+y)^{-1/y}=e^{-1}\cdot e^{\frac y2-\frac{y^2}3+\cdots}=e^{-1}\left(1+\frac y2+O(y^2)\right)$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higher powers inside the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$=\frac1{ey}-\frac1{ey}\left(1+\frac y2+O(y^2)\right)=-\frac1{2e}+O(y)$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$-\frac1{2e}$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limit as a derivative: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limit as a derivative: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$F(y)=(1+y)^{-1/y}$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$F(0)=e^{-1}$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expression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$\frac{F(0)-F(y)}{y}\to-F'(0)$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$\frac1{ey}-\frac1y(1+y)^{-1/y}=\frac{F(0)-F(y)}{y}$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$F(y)=(1+y)^{-1/y}$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$F=e^{-\phi(y)}$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$\phi(y)=\frac{\ln(1+y)}y=1-\frac y2+\frac{y^2}3-\cdots$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$\phi'(0)=-\frac12$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$F'(0)=-\phi'(0)F(0)=\frac12\cdot\frac1e=\frac1{2e}$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$-F'(0)=-\frac{1}{2e}$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$-\frac1{2e}$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result for the rate at which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 with exponentials: write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 to one order beyond the cancelling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$\left(1+\frac1x\right)^x=e\left(1-\frac1{2x}+\frac{11}{24x^2}-\cdots\right)$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$\left(\frac{x}{x+1}\right)^x=\frac1e\left(1+\frac{1}{2x}+\cdots\right)$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$\lim_{x\to\infty}x\left[\left(1+\frac1x\right)^x-e\right]=-\frac 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result for the rate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 with exponentials: 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$e^{\ln(\cdot)}$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expand to one order beyond the cancelling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a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drawn and on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produced meets the diameter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the limiting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double the diameter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Through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circle, a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drawn and on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taken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$AT=AP$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produced meets the diameter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the limiting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double the diameter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applied to geometry (circle, tangent, chord), Trigonometric ratios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isosceles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base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isosceles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$ATP$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base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$90^\circ-\frac\theta2$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in the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$ATQ$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$AQ=AT\cot\frac\theta2=4r\cos^2\frac\theta2$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angle between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apex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$\ell=AP=AT$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ACM=\theta$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$\ell=AP=2r\sin\theta$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the angle between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$AT=AP$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with apex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ATP=90^\circ-\frac\theta2$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$\tan\left(90^\circ-\frac\theta2\right)=\frac{AQ}{AT}$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$AQ=\ell\cot\frac\theta2=2r\sin\theta\cot\frac\theta2$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$\sin\theta\cot\frac\theta2=2\sin\frac\theta2\cos\frac\theta2\cdot\frac{\cos(\theta/2)}{\sin(\theta/2)}=2\cos^2\frac\theta2$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$AQ=4r\cos^2\frac\theta2$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$\cos^2\frac\theta2\to1$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$AQ\to4r=2(2r)=2\times$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(diameter)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$\lim AQ=4r=2\times$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(diameter)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origin, tangent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origin, tangent along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circle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$x^2+y^2=2ry$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$\ell=AP=AT$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$P=(\ell\cos\theta,\ell\sin\theta)$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circle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$\ell=2r\sin\theta$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$T=(\ell,0)$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$=\frac{\ell\sin\theta}{\ell\cos\theta-\ell}=\frac{\sin\theta}{\cos\theta-1}=-\cot\frac\theta2$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diameter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$y=-\cot\frac\theta2\,(x-\ell)$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diameter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$y=\ell\cot\frac\theta2$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$AQ=2r\sin\theta\cot\frac\theta2=4r\cos^2\frac\theta2$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$AQ\to4r=2\times$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(diameter)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$\lim AQ=4r=2\times$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(diameter)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Tangent-chord angle equals the inscribed angle on the chord;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tangent-chord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Limiting positions in geometry: first find an exact trigonometric expression in the varying angle, then let the angle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Tangent-chord angle equals the inscribed angle on the chord;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$AP=2r\sin\theta$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tangent-chord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$\sin\theta\cot\frac\theta2=2\cos^2\frac\theta2=1+\cos\theta$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$AQ=2r(1+\cos\theta)$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Limiting positions in geometry: first find an exact trigonometric expression in the varying angle, then let the angle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fixed segment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are drawn meeting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with the given segment.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length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zero, i.e.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fixed segment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lines are drawn meeting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making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with the given segment.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zero,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$\lim_{\theta\to0}x$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applied to geometry (triangle), Area of a triangle and trigonometric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two expressions for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express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Equate two expressions for the area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(or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$x\tan\theta=(L-x)\tan2\theta$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to 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$C=180^\circ-3\theta$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$AC=x\sec\theta$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$BC=h\csc2\theta$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$\frac{hL}{2}=\frac12\,AC\cdot BC\sin3\theta$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$hL=x\sec\theta\cdot h\csc2\theta\cdot\sin3\theta$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$x=\frac{L\cos\theta\,\sin2\theta}{\sin3\theta}$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$\lim_{\theta\to0}x=L\lim\cos\theta\cdot\frac{3\theta}{\sin3\theta}\cdot\frac{\sin2\theta}{2\theta}\cdot\frac23=\frac{2L}3$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$\frac{2L}{3}$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right triangles on the common altitude: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two right triangles on the common altitude: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$h=x\tan\theta=(L-x)\tan2\theta$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$x=\frac{L\tan2\theta}{\tan\theta+\tan2\theta}$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$h=x\tan\theta$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$DB=L-x$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$h=(L-x)\tan2\theta$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$x\tan\theta=(L-x)\tan2\theta$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$x=\frac{L\tan2\theta}{\tan\theta+\tan2\theta}$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(Valid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terms: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$\tan\theta\sim\theta$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$\tan2\theta\sim2\theta$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L\cdot\frac{2\theta}{\theta+2\theta}=\frac{2L}3$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(Valid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$2\theta&lt;90^\circ$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$\frac{2L}{3}$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angles,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ratios of such quantities become ratios of the angles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base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of the altitude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angles,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$\tan\theta\approx\sin\theta\approx\theta$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ratios of such quantities become ratios of the angles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$\frac{x}{L-x}=\frac{\tan2\theta}{\tan\theta}\to2$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$x=\frac{2L}3$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base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foot of the altitude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$\cot\alpha:\cot\beta$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$x=\frac{L\cot\alpha}{\cot\alpha+\cot\beta}$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$=\frac12ab\sin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$C=180^\circ-3\theta$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$\sin(180^\circ-3\theta)=\sin3\theta$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end-points and the midpoint of a circular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lines are drawn, and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joined with a chord. Prove that the ratio of the areas of the two triangles thus formed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indefinitely.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end-points and the midpoint of a circular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tangent lines are drawn, and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joined with a chord. Prove that the ratio of the areas of the two triangles thus formed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indefinitely.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applied to geometry (tangents to a circle),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apex angle and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of areas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the same apex angle and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$PA=\ell$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of areas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$\left(\frac\ell m\right)^2$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m\ell=\frac1{2\cos^2(\theta/2)}$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$r=\ell\cot\theta=(\ell-m)\cot\frac\theta2$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 of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at the midpoint of the arc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radius,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AOP=\angle POB=\theta$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meet of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tangent at the midpoint of the arc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$PA=PB=\ell$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$RB=\ell-m$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PAB=\frac{\ell^2}2\sin2\theta$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PQR=\frac{m^2}2\sin2\theta$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$APB=180^\circ-2\theta$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PAB}{\triangle PQR}=\left(\frac\ell m\right)^2$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(2),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r\ell=\tan\left(\frac\pi2-\theta\right)=\cot\theta$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$r=\ell\cot\theta$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ROB$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$ROB=\frac\theta2$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$\frac{r}{\ell-m}=\cot\frac\theta2$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$r=(\ell-m)\cot\frac\theta2$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(2),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$\ell\cot\theta=(\ell-m)\cot\frac\theta2$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$\frac{\cot\theta}{\cot(\theta/2)}=1-\frac m\ell$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m\ell=\frac{\cot\frac\theta2-\cot\theta}{\cot\frac\theta2}$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(4):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shrinks,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$\cot\frac\theta2-\cot\theta=\frac1{\sin\theta}$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m\ell=\frac{1}{\sin\theta\cot\frac\theta2}=\frac1{2\cos^2\frac\theta2}$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(4).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$\frac{\triangle PAB}{\triangle PQR}=4\cos^4\frac\theta2$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shrinks,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Ratio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triangles are similar and the area ratio is the square of the ratio of their heights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$AB\parallel 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$\perp OP$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triangles are similar and the area ratio is the square of the ratio of their heights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$(PD/PC)^2$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midpoint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areas are in the ratio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$OP\perp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arc midpoint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$AB\parallel 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PAB\sim\triangle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areas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$\left(\frac{PD}{PC}\right)^2$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AOP=\theta$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$OP=\frac r{\cos\theta}$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$OD=r\cos\theta$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of areas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$PD=\frac{r}{\cos\theta}-r\cos\theta=\frac{r\sin^2\theta}{\cos\theta}$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$PC=\frac r{\cos\theta}-r=\frac{r(1-\cos\theta)}{\cos\theta}$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$\frac{PD}{PC}=\frac{\sin^2\theta}{1-\cos\theta}=1+\cos\theta$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of areas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$4\cos^4\frac\theta2$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Ratio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ratio of similar triangles is the square of the ratio of corresponding lengths (heights,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at the ends of an arc subtending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tangent length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3.9998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tangent triangle at the arc midpoint is twice as high as the chord triangle in the limit, so the areas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standard small-arc result).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ratio of similar triangles is the square of the ratio of corresponding lengths (heights, sides).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tangents at the ends of an arc subtending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centre; the tangent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$(1+\cos\theta)^2\to4$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$\theta=0.01$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$3.9998$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tangent triangle at the arc midpoint is twice as high as the chord triangle in the limit, so the areas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standard small-arc result).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find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$L=\lim_{x\to0}\left(\frac1{\ln(1+x)}-\frac1{\ln\left(x+\sqrt{1+x^2}\right)}\right)$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$\frac{L+153}{L}$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Series expansion of logarithmic functions for limits, Limits of the form ∞ − ∞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fractions and compare orders: the numerator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fractions and compare orders: the numerator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$\frac{x^2}2+\cdots$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$s=\ln\left(x+\sqrt{1+x^2}\right)$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$L=\lim\frac{s-\ln(1+x)}{s\cdot\frac{\ln(1+x)}{x}\cdot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$s=\ln\sqrt{1+x^2}+\ln\left(1+\frac x{\sqrt{1+x^2}}\right)$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$\ln\sqrt{1+x^2}+\ln\left(1+\frac{x}{\sqrt{1+x^2}}\right)-\ln(1+x)$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$\ln\sqrt{1+x^2}=\frac12\left(x^2-\frac{x^4}2+\cdots\right)=\frac{x^2}2+O(x^4)$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$\ln\left(1+\frac x{\sqrt{1+x^2}}\right)=\frac{x}{\sqrt{1+x^2}}-\frac{x^2}{2(1+x^2)}+\cdots=x-\frac{x^2}2+O(x^3)$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$=\frac{x^2}2+\left(x-\frac{x^2}{2}\right)-\left(x-\frac{x^2}2\right)+O(x^3)=\frac{x^2}2+O(x^3)$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$s\approx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$\frac{\ln(1+x)}x\to1$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$=x\cdot1\cdot x+O(x^3)=x^2+O(x^3)$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$L=\frac{x^2/2}{x^2}=\frac12$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$\frac{L+153}{L}=1+\frac{153}{L}=1+306=307$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Laurent-type expansion of each reciprocal: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poles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Laurent-type expansion of each reciprocal: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$\frac1{\ln(1+x)}=\frac1x+\frac12-\frac x{12}+\cdots$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$\frac1{\sinh^{-1}x}=\frac1x+\frac x6+\cdots$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$\ln(x+\sqrt{1+x^2})=\sinh^{-1}x$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poles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$\ln(1+x)=x\left(1-\frac x2+\frac{x^2}3-\cdots\right)$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$\frac1{\ln(1+x)}=\frac1x\left(1+\frac x2-\frac{x^2}3+\frac{x^2}4+\cdots\right)=\frac1x+\frac12-\frac{x}{12}+\cdots$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$\ln\left(x+\sqrt{1+x^2}\right)=\sinh^{-1}x=x-\frac{x^3}6+\cdots$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$\frac{1}{\sinh^{-1}x}=\frac1x\left(1+\frac{x^2}{6}+\cdots\right)=\frac1x+\frac x6+\cdots$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$\frac12-\frac{x}{12}-\frac x6+\cdots\to\frac12$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$\frac{L+153}L=307$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(generating function of Gregory coefficients);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 each reciprocal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differ the limit is their difference.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$\ln\left(x+\sqrt{1+x^2}\right)=\sinh^{-1}x=x-\frac{x^3}{6}+\frac{3x^5}{40}-\cdots$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$\frac{1}{\ln(1+x)}=\frac1x+\frac12-\frac x{12}+\cdots$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(generating function of Gregory coefficients);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$\frac1{\ln(1+x)}-\frac1x\to\frac12$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$\frac1{f}-\frac1g$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$f\sim g\sim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expand each reciprocal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differ the limit is their difference.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$f(x)=\lim_{n\to\infty}\frac{2x^{2n}\sin\frac1x+x}{1+x^{2n}}$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$\lim_{x\to\infty}x\,f(x)$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xⁿ as n → ∞ (piecewise function from a limit), One-sided and infinite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size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piecewise formula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by size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$\to\infty$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gives a piecewise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$f(1)=\frac{2\sin1+1}{2}$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$f(-1)=\frac{-2\sin1-1}{2}$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$\frac{2\sin1+1}2$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$\frac{-2\sin1-1}2$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$\lim_{x\to\infty}x\,f(x)=\lim 2x\sin\frac1x=2\cdot\lim\frac{\sin(1/x)}{1/x}=2$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Left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limit: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Left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$\lim_{x\to1^+}2\sin\frac1x=2\sin1\approx1.683\ne1$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$\lim_{x\to-\infty}f(x)=\lim2\sin\frac1x=2\sin0=0$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does not exist,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does not exist,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Weighted-average view: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according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Weighted-average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$f(x)=(1-w)\,x+w\cdot2\sin\frac1x$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$w=\frac{x^{2n}}{1+x^{2n}}\to0,\frac12,1$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according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$|x|&lt;1,=1,&gt;1$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weighted average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$f(x)=\frac{x+x^{2n}\cdot2\sin\frac1x}{1+x^{2n}}=\frac{1}{1+x^{2n}}\,x+\frac{x^{2n}}{1+x^{2n}}\,2\sin\frac1x$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weighted average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$w=\frac{x^{2n}}{1+x^{2n}}$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$\frac{x+2\sin(1/x)}{2}$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the two one-sided pieces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$x\cdot2\sin\frac1x\to2$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the two one-sided pieces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$2\sin\frac1x\to2\sin1$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does not exist,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does not exist,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check the boundary points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exists only if both one-sided limits agree: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$\lim_{n\to\infty}\frac{a\,x^{2n}+b}{x^{2n}+1}$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check the boundary points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$\lim_{x\to\infty}x\sin\frac1x=1$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$\lim_{x\to\infty}x\sin\frac cx=c$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exists only if both one-sided limits agree: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$\lim_{x\to0}\frac{f(x)}{\sin^2x}=8$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$\lim_{x\to0}\frac{g(x)}{2\cos x-xe^x+x^3+x-2}=\lambda$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$\lim_{x\to0}\left(1+2f(x)\right)^{\frac1{g(x)}}=\frac1e$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1-infinity form and relation between infinitesimals, Series expansion of cos x and eˣ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 turns the third limit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$f\sim8x^2$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$D=2\cos x-xe^x+x^3+x-2\sim-2x^2$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rule turns the third limit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$\lim\frac{2f}{g}=-1$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the quotient blows up),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finite limit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$\lim\frac{f}{\sin^2x}=8$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(otherwise the quotient blows up),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$\lim\frac{f}{x^2}=8$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$\lim\frac{g}{D}=\lambda$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$D=2\cos x-xe^x+x^3+x-2\to0$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finite limit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$(1+2f)^{1/g}$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$e^{\lim\frac{2f}{g}}=e^{-1}$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$\lim\frac{2f}g=-1$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$\frac{2f}{g}=2\cdot\frac f{x^2}\cdot\frac{x^2}{D}\cdot\frac Dg$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$2\cdot8\cdot\lim\frac{x^2}{D}\cdot\frac1\lambda=-1$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$D=-2(1-\cos x)-x(e^x-1)+x^3$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D{x^2}=-2\cdot\frac{1-\cos x}{x^2}-\frac{e^x-1}{x}+x\to-2\cdot\frac12-1+0=-2$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$\lim\frac{x^2}{D}=-\frac12$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$16\cdot\left(-\frac12\right)\cdot\frac1\lambda=-1$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Infinitesimal equivalents with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Infinitesimal equivalents with derivatives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$D\sim\frac{D''(0)}{2}x^2=-2x^2$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$g\sim\lambda D\sim-2\lambda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$\frac{2f}g\to\frac{16x^2}{-2\lambda 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$D'(x)=-2\sin x-e^x-xe^x+3x^2+1$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$D''(x)=-2\cos x-2e^x-xe^x+6x$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$D''(0)=-4$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$D\sim-2x^2$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$g\sim\lambda D\sim-2\lambda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$f\sim8x^2$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$\frac{f}{g}\to\frac{8}{-2\lambda}=-\frac4\lambda$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$\lim(1+2f)^{1/g}=e^{\lim2f/g}=e^{-8/\lambda}=e^{-1}$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'infinitesimal ratio' form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quick way to find the order and coefficient of a vanishing expression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non-zero ratio of two quantities forces both to vanish together: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$(1+u)^{1/v}\to e^{\lim u/v}$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'infinitesimal ratio' form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$N(x)\sim\frac{N''(0)}2x^2$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quick way to find the order and coefficient of a vanishing expression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$D\sim-2x^2$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non-zero ratio of two quantities forces both to vanish together: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fx{}^2\to8$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gD\to\lambda$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 – Q31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for paragraph questions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Paragraphs for Q23-25, Q26-28 and Q29-31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$h(x)=x^2+2x+(\lambda+1)$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$u(x)=\frac1x+\cos\frac1{x^2}$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$f(x)=\lim_{n\to\infty}\frac{x^{2n+1}g(x)+h(x)}{x^{2n}+3x\,u(x)}$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449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x^(2n) as n → ∞, Bounded function times an infinitesimal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$x^{2n},x^{2n+1}\to0$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$f(x)=\frac{h(x)}{3x\,u(x)}$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$3x\,u(x)=3+3x\cos\frac1{x^2}\to3$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use the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$f(x)=\frac{h(x)}{3x\,u(x)}=\frac{(x+1)^2+\lambda}{3+3x\cos\frac1{x^2}}$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$h=(x+1)^2+\lambda$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$x\,u=1+x\cos\frac1{x^2}$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$f(1)=\frac{\sin1+4+\lambda}{4+3\cos1}$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$f(-1)=\frac{4+\lambda-\sin1}{4-3\cos1}$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use the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$\lim_{x\to0}f(x)=\lim\frac{(x+1)^2+\lambda}{3+3x\cos\frac1{x^2}}$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times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$x\cos\frac{1}{x^2}\to0$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(bounded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$\frac{1+\lambda}{3}$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$\frac{1+\lambda}3=2$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function times an infinitesimal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(squeeze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do not depend on the value at the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only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$\lim_{n\to\infty}\frac{A\,x^{2n}+B}{x^{2n}+C}$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bounded function times an infinitesimal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$x\cos\frac1{x^2}\to0$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$x\sin\frac1x\to0$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(squeeze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do not depend on the value at the 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only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branch.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$h(x)=x^2+2x+(\lambda+1)$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$u(x)=\frac1x+\cos\frac1{x^2}$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$f(x)=\lim_{n\to\infty}\frac{x^{2n+1}g(x)+h(x)}{x^{2n}+3x\,u(x)}$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449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x^(2n) as n → ∞, Standard limit x sin(1/x) as x → ∞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paragraph's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the paragraph's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$x\sin\frac1x\to1$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$f(x)=\lim\frac{x\,g(x)+h(x)/x^{2n}}{1+3u(x)/x^{2n-1}}=x\,g(x)=x\sin\frac1x$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 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$\lim_{x\to\infty}f(x)=\lim_{y\to0^+}\frac{\sin y}y=1$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$\lim_{x\to\infty}x\sin\frac cx=c$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u\le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$x\sin\frac1x&lt;1$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08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08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$h(x)=x^2+2x+(\lambda+1)$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$u(x)=\frac1x+\cos\frac1{x^2}$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$f(x)=\lim_{n\to\infty}\frac{x^{2n+1}g(x)+h(x)}{x^{2n}+3x\,u(x)}$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$\lim_{x\to-2}f(x)=L$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$[L]$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involving x^(2n) as n → ∞,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$f(x)=x\sin\frac1x$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$L=2\sin\frac12$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$0&lt;\sin\frac12&lt;\frac12$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$L=\lim_{x\to-2}x\sin\frac1x=(-2)\sin\left(-\frac12\right)=2\sin\frac12$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$0&lt;\sin\frac12&lt;\frac12$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$0&lt;L&lt;2\cdot\frac12=1$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$[L]=0$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quick bounds for greatest-integer questions: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a point of continuity is just the value: check the branch of a piecewise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the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t&lt;t$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quick bounds for greatest-integer questions: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$2\sin\frac12\approx0.959&lt;1$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at a point of continuity is just the value: check the branch of a piecewise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the point.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$R(L,0)$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$L=f(r)$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the basis of the above information, answer the following questions: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$\lim_{r\to0}f(r)=$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two circles (common chord), Equation of a line in intercept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circle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intercept form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circle equations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$a=\frac{r^2}2$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intercept form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$L=2+\sqrt{4-r^2}$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circles: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13960"/>
                <a:ext cx="10725912" cy="16611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both circles: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$2a-1=r^2-1$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$a=\frac{r^2}2$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$b^2=r^2-a^2=r^2-\frac{r^4}{4}=\frac{r^2(4-r^2)}4$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$b=\frac{r\sqrt{4-r^2}}2$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xL+\frac yr=1$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aL+\frac br=1$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$\frac{r^2}{2L}+\frac{\sqrt{4-r^2}}2=1$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$\frac{r^2}{2L}=\frac{2-\sqrt{4-r^2}}2$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L{r^2}=\frac1{2-\sqrt{4-r^2}}=\frac{2+\sqrt{4-r^2}}{r^2}$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$L=f(r)=2+\sqrt{4-r^2}$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$\lim_{r\to0}f(r)=2+\sqrt{4-0}=4$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an angle: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Parametrise by an angle: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$r=2\cos\varphi$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$Q=(1+\cos2\varphi,\sin2\varphi)$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$L=2+2\sin\varphi$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$Q=(r\cos\varphi,r\sin\varphi)$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$r^2=2r\cos\varphi$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$Q=(2\cos^2\varphi,2\sin\varphi\cos\varphi)$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$P=(0,2\cos\varphi)$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$\frac{2\sin\varphi\cos\varphi-2\cos\varphi}{2\cos^2\varphi}=\frac{\sin\varphi-1}{\cos\varphi}$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𝑠𝑙𝑜𝑝𝑒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$x=\frac{-y_P}{\text{slope}}=\frac{2\cos\varphi\cdot\cos\varphi}{1-\sin\varphi}=\frac{2(1-\sin^2\varphi)}{1-\sin\varphi}=2(1+\sin\varphi)$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$L=2+2\sin\varphi=2+\sqrt{4-r^2}$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$2\sin\varphi=\sqrt{4-4\cos^2\varphi}$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axis: subtracting the equations of two intersecting circles gives the line of their common chord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the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useful for chords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quickest way to impose a point on a line through two axis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Radical axis: subtracting the equations of two intersecting circles gives the line of their common chord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$x=\frac{r^2}2$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the polar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$\rho=2\cos\varphi$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useful for chords from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Intercept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xp+\frac yq=1$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quickest way to impose a point on a line through two axis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2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420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$R(L,0)$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$L=f(r)$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$f(r)\cdot g(r)=r^2$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$\lim_{\theta\to0}\frac{g(2\sin\theta)}{\theta^2}$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composite function, Standard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$f(r)=2+\sqrt{4-r^2}$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$g(2\sin\theta)=\frac{4\sin^2\theta}{2+2\cos\theta}$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$\frac{\sin^2\theta}{\theta^2}\to1$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$f(r)g(r)=r^2$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$g(r)=\frac{r^2}{f(r)}=\frac{r^2}{2+\sqrt{4-r^2}}$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$g(2\sin\theta)=\frac{4\sin^2\theta}{2+\sqrt{4-4\sin^2\theta}}=\frac{4\sin^2\theta}{2+2\cos\theta}$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$\frac{g(2\sin\theta)}{\theta^2}=\frac{2\sin^2\theta}{\theta^2}\cdot\frac1{1+\cos\theta}$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$\lim_{\theta\to0}=2\cdot1\cdot\frac1{1+1}=1$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continuity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$f(r)\to4$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$g(r)\sim\frac{r^2}{4}$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$g(2\sin\theta)\sim\sin^2\theta\sim\theta^2$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question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previous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$g(r)=\frac{r^2}{f(r)}\sim\frac{r^2}{4}$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$r=2\sin\theta\to0$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$g(2\sin\theta)\sim\frac{4\sin^2\theta}{4}=\sin^2\theta\sim\theta^2$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$\frac{g(2\sin\theta)}{\theta^2}\to1$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limit value of the other factor matters at leading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rationalises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 c\ne0$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$\frac{r^2}{F(r)}\sim\frac{r^2}c$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limit value of the other factor matters at leading order.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$\sqrt{4-4\sin^2\theta}=2\cos\theta$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$|\theta|&lt;\frac\pi2$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$\frac{\sin^2\theta}{\theta^2}\to1$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$\frac{1-\cos\theta}{\theta^2}\to\frac12$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225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figure shows a fixed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of the fixed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centre of shrinking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the origin and it cuts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of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$R(L,0)$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$L=f(r)$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function, Condition for two circles to intersect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$0&lt;r&lt;2$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$\sqrt{4-r^2}\in(0,2)$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$f=2+\sqrt{4-r^2}\in(2,4)$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$f(r)=2+\sqrt{4-r^2}$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also the condition for the circles of centres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cut in two points: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$b=\frac{r\sqrt{4-r^2}}2&gt;0$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$4-r^2&gt;0$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also the condition for the circles of centres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cut in two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$|r-1|&lt;1&lt;r+1$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$0&lt;r^2&lt;4$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$0&lt;4-r^2&lt;4$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$0&lt;\sqrt{4-r^2}&lt;2$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$2&lt;2+\sqrt{4-r^2}&lt;4$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centre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in two points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 values of an open domain are not attained: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with centre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in two points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$|r_1-r_2|&lt;d&lt;r_1+r_2$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End values of an open domain are not attained: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neither included.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$2\left(\lim_{x\to0}f\left(x^3-x^2\right)\right)=\lambda\left(\lim_{x\to0}f\left(2x^4-x^5\right)\right)$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973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One-sided limits of a monotonic function, Limit of a composite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the inner function decides the side: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of the inner function decides the 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$x^3-x^2&lt;0$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$f(0^-)=3$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$2x^4-x^5&gt;0$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$f(0^+)=2$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irrelevant.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left.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$x^3-x^2=-x^2(1-x)&lt;0$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left.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$\lim_{x\to0}f(x^3-x^2)=f(0^-)=3$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$2x^4-x^5=x^4(2-x)&gt;0$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argument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role, since neither argument ever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$\lim_{x\to0}f(2x^4-x^5)=f(0^+)=2$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role, since neither argument ever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$2(3)=\lambda(2)$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decide the side from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never enters a limit at that point (it only matters for continuity).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a point, the one-sided limits there are the infimum on each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a}f(u(x))=f(b^{\pm})$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decide the side from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$-x^2(1-x)&lt;0$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$x^4(2-x)&gt;0$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never enters a limit at that point (it only matters for continuity).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a point, the one-sided limits there are the infimum on each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fractional part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$\lim_{x\to0^+}\frac{f(-x)\,x^2}{\left\{\frac{1-\cos x}{[f(x)]}\right\}}$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$\{\cdot\}$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fractional part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and fractional part functions, One-sided limits of a monotonic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its own fractional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$f(x)\to2^+$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$[f(x)]=2$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$f(-x)\to3$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x}{2}\in(0,1)$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its own fractional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f(-x)=3$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$2&lt;f(x)&lt;3$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$\left\{\frac{1-\cos x}{2}\right\}$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$0&lt;\frac{1-\cos x}2&lt;1$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$\left\{\frac{1-\cos x}{2}\right\}=\frac{1-\cos 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$\lim\frac{3\,x^2}{\frac{1-\cos x}{2}}=6\lim\frac{x^2}{1-\cos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$\frac{x^2}{1-\cos x}\to2$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inside is a small positive quantity, drop the braces;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one-sided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$\{y\}=y$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the inside is a small positive quantity, drop the braces;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$[y]=n$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y&lt;n+1$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one-sided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increasing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$f(x)\in(2,2+\varepsilon)$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x}{x^2}\to\frac12$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$\frac{x^2}{1-\cos x}\to2$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$\lim_{x\to0^-}\left(\left[3f\left(\frac{x^3-\sin^3x}{x^4}\right)\right]-f\left(\left[\frac{\sin^3x}{x}\right]\right)\right)$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07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 with one-sided limits, Comparison of x and sin x for negative 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while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x&gt;x$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$\frac{x^3-\sin^3x}{x^4}\to0^-$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$f\to3^+$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$\left[\frac{\sin^3x}{x}\right]=0$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(small):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the left):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(small):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$\sin^3x&gt;x^3$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$\frac{x^3-\sin^3x}{x^4}&lt;0$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$f\left(\frac{x^3-\sin^3x}{x^4}\right)\to f(0^-)=3$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on the left):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$3f\to9^+$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$\left[3f(\cdot)\right]=9$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actual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$\frac{\sin^3x}{x}=x^2\left(\frac{\sin x}{x}\right)^3\in(0,1)$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$\left[\frac{\sin^3x}{x}\right]=0$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$f\left(\left[\frac{\sin^3x}{x}\right]\right)=f(0)=4$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actual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 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 integer of a quantity slightly above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a quantity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feeds the point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x\approx x-\frac{x^3}6$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$-\frac{x^3}{6}&gt;0$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$\frac{x^3-\sin^3x}{x^4}=\frac{x^3-(x-x^3/6)^3}{x^4}\approx\frac{x^5/2}{x^4}=\frac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Greatest integer of a quantity slightly above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$3\cdot3^+=9^+$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a quantity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feeds the point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Q32 – Q34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for matching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each item of Column I with Column II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08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the absolute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080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$\lim_{n\to\infty}\left[\sum_{r=1}^{n}\frac1{2^r}\right]$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$\lim_{x\to\frac\pi2}(\sin x)^{\frac1{2x-\pi}}$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$\lim_{n\to\infty}\left[n^2\sin\left(\pi\cos^2\left(\tan\sin\frac1n\right)\right)\right]$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the absolute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$\lim_{x\to0}\frac{\sqrt{1+\sin^2x}-\cos x}{1-\sqrt{1+\tan^2x}}$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sequences and greatest integer function, 1-infinity form and trigonometric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a standard limit once the right form is spotted: GP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exponent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reduction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conjugate/series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is a standard limit once the right form is spotted: GP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exponent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$\sin(\pi-\pi\sin^2\!\cdots)$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reduction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conjugate/series for (D).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$\sum_{r=1}^n\frac1{2^r}=\frac12\cdot\frac{1-(1/2)^n}{1-\frac12}=1-\left(\frac12\right)^n$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$\left[1-\frac1{2^n}\right]=0$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the greatest integer of terms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$e^{\lim_{x\to\pi/2}\frac{\sin x-1}{2x-\pi}}$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h-1}{2h}\to0$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$\sin\left(\pi\cos^2\theta\right)=\sin\left(\pi-\pi\sin^2\theta\right)=\sin\left(\pi\sin^2\theta\right)$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$\theta=\tan\sin\frac1n$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$n^2\sin\left(\pi\sin^2\theta\right)=\frac{\sin\left(\pi\sin^2\theta\right)}{\pi\sin^2\theta}\cdot\pi\left(\frac{\sin\theta}{\theta}\right)^2\left(\frac{\tan s}{s}\right)^2\left(n\sin\frac1n\right)^2$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$\pi\approx3.1416$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integer, the greatest integer of terms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$[\pi]=3$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Rationalise: numerator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quotient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absolute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Rationalise: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$\sqrt{1+\sin^2x}-\cos x=\frac{2\sin^2x}{\sqrt{1+\sin^2x}+\cos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$1-\sqrt{1+\tan^2x}=\frac{-\tan^2x}{1+\sqrt{1+\tan^2x}}$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$-\frac{2\sin^2x}{\tan^2x}\cdot\frac{1+\sqrt{1+\tan^2x}}{\sqrt{1+\sin^2x}+\cos x}\to-2\cdot\frac22=-2$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absolute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Q,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S,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Q,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S,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everything by first non-trivial terms of Taylor series (equivalents) instead of rationalising or reducing: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everything by first non-trivial terms of Taylor series (equivalents) instead of rationalising or reducing: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$\sqrt{1+\sin^2x}\approx1+\frac{x^2}2$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x\approx1-\frac{x^2}2$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x\approx1+\frac{x^2}2$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$\sqrt{1+\sin^2x}\approx1+\frac{x^2}2$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x\approx1-\frac{x^2}2$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$\sqrt{1+\tan^2x}=\sec x\approx1+\frac{x^2}2$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$\ln\left[(\cos h)^{1/(2h)}\right]=\frac{\ln\cos h}{2h}\approx\frac{-h^2/2}{2h}\to0$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below; its greatest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floor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$\tan\sin\frac1n\approx\frac1n$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$\cos^2\frac1n=1-\sin^2\frac1n\approx1-\frac1{n^2}$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$\sin\left(\pi\cos^2\right)=\sin\left(\pi-\frac\pi{n^2}\right)\approx\frac\pi{n^2}$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$n^2\sin(\cdot)\to\pi$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below; its greatest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$1-2^{-n}&lt;1$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floor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Q,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S,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P,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Q,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S,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arguments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taking limits;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𝑠𝑜𝑚𝑒𝑡ℎ𝑖𝑛𝑔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𝑖𝑟𝑟𝑎𝑡𝑖𝑜𝑛𝑎𝑙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approach does not cross an integer: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safely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term is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quotient of order-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a pure number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$\sin(\pi-t)=\sin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$\cos^2t=1-\sin^2t$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arguments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taking limits;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$n^2\sin\frac{c\pi}{n^2}\to c\pi$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$\lim\left[\text{something}\to\text{irrational }c\right]=[c]$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the approach does not cross an integer: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$\pi\approx3.14$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safely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every term is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$\sqrt{1+\sin^2x}-\cos x\approx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$1-\sec x\approx-\frac{x^2}2$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quotient of order-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is a pure number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equals ;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;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0.5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real constant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non existent.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79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$\lim_{n\to\infty}\cos^2\left(\pi\sqrt[3]{n^3+n^2+2n}\right)$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equals 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$\lim_{n\to\infty}n\sin\left(2\pi\sqrt{1+n^2}\right)$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$(n\in\mathbb 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$\lim_{n\to\infty}(-1)^n\sin\left(\pi\sqrt{n^2+0.5n+1}\right)\sin\frac{(n+1)\pi}{4n}$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$(n\in\mathbb 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$\lim_{x\to\infty}\left(\frac{x+a}{x-a}\right)^x=e$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real constant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non existent.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trigonometric functions of sequences (surd expansions), 1-infinity form of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surd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sine/cosine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trig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small term; for (D)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surd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$n+c+O(\frac1n)$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sine/cosine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$(\pm)$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trig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small term; for (D)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$\pi\left(n^3+n^2+2n\right)^{1/3}=n\pi\left[1+\frac{n+2}{n^2}\right]^{1/3}=n\pi\left[1+\frac13\cdot\frac{n+2}{n^2}-\frac19\cdot\frac{(n+2)^2}{n^4}+\cdots\right]=n\pi+\frac\pi3\cdot\frac{n+2}n-\frac\pi9\cdot\frac{(n+2)^2}{n^3}+\cdots$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$\cos\left[n\pi+\frac{n+2}{n}\cdot\frac\pi3-\cdots\right]=\pm\cos\left[\frac{n+2}n\cdot\frac\pi3-\cdots\right]\to\pm\cos\frac\pi3=\pm\frac12$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$2\pi\sqrt{1+n^2}=2\pi n\left(1+\frac1{n^2}\right)^{1/2}=2n\pi+\frac\pi n-\frac{\pi}{4n^3}+\cdots$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$n\sin\left[2n\pi+\frac\pi n-\frac\pi{4n^3}+\cdots\right]=n\sin\left[\frac\pi n-\frac{\pi}{4n^3}+\cdots\right]=\frac{\sin(\cdot)}{(\cdot)}\cdot n\left(\frac\pi n-\frac\pi{4n^3}\right)\to\pi$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$\sqrt{n^2+\frac n2+1}=n\left(1+\frac{1+n/2}{n^2}\right)^{1/2}=n+\frac14+O\left(\frac1n\right)$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$\sin\left(\pi\sqrt{\cdot}\right)=\sin\left(n\pi+\frac\pi4+O\left(\tfrac1n\right)\right)=(-1)^n\sin\left(\frac\pi4+O\left(\tfrac1n\right)\right)$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$\sin\frac{(n+1)\pi}{4n}=\sin\left(\frac\pi4+\frac\pi{4n}\right)\to\sin\frac\pi4$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$(-1)^n(-1)^n=1$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$\sin^2\frac\pi4=\frac12$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$\lim\left(\frac{x+a}{x-a}\right)^x=e^{\lim x\left(\frac{x+a}{x-a}-1\right)}=e^{\lim\frac{2ax}{x-a}}=e^{2a}$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$e^{2a}=e$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292095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 conjugate reductions instead of binomial series: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292095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Exact conjugate reductions instead of binomial series: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$\sqrt[3]{n^3+n^2+2n}-n=\frac{n^2+2n}{u^2+un+n^2}$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$\sqrt{n^2+1}-n=\frac1{\sqrt{n^2+1}+n}$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$\sqrt{n^2+\frac n2+1}-n=\frac{n/2+1}{\sqrt{\cdot}+n}$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$x\ln\frac{x+a}{x-a}=2x\,\frac12\ln\frac{1+a/x}{1-a/x}\to2a$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709415"/>
                <a:ext cx="10725912" cy="29657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709415"/>
                <a:ext cx="10725912" cy="29657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$u=\sqrt[3]{n^3+n^2+2n}$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$u-n=\frac{u^3-n^3}{u^2+un+n^2}=\frac{n^2+2n}{u^2+un+n^2}\to\frac13$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$\cos^2\left(\pi n+\pi(u-n)\right)=\cos^2\pi(u-n)\to\cos^2\frac\pi3=\frac14$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$\sin\left(2\pi\sqrt{n^2+1}\right)=\sin\left(2\pi\left(\sqrt{n^2+1}-n\right)\right)$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$\sqrt{n^2+1}-n=\frac{1}{\sqrt{n^2+1}+n}$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$n\sin\frac{2\pi}{\sqrt{n^2+1}+n}\to n\cdot\frac{2\pi}{2n}=\pi$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$\sqrt{n^2+\frac n2+1}-n=\frac{\frac n2+1}{\sqrt{n^2+\frac n2+1}+n}\to\frac14$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$\sin\left(n\pi+\pi\delta\right)=(-1)^n\sin\pi\delta$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$\delta\to\frac14$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$\sin\frac\pi4\cdot\sin\frac\pi4=\frac12$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$x\ln\frac{x+a}{x-a}=x\left[\ln\left(1+\frac ax\right)-\ln\left(1-\frac ax\right)\right]\to a+a=2a$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$e^{2a}=e$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$\sin(n\pi+t)=(-1)^n\sin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$\cos(n\pi+t)=(-1)^n\cos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$\sqrt[k]{n^k+an^{k-1}+\cdots}=n+\frac ak+O\left(\frac1n\right)$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$\sqrt{n^2+1}=n+\frac1{2n}+\cdots$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$\lim_{x\to\infty}\left(\frac{x+a}{x-a}\right)^x=e^{2a}$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$\lim\left(1+\frac ax\right)^x=e^a$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$2.7183$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deg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g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(T) Non existent.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36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$\lim_{n\to\infty}\left(\frac{1+\sqrt[n]4}{2}\right)^n=$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$f(x)=\lim_{n\to\infty}\frac{2x}\pi\tan^{-1}(nx)$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$\lim_{x\to\frac{\pi}{2}^+}\frac{\cos\left(\tan^{-1}(\tan x)\right)}{x-\frac\pi2}$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$\lim_{x\to0^+}(x)^{\frac1{\ln\sin x}}=e^L$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$L+2=$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; (T) Non existent.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449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1-infinity form and exponential limits, Inverse trigonometric functions and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right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$\frac{4^h-1}{h}\to\ln4$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(C)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$\tan^{-1}(\tan x)=x-\pi$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just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 x}{\ln\sin x}\to1$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fixed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 n\left(\frac{1+4^{1/n}}2-1\right)}=e^{\lim\frac{n}{2}\left(4^{1/n}-1\right)}$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$\frac{4^x-1}{2x}\to\frac{\ln4}2$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$e^{\frac12\ln4}=2$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fixed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$\tan^{-1}(nx)\to\frac\pi2$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$f(x)=\frac{2x}\pi\cdot\frac\pi2=x$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$\lim_{x\to0^+}f(x)=\lim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greater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principal value,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just greater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 x)=x-\pi$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principal value,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$x-\pi\in\left(-\frac\pi2,\frac\pi2\right)$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$\cos(x-\pi)=-\cos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$\lim_{x\to\frac\pi2^+}\frac{-\cos x}{x-\frac\pi2}$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$-\cos x=\sin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$\lim\frac{\sin h}{h}=1$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L'Hôpital: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$e^L=\lim_{x\to0^+}x^{\frac1{\ln\sin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$L=\lim\frac1{\ln\sin x}\cdot\ln x=\lim\frac{\ln x}{\ln\sin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L'Hôpital: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$\frac{1/x}{\cos x/\sin x}=\frac{\sin x}{x\cos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a power-mean limit: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geometric mean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ratio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L'Hôpital.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is a power-mean limit: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$\left(\frac{1+4^h}{2}\right)^{1/h}\to$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geometric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$\sqrt{1\cdot4}$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$\ln\sin x=\ln x+\ln\frac{\sin x}x$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ratio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L'Hôpital.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 means tend to the geometric mean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Same as the main solution: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$M_h=\left(\frac{1^h+4^h}{2}\right)^{1/h}$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power 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power means tend to the geometric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$\sqrt{1\cdot4}=2$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Same as the main solution: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$\tan^{-1}(nx)\to\frac\pi2$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x=-\cot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$\tan^{-1}(-\cot h)=-\left(\frac\pi2-h\right)=h-\frac\pi2$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$\cos\left(h-\frac\pi2\right)=\sin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h}{h}\to1$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x}{\ln\sin x}=\frac{\ln x}{\ln x+\ln\frac{\sin x}{x}}=\frac1{1+\frac{\ln(\sin x/x)}{\ln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$\ln\frac{\sin x}x\to0$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$|\ln x|\to\infty$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B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A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P; B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Q; C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R; 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mean: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mean),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numbers,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sawtooth, so one-sided limits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$\lim_{h\to0}\left(\frac{a^h+b^h}{2}\right)^{1/h}=\sqrt{ab}$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(geometric mean),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$\lim\left(\frac{a^{1/n}+b^{1/n}}2\right)^n=\sqrt{ab}$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numbers,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$(abc)^{1/3}$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 x)=x-k\pi$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$x\in\left(k\pi-\frac\pi2,k\pi+\frac\pi2\right)$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sawtooth, so one-sided limits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$\lim_{x\to0^+}\frac{\ln x}{\ln\sin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x\sim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$x^{1/\ln\sin x}\to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$\approx2.718$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34 questions, 124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Limit Sheet C-2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