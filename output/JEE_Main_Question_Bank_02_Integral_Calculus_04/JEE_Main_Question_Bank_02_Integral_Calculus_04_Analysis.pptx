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2.0</c:v>
                </c:pt>
                <c:pt idx="6">
                  <c:v>1.0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linear equation has a sign error: after $P=1/Y$ it writes $\frac{dP}{dx}-Px=e^{x^2/2}$ (correct: $=-e^{x^2/2}$) and uses I.F. $e^{x^2/2}$ (correct: $e^{-x^2/2}$). Its later lines ($-P=(x+c)e^{x^2/2}$, $c=-2-\frac{1}{e^{x^2/2}}$ with $x$ left in the exponent, and the final expression for $y+1$) are therefore not valid; the closing value $\frac{-e^{3/2}}{(e^2+1)^2}$ and key (C) are right. Corrected working is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differentiates both sides, $4f(x)f'(x)=g'(x)(x-2)+g(x)$ (the factor should be $4f(x)^3f'(x)$), then puts $x=2$ and concludes $\lim g=g(2)=18$. That needs $g$ to be differentiable (and continuous) at $2$, which is not given. The working is replaced by the limit definition of the derivative of $f^4$, which needs no assumption on $g$; the answer $18$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area of $A=\frac{\pi\times4}{2}-\left(\frac12\times1\times2\right)=\pi-1$. $\frac{\pi\times4}{2}-1$ equals $2\pi-1$; the quarter disc is $\frac{\pi\times4}{4}=\pi$, which gives $\pi-1$. Fixed to $\frac{\pi\cdot2^2}{4}$. The line-circle intersection step was also added;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defines $f(x)=2x^3-19x^2+12x+4$ (typo for $9x^2$) and writes $f'(x)=6(x-1)(x+2)$; the correct factorisation of $6x^2-18x+12$ is $6(x-1)(x-2)$ (the PDF's $(x+2)$ is wrong, although its conclusion $f'&lt;0$ on $(1,2)$ is true for the correct factor). Fixed;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step reads $\int\frac{\sin(x+\alpha)}{\tan(x-\alpha)}dx$ (typo: the denominator is $\sin(x-\alpha)$). Also, option (B) $x+\alpha$, $\ln|\sin(x-\alpha)|$ differs from the key (C) only by the constant $2\alpha\cos2\alpha$, so it is equally correct as an indefinite integral; the PDF does not mention this. The key (C) is kept because it is the direct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04)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20 single-correct questions (printed Q61–Q80)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$\int_0^3\left(g(x)-f(x)\right)dx$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 of modulus and composite functions (area interpretation)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read as an area of triangles under a piecewise-linear graph.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$\int_0^3(g-f)\,dx=\int_0^3g\,dx-\int_0^3f\,dx$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read as an area of triangles under a piecewise-linear graph.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V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under this graph = triangle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triangle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$g(x)=f\left(|x-2|\right)=\big||x-2|-2\big|$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V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under this graph = triangle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triangle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$\int_0^3f(x)dx=\frac12\times2\times2+\frac12\times1\times1=\frac52$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rising linearly to the peak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falling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triangle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trapezium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rising linearly to the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falling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triangle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trapezium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$\int_0^3g(x)dx=\frac12\times2\times2+\frac12(1)(1+2)=2+\frac32=\frac72$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$\int_0^3\left(g(x)-f(x)\right)dx=\int_0^3g\,dx-\int_0^3f\,dx=\frac72-\frac52=1$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graphs: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explicit linear pieces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graphs: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$g=f(f)$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explicit linear pieces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$g-f$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$g(x)=f(2-x)=|2-x-2|=x$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$g-f=x-(2-x)=2x-2$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$f(x)=x-2\in[0,1]$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$g(x)=|x-2-2|=4-x$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$g-f=(4-x)-(x-2)=6-2x$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$\int_0^2(2x-2)dx=\left[x^2-2x\right]_0^2=0$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$\int_2^3(6-2x)dx=\left[6x-x^2\right]_2^3=9-8=1$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piecewise-linear function integrates to a sum of trapezia: on an interval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tent with peak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peak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range of the inner function on each piece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 which branch of the outer modulus applies.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piecewise-linear function integrates to a sum of trapezia: on an interval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$\int_a^bh\,dx=\frac{(b-a)\left(h(a)+h(b)\right)}{2}$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$\big||x-c|-d\big|$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tent with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range of the inner function on each piece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 which branch of the outer modulus applies.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 bounded by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satisfies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$C_1:y^2=ax$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$C_2:x^2=ay$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$x=b\ (0&lt;b&lt;a)$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OQR=\frac12$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satisfies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$x^6+6x^3-4=0$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$x^6-12x^3-4=0$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$x^6-6x^3+4=0$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$x^6-12x^3+4=0$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two parabolas and bisection of area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right-isosceles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bisection condition then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right-isosceles with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bisection condition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$a^3+2=4a^{3/2}$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$C_1\cap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$Q=(b,b)$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with both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$=\frac{16\cdot\frac a4\cdot\frac a4}{3}=\frac{a^2}{3}$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$y^2=4px$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$x^2=4qy$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$\frac{16pq}{3}$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$\int_0^b\left(\sqrt{ax}-\frac{x^2}{a}\right)dx=\frac{a^2}{6}$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with both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$\frac12b^2=\frac12$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$\frac23\sqrt a\,b^{3/2}-\frac{b^3}{3a}=\frac{a^2}{6}$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$\frac23\sqrt a-\frac1{3a}=\frac{a^2}{6}$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$4a^{3/2}-2=a^3$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$a^3+2=4a^{3/2}$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$a^6+4a^3+4=16a^3$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$a^6-12a^3+4=0$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$x^6-12x^3+4=0$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curves become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enters only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triangle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curves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$v^2=u$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$u^2=v$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enters only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triangle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Areas scale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bisecting condition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 ya$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$C_1:v^2=u$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$C_2:u^2=v$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 ba\in(0,1)$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Areas scale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$=a^2\int_0^1\left(\sqrt u-u^2\right)du=\frac{a^2}{3}$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bisecting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$\int_0^\beta\left(\sqrt u-u^2\right)du=\frac16$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$\frac23\beta^{3/2}-\frac{\beta^3}{3}=\frac16$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$s=\beta^{3/2}$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$4s-2s^2=1$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$2s^2-4s+1=0$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$\frac{b^2}{2}=\frac{a^2\beta^2}{2}=\frac12$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$a^3=\beta^{-3}=\frac1{s^2}$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$s^2=\left(1-\frac1{\sqrt2}\right)^2=\frac32-\sqrt2$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$a^3=\frac{1}{\frac32-\sqrt2}=\frac{2}{3-2\sqrt2}=2(3+2\sqrt2)=6+4\sqrt2$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$(a^3-6)^2=32$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$a^6-12a^3+4=0$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$x^6-12x^3+4=0$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Scaling: if every length is multiplied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area is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Normalise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for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restore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add roots: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keeps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$y^2=4px$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$x^2=4qy$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$\frac{16pq}{3}$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Scaling: if every length is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area is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Normalise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for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restore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$a^3+2=4a^{3/2}$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add roots: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$a^{3/2}=2\pm\sqrt2$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keeps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$a^{3/2}=2+\sqrt2$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$a^3=6+4\sqrt2$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what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$x\frac{dy}{dx}+y=bx^4$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what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$\int_1^2f(x)dx=\frac{62}{5}$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(exact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Definite integration of power and reciprocal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(exact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Definite integration of power and reciprocal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integrates at once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$x\frac{dy}{dx}+y=\frac{d}{dx}(xy)$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integrates at once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$y=\frac{bx^4}{5}+\frac cx$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$x\frac{dy}{dx}+y=\frac{d}{dx}(xy)$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d(xy)=\int bx^4dx$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$xy=\frac{bx^5}{5}+c$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$y=\frac{bx^4}{5}+\frac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b5+c=2$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$\int_1^2f(x)dx=\left[\frac{bx^5}{25}+c\ln x\right]_1^2=\frac{62}{5}$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$\frac{31b}{25}+c\ln2=\frac{62}{5}$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$c=2-\frac b5$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$\frac{31b}{25}+\left(2-\frac b5\right)\ln2=\frac{62}5$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b5-2\right)\left(\frac{31}{5}-\ln2\right)=0$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$\frac{31}{5}\neq\ln2$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show the linear system has only this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$\frac{62}{5}=2\int_1^2x^4dx$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$f=2x^4$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show the linear system has only this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required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b5x^4+\frac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b5+c=2$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$\int_1^2x^4dx=\frac{31}{5}$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$\frac{62}{5}=2\int_1^2x^4dx$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$\int_1^22x^4dx=\frac{62}{5}$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in the unknowns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in the unknowns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$\left(u,c\right)=\left(\frac b5,c\right)$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$\frac{31}{5}u+c\ln2=\frac{62}{5}$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$\ln2-\frac{31}{5}\neq0$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data are linear in the unknown constants, eliminate one constant and look for a common factor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expanding: the answer then appears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brings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target value has no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natural candidate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 nxy=Q(x)$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$xy'+y=(xy)'$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$xy'+y=bx^n$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$y=\frac{bx^n}{n+1}+\frac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y'+y=bx^n$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data are linear in the unknown constants, eliminate one constant and look for a common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$\frac{31}{5}-\ln2$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expanding: the answer then appears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brings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target value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natural candidate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$\left\{(x,y):xy\le8,\ 1\le y\le x^2\right\}$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$8\log_e2+\frac76$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$8\log_e2-\frac{13}{3}$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$16\log_e2+\frac73$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parabola, a hyperbola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cross: the upper boundary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it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cross: the upper boundary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taken in the first quadrant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meetings: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taken in the first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meetings: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$x^2=\frac8x\Rightarrow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$\frac8x=1\Rightarrow 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$=\int_1^2\left(x^2-1\right)dx+\int_2^8\left(\frac8x-1\right)dx$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combine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$=\left(\frac{x^3}{3}\right)_1^2+8\left(\ln x\right)_2^8-\left(x\right)_1^8$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combine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$=\frac73+8\left(2\ln2\right)-7$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$\ln8-\ln2=2\ln2$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$=16\ln2-\frac{14}{3}$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horizontal strips: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the parabola to the hyperbola, giving a single integral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horizontal strips: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the parabola to the hyperbola, giving a single integral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boundaries meet where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strips exist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boundaries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y=\frac8y$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$y^{3/2}=8$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strips exist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$=\int_1^4\left(\frac8y-\sqrt y\right)dy=\left[8\ln y-\frac23y^{3/2}\right]_1^4$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$=8\ln4-\frac23(8-1)=16\ln2-\frac{14}{3}$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upper boundary changes at a crossing point, either split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-integral there or integrate along the other axis: one strip integral can replace a two-piece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upper boundary changes at a crossing point, either split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-integral there or integrate along the other axis: one strip integral can replace a two-piece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 kx\,dx=k\ln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$k\ln\frac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$8\ln\frac82=16\ln2$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$\int\frac{\sin\theta\,\sin2\theta\left(\sin^6\theta+\sin^4\theta+\sin^2\theta\right)\sqrt{2\sin^4\theta+3\sin^2\theta+6}}{1-\cos2\theta}d\theta$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$\frac1{18}\left[11-18\sin^2\theta+9\sin^4\theta-2\sin^6\theta\right]^{3/2}+c$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$\frac1{18}\left[9-2\cos^6\theta-3\cos^4\theta-6\cos^2\theta\right]^{3/2}+c$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$\frac1{18}\left[11-18\cos^2\theta+9\cos^4\theta-2\cos^6\theta\right]^{3/2}+c$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$\frac1{18}\left[9-2\sin^6\theta-3\sin^4\theta-6\sin^2\theta\right]^{3/2}+c$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by substitution (trigonometric functions)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$1-\cos2\theta=2\sin^2\theta$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$\frac1{12}\sqrt T\,\frac{dT}{d\theta}$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$T=2\sin^6\theta+3\sin^4\theta+6\sin^2\theta$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$1-\cos2\theta=2\sin^2\theta$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$I=\int\frac{\sin\theta\left(2\sin\theta\cos\theta\right)\left(\sin^6\theta+\sin^4\theta+\sin^2\theta\right)\sqrt{2\sin^4\theta+3\sin^2\theta+6}}{2\sin^2\theta}d\theta$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$I=\int\left(\sin^6\theta+\sin^4\theta+\sin^2\theta\right)\cos\theta\sqrt{2\sin^4\theta+3\sin^2\theta+6}\,d\theta$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root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$\sin^6\theta+\sin^4\theta+\sin^2\theta=\sin\theta\left(\sin^5\theta+\sin^3\theta+\sin\theta\right)$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root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$I=\int\left(\sin^5\theta+\sin^3\theta+\sin\theta\right)\cos\theta\sqrt{2\sin^6\theta+3\sin^4\theta+6\sin^2\theta}\,d\theta$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$t=2\sin^6\theta+3\sin^4\theta+6\sin^2\theta$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$dt=12\left(\sin^5\theta+\sin^3\theta+\sin\theta\right)\cos\theta\,d\theta$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$\left(\sin^5\theta+\sin^3\theta+\sin\theta\right)\cos\theta\,d\theta=\frac{dt}{12}$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$I=\frac1{12}\int t^{1/2}dt=\frac1{18}t^{3/2}+C$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$I=\frac1{18}\left(2\sin^6\theta+3\sin^4\theta+6\sin^2\theta\right)^{3/2}+C$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$\sin^2\theta=1-\cos^2\theta$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$2\left(1-\cos^2\theta\right)^3+3\left(1-\cos^2\theta\right)^2+6\left(1-\cos^2\theta\right)$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$11-18\cos^2\theta+9\cos^4\theta-2\cos^6\theta$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$I=\frac1{18}\left[11-18\cos^2\theta+9\cos^4\theta-2\cos^6\theta\right]^{3/2}+C$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integrate: differentiate the options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integrand behaves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see which one matches.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integrate: differentiate the options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integrand behaves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$\sqrt6\,\theta^2$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see which one matches.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simplification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even defined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(D): the bracket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 and changes by an amount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simplification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$I'(\theta)=\cos\theta\left(\sin^6\theta+\sin^4\theta+\sin^2\theta\right)\sqrt{2\sin^4\theta+3\sin^2\theta+6}\approx\theta^2\sqrt6$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$9-2-3-6=-2&lt;0$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 ]^{3/2}$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even defined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(D): the bracket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 and changes by an amount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$\propto\theta^2$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 ]^{3/2}$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$\propto\theta$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option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derivative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the integrand. Hence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$\cos^2\theta\approx1-\theta^2$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$11-18c^2+9c^4-2c^6\approx6\theta^2$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option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$\approx\frac1{18}\left(6\theta^2\right)^{3/2}=\frac{\sqrt6}{3}\theta^3$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$\sqrt6\,\theta^2$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the integrand. Hence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usually make a heavy trigonometric fraction collapse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an integrand of the form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constant) integrates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𝑐𝑜𝑛𝑠𝑡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the radicand's derivative among the other factors.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factor into a root,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state the interval of validity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conversions between forms by two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$1-\cos2\theta=2\sin^2\theta$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$1+\cos2\theta=2\cos^2\theta$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usually make a heavy trigonometric fraction collapse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an integrand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$\sqrt{T}\,T'$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constant)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$\frac23\cdot\frac{T^{3/2}}{\text{const}}$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the radicand's derivative among the other factors.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$T'=12(\sin^5\theta+\sin^3\theta+\sin\theta)\cos\theta$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factor into a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$\sin\theta\sqrt X=\sqrt{\sin^2\theta\,X}$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state the interval of validity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conversions between forms by two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$2s^6+3s^4+6s^2$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$s^2=1-c^2$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$11-18c^2+9c^4-2c^6$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$\phi(x)=\frac1{\sqrt x}\int_{\pi/4}^x\left(4\sqrt2\sin t-3\phi'(t)\right)dt$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$\frac8{6+\sqrt\pi}$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$\frac4{6+\sqrt\pi}$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$\frac8{\sqrt\pi}$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$\frac4{6-\sqrt\pi}$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and integral equations involving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and integral equations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term vanishes (equal limits)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term vanishes (equal limits)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$\phi'\left(\frac\pi4\right)$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(product rule and Leibniz rule):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has equal limits,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(product rule and Leibniz rule):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$\phi'(x)=\frac1{\sqrt x}\left[\left(4\sqrt2\sin x-3\phi'(x)\right)\cdot1-0\right]-\frac12x^{-3/2}\int_{\pi/4}^x\left(4\sqrt2\sin t-3\phi'(t)\right)dt$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has equal limits,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$\phi'\left(\frac\pi4\right)=\frac{2}{\sqrt\pi}\left[4\sqrt2\sin\frac\pi4-3\phi'\left(\frac\pi4\right)\right]$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$\frac1{\sqrt{\pi/4}}=\frac2{\sqrt\pi}$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$4\sqrt2\sin\frac\pi4=4$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$\phi'\left(\frac\pi4\right)=\frac2{\sqrt\pi}\left[4-3\phi'\left(\frac\pi4\right)\right]$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$\left(1+\frac6{\sqrt\pi}\right)\phi'\left(\frac\pi4\right)=\frac8{\sqrt\pi}$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$\phi'\left(\frac\pi4\right)=\frac8{\sqrt\pi+6}$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$\frac8{6+\sqrt\pi}$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integral to turn the equation into an explicit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integral to turn the equation into an explicit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x\,\phi(x)=\int_{\pi/4}^x4\sqrt2\sin t\,dt-3\int_{\pi/4}^x\phi'(t)dt$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$\int_{\pi/4}^x4\sqrt2\sin t\,dt=4\sqrt2\left(\cos\frac\pi4-\cos x\right)=4-4\sqrt2\cos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$\int_{\pi/4}^x\phi'=\phi(x)-\phi\left(\frac\pi4\right)$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 x+3\right)\phi(x)=4-4\sqrt2\cos x+3\phi\left(\frac\pi4\right)$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numerator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$\left(\frac{\sqrt\pi}{2}+3\right)\phi\left(\frac\pi4\right)=3\phi\left(\frac\pi4\right)$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$\phi\left(\frac\pi4\right)=0$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$\phi(x)=\frac{4-4\sqrt2\cos x}{\sqrt 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numerator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$\phi'\left(\frac\pi4\right)=\frac{4\sqrt2\sin\frac\pi4}{\frac{\sqrt\pi}2+3}=\frac8{\sqrt\pi+6}$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$\frac8{6+\sqrt\pi}$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integrand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the integral equation is a disguised differential equation: clear the prefactor, 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solve algebraically.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if the integral's lower limit equals the evaluation point, only the 'outer' factor's derivative of the integrand survives (the term with the integral itself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$\frac{d}{dx}\int_a^xF(t)dt=F(x)$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$\phi(x)=\frac1{h(x)}\int_a^x\left(p(t)-k\phi'(t)\right)dt$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$\phi'(a)=\frac{p(a)}{h(a)+k}$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$h=\sqrt{\pi/4}$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$\frac{4}{\frac{\sqrt\pi}{2}+3}=\frac{8}{\sqrt\pi+6}$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integrand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the integral equation is a disguised differential equation: clear the prefactor, 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solve algebraically.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if the integral's lower limit equals the evaluation point, only the 'outer' factor's derivative of the integrand survives (the term with the integral itself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$\int_0^{1/2}\frac{x^2}{\left(1-x^2\right)^{3/2}}dx$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$3\sqrt2-\pi$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integration by trigonometric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calls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integrand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$(1-x^2)^{3/2}$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calls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integrand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k6=\int_0^{\pi/6}\frac{\sin^2\theta}{\left(1-\sin^2\theta\right)^{3/2}}\cos\theta\,d\theta$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$\left(1-\sin^2\theta\right)^{3/2}=\cos^3\theta$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k6=\int_0^{\pi/6}\frac{\sin^2\theta}{\cos^3\theta}\cos\theta\,d\theta=\int_0^{\pi/6}\tan^2\theta\,d\theta$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k6=\int_0^{\pi/6}\left(\sec^2\theta-1\right)d\theta$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k6=\left(\tan\theta-\theta\right)_0^{\pi/6}=\frac1{\sqrt3}-\frac\pi6=\frac{2\sqrt3-\pi}{6}$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$k=2\sqrt3-\pi$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avoiding any substitution of the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$\int\frac{x}{(1-x^2)^{3/2}}dx=\frac1{\sqrt{1-x^2}}$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avoiding any substitution of the variable.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$\frac{x^2}{(1-x^2)^{3/2}}=x\cdot\frac{x}{(1-x^2)^{3/2}}$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$\int\frac{x}{(1-x^2)^{3/2}}dx=\frac1{\sqrt{1-x^2}}$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$\int\frac{x^2}{(1-x^2)^{3/2}}dx=\frac{x}{\sqrt{1-x^2}}-\int\frac{dx}{\sqrt{1-x^2}}=\frac{x}{\sqrt{1-x^2}}-\sin^{-1}x$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$\frac{1/2}{\sqrt3/2}-\frac\pi6=\frac1{\sqrt3}-\frac\pi6$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k6=\frac{2\sqrt3-\pi}{6}$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$k=2\sqrt3-\pi$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Analogue: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$\int\frac{x^2}{(1-x^2)^{3/2}}dx=\frac{x}{\sqrt{1-x^2}}-\sin^{-1}x+C$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$\int\frac{dx}{(1-x^2)^{3/2}}=\frac{x}{\sqrt{1-x^2}}+C$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$(a^2-x^2)^{n/2}$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$\sqrt{a^2-x^2}=a\cos\theta$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$(x^2+a^2)^{n/2}$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Analogue: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$\int\frac{x^2}{(x^2+1)^{3/2}}dx=\sinh^{-1}x-\frac{x}{\sqrt{x^2+1}}+C$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$\frac{dy}{dx}=(y+1)\left((y+1)e^{x^2/2}-x\right)$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$0&lt;x&lt;2.1$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$\frac{5e^{1/2}}{\left(e^2+1\right)^2}$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$-\frac{2e^2}{\left(1+e^2\right)^2}$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$\frac{-e^{3/2}}{\left(e^2+1\right)^2}$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$\frac{e^{5/2}}{\left(1+e^2\right)^2}$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 reduced to a linear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Bernoulli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 with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$Y=y+1$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Bernoulli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$e^{-x^2/2}$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$\frac{dY}{dx}=Y\left(Ye^{x^2/2}-x\right)=Y^2e^{x^2/2}-xY$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$\frac1{Y^2}\frac{dY}{dx}=e^{x^2/2}-\frac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$\frac{dP}{dx}=-\frac1{Y^2}\frac{dY}{dx}$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$-\frac{dP}{dx}=e^{x^2/2}-Px$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$\frac{dP}{dx}-xP=-e^{x^2/2}$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 x\,dx}=e^{-x^2/2}$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$\frac{d}{dx}\left(Pe^{-x^2/2}\right)=-1$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$Pe^{-x^2/2}=-x+c$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$P=(c-x)e^{x^2/2}$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$y+1=\frac1P=\frac{e^{-x^2/2}}{c-x}$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$1=\frac{e^{-2}}{c-2}$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$y+1=\frac{e^{-x^2/2}}{2+e^{-2}-x}$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$y+1=\frac{e^{-1/2}}{1+e^{-2}}=\frac{e^{3/2}}{e^2+1}$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$\frac{dy}{dx}=(y+1)\left((y+1)e^{1/2}-1\right)$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$(y+1)e^{1/2}=\frac{e^2}{e^2+1}$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$-\frac1{e^2+1}$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$\frac{dy}{dx}\Big|_{x=1}=\frac{e^{3/2}}{e^2+1}\cdot\frac{-1}{e^2+1}=\frac{-e^{3/2}}{\left(e^2+1\right)^2}$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$\frac{-e^{3/2}}{\left(e^2+1\right)^2}$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linear term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Bernoulli equation collapses to the separable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linear term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$Y=e^{-x^2/2}w$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Bernoulli equation collapses to the separable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$w'=w^2$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$Y'+xY=e^{x^2/2}Y^2$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$Y=e^{-x^2/2}w$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$Y'+xY=e^{-x^2/2}w'$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$e^{x^2/2}Y^2=e^{x^2/2}e^{-x^2}w^2=e^{-x^2/2}w^2$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$-\frac1w=x+k$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$w=-\frac1{x+k}$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$Y=-\frac{e^{-x^2/2}}{x+k}$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$1=-\frac{e^{-2}}{2+k}$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$k=-2-e^{-2}$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$Y=\frac{-e^{-1/2}}{1-2-e^{-2}}=\frac{e^{-1/2}}{1+e^{-2}}=\frac{e^{3/2}}{e^2+1}$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$\frac{dy}{dx}=Y\left(Ye^{1/2}-1\right)=\frac{e^{3/2}}{e^2+1}\left(\frac{e^2}{e^2+1}-1\right)=\frac{-e^{3/2}}{\left(e^2+1\right)^2}$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$\frac{-e^{3/2}}{\left(e^2+1\right)^2}$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check: the I.F.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 𝑜𝑓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I.F.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simply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(separable). Cue: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this shape.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separately: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differential equation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$P'+(1-n)pP=(1-n)q$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$P'-pP=-q$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$P'-xP=-e^{x^2/2}$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check: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$e^{\int(\text{coefficient of }P)}$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$Y=u\,e^{-\int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$u'=q\,e^{-(n-1)\int p}u^n$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$q=e^{(n-1)\int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$u'=u^n$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(separable). Cue: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$Y'+xY=e^{x^2/2}Y^2$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this shape.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separately: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differential equation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continuously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continuously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$f'(2)=\frac1{48}$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$\int_6^{f(x)}4t^3dt=(x-2)g(x)$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(variable upper limit) and limit as a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integral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quotient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limit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integral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$f(x)^4-6^4$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quotient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$\left(f^4\right)'(2)$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difference quotient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$\int_6^{f(x)}4t^3dt=f(x)^4-6^4$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$g(x)=\frac{f(x)^4-6^4}{x-2}$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$g(x)=\frac{f(x)^4-f(2)^4}{x-2}$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difference quotient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$\lim_{x\to2}g(x)=\frac{d}{dx}\left(f(x)^4\right)\Big|_{x=2}=4f(2)^3f'(2)$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$=4\cdot6^3\cdot\frac1{48}=\frac{864}{48}=18$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integrals: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integrals: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$\int_6^{f(x)}4t^3dt=4\xi^3\left(f(x)-6\right)$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$\xi$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$(x-2)g(x)=4\xi_x^3\left(f(x)-f(2)\right)$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$g(x)=4\xi_x^3\cdot\frac{f(x)-f(2)}{x-2}$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 f(2)=6$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$\xi_x\to6$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$\frac{f(x)-f(2)}{x-2}\to f'(2)=\frac1{48}$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$\lim_{x\to2}g(x)=4\cdot6^3\cdot\frac1{48}=18$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to be differentiable;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quotient and use the limit definition of a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as a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$\frac{d}{dx}\int_a^{f(x)}h(t)dt=h\left(f(x)\right)f'(x)$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$\int_a^{f(x)}h=(x-x_0)g(x)$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x_0}g(x)=h(a)\,f'(x_0)$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$4\cdot6^3\cdot\frac1{48}=18$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to be differentiable;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quotient and use the limit definition of a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as a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$\frac{F(f(x))-F(f(x_0))}{x-x_0}\to F'\left(f(x_0)\right)f'(x_0)$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ratio of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$A=\left\{(x,y)\in\mathbb R^2:y\ge0,\ 2x\le y\le\sqrt{4-(x-1)^2}\right\}$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$B=\left\{(x,y)\in\mathbb R\times\mathbb R:0\le y\le\min\left\{2x,\sqrt{4-(x-1)^2}\right\}\right\}$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ratio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$\frac{\pi+1}{\pi-1}$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$\frac{\pi}{\pi-1}$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regions bounded by a line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top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 quarter disc with a triangle removed or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top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$(x-1)^2+y^2=4$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 quarter disc with a triangle removed or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meeting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 of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1): points of the upper half-disc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 on or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quarter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$y=\sqrt{4-(x-1)^2}$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$5x^2-2x-3=0$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meeting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 of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1): points of the upper half-disc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lie on or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quarter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2):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triangle) and under the circle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quarter 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𝑜𝑓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𝑜𝑓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$(A)=\frac{\pi\cdot2^2}{4}-\frac12\cdot1\cdot2=\pi-1$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(figure 2):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triangle) and under the circle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quarter 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$(B)=\frac12\cdot1\cdot2+\frac{\pi\cdot2^2}{4}=1+\pi$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$\frac{\text{area of }A}{\text{area of }B}=\frac{\pi-1}{\pi+1}$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symmetry: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whole upper half-disc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triangle, so neither area needs separate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whole upper half-disc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triangle, so neither area needs separate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fill the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overlap (above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whole column each elsewhere).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upper half-disc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fill the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y\le\sqrt{4-(x-1)^2}$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overlap (above 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whole column each elsewhere).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upper half-disc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$=\frac{\pi\cdot2^2}{2}=2\pi$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$B=T+\pi$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AB=\frac{\pi-1}{\pi+1}$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cut from a symmetric figure by a line, sums and differences are easier than the pieces: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(half-disc)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quarter disc,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circle first; impose the sign conditions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afterwards to discard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cut from a symmetric figure by a line, sums and differences are easier than the pieces: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(half-disc)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$y=\sqrt{r^2-(x-h)^2}$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quarter disc,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r^2}{4}$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circle first; impose the sign conditions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afterwards to discard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$\int\sin^{-1}\left(\sqrt{\frac x{1+x}}\right)dx=A(x)\tan^{-1}\left(\sqrt x\right)+B(x)+C$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$(A(x),B(x))$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$\left(x+1,\sqrt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$\left(x-1,\sqrt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$\left(x-1,-\sqrt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$\left(x+1,-\sqrt x\right)$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parts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triangle with legs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integrate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$\sin^{-1}\sqrt{\frac{x}{1+x}}=\tan^{-1}\sqrt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triangle with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integrate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$I=\int\sin^{-1}\left(\frac{\sqrt x}{\sqrt{1+x}}\right)dx=\int\tan^{-1}\left(\sqrt 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parts,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$I=x\tan^{-1}\sqrt x-\int x\cdot\frac1{1+x}\cdot\frac1{2\sqrt x}dx+C$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$\int\frac{x}{1+x}\cdot\frac{dx}{2\sqrt x}=\frac12\int\frac{t\cdot2t\,dt}{1+t^2}=\int\frac{t^2}{1+t^2}dt$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$I=x\tan^{-1}\sqrt x-\int\frac{t^2}{1+t^2}dt+C$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$\int\frac{t^2}{1+t^2}dt=t-\tan^{-1}t$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$I=x\tan^{-1}\sqrt x-\sqrt x+\tan^{-1}\sqrt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$I=(x+1)\tan^{-1}\sqrt x-\sqrt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$B(x)=-\sqrt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$\left(x+1,-\sqrt x\right)$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right-hand side and match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right-hand side and match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options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$A'\tan^{-1}\sqrt x+\frac{A}{2\sqrt x(1+x)}+B'$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options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$B'=-\frac{A}{2\sqrt x(1+x)}$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$B'=-\frac1{2\sqrt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and (C) fail; (A) has the wrong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$B'=-\frac{x-1}{2\sqrt x(1+x)}=-\frac1{2\sqrt x}+\frac1{\sqrt x(1+x)}$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$B=-\sqrt x+2\tan^{-1}\sqrt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and (C) fail; (A) has the wrong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$\left(A,B\right)=\left(x+1,-\sqrt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$\left(x+1,-\sqrt x\right)$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Inverse-trig compositions reduce by a right triangle: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 For an inverse trigonometric function alone, integrate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coefficients after differentiating can eliminate options without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Inverse-trig compositions reduce by a right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$\sin^{-1}\sqrt{\frac{x}{1+x}}=\tan^{-1}\sqrt x=\cos^{-1}\frac1{\sqrt{1+x}}$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$\int\tan^{-1}\sqrt x\,dx=(x+1)\tan^{-1}\sqrt x-\sqrt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 For an inverse trigonometric function alone, integrate 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$A\tan^{-1}+B$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coefficients after differentiating can eliminate options without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$4\alpha\int_{-1}^{2}e^{-\alpha|x|}dx=5$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a modulus (piecewise exponential), Equation reducible to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a modulus (piecewise exponential), Equation reducible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branch;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branch;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$t=e^{-\alpha}$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</m:sSup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</m:sSup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$4\alpha\left(\int_{-1}^0e^{-\alpha|x|}dx+\int_0^2e^{-\alpha|x|}dx\right)=5$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$4\alpha\int_{-1}^0e^{\alpha x}dx+4\alpha\int_0^2e^{-\alpha x}dx=5$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$4\alpha\left[\frac{e^{\alpha x}}{\alpha}\right]_{-1}^0+4\alpha\left[\frac{e^{-\alpha x}}{-\alpha}\right]_0^2=5$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$4\left(1-e^{-\alpha}\right)-4\left(e^{-2\alpha}-1\right)=5$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$4e^{-2\alpha}+4e^{-\alpha}-3=0$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$4t^2+4t-3=0$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$(2t-1)(2t+3)=0$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front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leaves only exponentials.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exponential distribution function):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 is the cue.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$\int_{-p}^{q}e^{-\alpha|x|}dx=\frac{2-e^{-\alpha p}-e^{-\alpha q}}{\alpha}$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front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leaves only exponentials.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$\int_0^b\alpha e^{-\alpha x}dx=1-e^{-\alpha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exponential distribution function):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 is the cue.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$\int_1^2\left(\frac{t^4+1}{t^6+1}\right)dt$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$\tan^{-1}\frac12-\frac13\tan^{-1}8+\frac\pi3$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$\tan^{-1}\frac12+\frac13\tan^{-1}8-\frac\pi3$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$\tan^{-1}2-\frac13\tan^{-1}8+\frac\pi3$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$\tan^{-1}2+\frac13\tan^{-1}8-\frac\pi3$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integration: algebraic decomposition and standard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integration: algebraic decomposition and standard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second term integrates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$\frac{t^4+1}{t^6+1}=\frac1{t^2+1}+\frac{t^2}{t^6+1}$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second term integrates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$t^3=\theta$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numerator: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$\int_1^2\frac{\left(t^4+1\right)\left(t^2+1\right)}{\left(t^6+1\right)\left(t^2+1\right)}dt$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$\left(t^4+1\right)\left(t^2+1\right)=t^6+t^4+t^2+1$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$\int_1^2\frac{t^6+1}{\left(t^6+1\right)\left(t^2+1\right)}dt+\int_1^2\frac{t^4+t^2}{\left(t^6+1\right)\left(t^2+1\right)}dt$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$t^4+t^2=t^2\left(t^2+1\right)$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$I=\int_1^2\frac{dt}{t^2+1}+\int_1^2\frac{t^2}{t^6+1}dt$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$\left[\tan^{-1}t\right]_1^2=\tan^{-1}2-\frac\pi4$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$I_1=\int_1^2\frac{t^2}{t^6+1}dt$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$3t^2dt=d\theta$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$t=1\Rightarrow\theta=1$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$t=2\Rightarrow\theta=8$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$I_1=\frac13\int_1^8\frac{d\theta}{\theta^2+1}=\frac13\left[\tan^{-1}\theta\right]_1^8=\frac13\left(\tan^{-1}8-\frac\pi4\right)$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$I=\tan^{-1}2-\frac\pi4+\frac13\tan^{-1}8-\frac\pi{12}=\tan^{-1}2+\frac13\tan^{-1}8-\frac\pi3$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$\tan^{-1}2+\frac13\tan^{-1}8-\frac\pi3$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same split in one step, with no multiplication trick.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$t^6+1=(t^2+1)(t^4-t^2+1)$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$t^4+1=(t^4-t^2+1)+t^2$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same split in one step, with no multiplication trick.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cubes: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cubes: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$t^6+1=\left(t^2\right)^3+1=\left(t^2+1\right)\left(t^4-t^2+1\right)$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$t^4+1=\left(t^4-t^2+1\right)+t^2$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$\frac{t^4+1}{t^6+1}=\frac{1}{t^2+1}+\frac{t^2}{t^6+1}$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$\int_1^2\frac{dt}{t^2+1}=\tan^{-1}2-\frac\pi4$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$\int_1^2\frac{t^2dt}{t^6+1}=\frac13\left[\tan^{-1}t^3\right]_1^2=\frac13\left(\tan^{-1}8-\frac\pi4\right)$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$\tan^{-1}2+\frac13\tan^{-1}8-\frac\pi3$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$\tan^{-1}2+\frac13\tan^{-1}8-\frac\pi3$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handled by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here is different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$t^6+1=(t^2+1)(t^4-t^2+1)$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$t^4+1=(t^4-t^2+1)+t^2$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$\frac{t^4+1}{t^6+1}=\frac{1}{t^2+1}+\frac{t^2}{t^6+1}$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$\frac22=\frac12+\frac12$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$\int\frac{t^{n-1}}{t^{2n}+1}dt=\frac1n\tan^{-1}\left(t^n\right)+C$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$\frac{t^2+1}{t^4+1}$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$\frac{t^2-1}{t^4+1}$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handled by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$t\mp\frac1t=u$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here is different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$t^6+1$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$f(x)=\max\left\{x^2,1+[x]\right\}$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$\frac{8+4\sqrt2}{3}$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$\frac{5+4\sqrt2}{3}$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$\frac{1+5\sqrt2}{3}$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$\frac{4+5\sqrt2}{3}$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max and greatest-integer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cross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$1+[x]=1\ge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$\int_0^2f(x)dx=\int_0^11\,dx+\int_1^{\sqrt2}2\,dx+\int_{\sqrt2}^2x^2dx$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$=1+2\left(\sqrt2-1\right)+\left(\frac83-\frac{2\sqrt2}{3}\right)$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$=1+2\sqrt2-2+\frac83-\frac{2\sqrt2}{3}$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$=\frac53+\frac{4\sqrt2}{3}=\frac{5+4\sqrt2}{3}$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$\frac{5+4\sqrt2}{3}$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extra area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exceeds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$\int_0^2x^2dx$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extra area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exceeds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$\int\max\{u,v\}=\int v+\int(u-v)^+$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$\int_0^2f=\int_0^2x^2dx+\int_0^2\left(f-x^2\right)dx$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$f-x^2=\max\left\{0,\ 1+[x]-x^2\right\}$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$\int_0^2x^2dx=\frac83$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$1+[x]-x^2&gt;0$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$\int_0^1\left(1-x^2\right)dx=\frac23$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$\int_1^{\sqrt2}\left(2-x^2\right)dx=2\left(\sqrt2-1\right)-\frac{2\sqrt2-1}{3}=\frac{4\sqrt2-5}{3}$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$=\frac83+\frac23+\frac{4\sqrt2-5}{3}=\frac{5+4\sqrt2}{3}$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$\frac{5+4\sqrt2}{3}$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integrate the simple function and add only the region where the other one is larger.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functions are constant on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at integers first, then at the crossing points with the other function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useful for checking continuity, but for integrals splitting at the crossings is faster.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$\int\max\{u,v\}=\int v+\int(u-v)^+$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integrate the simple function and add only the region where the other one is larger.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functions are constant on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at integers first, then at the crossing points with the other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useful for checking continuity, but for integrals splitting at the crossings is faster.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$I=\int_1^2\frac{dx}{\sqrt{2x^3-9x^2+12x+4}}$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$\frac1{16}&lt;I^2&lt;\frac19$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$\frac18&lt;I^2&lt;\frac14$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$\frac19&lt;I^2&lt;\frac18$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$\frac16&lt;I^2&lt;\frac12$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Estimating a definite integral by monotonicity of the integrand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its end values (interval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is 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$\frac1{\sqrt{f}}$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its end values (interval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$f(x)=2x^3-9x^2+12x+4$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$f'(x)=6x^2-18x+12$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$\frac1{\sqrt{f(x)}}$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$(2-1)\cdot\frac1{\sqrt{f(1)}}&lt;I&lt;(2-1)\cdot\frac1{\sqrt{f(2)}}$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$f(1)=2-9+12+4=9$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$f(2)=16-36+24+4=8$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$\frac13&lt;I&lt;\frac1{2\sqrt2}$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$\frac19&lt;I^2&lt;\frac18$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$\frac19&lt;I^2&lt;\frac18$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calculus: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calculus: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$8&lt;f(x)&lt;9$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over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strict inequalities: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$f(x)-8=2x^3-9x^2+12x-4=(x-2)^2(2x-1)$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$f(x)-9=2x^3-9x^2+12x-5=(x-1)^2(2x-5)$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$(x-2)^2(2x-1)&gt;0$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$(x-1)^2(2x-5)&lt;0$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$8&lt;f(x)&lt;9$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$\frac13&lt;\frac1{\sqrt{f(x)}}&lt;\frac1{\sqrt8}=\frac1{2\sqrt2}$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over an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strict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$\frac13&lt;I&lt;\frac1{2\sqrt2}$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$\frac19&lt;I^2&lt;\frac18$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$\frac19&lt;I^2&lt;\frac18$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decreasing; do not swap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end gives a double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 values gives sign information without derivatives.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$(b-a)\min\left(h(a),h(b)\right)&lt;\int_a^bh&lt;(b-a)\max\left(h(a),h(b)\right)$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decreasing; do not swap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end gives a double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$f-f(x_0)$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$f-8=(x-2)^2(2x-1)$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 values gives sign information without derivatives.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fixed. If 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fixed. If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$\int\frac{\tan x+\tan\alpha}{\tan x-\tan\alpha}dx=A(x)\cos2\alpha+B(x)\sin2\alpha+C$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$\log_e|\cos(x-\alpha)|$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$\log_e|\sin(x-\alpha)|$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$\log_e|\sin(x-\alpha)|$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$\log_e|\sin(x+\alpha)|$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integration: trigonometric simplification and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of tangents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splits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of tangents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$\frac{\sin(x+\alpha)}{\sin(x-\alpha)}$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splits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$\cos2\alpha+\sin2\alpha\cot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x+\tan\alpha}{\tan x-\tan\alpha}=\frac{\sin x\cos\alpha+\cos x\sin\alpha}{\sin x\cos\alpha-\cos x\sin\alpha}=\frac{\sin(x+\alpha)}{\sin(x-\alpha)}$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absorbed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option (B) is also a valid antiderivative. The direct result is (C), the printed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$x-\alpha=t$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$I=\int\frac{\sin(t+2\alpha)}{\sin 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$\sin(t+2\alpha)=\sin t\cos2\alpha+\cos t\sin2\alpha$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$\cos2\alpha+\sin2\alpha\cot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$I=\cos2\alpha\cdot t+\sin2\alpha\cdot\ln|\sin 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$I=(x-\alpha)\cos2\alpha+\sin2\alpha\ln|\sin(x-\alpha)|+c$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$B=\ln|\sin(x-\alpha)|$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$(x+\alpha)\cos2\alpha$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$(x-\alpha)\cos2\alpha$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absorbed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option (B) is also a valid antiderivative. The direct result is (C), the printed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(printed key; (B) is equally valid, see note)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$\sin(x+\alpha)=\sin(x-\alpha)+2\cos x\sin\alpha$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$\frac{\sin(x+\alpha)}{\sin(x-\alpha)}=1+\frac{\sin(x+\alpha)-\sin(x-\alpha)}{\sin(x-\alpha)}=1+\frac{2\cos x\sin\alpha}{\sin(x-\alpha)}$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x=\cos\left((x-\alpha)+\alpha\right)=\cos(x-\alpha)\cos\alpha-\sin(x-\alpha)\sin\alpha$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$\frac{2\cos x\sin\alpha}{\sin(x-\alpha)}=\sin2\alpha\cot(x-\alpha)-2\sin^2\alpha$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(C); this also shows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determined up to an added constant.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$\left(1-2\sin^2\alpha\right)+\sin2\alpha\cot(x-\alpha)=\cos2\alpha+\sin2\alpha\cot(x-\alpha)$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$I=x\cos2\alpha+\sin2\alpha\ln|\sin(x-\alpha)|+C=(x-\alpha)\cos2\alpha+\sin2\alpha\ln|\sin(x-\alpha)|+C'$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$C'=C+\alpha\cos2\alpha$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$B=\ln|\sin(x-\alpha)|$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(C); this also shows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determined up to an added constant.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(printed key; (B) is equally valid, see note)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indefinite integral is defined only up to a constant: terms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a constant, so two options can both be right. Look for the form the working gives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x+\tan\alpha}{\tan x-\tan\alpha}=\frac{\sin(x+\alpha)}{\sin(x-\alpha)}$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x-\tan\alpha}{\tan x+\tan\alpha}=\frac{\sin(x-\alpha)}{\sin(x+\alpha)}$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$\int\frac{\sin(x+a)}{\sin(x+b)}dx=x\cos(a-b)+\sin(a-b)\ln|\sin(x+b)|+C$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$\sin(x+a)=\sin\left((x+b)+(a-b)\right)$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indefinite integral is defined only up to a constant: terms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$(x\pm\alpha)\cos2\alpha$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a constant, so two options can both be right. Look for the form the working gives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$\frac{dy}{dx}+\frac{5}{x\left(x^5+1\right)}y=\frac{\left(x^5+1\right)^2}{x^7}$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$\frac{679}{128}$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$\frac{637}{128}$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$\frac{697}{128}$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$\frac{693}{128}$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with integrating factor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I.F.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the right side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$\frac{5}{x(x^5+1)}=\frac5x-\frac{5x^4}{x^5+1}$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$\frac{x^5}{x^5+1}$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the right side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$\frac{1+x^5}{x^2}$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top and bottom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$=e^{\int\frac{5\,dx}{x(x^5+1)}}$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$\frac{5}{x(x^5+1)}=\frac{5x^{-6}}{1+x^{-5}}$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$1+x^{-5}=t$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$-5x^{-6}dx=dt$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$\int\frac{5x^{-6}}{1+x^{-5}}dx=-\int\frac{dt}{t}=-\ln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$=e^{-\ln t}=\frac1t=\frac1{1+x^{-5}}=\frac{x^5}{1+x^5}$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$y\cdot\frac{x^5}{1+x^5}=\int\frac{x^5}{1+x^5}\cdot\frac{\left(1+x^5\right)^2}{x^7}dx=\int\frac{1+x^5}{x^2}dx$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 x^{-2}dx+\int x^3dx$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$y\cdot\frac{x^5}{1+x^5}=\frac{x^4}{4}-\frac1x+c$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$2\cdot\frac12=\frac14-1+c$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$y\cdot\frac{x^5}{1+x^5}=\frac{x^4}{4}-\frac1x+\frac74$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$y\cdot\frac{32}{33}=4-\frac12+\frac74=\frac{21}{4}$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$y(2)=\frac{21}{4}\cdot\frac{33}{32}=\frac{693}{128}$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693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$\frac{693}{128}$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the I.F., the right side often simplifies sharply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simplify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initial condition on the I.F. form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avoiding fractions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$\frac{n}{x(x^n+1)}=\frac nx-\frac{nx^{n-1}}{x^n+1}$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$y'+\frac{n}{x(x^n+1)}y=Q$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$\frac{x^n}{x^n+1}$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the I.F., the right side often simplifies sharply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$\frac{x^5}{1+x^5}\cdot\frac{(1+x^5)^2}{x^7}=\frac{1+x^5}{x^2}$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simplify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initial condition on the I.F. form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$y\cdot\frac{x^5}{1+x^5}$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avoiding fractions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$\left(1+x^2\right)dy=y(x-y)dx$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$y\left(2\sqrt2\right)=\beta$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$e^{\beta^{-1}}=e^{-2}\left(3+2\sqrt2\right)$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$e^{3\beta^{-1}}=e\left(3+2\sqrt2\right)$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$e^{3\beta^{-1}}=e\left(5+\sqrt2\right)$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$e^{\beta^{-1}}=e^{-2}\left(5+\sqrt2\right)$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 reduced to a linear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makes it a Bernoulli equation;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with 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makes it a Bernoulli equation;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form).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$y(x-y)dx=\left(1+x^2\right)dy$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$\frac{dy}{dx}=\frac{x}{1+x^2}y-\frac{y^2}{1+x^2}$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$\frac{dy}{dx}-\frac{x}{1+x^2}y=-\frac{y^2}{1+x^2}$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form).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$-\frac1{y^2}\frac{dy}{dx}+\frac{x}{1+x^2}\cdot\frac1y=\frac1{1+x^2}$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$-\frac1{y^2}\frac{dy}{dx}=\frac{dt}{dx}$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$\frac{dt}{dx}+\frac{x}{1+x^2}t=\frac1{1+x^2}$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$=e^{\int\frac{x}{1+x^2}dx}=e^{\frac12\ln\left(1+x^2\right)}=\sqrt{1+x^2}$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$t\sqrt{1+x^2}=\int\frac{\sqrt{1+x^2}}{1+x^2}dx+c$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$\frac{\sqrt{1+x^2}}{y}=\int\frac{dx}{\sqrt{1+x^2}}+c$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$\frac{\sqrt{1+x^2}}{y}=\ln\left(x+\sqrt{x^2+1}\right)+c$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$\sqrt{1+8}=3$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$\frac3\beta=\ln\left(2\sqrt2+3\right)+1$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$3\beta^{-1}=\ln\left(e\left(2\sqrt2+3\right)\right)$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$e^{3\beta^{-1}}=e\left(3+2\sqrt2\right)$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$e^{3\beta^{-1}}=e\left(3+2\sqrt2\right)$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I.F.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trivial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$(1+x^2)\frac{dy}{dx}=\frac{dy}{d\theta}$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I.F.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trivial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I.F.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$\left(1+x^2\right)\frac{dy}{dx}=\frac{dy}{d\theta}$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$\frac{dy}{d\theta}=y\left(\tan\theta-y\right)$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$\frac{dt}{d\theta}+t\tan\theta=1$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$\frac{d}{d\theta}\left(t\sec\theta\right)=\sec\theta$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$t\sec\theta=\ln\left(\sec\theta+\tan\theta\right)+c$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$\frac3\beta=\ln\left(3+2\sqrt2\right)+1$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$e^{3/\beta}=e\left(3+2\sqrt2\right)$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$e^{3\beta^{-1}}=e\left(3+2\sqrt2\right)$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I.F.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$z'+(1-n)Pz=(1-n)Q$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$\int\frac{dx}{\sqrt{1+x^2}}=\ln\left(x+\sqrt{1+x^2}\right)=\sinh^{-1}x$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$\ln\left(3+2\sqrt2\right)=2\ln\left(1+\sqrt2\right)$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$\int\frac{x}{1+x^2}dx=\frac12\ln\left(1+x^2\right)$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origin.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$\frac{dy}{dx}-\frac{3x^5\tan^{-1}\left(x^3\right)}{\left(1+x^6\right)^{3/2}}y=2x\exp\left\{\frac{x^3-\tan^{-1}x^3}{\sqrt{1+x^6}}\right\}$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origin.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$\exp\left(\frac{\pi-4}{4\sqrt2}\right)$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$\exp\left(\frac{1-\pi}{4\sqrt2}\right)$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$\exp\left(\frac{4+\pi}{4\sqrt2}\right)$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$\exp\left(\frac{4-\pi}{4\sqrt2}\right)$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with a composite-function integrating factor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I.F.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I.F. cancels the exponential on the right,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$\tan^{-1}x^3=t$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I.F.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t\sin t\,dt$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I.F. cancels the exponential on the right,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$=e^{-\int\frac{3x^5\tan^{-1}x^3}{\left(1+x^6\right)^{3/2}}dx}$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$3x^5=x^3\cdot3x^2$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$\frac{3x^2}{1+x^6}dx=dt$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$\sqrt{1+x^6}=\sec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parts), so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exponentials cancel: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$\int\frac{x^3}{\sqrt{1+x^6}}\cdot\frac{3x^2\tan^{-1}x^3}{1+x^6}dx=\int\frac{\tan t}{\sec t}\cdot t\,dt=\int t\sin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t\sin t\,dt=\sin t-t\cos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parts), so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 t\sin t\,dt}=e^{t\cos t-\sin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t=\frac1{\sqrt{1+x^6}}$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t=\frac{x^3}{\sqrt{1+x^6}}$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$=\exp\left(\frac{\tan^{-1}x^3-x^3}{\sqrt{1+x^6}}\right)$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$y\,e^{\frac{\tan^{-1}x^3-x^3}{\sqrt{1+x^6}}}=\int2x\,e^{\frac{x^3-\tan^{-1}x^3}{\sqrt{1+x^6}}}\cdot e^{\frac{\tan^{-1}x^3-x^3}{\sqrt{1+x^6}}}dx+C$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exponentials cancel: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$\int2x\,dx+C=x^2+C$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$y(1)=e^{\frac{1-\tan^{-1}1}{\sqrt2}}=\exp\left(\frac1{\sqrt2}\left(1-\frac\pi4\right)\right)=\exp\left(\frac{4-\pi}{4\sqrt2}\right)$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$\exp\left(\frac{4-\pi}{4\sqrt2}\right)$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right side, check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coefficient, then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$h=\frac{x^3-\tan^{-1}x^3}{\sqrt{1+x^6}}$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right side, check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$y=v\,e^{h}$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whether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$h=\frac{x^3-\tan^{-1}x^3}{\sqrt{1+x^6}}$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$h'=p=\frac{3x^5\tan^{-1}x^3}{\left(1+x^6\right)^{3/2}}$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$\frac{dh}{du}=\frac{u^2}{\left(1+u^2\right)^{3/2}}-\frac{\left(u-\tan^{-1}u\right)u}{\left(1+u^2\right)^{3/2}}=\frac{u\tan^{-1}u}{\left(1+u^2\right)^{3/2}}$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$h'(x)=\frac{3x^5\tan^{-1}x^3}{\left(1+x^6\right)^{3/2}}=p$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$y'-h'y=2xe^{h}$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$y=v\,e^{h}$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$y'-h'y=v'e^{h}$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$v'e^{h}=2xe^{h}$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$y(1)=e^{h(1)}=\exp\left(\frac{1-\pi/4}{\sqrt2}\right)=\exp\left(\frac{4-\pi}{4\sqrt2}\right)$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$\exp\left(\frac{4-\pi}{4\sqrt2}\right)$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right side to 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by differentiation);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the coefficient in this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route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$y'-h'(x)y=q(x)e^{h(x)}$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$y=v\,e^{h}$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right side to guess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$\frac{d}{du}\left[\frac{u-\tan^{-1}u}{\sqrt{1+u^2}}\right]=\frac{u\tan^{-1}u}{\left(1+u^2\right)^{3/2}}$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by differentiation);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the coefficient in this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route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$\left(1+u^2\right)^{n/2}$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t\sin t\,dt=\sin t-t\cos 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$\int\frac{\cos x\,dx}{\sin^3x\left(1+\sin^6x\right)^{2/3}}=f(x)\left(1+\sin^6x\right)^{1/\lambda}+c$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f\left(\frac\pi3\right)$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substitution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substitution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$\sin^mx\left(1+\sin^nx\right)^p$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divide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bracket: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divide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bracket: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$1+t^{-6}=r^3$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$t^{-7}dt$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$-\frac12r^2dr$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$I=\int\frac{dt}{t^3\left(1+t^6\right)^{2/3}}$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$\left(1+t^6\right)^{2/3}=t^4\left(1+t^{-6}\right)^{2/3}$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$I=\int\frac{t^{-7}}{\left(1+t^{-6}\right)^{2/3}}dt$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$1+t^{-6}=r^3$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$-6t^{-7}dt=3r^2dr$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$t^{-7}dt=-\frac12r^2dr$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$I=-\frac12\int\frac{r^2}{r^2}dr=-\frac12\int dr=-\frac r2+c$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$r=\left(\frac{1+\sin^6x}{\sin^6x}\right)^{1/3}=\frac{\left(1+\sin^6x\right)^{1/3}}{\sin^2x}$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$I=-\frac1{2\sin^2x}\left(1+\sin^6x\right)^{1/3}+c$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$f(x)\left(1+\sin^6x\right)^{1/\lambda}$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$\frac1\lambda=\frac13$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$f(x)=-\frac1{2\sin^2x}$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$f\left(\frac\pi3\right)=-\frac{1}{2\cdot\frac34}=-\frac23$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f\left(\frac\pi3\right)=3\cdot\left(-\frac23\right)=-2$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Assume the answer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Assume the answer has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$k\sin^{-2}x\left(1+\sin^6x\right)^{1/3}$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differentiation, as in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bracket becomes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$F=k\,\sin^{-2}x\left(1+\sin^6x\right)^{1/3}$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differentiation, as in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$F'=k\cos x\left[-2\sin^{-3}x\left(1+\sin^6x\right)^{1/3}+\sin^{-2}x\cdot\frac13\left(1+\sin^6x\right)^{-2/3}\cdot6\sin^5x\right]$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$\sin^{-3}x\left(1+\sin^6x\right)^{-2/3}$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bracket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$\left[-2\left(1+\sin^6x\right)+2\sin^6x\right]=-2$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integrand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$F'=\frac{-2k\cos x}{\sin^3x\left(1+\sin^6x\right)^{2/3}}$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integrand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$f(x)=-\frac1{2\sin^2x}$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f\left(\frac\pi3\right)=-2$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compare the power of the bracket first, then the remaining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t^{-(n+1)}\left(1+t^{-n}\right)^q dt=-\frac{\left(1+t^{-n}\right)^{q+1}}{n(q+1)}+C$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$-\frac12\left(1+t^{-6}\right)^{1/3}$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t^{-m}\left(1+t^n\right)^p 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$m-np=n+1$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$t^{-(n+1)}\left(1+t^{-n}\right)^p$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$f(x)\left(1+\sin^6x\right)^{1/\lambda}$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compare the power of the bracket first, then the remaining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04) Question bank · detailed solutions · 20 single-correct questions (printed Q61–Q80)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