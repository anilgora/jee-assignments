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1.0</c:v>
                </c:pt>
                <c:pt idx="2">
                  <c:v>2.0</c:v>
                </c:pt>
                <c:pt idx="3">
                  <c:v>2.0</c:v>
                </c:pt>
                <c:pt idx="4">
                  <c:v>1.0</c:v>
                </c:pt>
                <c:pt idx="5">
                  <c:v>3.0</c:v>
                </c:pt>
                <c:pt idx="6">
                  <c:v>3.0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2.0</c:v>
                </c:pt>
                <c:pt idx="11">
                  <c:v>1.0</c:v>
                </c:pt>
                <c:pt idx="12">
                  <c:v>2.0</c:v>
                </c:pt>
                <c:pt idx="13">
                  <c:v>2.0</c:v>
                </c:pt>
                <c:pt idx="14">
                  <c:v>1.0</c:v>
                </c:pt>
                <c:pt idx="15">
                  <c:v>1.0</c:v>
                </c:pt>
                <c:pt idx="16">
                  <c:v>2.0</c:v>
                </c:pt>
                <c:pt idx="17">
                  <c:v>2.0</c:v>
                </c:pt>
                <c:pt idx="18">
                  <c:v>3.0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printed question asks which statement is INCORRECT and the key says (A). But $g(\alpha)=\pi/12$ is constant, so (A) 'even' is TRUE and (B), (C), (D) are all incorrect - three options fit the wording. The key (A) fits only if the question were 'which statement is correct'. The PDF's working (g = pi/12) is right; the PDF does not discuss the options at all, so option-by-option verdicts were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substitutes y-3x (printed 'y-3x' in the DE and in the final line) and writes dy/dx-3=dt/dx. With the DE as printed in the question the correct substitution is t=y+3x with dt/dx=dy/dx+3. The PDF's method and the final result x=(ln t)^2/2 - c are right; signs/variable were corrected.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(Integral Calculus 03)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 bank · detailed solutions · 20 single-correct questions (printed Q41–Q60)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4 marks per question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differentiable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differentiable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$f(x)+\int_3^x\frac{f(t)}{t}dt=\sqrt{x+1},\ x\ge3$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$12f(8)$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Fundamental theorem of calculus (integral equation), Linear differential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Differentiating removes the integral and leaves a linear DE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I.F.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Differentiating removes the integral and leaves a linear 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$y'+\frac{y}{x}=\frac{1}{2\sqrt{x+1}}$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I.F.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linear: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$f'(x)+\frac{f(x)}{x}=\frac{1}{2\sqrt{x+1}}$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linear: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$\frac{dy}{dx}+\frac{y}{x}=\frac{1}{2\sqrt{x+1}}$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$=e^{\int\frac1x dx}=x$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 x=\int x\cdot\frac{1}{2\sqrt{x+1}}dx+c$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$dx=2t\,dt$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 x=\frac12\int\frac{(t^2-1)\,2t\,dt}{t}+c$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given equation (the integral vanishes):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 x=\frac12\left(\frac23t^3-2t\right)+c$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 x=\frac{(\sqrt{x+1})^3}{3}-\sqrt{x+1}+c$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given equation (the integral vanishes):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$f(3)=\sqrt4=2$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$3f(3)=6$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$6=\frac{2^3}{3}-2+c$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$c=8-\frac83=\frac{16}{3}$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$f(x)=\frac1x\left(\frac{(\sqrt{x+1})^3}{3}-\sqrt{x+1}+\frac{16}{3}\right)$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$12f(8)=\frac{12}{8}\left(\frac{27}{3}-3+\frac{16}{3}\right)=\frac32\left(6+\frac{16}{3}\right)=17$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between the limits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no I.F. talk.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$(xf)'=xf'+f=\frac{x}{2\sqrt{x+1}}$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between the limits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constant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no I.F. talk.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$f'+\frac fx=\frac{1}{2\sqrt{x+1}}$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$\frac{d}{dx}\left(xf(x)\right)=\frac{x}{2\sqrt{x+1}}$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$8f(8)-3f(3)=\int_3^8\frac{x}{2\sqrt{x+1}}dx$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$u=\sqrt{x+1}$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$x=u^2-1$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$dx=2u\,du$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$u:2\to3$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$\int_3^8\frac{x\,dx}{2\sqrt{x+1}}=\int_2^3(u^2-1)du$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$\int_2^3(u^2-1)du=\left[\frac{u^3}{3}-u\right]_2^3=(9-3)-\left(\frac83-2\right)=6-\frac23=\frac{16}{3}$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$8f(8)=6+\frac{16}{3}=\frac{34}{3}$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$12f(8)=\frac{12}{8}\cdot\frac{34}{3}=17$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constant to find.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I.F.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Integrals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$f+\int_a^x\frac{f}{t}dt=g(x)$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$f(a)=g(a)$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$(xf)'=x\,g'(x)$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$xf(x)=af(a)+\int_a^x t\,g'(t)\,dt$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constant to find.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$y'+\frac yx=q(x)$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I.F.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$(xy)'=xq$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$(x)'=1=x\cdot\frac1x$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Integrals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$\frac{x}{\sqrt{x+a}}$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$x+a=u^2$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$2(u^2-a)du$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region, enclosed by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is not common to the region bounded by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straight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region, enclosed by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is not common to the region bounded by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straight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$\frac16(12\pi-1)$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$\frac16(24\pi-1)$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$\frac13(12\pi-1)$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$\frac13(24\pi-1)$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bounded by parabola and a line, Area of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parabola-line region lies wholly inside the circle (both meet it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subtract its area from the circle's.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parabola-line region lies wholly inside the circle (both meet it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subtract its area from the circle's.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points lie on the circle, and the region between them lies inside the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bounded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r^2=2\pi$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points lie on the circle, and the region between them lies inside the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$A_2=\int_0^1(\sqrt x-x)\,dx$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Desired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$A_2=\left[\frac{2x^{3/2}}{3}-\frac{x^2}{2}\right]_0^1=\frac23-\frac12=\frac16$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Desired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$=A_1-A_2=2\pi-\frac16=\frac{12\pi-1}{6}$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$\frac16(12\pi-1)$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the area of a parabolic segment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cut by a chord, with no square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the area of a parabolic segment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$\frac{|a|\,(\Delta y)^3}{6}$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$x=ay^2$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cut by a chord, with no square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parabola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is to the right of the parabola: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parabola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 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is to the right of the parabola: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$\int_0^1(y-y^2)\,dy=\frac12-\frac13=\frac16$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agrees with the segment formula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has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agrees with the segment formula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$\frac{|a|(\Delta y)^3}{6}=\frac16$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$2\pi-\frac16=\frac{12\pi-1}{6}$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$\frac16(12\pi-1)$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whose end-points have ordinates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subtracting a region from a circle, test that it lies inside it: if the curve's end-points lie on the circle and the region is convex-bounded by them, it does.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read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 (do not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$x=ay^2+by+c$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whose end-points have ordinates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$y_1,y_2$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$\frac{|a|\,|y_2-y_1|^3}{6}$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subtracting a region from a circle, test that it lies inside it: if the curve's end-points lie on the circle and the region is convex-bounded by them, it does.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read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 (do not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$\int_{-2}^{2}\frac{\sin^2x}{\left[\frac{x}{\pi}\right]+\frac12}dx$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$4-\sin4$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integrals with the greatest integer function, Properties of definite integrals (odd function)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makes the integrand odd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$\left[\frac x\pi\right]+\left[\frac{-x}{\pi}\right]=-1$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$x\notin\pi\mathbb 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makes the integrand odd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$\int_{-2}^{2}h(x)dx=\int_0^2\left(h(x)+h(-x)\right)dx$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$h(x)=\frac{\sin^2x}{\left[\frac x\pi\right]+\frac12}$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$I=\int_0^2\left(\frac{\sin^2x}{\left[\frac x\pi\right]+\frac12}+\frac{\sin^2x}{\left[\frac{-x}{\pi}\right]+\frac12}\right)dx$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 x\pi\right]+\left[\frac{-x}{\pi}\right]=-1$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$\left[\frac{-x}{\pi}\right]=-1-\left[\frac x\pi\right]$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$\left[\frac{-x}{\pi}\right]+\frac12=-\frac12-\left[\frac x\pi\right]=-\left(\left[\frac x\pi\right]+\frac12\right)$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$I=\int_0^2\left(\frac{\sin^2x}{\left[\frac x\pi\right]+\frac12}-\frac{\sin^2x}{\left[\frac x\pi\right]+\frac12}\right)dx=0$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greatest-integer function directly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greatest-integer function directly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$[-2,0)$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$-\pi&lt;-2$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$2&lt;\pi$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denominator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denominator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$-1&lt;\frac x\pi&lt;0$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$\frac2\pi&lt;1$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 x\pi\right]=-1$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$0\le\frac x\pi&lt;1$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 x\pi\right]=0$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two terms cancel: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$I=-2\int_{-2}^{0}\sin^2x\,dx+2\int_0^2\sin^2x\,dx$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$\int_{-2}^0\sin^2x\,dx=\int_0^2\sin^2x\,dx$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two terms cancel: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same holds for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null set, so integrals are unaffected).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(except at integers),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𝑒𝑣𝑒𝑛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integrates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locate the interval against the jumps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first: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$x\notin\mathbb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$[x]+[-x]=-1$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same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 x\pi\right]$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$x\notin\pi\mathbb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null set, so integrals are unaffected).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$\varphi(x)=[x]+\frac12$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$\varphi(-x)=-\varphi(x)$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(except at integers),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$\frac{\text{even}}{\varphi}$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integrates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$[-a,a]$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locate the interval against the jumps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$[\cdot]$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$\frac{x}{\pi}\in\left[-\frac2\pi,\frac2\pi\right]$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all real triplets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all real triplets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$f(x)=a+bx+cx^2$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$\int_0^1f(x)dx$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$\frac12\left\{f(1)+3f\left(\frac12\right)\right\}$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$\frac16\left\{f(0)+f(1)+4f\left(\frac12\right)\right\}$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$2\left\{3f(1)+2f\left(\frac12\right)\right\}$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$\frac13\left\{f(0)+f\left(\frac12\right)\right\}$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 of a quadratic (Simpson's rule)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options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$\int_0^1f$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options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combination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$f(0)+f(1)+4f(\tfrac12)=6a+3b+2c$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$6\int_0^1f$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$\int_0^1f(x)dx=\left[ax+\frac{bx^2}{2}+\frac{cx^3}{3}\right]_0^1$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$\int_0^1f(x)dx=a+\frac b2+\frac c3$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$f(1)=a+b+c$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$f\left(\frac12\right)=a+\frac b2+\frac c4$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$4f\left(\frac12\right)=4a+2b+c$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$f(0)+f(1)+4f\left(\frac12\right)=a+(a+b+c)+(4a+2b+c)=6a+3b+2c$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$\int_0^1f(x)dx=a+\frac b2+\frac c3=\frac16\left(6a+3b+2c\right)=\frac16\left\{f(0)+f(1)+4f\left(\frac12\right)\right\}$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$\frac16\left\{f(0)+f(1)+4f\left(\frac12\right)\right\}$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identity must hold for every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test the options on the basis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 integration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general).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identity must hold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test the options on the basis functions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 integration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general).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all fail. Option (B)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(B)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$\int_0^1f=1$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$\frac12(1+3)=2$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$2(3+2)=10$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$\frac13(1+1)=\frac23$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all fail. Option (B)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$\frac16(1+1+4)=1$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(B)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$\int_0^1x\,dx=\frac12$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$\frac16\left(0+1+4\cdot\frac12\right)=\frac12$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(B)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linearity (B) holds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(B)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$\int_0^1x^2dx=\frac13$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$\frac16\left(0+1+4\cdot\frac14\right)=\frac13$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linearity (B) holds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$a+bx+cx^2$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$\frac16\left\{f(0)+f(1)+4f\left(\frac12\right)\right\}$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Simpson's rule: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 for every polynomial of degree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identify a formula valid for all quadratics, test on the basis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three checks suffice by linearity.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Trapezium rule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 only for degree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Simpson's is the first rule exact for a quadratic.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Simpson's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$\int_p^q f\,dx=\frac{q-p}{6}\left\{f(p)+4f\left(\frac{p+q}{2}\right)+f(q)\right\}$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 for every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$\frac14=\frac16\left(0+\frac12+1\right)$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identify a formula valid for all quadratics, test on the basis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$1,x,x^2$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three checks suffice by linearity.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Trapezium rule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$\frac{q-p}{2}\{f(p)+f(q)\}$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 only for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Simpson's is the first rule exact for a quadratic.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represented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 by a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Square of side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Square of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Rhombus of side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Rhombus of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represented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$|x-y|\le2$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$|x+y|\le2$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 by a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Square of side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Square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Rhombus of side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Rhombus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Region represented by inequalities with modulus, Area of a square / rhombus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four boundary lines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region is a square with perpendicular equal diagonals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four boundary lines meet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$(\pm2,0)$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$(0,\pm2)$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region is a square with perpendicular equal diagonals of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strip between the parallel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strip between the parallel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strips are perpendicular to each other, so their intersection is a rectangle; its vertices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$C_1:|y-x|\le2$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strip between the parallel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$C_2:|y+x|\le2$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strip between the parallel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strips are perpendicular to each other, so their intersection is a rectangle; its vertices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side joins consecutive vertices, 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sides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sides are perpendicular, so the region is a square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side joins consecutive vertices,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$=\sqrt{2^2+2^2}=2\sqrt2$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sides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sides are perpendicular, so the region is a square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Square of side length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Square of side length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Change variables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region becomes the square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areas scale by the Jacobian.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Change variables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$u=x-y$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$v=x+y$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region becomes the square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$|u|\le2$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$|v|\le2$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areas scale by the Jacobian.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plane the region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square of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area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$(u,v)$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plane the region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$|u|\le2,\ |v|\le2$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square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$4\times4=16$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$\frac{\partial(u,v)}{\partial(x,y)}=\left|\begin{matrix}1&amp;-1\\1&amp;1\end{matrix}\right|=2$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$dA_{xy}=\frac12dA_{uv}$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area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$\frac{16}{2}=8$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perpendicular, so the shape is a rectangle; it is a square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have half-width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map is a rotation-scaling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side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square. Same answer, and this shows (B) and (D) are wrong.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perpendicular, so the shape is a rectangle; it is a square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have half-width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map is a rotation-scaling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$\sqrt8=2\sqrt2$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square. Same answer, and this shows (B) and (D) are wrong.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Square of side length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Square of side length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give the square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square;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axis-parallel square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quadrilateral with equal, perpendicular, bisecting diagonals is a square (area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$|x-y|\le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$|x+y|\le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give the square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 a,0),(0,\pm 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$|x|+|y|\le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square;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$\max(|x|,|y|)\le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axis-parallel square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quadrilateral with equal, perpendicular, bisecting diagonals is a square (area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$\int_{\pi/6}^{\pi/3}\tan^3x\cdot\sin^23x\,(2\sec^2x\cdot\sin^23x+3\tan x\cdot\sin6x)\,dx$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 by recognising an exact derivative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integrand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$\sin6x=2\sin3x\cos3x$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integrand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$\frac12\frac{d}{dx}\left(\tan^4x\sin^43x\right)$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integrand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{"/>
                            <m:sepChr m:val=""/>
                            <m:endChr m:val="}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sec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{"/>
                            <m:sepChr m:val=""/>
                            <m:endChr m:val="}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43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$\sin6x=2\sin3x\cos3x$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$2\tan^3x\sec^2x\sin^43x+6\tan^4x\sin^33x\cos3x$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$I=\frac12\int_{\pi/6}^{\pi/3}\left\{\left(4\tan^3x\sec^2x\right)\sin^43x+\left(4\sin^33x\cos3x\cdot3\right)\tan^4x\right\}dx$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$4\tan^3x\sec^2x=\frac{d}{dx}\left(\tan^4x\right)$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$4\sin^33x\cos3x\cdot3=\frac{d}{dx}\left(\sin^43x\right)$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$I=\frac12\int_{\pi/6}^{\pi/3}\left\{\sin^43x\frac{d}{dx}\left(\tan^4x\right)+\tan^4x\frac{d}{dx}\left(\sin^43x\right)\right\}dx$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product rule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product rule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$I=\frac12\int_{\pi/6}^{\pi/3}\frac{d}{dx}\left(\tan^4x\sin^43x\right)dx=\frac12\left[\tan^4x\sin^43x\right]_{\pi/6}^{\pi/3}$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$\sin\pi=0$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$\tan^4\frac\pi6=\frac19$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$\sin^4\frac\pi2=1$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$I=\frac12\left[0-\frac19\right]=-\frac1{18}$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$-\frac1{18}$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whole integrand collapses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$u=\tan x\,\sin3x$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whole integrand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$2u^3\,du$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the integrand: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$u=\tan x\sin3x$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$\frac{du}{dx}=\sec^2x\sin3x+3\tan x\cos3x$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the integrand: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$\tan^3x\sin^23x\left(2\sec^2x\sin^23x+6\tan x\sin3x\cos3x\right)=2\tan^3x\sin^33x\left(\sec^2x\sin3x+3\tan x\cos3x\right)=2u^3\frac{du}{dx}$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$x=\frac\pi6\Rightarrow u=\frac1{\sqrt3}\cdot1=\frac1{\sqrt3}$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$x=\frac\pi3\Rightarrow u=\sqrt3\cdot0=0$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$I=\int_{1/\sqrt3}^{0}2u^3du=\left[\frac{u^4}{2}\right]_{1/\sqrt3}^{0}=-\frac12\cdot\frac19=-\frac1{18}$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$-\frac1{18}$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product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two functions: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Spotting this shape turns a messy integral into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all terms have the same powers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matching powers is the recognition cue.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answer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consistent with the product-rule form.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$A^pB^q$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two functions: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$\frac{d}{dx}(A^pB^q)=A^{p-1}B^{q-1}(pA'B+qAB')$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Spotting this shape turns a messy integral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$\left[A^pB^q\right]$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$\sin2\theta=2\sin\theta\cos\theta$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all terms have the same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matching powers is the recognition cue.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u^n\,du$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$u=\tan x\sin3x$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answer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$\frac{u^4}{2}$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consistent with the product-rule form.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$2(y+2)\log_e(y+2)\,dx+\left(x+4-2\log_e(y+2)\right)dy=0,\ y&gt;-1$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$x\left(e^4-2\right)=1$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$x\left(e^9-2\right)$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$\frac{32}{9}$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543552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dependent variable)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543552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dependent variable)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becomes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I.F.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$t=\ln(y+2)$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becomes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$\frac{dx}{dt}+\frac{x}{2t}=\frac{2t-4}{2t}$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I.F.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$2\ln(y+2)+\left(x+4-2\ln(y+2)\right)\frac{1}{y+2}\frac{dy}{dx}=0$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$\ln(y+2)=t$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$\frac{1}{y+2}\frac{dy}{dx}=\frac{dt}{dx}$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$2t+(x+4-2t)\frac{dt}{dx}=0$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$(x+4-2t)\frac{dt}{dx}=-2t$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$\frac{dx}{dt}=\frac{2t-4-x}{2t}$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$\frac{dx}{dt}+\frac{x}{2t}=\frac{2t-4}{2t}$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$=e^{\int\frac{dt}{2t}}=t^{1/2}$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$x\,t^{1/2}=\int\frac{2t-4}{2t}t^{1/2}dt=\int\left(t^{1/2}-\frac{2}{t^{1/2}}\right)dt$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$x\,t^{1/2}=\frac{t^{3/2}}{3/2}-2\cdot\frac{t^{1/2}}{1/2}+C=\frac23t^{3/2}-4t^{1/2}+C$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$x=\frac23t-4+C\,t^{-1/2}$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$x=\frac23\ln(y+2)-4+C\left(\ln(y+2)\right)^{-1/2}$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$y=e^4-2$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$1=\frac23\cdot4-4+C\cdot\frac12$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C2=5-\frac83=\frac73\Rightarrow C=\frac{14}{3}$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$y=e^9-2$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$x=\frac23\cdot9-4+\frac{14}{3}\cdot\frac13=2+\frac{14}{9}=\frac{32}{9}$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$\frac{32}{9}$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undetermined coefficients: homogeneous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plus a linear particular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$\frac{dx}{dt}+\frac{x}{2t}=1-\frac2t$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undetermined coefficients: homogeneous solution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$Ct^{-1/2}$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plus a linear particular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part: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$\frac{dx}{dt}=-\frac{x}{2t}\Rightarrow x_h=Ct^{-1/2}$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$x_p=\alpha t+\beta$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$\alpha+\frac{\alpha t+\beta}{2t}=1-\frac2t\Rightarrow\frac32\alpha+\frac{\beta}{2t}=1-\frac2t$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$\frac32\alpha=1\Rightarrow\alpha=\frac23$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$\frac\beta2=-2\Rightarrow\beta=-4$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$x=\frac23t-4+Ct^{-1/2}$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$1=\frac83-4+\frac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$C=\frac{14}{3}$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$x=6-4+\frac{14}{9}=\frac{32}{9}$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$\frac{32}{9}$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DE has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together,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dependent variable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only to the first power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I.F.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I.F.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solves the homogeneous part.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linear DE with polynomial right-hand side, try a polynomial of the same degree plus the homogeneous solution (undetermined coefficients) - it avoids the integral.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DE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$\frac{dy}{y+2}$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$\ln(y+2)$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together,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$t=\ln(y+2)$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treat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dependent variable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only to the first power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$\frac{dx}{dt}+\frac{x}{2t}=q(t)$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I.F.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$\frac{dx}{dt}+\frac{k}{t}x=q$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$x=t^{-1/2}$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solves the homogeneous part.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linear DE with polynomial right-hand side, try a polynomial of the same degree plus the homogeneous solution (undetermined coefficients) - it avoids the integral.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statements is incorrect for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strictly increasing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an inflection point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strictly decreasing function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statements is incorrect for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$g(\alpha)=\int_{\pi/6}^{\pi/3}\frac{\sin^\alpha x}{\cos^\alpha x+\sin^\alpha x}dx$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strictly increasing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an inflection point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$\alpha=-\frac12$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strictly decreasing function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integrals: King's property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integrals: King's property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add: the integrand pair sums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a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$\frac\pi2-x$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add: the integrand pair sums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$g(\alpha)=\frac\pi{12}$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a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$g(\alpha)=\int_{\pi/6}^{\pi/3}\frac{(\sin x)^\alpha}{(\sin x)^\alpha+(\cos x)^\alpha}dx$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King's property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swaps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constant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 constant function is even: this statement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constant function is not strictly increasing: false, so (B)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 constant function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but its concavity never changes, so there is no inflection point: false, so (C) is incorrect.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King's property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$x\to\frac\pi6+\frac\pi3-x=\frac\pi2-x$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swaps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$g(\alpha)=\int_{\pi/6}^{\pi/3}\frac{(\cos x)^\alpha}{(\cos x)^\alpha+(\sin x)^\alpha}dx$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$2g(\alpha)=\int_{\pi/6}^{\pi/3}dx=\frac\pi3-\frac\pi6=\frac\pi6$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$g(\alpha)=\frac\pi{12}$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constant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 constant function is even: this statement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constant function is not strictly increasing: false, so (B)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 constant function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but its concavity never changes, so there is no inflection point: false, so (C) is incorrect.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(D) A constant function is not strictly decreasing: false, so (D) is incorrect. The only true statement is (A).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Printed key (A); but (B), (C) and (D) are the incorrect statements - see note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rely on symmetry: compute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an explicit antiderivative and see that they are equal,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cannot be strictly monotonic.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rely on symmetry: compute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an explicit antiderivative and see that they are equal,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cannot be strictly monotonic.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$g(0)=\int_{\pi/6}^{\pi/3}\frac12dx=\frac\pi{12}$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$J=\int\frac{\sin x}{\sin x+\cos 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$K=\int\frac{\cos x}{\sin x+\cos 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$\left[\frac\pi6,\frac\pi3\right]$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$J+K=\frac\pi6$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$J-K=\int\frac{\sin x-\cos x}{\sin x+\cos x}dx=-\left[\ln(\sin x+\cos x)\right]_{\pi/6}^{\pi/3}$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strictly increasing nor strictly decreasing, which rules out (B) and (D); (A) is true for the constant. Same conclusion.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$J-K=0$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$J=g(1)=\frac\pi{12}=g(0)$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$g(0)=g(1)$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strictly increasing nor strictly decreasing, which rules out (B) and (D); (A) is true for the constant. Same conclusion.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Printed key (A); but (B), (C) and (D) are the incorrect statements - see note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King's property: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integral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answer does not depend on the parameter.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function of a parameter turns out constant, every 'increasing / decreasing / extremum / inflection' statement is false; only 'even / odd / periodic / bounded' kinds can hold.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King's property: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$\int_a^bf(x)dx=\int_a^bf(a+b-x)dx$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$f(x)+f(a+b-x)=k$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$\frac{k(b-a)}{2}$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$\int_a^b\frac{\varphi(x)^\alpha}{\varphi(x)^\alpha+\varphi(a+b-x)^\alpha}dx=\frac{b-a}{2}$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answer does not depend on the parameter.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function of a parameter turns out constant, every 'increasing / decreasing / extremum / inflection' statement is false; only 'even / odd / periodic / bounded' kinds can hold.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$\frac{dy}{dx}-\frac{y+3x}{\log_e(y+3x)}+3=0$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$x-2\log_e(y+3x)=C$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$x-\frac12\left(\log_e(y+3x)\right)^2=C$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$x-\log_e(y+3x)=C$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$y+3x-\frac12\left(\log_ex\right)^2=C$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Differential equations reducible to variable-separable form (substitution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Differential equations reducible to variable-separable form (substitution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$y+3x=t$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reduces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separates.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$t=y+3x$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$\frac{dt}{dx}=\frac{t}{\ln 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separates.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equation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equation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$\frac{dy}{dx}+3=\frac{y+3x}{\ln(y+3x)}$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$y+3x=t$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$\frac{dt}{dx}=\frac{dy}{dx}+3$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$\frac{dt}{dx}=\frac{t}{\ln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the variables: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the variables: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$\int\frac{\ln t}{t}dt=\int 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t=p$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$\frac1tdt=dp$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p\,dp=\int 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$\frac{p^2}{2}=x+c$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$\frac{\ln^2t}{2}=x+c$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$\frac12\left(\ln(y+3x)\right)^2=x+c$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$x-\frac12\left(\log_e(y+3x)\right)^2=C$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$x-\frac12\left(\log_e(y+3x)\right)^2=C$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immediate integral, and the answer can be confirmed by implicit differentiation.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$t=y+3x$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$\frac{dx}{dt}=\frac{\ln t}{t}$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immediate integral, and the answer can be confirmed by implicit differentiation.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the reciprocal: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$\frac{dt}{dx}=\frac{t}{\ln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the reciprocal: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$\frac{dx}{dt}=\frac{\ln t}{t}=\frac{d}{dt}\left(\frac{\ln^2t}{2}\right)$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$x=\frac12\ln^2t+C'$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$x-\frac12\ln^2(y+3x)=C$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differentiating: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given equation.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differentiating: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$1-\frac{\ln t}{t}(y'+3)=0\Rightarrow y'+3=\frac{t}{\ln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given equation.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$x-\frac12\left(\log_e(y+3x)\right)^2=C$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separates.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invert the derivative when it is easier.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$\frac{dy}{dx}=F(ax+by+c)$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$t=ax+by+c$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$\frac{dt}{dx}=a+bF(t)$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separates.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$\int\frac{\ln^nt}{t}dt=\frac{\ln^{n+1}t}{n+1}$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$\frac{\ln^2t}{2}$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$\frac{dt}{dx}=\frac{t}{g(t)}$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$x=\int\frac{g(t)}{t}dt$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invert the derivative when it is easier.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72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72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$\int_{\pi/3}^{\pi/2}\frac{(2+3\sin x)}{\sin x(1+\cos x)}dx$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$\frac{10}{3}-\sqrt3-\log_e\sqrt3$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$-2+3\sqrt3+\log_e\sqrt3$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$\frac{10}{3}-\sqrt3+\log_e\sqrt3$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$\frac72-\sqrt3-\log_e\sqrt3$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 of trigonometric function (partial fractions, substitution)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$\frac{2}{\sin x(1+\cos x)}=\frac{2(1-\cos x)}{\sin^3x}$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$\frac{3}{1+\cos x}=\frac32\sec^2\frac x2$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$\frac{2+3\sin x}{\sin x(1+\cos x)}=\frac{2}{\sin x(1+\cos x)}+\frac{3}{1+\cos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limits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$\frac{2}{\sin x(1+\cos x)}=\frac{2(1-\cos x)}{\sin x(1-\cos^2x)}=\frac{2(1-\cos x)}{\sin^3x}$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$I=\int_{\pi/3}^{\pi/2}\frac{2(1-\cos x)}{\sin^3x}dx+\int_{\pi/3}^{\pi/2}\frac{3}{1+\cos 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$I=\int_{\pi/3}^{\pi/2}\frac{2}{\sin^3x}dx-2\int_{\pi/3}^{\pi/2}\cot x\csc^2x\,dx+\frac32\int_{\pi/3}^{\pi/2}\sec^2\frac x2dx$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$\frac{2}{\sin^3x}=2\csc x\csc^2x=2\sqrt{1+\cot^2x}\,\csc^2x$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$\frac32\int\sec^2\frac x2dx=3\tan\frac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$-\csc^2x\,dx=dt$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$\frac\pi3,\frac\pi2$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$\frac1{\sqrt3},0$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$I=-2\int_{1/\sqrt3}^{0}\sqrt{1+t^2}dt+2\int_{1/\sqrt3}^{0}t\,dt+3\left[\tan\frac x2\right]_{\pi/3}^{\pi/2}$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e>
                            </m:d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bracket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$I=2\left[\frac t2\sqrt{1+t^2}+\frac12\ln\left(t+\sqrt{1+t^2}\right)\right]_0^{1/\sqrt3}-\left[t^2\right]_0^{1/\sqrt3}+3\left(1-\frac1{\sqrt3}\right)$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$\sqrt{1+t^2}=\frac2{\sqrt3}$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bracket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$\frac{2}{3}+\ln\sqrt3$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$\frac1{\sqrt3}+\frac2{\sqrt3}=\sqrt3$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$I=\frac23+\ln\sqrt3-\frac13+3-\sqrt3=\frac{10}{3}-\sqrt3+\frac12\ln3$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$\frac{10}{3}-\sqrt3+\log_e\sqrt3$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Weierstrass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whole integrand into the elementary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Weierstrass substitution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$t=\tan\frac x2$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whole integrand into the elementary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$t+3+\frac1t$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limits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times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x=\frac{2t}{1+t^2}$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$1+\cos x=\frac{2}{1+t^2}$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$dx=\frac{2\,dt}{1+t^2}$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$t=\tan\frac\pi6=\frac1{\sqrt3}$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$\tan\frac\pi4=1$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$2+3\sin x=\frac{2(1+t^2)+6t}{1+t^2}$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x(1+\cos x)=\frac{4t}{(1+t^2)^2}$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times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$\frac{2t^2+6t+2}{1+t^2}\cdot\frac{(1+t^2)^2}{4t}\cdot\frac{2}{1+t^2}dt=\frac{t^2+3t+1}{t}dt=\left(t+3+\frac1t\right)dt$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$I=\left[\frac{t^2}{2}+3t+\ln t\right]_{1/\sqrt3}^{1}=\left(\frac12-\frac16\right)+3\left(1-\frac1{\sqrt3}\right)+\ln\sqrt3$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$I=\frac13+3-\sqrt3+\ln\sqrt3=\frac{10}{3}-\sqrt3+\ln\sqrt3$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$\frac{10}{3}-\sqrt3+\log_e\sqrt3$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Integrands containing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simplify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sides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x=\frac{2t}{1+t^2}$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x=\frac{1-t^2}{1+t^2}$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$1+\cos x=\frac2{1+t^2}$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$dx=\frac{2dt}{1+t^2}$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Integrands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x(1+\cos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simplify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$\frac{1}{1+\cos x}=\frac12\sec^2\frac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$\frac{1}{1-\cos x}=\frac12\csc^2\frac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sides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$\int\sqrt{1+t^2}dt=\frac t2\sqrt{1+t^2}+\frac12\ln\left(t+\sqrt{1+t^2}\right)+C$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$\frac{3(e-1)}{e}\int_1^2x^2e^{[x]+[x^3]}dx$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$e^8-1$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$e^7-1$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$e^8-e$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$e^9-1$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integrals with the greatest integer function, Substitution in definite integrals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integral becomes a geometric series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$x^2dx=\frac{dt}{3}$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integral becomes a geometric series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$e^{[t]}$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single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affect the integral),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limits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each unit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single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affect the integral),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$\frac{3(e-1)}{e}\int_1^2x^2e^{[x]+[x^3]}dx=\frac{3(e-1)}{e}k$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$k=\int_1^2x^2e^{1+[x^3]}dx$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$1\to8$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$k=\frac13\int_1^8e\cdot e^{[t]}dt$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each unit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$[j,j+1)$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$[t]=j$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$\int_1^8e^{[t]}dt=e+e^2+e^3+\dots+e^7$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(G.P. with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7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 e3\left[e+e^2+\dots+e^7\right]=\frac{e^2}{3}\left(\frac{e^7-1}{e-1}\right)$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(G.P.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7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$\frac{3(e-1)}{e}k=\frac{3(e-1)}{e}\cdot\frac{e^2}{3}\cdot\frac{e^7-1}{e-1}=e\left(e^7-1\right)$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$=e^8-e$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$e^8-e$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increasing,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first, then split at integers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G.P. sum: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first decide the value of the outer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interval - it is constant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$\int_a^bf'(x)\,g([\varphi(x)])\,dx$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increasing,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$t=\varphi(x)$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first, then split at integers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$\int_m^n g([t])dt=\sum_{j=m}^{n-1}g(j)$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$\int_1^3[t]dt=1+2=3$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G.P. 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$e+e^2+\dots+e^{n}=\frac{e(e^n-1)}{e-1}$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$\frac{e(e^7-1)}{e-1}$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$e^{[x]+[x^3]}=e^{[x]}\cdot e^{[x^3]}$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first decide the value of the outer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interval - it is constant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$\int\frac{\sin\frac{5x}{2}}{\sin\frac x2}dx$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$2x+\sin x+2\sin2x+c$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$x+2\sin x+2\sin2x+c$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$x+2\sin x+\sin2x+c$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$2x+\sin x+\sin2x+c$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Indefinite integration of trigonometric functions (product-to-sum identity)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$2\cos\frac x2$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$\frac{\sin(5x/2)}{\sin(x/2)}$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$\frac{\sin3x+\sin2x}{\sin x}=1+2\cos2x+2\cos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$\int\frac{\sin\frac{5x}{2}}{\sin\frac x2}dx=\int\frac{2\cos\frac x2\sin\frac{5x}{2}}{2\cos\frac x2\sin\frac x2}dx$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$2\cos\frac x2\sin\frac{5x}{2}=\sin3x+\sin2x$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$2\cos\frac x2\sin\frac x2=\sin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$\int\frac{\sin3x+\sin2x}{\sin 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$\sin2x=2\sin 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$\sin3x=3\sin x-4\sin^3x$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$\frac{\sin3x}{\sin x}=3-4\sin^2x=1+2\cos2x$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$\frac{\sin2x}{\sin x}=2\cos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$\int(1+2\cos x+2\cos2x)\,dx$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$=x+2\sin x+\sin2x+c$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$x+2\sin x+\sin2x+c$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the Dirichlet kernel: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the Dirichlet kernel: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$\frac{\sin(n+\frac12)x}{\sin\frac x2}=1+2\sum_{k=1}^n\cos kx$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geometric sum).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integrand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$z=e^{ix}$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$\frac{\sin\frac{5x}{2}}{\sin\frac x2}=\frac{z^{5/2}-z^{-5/2}}{z^{1/2}-z^{-1/2}}=z^{2}+z+1+z^{-1}+z^{-2}$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geometric sum).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$z^2+z^{-2}=2\cos2x$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$z+z^{-1}=2\cos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$1+2\cos x+2\cos2x$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$x+2\sin x+\sin2x+c$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$x+2\sin x+\sin2x+c$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Dirichlet kernel: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Fejér-type companion: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(e.g.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all cosine terms integrate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Dirichlet kernel: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$\frac{\sin\left(n+\frac12\right)x}{\sin\frac x2}=1+2\cos x+2\cos2x+\dots+2\cos nx$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$x=\pi,\ 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$=\sin\frac{5\pi}2/1=1$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$=1-2+2=1$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Fejér-type companion: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nx}{\sin x}=\sum$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$\frac{\sin3x}{\sin x}=1+2\cos2x$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$\int_0^\pi\frac{\sin\left(n+\frac12\right)x}{\sin\frac x2}dx=\pi$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all cosine terms integrate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solution of the differential equation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$\left(y^2-x^3\right)dx-xy\,dy=0$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$(x\ne0)$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$y^2+2x^3+cx^2=0$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$y^2-2x^2+cx^3=0$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$y^2-2x^3+cx^2=0$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$y^2+2x^2+cx^3=0$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Differential equations: homogeneous / reducible to Bernoulli form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equation separates 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$y^2dx-xy\,dy=y\,(y\,dx-x\,dy)=-x^2y\,d\!\left(\frac yx\right)$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equation separates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yx$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$y^2dx-xy\,dy=x^3dx$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$\frac{(y\,dx-x\,dy)\,y}{x^2}=x\,dx$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$d\left(\frac yx\right)=\frac{x\,dy-y\,dx}{x^2}$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$-y\,d\left(\frac yx\right)=x\,dx$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yx\,d\left(\frac yx\right)=dx$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$-\frac12\left(\frac yx\right)^2=x+c_1$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$y^2=-2x^3-2c_1x^2$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$y^2+2x^3+cx^2=0$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$y^2+2x^3+cx^2=0$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Make it linear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(Bernoulli equation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Make it linear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(Bernoulli equation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$z'-\frac{2z}{x}=-2x^2$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$\frac{dy}{dx}=\frac{y^2-x^3}{xy}\Rightarrow y\frac{dy}{dx}=\frac{y^2}{x}-x^2$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$\frac{dz}{dx}=2y\frac{dy}{dx}$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$\frac12\frac{dz}{dx}=\frac zx-x^2$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$\frac{dz}{dx}-\frac2xz=-2x^2$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constant's sign is arbitrary), matching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$=e^{-2\int\frac{dx}{x}}=x^{-2}$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$\frac{d}{dx}\left(\frac z{x^2}\right)=-2$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$\frac{z}{x^2}=-2x+c$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$y^2=-2x^3+cx^2$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$y^2+2x^3-cx^2=0$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constant's sign is arbitrary), matching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$y^2+2x^3+cx^2=0$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Bernoulli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quick option test: put the constant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differentiate; options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 in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one derivative check decides it. Check: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DE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$d\left(\frac yx\right)=\frac{x\,dy-y\,dx}{x^2}$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$d(xy)=x\,dy+y\,dx$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$y\,dx-x\,dy$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$y\frac{dy}{dx}+P(x)y^2=Q(x)$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Bernoulli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$\frac{dz}{dx}+2Pz=2Q$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quick option test: put the constant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differentiate; options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$y^2\pm2x^3=0$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 in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one derivative check decides it.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$y^2=-2x^3$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$2yy'=-6x^2$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DE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$yy'=\frac{y^2}{x}-x^2=-3x^2$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$x^3dy+xy\,dx=x^2dy+2y\,dx$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 e}{2}$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$\frac12+\sqrt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$\frac32+\sqrt 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Variable-separable differential equation (partial fractions)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Collect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partial fractions.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Collect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$\frac{dy}{y}=\frac{2-x}{x^2(x-1)}dx$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partial fractions.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comparison (put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$x^3dy+xy\,dx=2y\,dx+x^2dy\Rightarrow(x^3-x^2)\,dy=(2-x)\,y\,dx$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$\frac{dy}{y}=\frac{2-x}{x^2(x-1)}dx$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$\int\frac{dy}{y}=\int\frac{2-x}{x^2(x-1)}dx$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$\frac{2-x}{x^2(x-1)}=\frac Ax+\frac B{x^2}+\frac C{x-1}$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$2-x=Ax(x-1)+B(x-1)+Cx^2$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comparison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$\int\frac{dy}{y}=\int\left\{-\frac1x-\frac2{x^2}+\frac1{x-1}\right\}dx$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y=-\ln x+\frac2x+\ln|x-1|+C$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e=-\ln2+\frac22+\ln1+C\Rightarrow C=\ln2$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y=-\ln x+\frac2x+\ln|x-1|+\ln2$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y(4)=-\ln4+\frac12+\ln3+\ln2=\ln\frac32+\frac12$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$y(4)=\frac32e^{1/2}$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$\frac32\sqrt e$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right-hand side as an exact derivative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definite integral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constant of integration 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right-hand side as an exact derivative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$\frac{d}{dx}\left[\ln\frac{x-1}{x}+\frac2x\right]$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definite integral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constant of integration 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$\frac{2-x}{x^2(x-1)}=\frac{1}{x-1}-\frac1x-\frac2{x^2}=\frac{d}{dx}\left[\ln\frac{x-1}{x}+\frac2x\right]$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$\ln\frac{y(4)}{y(2)}=\left[\ln\frac{x-1}{x}+\frac2x\right]_2^4$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$=\left(\ln\frac34+\frac12\right)-\left(\ln\frac12+1\right)=\ln\frac32-\frac12$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y(4)=\ln e+\ln\frac32-\frac12=\ln\frac32+\frac12$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$y(4)=\frac32\sqrt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$\frac32\sqrt e$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an initial value,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nary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constant to find.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RHS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Sort the equation as (coefficient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factor: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$\frac{dy}{y}=R(x)dx$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an initial value,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$y(b)=y(a)\exp\left(\int_a^bR\right)$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constant to find.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$\frac{1}{x(x-1)}=\frac1{x-1}-\frac1x$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$\frac{2-x}{x^2(x-1)}=\frac1{x-1}-\frac1x-\frac2{x^2}$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$1-\frac12-\frac12=0$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Sort the equation as (coefficient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$\,dy=$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factor: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$(2-x)y$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$A=\left\{(x,y):(x-1)[x]\le y\le2\sqrt x,\ 0\le x\le2\right\}$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$\frac83\sqrt2-1$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$\frac43\sqrt2+1$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$\frac43\sqrt2-\frac12$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$\frac83\sqrt2-\frac12$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curves with the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lower boundary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region is the 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minus a triangle.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lower boundary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region is the area under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$2\sqrt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minus a triangle.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region is the 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the triangle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y\le2\sqrt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$x-1\le y\le2\sqrt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region is the 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the triangle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$(1,0),(2,0),(2,1)$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$=\int_0^22\sqrt x\,dx-\frac12(1)(1)$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$=2\left[\frac{x^{3/2}}{3/2}\right]_0^2-\frac12=\frac43\left[2\sqrt2\right]-\frac12$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$=\frac{8\sqrt2}{3}-\frac12$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$\frac83\sqrt2-\frac12$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runs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remove the triangle.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runs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$\frac{y^2}{4}$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$0\le y\le2\sqrt2$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remove the triangle.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region under the curve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horizontal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$y\le2\sqrt x\iff x\ge\frac{y^2}{4}$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region under the curve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horizontal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$2-\frac{y^2}{4}$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$y\in[0,2\sqrt2]$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$\int_0^{2\sqrt2}\left(2-\frac{y^2}{4}\right)dy=4\sqrt2-\frac{(2\sqrt2)^3}{12}=4\sqrt2-\frac{16\sqrt2}{12}=\frac{8\sqrt2}{3}$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the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$(1,0),(2,0),(2,1)$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$=\frac{8\sqrt2}{3}-\frac12$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$\frac83\sqrt2-\frac12$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regions bounded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split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-range at integers: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boundary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straight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a missing triangle with its geometric formula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rather than integrating.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regions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split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-range at integers: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$[n,n+1)$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boundary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straight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$\int_0^a2\sqrt x\,dx=\frac43a^{3/2}$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a missing triangle with its geometric formula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$\frac12bh$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rather than integrating.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$\int\frac{x+1}{\sqrt{2x-1}}dx=f(x)\sqrt{2x-1}+C$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$\frac23(x+2)$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$\frac23(x-4)$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$\frac13(x+4)$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Indefinite integration by substitution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Indefinite integration by substitution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$2x-1=t^2$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the integrand becomes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$2x-1=t^2$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$dx=t\,dt$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$x+1=\frac{t^2+3}{2}$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the integrand becomes a polynomial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$2x-1=t^2$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$2\,dx=2t\,dt\Rightarrow dx=t\,dt$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$x=\frac{t^2+1}{2}$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$x+1=\frac{t^2+3}{2}$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$\int\frac{x+1}{\sqrt{2x-1}}dx=\int\frac{t^2+3}{2t}\cdot t\,dt=\frac12\int t^2dt+\frac32\int 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$=\frac12\cdot\frac{t^3}{3}+\frac32t+c$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$=\frac16(2x-1)^{3/2}+\frac32(2x-1)^{1/2}+c$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$=\sqrt{2x-1}\left[\frac{2x-1}{6}+\frac32\right]+c=\sqrt{2x-1}\left[\frac{2x-1+9}{6}\right]+c$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$=\sqrt{2x-1}\left(\frac{x+4}{3}\right)+c$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$f(x)=\frac{x+4}{3}$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$\frac13(x+4)$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both sides and match with a linear trial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(undetermined coefficients).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both sides and match with a linear trial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$f(x)=ax+b$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(undetermined coefficients).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$f'\sqrt{2x-1}+\frac{f}{\sqrt{2x-1}}=\frac{x+1}{\sqrt{2x-1}}$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$(2x-1)f'(x)+f(x)=x+1$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$f=ax+b$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$(2x-1)a+ax+b=3ax+(b-a)=x+1$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$3a=1\Rightarrow 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$b-a=1\Rightarrow b=\frac43$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$f(x)=\frac{x+4}{3}$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$\frac13(x+4)$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integrand becomes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(polynomial).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a trial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 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result: derivative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$\int\frac{P(x)}{\sqrt{ax+b}}dx$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integrand becomes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$\int=\sqrt{ax+b}\times$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(polynomial).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$\int\frac{P(x)}{\sqrt{ax+b}}dx=f(x)\sqrt{ax+b}+C$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a trial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$f=\alpha x+\beta$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$\frac{d}{dx}\left(x\sqrt{x}\right)=\frac{3x}{2\sqrt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result: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$\frac{x+4}{3}\sqrt{2x-1}$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$\frac13+\frac53=2=\frac{1+1}{1}$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possible choice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e^{\sec x}\left(\sec x\tan x\,f(x)+\sec x\tan x+\sec^2x\right)dx=e^{\sec x}f(x)+C$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possible choice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x-\tan x-\frac12$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x+\tan x+\frac12$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x+x\tan x-\frac12$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$x\sec x+\tan x+\frac12$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Indefinite integration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Indefinite integration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$e^{g(x)}\left(g'f+f'\right)$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$\frac{d}{dx}\left(e^{\sec x}f\right)=e^{\sec x}\left(\sec x\tan x\,f+f'\right)$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$f'=\sec x\tan x+\sec^2x$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know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the given integrand,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know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e^{g(x)}\left(g'(x)f(x)+f'(x)\right)dx=e^{g(x)}f(x)+C$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$g=\sec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$g'=\sec x\tan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the given integrand,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$f'(x)=\sec x\tan x+\sec^2x$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options, only (B) has this form,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$f(x)=\int\left(\sec x\tan x+\sec^2x\right)dx$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$f(x)=\sec x+\tan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options, only (B) has this form,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$\sec x+\tan x+\frac12$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Differentiate the claimed identity and compare; then test the options by their derivatives only (a constant is free).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Equating with the integrand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Derivatives of the options: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(B)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$e^{\sec x}f(x)+C$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$e^{\sec x}\left(\sec x\tan x\,f+f'\right)$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Equating with the integrand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$f'=\sec x\tan x+\sec^2x$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Derivatives of the options: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x\tan x-\sec^2x$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x\tan x+\sec^2x$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x\tan x+\tan x+x\sec^2x$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x+x\sec x\tan x+\sec^2x$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(B)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$f'=\sec x\tan x+\sec^2x$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$\sec x+\tan x+\frac12$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 rule backwards). Special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only up to an additive constant when the integrand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- so options differing by a constant can both seem right; the question says 'a possible choice'.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e^{g(x)}\left(g'(x)f(x)+f'(x)\right)dx=e^{g(x)}f(x)+C$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 rule backwards). Special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e^x(f+f')dx=e^xf$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only up to an additive constant when the integrand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- so options differing by a constant can both seem right; the question says 'a possible choice'.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$\frac{d}{dx}(\sec x+\tan x)=\sec x(\sec x+\tan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$y=\sec x+\tan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$y'=y\sec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$\int_{1/2}^2\frac{\tan^{-1}x}{x}dx$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$\frac\pi2\log_e2$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integrals: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(reciprocal property)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integrals: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(reciprocal property)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itself and turns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adding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maps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$[\frac12,2]$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itself and 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adding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$\frac\pi2\int\frac{dx}{x}$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limits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num>
                          <m:den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cot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cot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$I=\int_{1/2}^2\frac{\tan^{-1}x}{x}dx$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$dx=-\frac{1}{t^2}dt$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$I=-\int_2^{1/2}\frac{\tan^{-1}\frac1t}{\frac1t}\cdot\frac1{t^2}dt=-\int_2^{1/2}\frac{\tan^{-1}\frac1t}{t}dt$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$I=\int_{1/2}^2\frac{\cot^{-1}t}{t}dt=\int_{1/2}^2\frac{\cot^{-1}x}{x}dx$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(i) and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cot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(i) and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$2I=\int_{1/2}^2\frac{\tan^{-1}x+\cot^{-1}x}{x}dx=\frac\pi2\int_{1/2}^2\frac{dx}{x}$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$2I=\frac\pi2\left[\ln x\right]_{1/2}^2=\frac\pi2\left(\ln2-\ln\frac12\right)=\pi\ln2$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$I=\frac\pi2\ln2$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$\frac\pi2\log_e2$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by parts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leftover integral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by the oddness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by parts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$u=\tan^{-1}x$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$dv=\frac{dx}{x}$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leftover integral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$\int\frac{\ln x}{1+x^2}dx$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by the oddness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Boundary term: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$I=\left[\ln x\tan^{-1}x\right]_{1/2}^2-\int_{1/2}^2\frac{\ln x}{1+x^2}dx$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Boundary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$\ln2\tan^{-1}2-\ln\frac12\tan^{-1}\frac12=\ln2\left(\tan^{-1}2+\tan^{-1}\frac12\right)=\ln2\cdot\frac\pi2$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$J=\int_{1/2}^2\frac{\ln x}{1+x^2}dx$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$\frac{dx}{1+x^2}=-\frac{dt}{1+t^2}$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x=-\ln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$J=-\int_{1/2}^2\frac{\ln t}{1+t^2}dt=-J$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$I=\frac\pi2\ln2$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$\frac\pi2\log_e2$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preserves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 to sign) and the limits swap back - ideal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Generalisation: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$\tan^{-1}x+\cot^{-1}x=\frac\pi2$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$\tan^{-1}x+\tan^{-1}\frac1x=\frac\pi2$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$\frac\pi4+\frac\pi4$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$\int_{1/a}^{a}\frac{f(x)}{x}dx$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 to sign) and the limits swap back - ideal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$f(x)+f\left(\frac1x\right)$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Generalisation: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$\int_{1/a}^a\frac{\tan^{-1}x}{x}dx=\frac\pi2\ln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$\frac{dy}{dx}=-\left(\frac{x^2+3y^2}{3x^2+y^2}\right)$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$\log_e|x+y|-\frac{xy}{(x+y)^2}=0$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$\log_e|x+y|+\frac{xy}{(x+y)^2}=0$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$\log_e|x+y|+\frac{2xy}{(x+y)^2}=0$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$\log_e|x+y|-\frac{2xy}{(x+y)^2}=0$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differential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equation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equation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$\frac{v^2+3}{(v+1)^3}dv+\frac{dx}{x}=0$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$v^2+3=(v+1)^2-2(v+1)+4$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532376"/>
                <a:ext cx="10725912" cy="214274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532376"/>
                <a:ext cx="10725912" cy="214274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$v+x\frac{dv}{dx}=-\left(\frac{1+3v^2}{3+v^2}\right)$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$x\frac{dv}{dx}=-\frac{1+3v^2+3v+v^3}{3+v^2}=-\frac{(v+1)^3}{v^2+3}$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$\frac{v^2+3}{(v+1)^3}dv+\frac1xdx=0$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$v^2+3=(v+1)^2-2(v+1)+4$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$\int\frac{4}{(v+1)^3}dv+\int\frac1{v+1}dv-\int\frac2{(v+1)^2}dv+\int\frac1xdx=0$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$\frac{-2}{(v+1)^2}+\ln|v+1|+\frac{2}{v+1}+\ln|x|=c$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$v+1=\frac{x+y}{x}$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$-\frac{2x^2}{(x+y)^2}+\ln\left|\frac{x+y}{x}\right|+\frac{2x}{x+y}+\ln|x|=c$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$-\frac{2x^2}{(x+y)^2}+\frac{2x(x+y)}{(x+y)^2}=\frac{2xy}{(x+y)^2}$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$\ln\left|\frac{x+y}x\right|+\ln|x|=\ln|x+y|$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$\frac{2xy}{(x+y)^2}+\ln|x+y|=c$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$0+\ln1=c\Rightarrow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$\frac{2xy}{(x+y)^2}+\ln|x+y|=0$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$\log_e|x+y|+\frac{2xy}{(x+y)^2}=0$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homogeneous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integrating factor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check that the result is exact.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homogeneous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$M\,dx+N\,dy=0$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integrating factor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$\frac{1}{Mx+Ny}=\frac{1}{(x+y)^3}$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check that the result is exact.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$M=x^2+3y^2$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$M\,dx+N\,dy=0$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$Mx+Ny=x^3+3xy^2+3x^2y+y^3=(x+y)^3$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$\frac1{(x+y)^3}$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$F=\ln(x+y)+\frac{2xy}{(x+y)^2}$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$F_x=\frac1s+\frac{2y}{s^2}-\frac{4xy}{s^3}=\frac{s^2+2sy-4xy}{s^3}=\frac{x^2+3y^2}{s^3}$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$F_y=\frac{3x^2+y^2}{s^3}$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$dF=\frac{M\,dx+N\,dy}{(x+y)^3}=0$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$F=\ln1+0=0$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$\ln|x+y|+\frac{2xy}{(x+y)^2}=0$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$\log_e|x+y|+\frac{2xy}{(x+y)^2}=0$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homogeneous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integrating factor (Euler).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exceptional case, solved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Partial-fraction trick: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write the numerator in powers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options vanish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initial condition cannot discriminate between them; decide by the coefficient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from the integration or the exactness 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homogeneous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$M\,dx+N\,dy=0$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$Mx+Ny\ne0$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$\frac{1}{Mx+Ny}$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integrating factor (Euler).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$M=y,\ N=-x$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exceptional case, solved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Partial-fraction trick: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$\frac{v^2+3}{(v+1)^3}$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write the numerator in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$(v+1)$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$v^2+3=(v+1)^2-2(v+1)+4$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options vanish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initial condition cannot discriminate between them; decide by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$\frac{xy}{(x+y)^2}$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from the integration or the exactness 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$\int_1^2e^x\cdot x^x\left(2+\log_ex\right)dx$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$4e^2-1$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$e(2e-1)$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$e(4e+1)$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$e(4e-1)$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integration by recognising an exact derivative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integral is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$\frac{d}{dx}\left(e^xx^x\right)=e^xx^x(2+\ln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integral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$\left[e^xx^x\right]_1^2$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integrand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$\int_1^2e^x\cdot x^x\left(2+\log_ex\right)dx=\int_1^2e^x\left(2x^x+x^x\log_ex\right)dx$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$=\int_1^2e^x\left(x^x+x^x(1+\log_ex)\right)dx$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$f'(x)=x^x(1+\ln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$e^x\left(f(x)+f'(x)\right)$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 is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e^x\left(f(x)+f'(x)\right)dx=e^xf(x)+c$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$\left[e^xx^x\right]_1^2$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$=e^2\cdot4-e=4e^2-e=e(4e-1)$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$e(4e-1)$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integrand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$x^x=e^{x\ln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integrand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$e^{w}\,w'$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$w=x+x\ln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$e^xx^x=e^{x+x\ln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$w=x+x\ln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$\frac{dw}{dx}=1+\ln x+1=2+\ln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$\int_{w(1)}^{w(2)}e^w\,dw$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$w(2)=2+2\ln2$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$=e^{2+2\ln2}-e^1=4e^2-e=e(4e-1)$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$e(4e-1)$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(logarithmic differentiation). 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Variation: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the integrand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disguise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here), the answer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exponent to test.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$\frac{d}{dx}\left(x^x\right)=x^x(1+\ln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(logarithmic differentiation). 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e^x\left(f+f'\right)dx=e^xf$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Variation: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e^{ax}\left(af+f'\right)dx=e^{ax}f$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$e^{\varphi}\,\varphi'$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disguise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$\varphi=x\ln x+x$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here), the answer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exponent to test.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1.90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(Integral Calculus 03) Question bank · detailed solutions · 20 single-correct questions (printed Q41–Q60)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1.90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