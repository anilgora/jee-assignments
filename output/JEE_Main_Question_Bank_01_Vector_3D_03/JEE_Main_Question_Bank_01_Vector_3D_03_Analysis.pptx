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1.0</c:v>
                </c:pt>
                <c:pt idx="5">
                  <c:v>1.0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  <c:pt idx="9">
                  <c:v>1.0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3.0</c:v>
                </c:pt>
                <c:pt idx="17">
                  <c:v>2.0</c:v>
                </c:pt>
                <c:pt idx="18">
                  <c:v>3.0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squared distance as 16t^2+4t^2+16t^2 = 81 and jumps to t = +-3/2, then to the point (7,-5,9), without showing why t = +3/2 is the 'farther' point (the question asks for the farther one). Added the comparison of the two candidate points (7,-5,9) and (-5,1,-3); the answer 155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proportion for the join of the two points and then jumps straight to k = -4/3. Added the two linear equations that give k (alpha = -4k-6 and 3k = -4). No wrong value; the answer (3)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Typos in the PDF working: the third condition is printed 'x/sqrt2 + 4/sqrt2 = -1/2' (the '4' is the letter y, as the next line 'x+y = -1/sqrt2' shows) and the vector difference ends with a stray 'kn'. Corrected to y/sqrt2 and removed the stray letter. Results unchanged; the answer (1)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reads 'c.c = 4|a x b| + 9|b|^2': the square on |a x b| is missing (it must be 4|a x b|^2, as the next line |a|^2|b|^2 - (a.b)^2 uses). Restored the square. The PDF also gives c.a = -6 and b.c = -48 without the reason; stated (the cross term is perpendicular to a and b).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Method II the PDF writes AD = (i - 8j - 3k)/2, which is DA (it has the wrong sign). AD = D - A = (-i + 8j + 3k)/2. The length of the projection takes the modulus of the dot product, so the final value 37/(2 sqrt38) is unchanged. Method I's last value (37/(2 sqrt38)) is printed without the intermediate cos A = -1/38;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reads (x-1)/(+-1) = (y-6)/1 = (z-3)/sqrt2: it has dropped the minus signs of m and n (the line before shows -1/2 and -1/sqrt2) and keeps '+-' although an acute angle with the x-axis forces l = +1/2. With the PDF's printed line, (3,4,3-2sqrt2) would not lie on it. Corrected to direction (1,-1,-sqrt2). Answer (4)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d = 2(c-b) = 2(-i + 2j + k). But c - b = (2-3, -1+3, 2-3) = (-1, 2, -1), so d = 2(-i + 2j - k) = (-2, 4, -2); with +k the condition a.d = 4 would fail (it would give 8). |d|^2 = 24 is the same either way, so the answer 128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labels the vertex A as (-1, 1, 0). The lines x+2 = y-1 = z and (x-3)/5 = y/(-1) = (z-1)/1 meet at (-2, 1, 0) (t = 0, s = -1), not (-1, 1, 0). The vectors AB = (5,-1,1), AC = (2,2,2) used afterwards are those of (-2,1,0) to B(3,0,1) and C(0,3,2), so the area and the answer 56 are right; only the printed coordinates of A were wrong. Also the PDF stops at A = sqrt(4+16+36); the step A^2 = 56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points in the PDF: (1) the line '|a + c| - = 7 =&gt; lambda = 4' has a stray dash and skips the equation 3(1 + (lambda+8)/9) = 7; added. (2) The determinant is printed with rows c then b and the result is given as 16 with no components; rows c, b give c x b, whose magnitude equals |b x c|. The explicit cross product (32/3, 16/3, -32/3) was added. Answer 16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'(|a||c| sin(pi/4))^2 = ((a.c) b - (b.c) a)^2' uses |a| where it must be |d| = |a x b| = sqrt2 (the angle pi/4 is between d and c): (|d||c| sin(pi/4))^2 = (sqrt2*2*(1/sqrt2))^2 = 4, which is the '4' written on the left. With |a| = sqrt3 the left side would be 6. Also the PDF shows only the quadratic and not a.b = 5, |a|^2 = 3, |b|^2 = 9, and writes the final sum as '|10-8| + (2)^2'. Corrected |a| to |d| and spelled out the constants; the answer 6 is right and holds for both roots.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condition as 'm^2 - 3x + 2 = 0' (the letter x instead of m). Corrected to m^2 - 3m + 2 = 0. Answer 440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Vector 3D 03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(printed 41–60)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point, on the line passing through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farther from the origin and at a distance of 9 units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155   (B) 150   (C) 165   (D) 160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point, on the line passing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$Q(5,-4,7)$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farther from the origin and at a distance of 9 units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155   (B) 150   (C) 165   (D) 160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a line in 3D and a point at a given distance on it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of the line at distance 9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that moves away from the origin is the one asked for.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of the line at distance 9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$P\pm9\hat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that moves away from the origin is the one asked for.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the line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squared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$\frac{x-1}{4}=\frac{y+2}{-2}=\frac{z-3}{4}$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$(4t+1,\,-2t-2,\,4t+3)$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squared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$16t^2+4t^2+16t^2=36t^2$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farther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$(7,-5,9)$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$\sqrt{155}$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farther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$(7,-5,9)$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$\alpha^2+\beta^2+\gamma^2=49+25+81=155$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(1) 155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Walk 9 units along the unit direction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Walk 9 units along the unit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$|P+9\hat u|^2=|P|^2+81+18\,P\cdot\hat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6, so the unit direction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moving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us away from the origin: the farther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$\overrightarrow{PQ}=(4,-2,4)$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6, so the unit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u=\frac13(2,-1,2)$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$P\cdot\hat u=\frac13(2+2+6)=\frac{10}{3}&gt;0$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moving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us away from the origin: the farther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$P+9\hat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even finding the point: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$(\alpha,\beta,\gamma)=(1,-2,3)+(6,-3,6)=(7,-5,9)$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even finding the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$|P+9\hat u|^2=|P|^2+81+18\,(P\cdot\hat u)=14+81+60=155$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(1) 155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line with unit direction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farther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squared distance from the origin without finding coordinates.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the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start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line with unit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$P\pm d\hat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farther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$P+d\hat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$P\cdot\hat 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$|P+d\hat u|^2=|P|^2+d^2+2d\,(P\cdot\hat 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squared distance from the origin without finding coordinates.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$(x_1,y_1,z_1)$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$(x_2,y_2,z_2)$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$(x_2-x_1,y_2-y_1,z_2-z_1)$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$(x_1+at,\dots)$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$|t|\sqrt{a^2+b^2+c^2}$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start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 parallel to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points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$x-2=-y=z-1$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$2(x+1)=2(y-1)=z+1$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$\frac{x-2}{3}=\frac{y-1}{1}=\frac{z-2}{2}$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points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$\left(-\frac13,-1,-1\right)$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$\left(-\frac13,-1,1\right)$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$\left(-\frac13,1,-1\right)$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$\left(-\frac13,1,1\right)$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intersecting two given lines and parallel to a given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a general point on each line; the join of the two points must be parallel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a general point on each line; the join of the two points must be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lines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lines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$\frac{x-2}{1}=\frac{y}{-1}=\frac{z-1}{1}$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$\frac{x+1}{1/2}=\frac{y-1}{1/2}=\frac{z+1}{1}$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the first line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the second line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join of these points is parallel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ratios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two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the first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$(k+2,\,-k,\,k+1)$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the second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$\left(\frac{\alpha}{2}-1,\,\frac{\alpha}{2}+1,\,\alpha-1\right)$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join of these points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$\frac{\frac{\alpha}{2}-1-k-2}{3}=\frac{\frac{\alpha}{2}+1+k}{1}=\frac{\alpha-1-k-1}{2}$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ratios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$\alpha=-4k-6$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two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$\alpha+2+2k=\alpha-2-k$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$\left(\frac23,\frac43,-\frac13\right)$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$L:\frac{x-\frac23}{3}=\frac{y-\frac43}{1}=\frac{z+\frac13}{2}$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$\left(-\frac13,1,-1\right)$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$\frac{-1}{3}=\frac{-1/3}{1}=\frac{-2/3}{2}=-\frac13$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(3)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Cut the second line with the plane through the first line parallel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point and the direction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Cut the second line with the plane through the first line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point and the direction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line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plane containing it and parallel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the second line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line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plane containing it and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$(1,-1,1)\times(3,1,2)=(-3,1,4)$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$-3(x-2)+y+4(z-1)=0$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$-3x+y+4z+2=0$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the second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$\left(\frac{\alpha}{2}-1,\frac{\alpha}{2}+1,\alpha-1\right)$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$-\frac{3\alpha}{2}+3+\frac{\alpha}{2}+1+4\alpha-4+2=3\alpha+2=0$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meeting point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through it with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plane guarantees it meets the first line).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difference from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meeting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$\left(-\frac43,\frac23,-\frac53\right)$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through it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plane guarantees it meets the first line).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$\left(-\frac13,1,-1\right)$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$\left(-\frac43,\frac23,-\frac53\right)$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$\left(1,\frac13,\frac23\right)\parallel(3,1,2)$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(3)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meeting two skew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by intersecting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plane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(normal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drawing the parallel through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unknown parameters can be reduced by demanding the join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independent equations for two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is determined by one point and a direction: once one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known, any option is checked by testing parallelism of its difference vector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meeting two skew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$L_1,L_2$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by intersecting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drawing the parallel through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unknown parameters can be reduced by demanding the join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p_2-\vec p_1)\times\vec v=\vec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independent equations for two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is determined by one point and a direction: once one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known, any option is checked by testing parallelism of its difference vector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vector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36   (B) 24   (C) 32   (D) 20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i+2\hat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b=3\left(\hat i-\hat j+\hat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vector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c=\vec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a\cdot\left(\left(\vec c\times\vec b\right)-\vec b-\vec 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36   (B) 24   (C) 32   (D) 20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Scalar triple product and vector identities (cross-product equation)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component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a\cdot(\vec c\times\vec b)=(\vec a\times\vec c)\cdot\vec b=\vec b\cdot\vec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component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a\cdot(\vec c\times\vec b)=[\vec a\ \vec c\ \vec b]=(\vec a\times\vec c)\cdot\vec b=\vec b\cdot\vec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b=9(1+1+1)=27$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a\ \vec c\ \vec b]=27$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b=3(1-2+1)=0$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a\cdot\left((\vec c\times\vec b)-\vec b-\vec c\right)=[\vec a\ \vec c\ \vec b]-\vec a\cdot\vec b-\vec a\cdot\vec c=27-0-3=24$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compute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a\times(\vec a\times\vec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compute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a\times\vec c)=(\vec a\cdot\vec c)\vec a-|\vec a|^2\vec c=\vec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c=\frac{3\vec a-\vec a\times\vec b}{6}$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b=(1,2,1)\times(3,-3,3)=(9,0,-9)$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c=\frac{(3,6,3)-(9,0,-9)}{6}=(-1,1,2)$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c=-1+2+2=3$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c=(3,-3,3)=\vec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c\times\vec b=(-1,1,2)\times(3,-3,3)=(9,9,0)$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c\times\vec b-\vec b-\vec c=(9,9,0)-(3,-3,3)-(-1,1,2)=(7,11,-5)$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a\cdot(7,11,-5)=7+22-5=24$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only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solutions differ by multiples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fixed by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cyclic triple product is unchanged: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the given vector before solving: expressions such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collapse using the given products.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c=\vec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c=\frac{(\vec a\cdot\vec c)\vec a-\vec a\times\vec b}{|\vec a|^2}$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solutions differ by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fixed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cyclic triple product is unchanged: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a\ \vec c\ \vec b]=\vec a\cdot(\vec c\times\vec b)=(\vec a\times\vec c)\cdot\vec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c=\vec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the given vector before solving: expressions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a\cdot(\dots)$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collapse using the given products.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the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lengths of perpendiculars drawn from the orthocentre of the triangle on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i+2\hat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i+2\hat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i+\hat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$\ell_1,\ell_2$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lengths of perpendiculars drawn from the orthocentre of the triangle on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$AB,BC$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$\ell_1^2+\ell_2^2+\ell_3^2$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 of an equilateral triangle and perpendicular distances from it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sides equal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is equilateral and the orthocentre is the centroid, at one third of an altitude from each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sides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is equilateral and the orthocentre is the centroid, at one third of an altitude from each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triangle is equilateral.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equilateral triangle the orthocentre coincides with 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altitude has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side is one third of the altitude: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$A(2,2,1),B(1,2,2),C(2,1,2)$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triangle is equilateral.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equilateral triangle the orthocentre coincides with 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altitude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$\sqrt{2-\frac12}=\sqrt{\frac32}$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side is one third of the altitude: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$\ell_1=\frac13\sqrt{\frac32}=\frac{1}{\sqrt6}$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$\ell_1=\ell_2=\ell_3=\frac{1}{\sqrt6}$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$\ell_1^2+\ell_2^2+\ell_3^2=3\ell_1^2=3\times\frac16=\frac12$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orthocentre of an equilateral triangle is also its incentre, so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𝐴𝑟𝑒𝑎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orthocentre of an equilateral triangle is also its incentre, so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inradius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$r=\frac{\text{Area}}{s}$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semi-perimeter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$\overrightarrow{AB}=(-1,0,1)$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$\overrightarrow{AC}=(0,-1,1)$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$\overrightarrow{AB}\times\overrightarrow{AC}=(1,1,1)$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$=\frac12\sqrt3=\frac{\sqrt3}{2}$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semi-perimeter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$s=\frac{3\sqrt2}{2}$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𝐴𝑟𝑒𝑎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of the centre from every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$r=\frac{\text{Area}}{s}=\frac{\sqrt3/2}{3\sqrt2/2}=\frac{1}{\sqrt6}$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of the centre from every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$\ell_1^2+\ell_2^2+\ell_3^2=3r^2=3\times\frac16=\frac12$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(2)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(2)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equilateral triangle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circumcentre, centroid, orthocentre and incentre coincide; the distance of this centre from each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from each vertex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for equilateral: three equal pairwise distances.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a quick vector route to distances from the incentre.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equilateral triangle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circumcentre, centroid, orthocentre and incentre coincide; the distance of this centre from each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$\frac{s}{2\sqrt3}=\frac{s\sqrt3}{6}$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from each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for equilateral: three equal pairwise distances.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$\ell=\frac{\sqrt2}{2\sqrt3}=\frac1{\sqrt6}$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$r=\frac{\Delta}{s}$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$\Delta=\frac12|\overrightarrow{AB}\times\overrightarrow{AC}|$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a quick vector route to distances from the incentre.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position vectors of the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length of the angle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49   (B) 42   (C) 50   (D) 45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position vectors of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i-3\hat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i+2\hat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$-\hat i+\hat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length of the angle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$2l^2$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49   (B) 42   (C) 50   (D) 45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bisector (length of the bisector) of a triangle in coordinates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bisector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midpoint.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$AB=AC=5$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bisector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midpoint.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angle bisector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$A(2,-3,3)$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$C(-1,1,3)$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$AC=\sqrt{9+16}=5$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angle bisector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$BD:DC=AB:AC=1:1$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$D\left(\frac12,\frac32,3\right)$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$l^2=AD^2=\left(2-\frac12\right)^2+\left(3+\frac32\right)^2+0$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$l^2=\frac94+\frac{81}{4}=\frac{90}{4}=\frac{45}{2}$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$2l^2=45$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(4) 45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median; use Apollonius' theorem instead of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median; use Apollonius' theorem instead of coordinates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$BC^2=(2+1)^2+(2-1)^2+0=10$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$AB^2+AC^2=2AD^2+\frac{BC^2}{2}$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$2AD^2=25+25-5=45$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$2l^2=45$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(4) 45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bisector theorem: the bisector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bisector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reduces to the median/altitude.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Apollonius: median length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bisector theorem: the bisector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$BD:DC=AB:AC$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d=\frac{AC\cdot\vec b+AB\cdot\vec c}{AB+AC}$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bisector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$AD^2=bc\left[1-\frac{a^2}{(b+c)^2}\right]$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reduces to the median/altitude.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Apollonius: median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$m_a^2=\frac{2b^2+2c^2-a^2}{4}$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$4m_a^2=2b^2+2c^2-a^2$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$2l^2=\frac{2\cdot25+2\cdot25-10}{2}=45$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the position 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internal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the position vectors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i+2\hat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i+4\hat j+4\hat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internal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$\frac23\sqrt{34}$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$\frac32\sqrt{31}$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$\frac23\sqrt{31}$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$\frac32\sqrt{34}$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Internal angle bisector and section formula (length of the bisector)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bisector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section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bisector divides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$OA:OB$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section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angle bisector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$|\overrightarrow{OA}|=\sqrt{4+4+1}=3$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$|\overrightarrow{OB}|=\sqrt{4+16+16}=6$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angle bisector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$AC:CB=OA:OB=3:6=1:2$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$C=\left(\frac{2\cdot2+1\cdot2}{3},\frac{2\cdot2+1\cdot4}{3},\frac{2\cdot1+1\cdot4}{3}\right)$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$C\left(2,\frac83,2\right)$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$|\overrightarrow{OC}|=\sqrt{4+\frac{64}{9}+4}=\frac{\sqrt{136}}{3}=\frac23\sqrt{34}$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$\frac23\sqrt{34}$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length of an internal angle bisector,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length of an internal angle bisector,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$OC^2=bc\left[1-\frac{a^2}{(b+c)^2}\right]$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coordinates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$b=OA=3$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$c=OB=6$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$a=AB=\sqrt{0+4+9}=\sqrt{13}$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$OC^2=bc\left[1-\frac{a^2}{(b+c)^2}\right]=18\left(1-\frac{13}{81}\right)=18\cdot\frac{68}{81}=\frac{136}{9}$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$OC=\frac{\sqrt{136}}{3}=\frac23\sqrt{34}$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$\frac23\sqrt{34}$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(weights are the opposite side lengths).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formula (from Stewart's theorem):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neat vector form: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unit vectors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$C=\frac{|OB|\,\vec a+|OA|\,\vec b}{|OA|+|OB|}$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(weights are the opposite side lengths).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formula (from Stewart's theorem):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$OC^2=OA\cdot OB\left[1-\left(\frac{AB}{OA+OB}\right)^2\right]$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neat vector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a+\hat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unit vectors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unit vector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vectors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7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unit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u=x\hat i+y\hat j+z\hat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$\frac\pi2,\frac\pi3$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$\frac1{\sqrt2}\hat i+\frac1{\sqrt2}\hat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$\frac1{\sqrt2}\hat j+\frac1{\sqrt2}\hat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$\frac1{\sqrt2}\hat i+\frac1{\sqrt2}\hat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v=\frac1{\sqrt2}\hat i+\frac1{\sqrt2}\hat j+\frac1{\sqrt2}\hat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$|\hat u-\vec 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7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Unit vector with prescribed angles to three vectors (dot product)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given vectors are unit vectors, so each angle condition is a linear equation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𝑎𝑛𝑔𝑙𝑒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given vectors are unit vectors, so each angle condition is a linear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u\cdot\vec p_i=\cos(\text{angle})$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has length 1.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p_1=\frac1{\sqrt2}\hat i+\frac1{\sqrt2}\hat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p_2=\frac1{\sqrt2}\hat j+\frac1{\sqrt2}\hat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p_3=\frac1{\sqrt2}\hat i+\frac1{\sqrt2}\hat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has length 1.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(i), (ii), (iii):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u\cdot\vec p_1=0$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x{\sqrt2}+\frac z{\sqrt2}=0$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u\cdot\vec p_2=\cos\frac\pi3$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y{\sqrt2}+\frac z{\sqrt2}=\frac12$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u\cdot\vec p_3=\cos\frac{2\pi}3$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x{\sqrt2}+\frac y{\sqrt2}=-\frac12$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(i), (ii),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u-\vec v=\left(-\frac1{\sqrt2}-\frac1{\sqrt2}\right)\hat i+\left(0-\frac1{\sqrt2}\right)\hat j+0\,\hat k=-\frac2{\sqrt2}\hat i-\frac1{\sqrt2}\hat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$|\hat u-\vec v|^2=\frac42+\frac12=\frac52$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Notice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the three given dot products without solving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Notice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v=\frac12(\vec p_1+\vec p_2+\vec p_3)$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u\cdot\vec 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the three given dot products without solving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p_1+\vec p_2+\vec p_3=\frac{1}{\sqrt2}(2,2,2)=\sqrt2(1,1,1)$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v=\frac1{\sqrt2}(1,1,1)=\frac12(\vec p_1+\vec p_2+\vec p_3)$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u\cdot\vec v=\frac12(\hat u\cdot\vec p_1+\hat u\cdot\vec p_2+\hat u\cdot\vec p_3)=\frac12\left(0+\frac12-\frac12\right)=0$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$|\hat u-\vec v|^2=|\hat u|^2+|\vec v|^2-2\,\hat u\cdot\vec v=1+\frac32-0=\frac52$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unit vector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unit vectors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'angle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the linear equation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independent ones determine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target is a distance, look for a way to get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combinations: 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linear combinations of the given dot products give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unit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unit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'angle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u\cdot\vec p_i=\cos\theta_i$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independent ones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$|\hat u|=1$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x-\vec y|^2=|\vec x|^2+|\vec y|^2-2\,\vec x\cdot\vec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target is a distance, look for a way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x\cdot\vec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combinations: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p_1+\vec p_2+\vec p_3=2\vec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linear combinations of the given dot products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u\cdot\vec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vectors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a=a_1\hat i+a_2\hat j+a_3\hat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b=b_1\hat i+b_2\hat j+b_3\hat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vectors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c=2(\vec a\times\vec b)-3\vec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$\cos^{-1}\left(-\frac1{\sqrt3}\right)$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$\cos^{-1}\left(\frac23\right)$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$\cos^{-1}\left(-\frac{\sqrt3}2\right)$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$\cos^{-1}\left(\frac2{\sqrt3}\right)$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Vector and scalar products: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vector built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Vector and scalar products: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vector built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dot products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lose the cross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a\times\vec b\perp\vec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a\times\vec b\perp\vec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dot products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lose the cross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c=2(\vec a\times\vec b)-3\vec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c\cdot\vec a=0-3(\vec a\cdot\vec b)=-6$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terms vanish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c=0-3|\vec b|^2=-48$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c|^2=4|\vec a\times\vec b|^2+9|\vec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terms vanish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b)\cdot\vec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b|^2=|\vec a|^2|\vec b|^2-(\vec a\cdot\vec b)^2=(1)(16)-4=12$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c|^2=4(12)+9(16)=192$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c|=\sqrt{192}=8\sqrt3$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$\cos\theta=\frac{\vec b\cdot\vec c}{|\vec b||\vec c|}=\frac{-48}{4\cdot8\sqrt3}=\frac{-3}{2\sqrt3}=-\frac{\sqrt3}2$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$\theta=\cos^{-1}\left(-\frac{\sqrt3}2\right)$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$\cos^{-1}\left(-\frac{\sqrt3}2\right)$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component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perpendicular one; the angle follows from a right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component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perpendicular one; the angle follows from a right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direction),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direction),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$2(\vec a\times\vec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$2\sqrt{|\vec a|^2|\vec b|^2-(\vec a\cdot\vec b)^2}=2\sqrt{12}=4\sqrt3$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$\tan\varphi=\frac{4\sqrt3}{12}=\frac1{\sqrt3}$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$180^\circ-30^\circ=150^\circ$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$\cos150^\circ=-\frac{\sqrt3}2$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$\cos^{-1}\left(-\frac{\sqrt3}2\right)$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this to drop cross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𝑎𝑛𝑔𝑙𝑒 𝑤𝑖𝑡ℎ 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angle is obtuse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b)\cdot\vec a=(\vec a\times\vec b)\cdot\vec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this to drop cross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b|^2=|\vec a|^2|\vec b|^2-(\vec a\cdot\vec 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c=\lambda\vec b+\mu\vec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$\tan(\text{angle with }\vec b)=\frac{|\mu||\vec n|}{|\lambda||\vec 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angle is obtuse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vectors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1   (C) 5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vectors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b\times\vec 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$\left|(\vec b\times\vec a)-\vec b\right|^2$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1   (C) 5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Magnitude of a vector expression using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Magnitude of a vector expression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a\perp\vec b$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cross term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b\times\vec a\perp\vec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cross term in the expansion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$|(\vec b\times\vec a)-\vec b|^2$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$|(\vec b\times\vec a)-\vec b|^2=|\vec b\times\vec a|^2+|\vec b|^2-2(\vec b\times\vec a)\cdot\vec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b\times\vec a)\cdot\vec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a\perp\vec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$4+1-0=5$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(3)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axes so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(allowed because only lengths and perpendicularity matter).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axes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b=\hat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(allowed because only lengths and perpendicularity matter).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squared length is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a=(a_1,a_2,a_3)$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a=\hat k\times\vec a=(-a_2,a_1,0)$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b\times\vec 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$a_1^2+a_2^2=4$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b\times\vec a)-\vec b=(-a_2,a_1,-1)$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squared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$a_1^2+a_2^2+1=5$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(3)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perpendicular vectors,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(Pythagoras);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tip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coordinate axes along a given vector is legitimate for any question that uses only dot and cross products and lengths.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perpendicular vectors,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u\pm\vec v|^2=|\vec u|^2+|\vec 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b\times\vec a|=|\vec b|\,|\vec a|\sin\theta$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tip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coordinate axes along a given vector is legitimate for any question that uses only dot and cross products and lengths.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75   (B) 95   (C) 85   (D) 90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i+\alpha\hat j+\beta\hat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$(\alpha^2+\beta^2)|\vec a\times\vec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75   (B) 95   (C) 85   (D) 90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Dot and cross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Dot and cross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b=|\vec a||\vec b|\cos\frac\pi4$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a|^2=6$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$\alpha^2+\beta^2=5$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a\times\vec b|^2=|\vec a|^2|\vec b|^2\sin^2\frac\pi4$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b=|\vec a||\vec b|\cos\frac\pi4=3\sqrt2$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a|\sqrt6\cdot\frac1{\sqrt2}=3\sqrt2$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a|=\sqrt6=\sqrt{1+\alpha^2+\beta^2}$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b|^2=|\vec a|^2|\vec b|^2\sin^2\frac\pi4=6\times6\times\frac12=18$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$(\alpha^2+\beta^2)|\vec a\times\vec b|^2=5\times18=90$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(4) 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a\times\vec b|=\vec a\cdot\vec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b|=|\vec a||\vec b|\sin\theta$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b=|\vec a||\vec b|\cos\theta$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b|=\tan\theta\,(\vec a\cdot\vec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a|=\frac{\vec a\cdot\vec b}{|\vec b|\cos\theta}=\frac{3\sqrt2}{\sqrt6/\sqrt2}=\sqrt6$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$5\times18=90$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(4) 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dot and cross magnitudes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(Lagrange's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condition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b|=\tan\theta\,(\vec a\cdot\vec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dot and cross magnitudes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b|^2+(\vec a\cdot\vec b)^2=|\vec a|^2|\vec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(Lagrange's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i+\alpha\hat j+\beta\hat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a|^2=1+\alpha^2+\beta^2$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condition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finding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angle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projection of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$B(-2,8,0)$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$C(3,6,7)$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angle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projection of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$\frac{37}{2\sqrt{38}}$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$\frac{\sqrt{38}}2$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$\frac{39}{2\sqrt{38}}$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bisector in a triangle and projection of a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bisects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midpoint; the projection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$AB=AC=\sqrt{38}$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bisects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midpoint; the projection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$AD\cos\frac 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I. The length of the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bisector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projection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$AB=\sqrt{9+25+4}=\sqrt{38}$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$AC=\sqrt{4+9+25}=\sqrt{38}$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$b=c=\sqrt{38}$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$BD=DC=\sqrt{78}/2$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I. The length of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$AD\cos\frac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bisector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$AD=\frac{2bc}{b+c}\cos\frac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projection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$\frac{2bc}{b+c}\cos^2\frac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projection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projection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II.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 A2=\frac{1+\cos 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projection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$\frac{2bc}{b+c}\cdot\frac{1+\cos 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A=\frac{\overrightarrow{AB}\cdot\overrightarrow{AC}}{38}=\frac{-1}{38}$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projection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$\sqrt{38}\cdot\frac{37/38}{2}=\frac{37}{2\sqrt{38}}$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II.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$D\left(\frac12,7,\frac72\right)$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projection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$\overrightarrow{AD}=\frac{-\hat i+8\hat j+3\hat k}{2}$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$\overrightarrow{AC}=2\hat i+3\hat j+5\hat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projection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$=\frac{|\overrightarrow{AD}\cdot\overrightarrow{AC}|}{|\overrightarrow{AC}|}=\frac{37/2}{\sqrt{38}}=\frac{37}{2\sqrt{38}}$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$\frac{37}{2\sqrt{38}}$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take dot products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$\overrightarrow{AD}=\frac12(\overrightarrow{AB}+\overrightarrow{AC})$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take dot products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bisector is the median: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$\overrightarrow{AB}=(-3,5,-2)$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$\overrightarrow{AC}=(2,3,5)$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$|\overrightarrow{AB}|=|\overrightarrow{AC}|=\sqrt{38}$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bisector is the median: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$\overrightarrow{AD}=\frac12(\overrightarrow{AB}+\overrightarrow{AC})$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$\overrightarrow{AB}\cdot\overrightarrow{AC}=-6+15-10=-1$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$\overrightarrow{AD}\cdot\overrightarrow{AC}=\frac12(-1+38)=\frac{37}{2}$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$=\frac{37/2}{\sqrt{38}}=\frac{37}{2\sqrt{38}}$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$\frac{37}{2\sqrt{38}}$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bisector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median and the altitude: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(weights are the lengths of the other two sides), equivalently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modulus makes the sign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irrelevant.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bisector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median and the altitude: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$\overrightarrow{AD}=\frac12(\overrightarrow{AB}+\overrightarrow{AC})$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$\overrightarrow{AD}=\frac{c\,\overrightarrow{AC}+b\,\overrightarrow{AB}}{b+c}$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$b=|AC|$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$c=|AB|$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(weights are the lengths of the other two sides),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$\overrightarrow{AD}\parallel\hat{AB}+\hat{AC}$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$\frac{|\vec u\cdot\vec v|}{|\vec v|}$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modulus makes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irrelevant.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358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image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one of the following points lies on the line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making angles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respectively and an acute angle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358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image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x1=\frac{y-1}2=\frac{z-2}3$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one of the following points lies on the line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making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respectively and an acute angle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$(1,2,1-\sqrt2)$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$(3,-4,3+2\sqrt2)$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$(1,-2,1+\sqrt2)$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$(3,4,3-2\sqrt2)$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Image of a point in a line and direction cosines of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foot of the perpendicular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image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direction cosines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given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foot of the perpendicular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image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$2M-B$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direction cosines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given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$l^2+m^2+n^2=1$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the line pass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$B(1,0,7)$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the line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P=(1,2,3)$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cosines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acute,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$M=(\lambda,\,1+2\lambda,\,2+3\lambda)$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$\overrightarrow{BM}=(\lambda-1,\,2\lambda+1,\,3\lambda-5)$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$\overrightarrow{BM}\cdot\vec 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$1(\lambda-1)+2(2\lambda+1)+3(3\lambda-5)=0$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$14\lambda=14$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$M=(1,3,5)$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$(2\cdot1-1,\,2\cdot3-0,\,2\cdot5-7)=(1,6,3)$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cosines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$m=\cos\frac{2\pi}3=-\frac12$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$n=\cos\frac{3\pi}4=-\frac1{\sqrt2}$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$l^2+m^2+n^2=1$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$l^2=1-\frac14-\frac12=\frac14$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acute,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line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parameter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line: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$\frac{x-1}{1/2}=\frac{y-6}{-1/2}=\frac{z-3}{-1/\sqrt2}$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$\frac{x-1}{1}=\frac{y-6}{-1}=\frac{z-3}{-\sqrt2}$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parameter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$y=6-2=4$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$z=3-2\sqrt2$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$(3,4,3-2\sqrt2)$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line: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(4)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Foot of the perpendicular by the projection formula, then eliminate the options by direction cosines of (option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image).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Foot of the perpendicular by the projection formula, then eliminate the options by direction cosines of (option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image).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image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option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through the image passes through it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proportional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-change must be minus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-change.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$\overrightarrow{AB}=(1,-1,5)$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$M=A+\frac{\overrightarrow{AB}\cdot\vec d}{|\vec d|^2}\vec d=A+\frac{14}{14}\vec d=(1,3,5)$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$=2M-B=(1,6,3)$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option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through the image passes through it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$X-(1,6,3)$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$\left(\frac12,-\frac12,-\frac1{\sqrt2}\right)\propto(1,-1,-\sqrt2)$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-change must be minus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-change.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 Option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 Option (3):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 Option (4):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$(0,-4,-2-\sqrt2)$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 Option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$(2,-10,\dots)$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 Option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$(0,-8,\dots)$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 Option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$(2,-2,-2\sqrt2)=2(1,-1,-\sqrt2)$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(4)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image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𝑓𝑜𝑜𝑡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 making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axes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'acute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-axis' selects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options are points, test proportionality of (option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 point) with the direction vector instead of solving for the full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$A+t\vec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$A+\frac{(B-A)\cdot\vec d}{|\vec d|^2}\vec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$=2\cdot\text{foot}-B$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$l^2+m^2+n^2=1$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 making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axes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$(\cos\alpha,\cos\beta,\cos\gamma)$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'acute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-axis' selects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options are points, test proportionality of (option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 point) with the direction vector instead of solving for the full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the 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of intersection of the lines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69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$R(-1,4,2)$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$M(2,1,2)$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the 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of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$\frac{x-2}0=\frac y2=\frac{z+3}{-1}$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$\frac{x-1}1=\frac{y+3}{-3}=\frac{z+1}1$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$\sqrt{99}$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69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Point of intersection of two lines and centroid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not be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depends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$x_P+x_Q=2x_M$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not be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line 1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line 2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intersection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$\frac{x-2}0=\frac y2=\frac{z+3}{-1}=\lambda$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$\frac{x-1}1=\frac{y+3}{-3}=\frac{z+1}1=\mu$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line 1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$(2,\,2\lambda,\,-\lambda-3)$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line 2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$(\mu+1,\,-3\mu-3,\,\mu-1)$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$2=\mu+1$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$2\lambda=-3\mu-3=-6$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$-\lambda-3=0=\mu-1$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intersection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$=\left(\frac{x_1+x_2-1}3,\frac{y_1+y_2+4}3,\frac{z_1+z_2+2}3\right)=(1,2,2)$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$\sqrt{1^2+8^2+2^2}=\sqrt{69}$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$\sqrt{69}$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lies on the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divides 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lies on the median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divides 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the lines: equate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2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coordinates agree with line 1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$G=R+\frac23(M-R)=(-1,4,2)+\frac23(3,-3,0)=(1,2,2)$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the lines: equate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$2=\mu+1$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2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coordinates agree with line 1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$GX=|(1,-8,2)|=\sqrt{1+64+4}=\sqrt{69}$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(2)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(2)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$\sqrt{69}$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via the median: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the opposite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intersect when one choice of parameters satisfies all three coordinate equations; use two coordinates to solve, the third as a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with a zero direction ratio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in a plane parallel to a coordinate plane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gives one coordinate for free.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via the median: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$G=\frac{\vec r+2\vec m}{3}$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the opposite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intersect when one choice of parameters satisfies all three coordinate equations; use two coordinates to solve, the third as a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with a zero direction ratio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in a plane parallel to a coordinate plane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gives one coordinate for free.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at a distance of 6 units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centroid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36   (B) 18   (C) 24   (D) 26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$\frac{x+3}8=\frac{y-4}2=\frac{z+1}2$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at a distance of 6 units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centroid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36   (B) 18   (C) 24   (D) 26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Points at a given distance on a line and centroid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values of the parameter, which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values of the parameter, which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$P(8\lambda-3,\,2\lambda+4,\,2\lambda-1)$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$(8\lambda-4)^2+(2\lambda+2)^2+(2\lambda-4)^2=36$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$72\lambda^2-72\lambda+36=36$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$P(-3,4,-1)$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$Q(5,6,1)$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$\left(\frac{-3+5+1}3,\frac{4+6+2}3,\frac{-1+1+3}3\right)=(1,4,1)$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\beta=4,\ 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$\alpha^2+\beta^2+\gamma^2=1+16+1=18$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the foot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$G=\frac{2N+R}{3}$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distances 6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distances 6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$N=(8\lambda-3,2\lambda+4,2\lambda-1)$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$(N-R)\cdot(8,2,2)=0$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$8(8\lambda-4)+2(2\lambda+2)+2(2\lambda-4)=72\lambda-36=0$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$N=(1,5,0)$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$G=\frac{P+Q+R}{3}=\frac{2N+R}{3}=\frac{(2,10,0)+(1,2,3)}3=(1,4,1)$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of a line at equal distance from an external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foot.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written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distance condition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two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of a line at equal distance from an external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foot.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$=\frac{2N+R}{3}$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$\frac{x-x_0}{a}=\dots$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$(x_0,y_0,z_0)$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$t=\pm\frac{d}{\sqrt{a^2+b^2+c^2}}$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$(x_0+at,\dots)$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distance condition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two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vector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i+2\hat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b=3\hat i-3\hat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c=2\hat i-\hat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vector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d=\vec c\times\vec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$\left|\vec a\times\vec d\right|^2$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Vector product equation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Lagrange's identity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Vector product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d=\vec c\times\vec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Lagrange's identity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dot product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fixes the scalar.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$(\vec b-\vec c)\times\vec d=\vec 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b-\vec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dot product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fixes the scalar.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d=\vec c\times\vec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b-\vec c)\times\vec d=\vec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b-\vec c=\lambda\vec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b-\vec a\cdot\vec c=\lambda\,\vec a\cdot\vec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$0-2=4\lambda$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b=\vec c+\lambda\vec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d=\frac{\vec b-\vec c}{\lambda}=2(\vec c-\vec b)=2(-\hat i+2\hat j-\hat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d|^2=4\times6=24$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d|^2=|\vec a|^2|\vec d|^2-(\vec a\cdot\vec d)^2=6\times24-16=16(9-1)=128$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start and compute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direct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d=\mu(\vec c-\vec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start and 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a\times\vec 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direct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b-\vec c)\times\vec d=\vec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d\parallel\vec c-\vec b=(-1,2,-1)$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d=\mu(-1,2,-1)$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d=\mu(-1+4-1)=2\mu=4$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a\times(-1,2,-1)=(1,2,1)\times(-1,2,-1)=(-4,0,4)$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d=2(-4,0,4)=(-8,0,8)$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d|^2=64+64=128$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cross-product equation with the same factor on both sides says the difference is parallel to that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computing the cross product when the dot product is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Dotting a vector equation with a suitable vector (here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eliminates unknowns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u\times\vec d=\vec v\times\vec d\iff(\vec u-\vec v)\parallel\vec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d\ne\vec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cross-product equation with the same factor on both sides says the difference is parallel to that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d|^2=|\vec a|^2|\vec d|^2-(\vec a\cdot\vec d)^2$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computing the cross product when the dot product is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Dotting a vector equation with a suitable vector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eliminates unknowns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three sides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the vectors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three sides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i-\hat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i-3\hat j-5\hat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$3\hat i-4\hat j-4\hat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$6\left(|\overrightarrow{AG}|^2+|\overrightarrow{BG}|^2+|\overrightarrow{CG}|^2\right)$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Centroid of a triangle and sum of squares of distances (vector form)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 turns the side vectors into the position 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average of the three vertices.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 turns the side vectors into the position vectors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average of the three vertices.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indeed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$\overrightarrow{AB}=(2,-1,1)$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$\overrightarrow{BC}=(1,-3,-5)$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$\overrightarrow{AC}=(3,-4,-4)$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$\overrightarrow{AB}+\overrightarrow{BC}=\overrightarrow{AC}$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$C(3,-4,-4)$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$G=\left(\frac{0+2+3}{3},\frac{0-1-4}{3},\frac{0+1-4}{3}\right)=\left(\frac53,-\frac53,-1\right)$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$|\overrightarrow{AG}|^2=\frac{25}9+\frac{25}9+1=\frac{59}9$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$|\overrightarrow{BG}|^2=\left(2-\frac53\right)^2+\left(-1+\frac53\right)^2+(1+1)^2=\frac19+\frac49+4=\frac{41}9$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$|\overrightarrow{CG}|^2=\left(3-\frac53\right)^2+\left(-4+\frac53\right)^2+(-4+1)^2=\frac{16}9+\frac{49}9+9=\frac{146}9$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$6\left(\frac{59+41+146}9\right)=6\times\frac{246}9=164$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the squares of the three side lengths.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$GA^2+GB^2+GC^2=\frac13\left(a^2+b^2+c^2\right)$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the squares of the three side lengths.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the sides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$|\overrightarrow{AB}|^2=4+1+1=6$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$|\overrightarrow{BC}|^2=1+9+25=35$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$|\overrightarrow{AC}|^2=9+16+16=41$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$=6+35+41=82$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$GA^2+GB^2+GC^2=\frac{82}3$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$6\times\frac{82}3=164$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with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(Leibniz/Lagrange relation).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least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side vectors of a closed triangle sum to zero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data satisfy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a quick consistency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with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$GA^2+GB^2+GC^2=\frac13\left(AB^2+BC^2+CA^2\right)$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(Leibniz/Lagrange relation).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$PA^2+PB^2+PC^2=GA^2+GB^2+GC^2+3PG^2$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least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side vectors of a closed triangle sum to zero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$\overrightarrow{AB}+\overrightarrow{BC}+\overrightarrow{CA}=\vec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data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$\overrightarrow{AB}+\overrightarrow{BC}=\overrightarrow{AC}$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a quick consistency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triangle formed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triangle formed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$x+2=y-1=z$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$\frac{x-3}5=\frac y{-1}=\frac{z-1}1$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x{-3}=\frac{y-3}3=\frac{z-2}1$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Vertices of a triangle formed by three lines and its area (cross product)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the lines in pairs to get the three vertices, then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the lines in pairs to get the three vertices,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$\frac12|\overrightarrow{AB}\times\overrightarrow{AC}|$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$L_1:\frac{x+2}1=\frac{y-1}1=\frac{z-0}1$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$L_2:\frac{x-3}5=\frac y{-1}=\frac{z-1}1$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$L_3:\frac{x-0}{-3}=\frac{y-3}3=\frac{z-2}1$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$L_1\cap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$(t-2,t+1,t)=(5s+3,-s,s+1)$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$L_2\cap 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$L_1\cap 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$\overrightarrow{AB}=(5,-1,1)$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$\overrightarrow{AC}=(2,2,2)$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$\overrightarrow{AB}\times\overrightarrow{AC}=\left|\begin{matrix}\hat i&amp;\hat j&amp;\hat k\\5&amp;-1&amp;1\\2&amp;2&amp;2\end{matrix}\right|=(-4,-8,12)$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$A=\frac12\left|-4\hat i-8\hat j+12\hat k\right|=\frac12\sqrt{16+64+144}=\sqrt{4+16+36}=\sqrt{56}$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Lagrange's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skip the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Lagrange's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u\times\vec v|^2=|\vec u|^2|\vec v|^2-(\vec u\cdot\vec v)^2$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skip the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u=\overrightarrow{AB}=(5,-1,1)$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v=\overrightarrow{AC}=(2,2,2)$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u|^2=27$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v|^2=12$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u\cdot\vec v=10-2+2=10$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u\times\vec v|^2=27\times12-10^2=324-100=224$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$A^2=\frac14\cdot224=56$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sides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determinant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coplanar lines pairwise meeting (not concurrent) form a triangle: find each vertex from a pair of lines; a quick check is that all three lines lie in one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Parameter-matching method: for lines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equate two coordinates to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confirm with the third.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u,\vec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$A^2=\frac14\left(|\vec u|^2|\vec v|^2-(\vec u\cdot\vec v)^2\right)$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determinant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coplanar lines pairwise meeting (not concurrent) form a triangle: find each vertex from a pair of lines; a quick check is that all three lines lie in one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Parameter-matching method: for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p+t\vec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q+s\vec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equate two coordinates to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confirm with the third.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projection vector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parallelogram formed by the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projection vector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b=\lambda\hat i+4\hat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i+2\hat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c|=7$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parallelogram formed by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Projection of a vector and area of a parallelogram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a+\vec c|=7$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b\times\vec c|$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c=\left(\frac{\vec b\cdot\vec a}{|\vec a|}\right)\frac{\vec a}{|\vec a|}=\frac{\vec b\cdot\vec a}{|\vec a|^2}\vec a=\frac{\lambda+8}{9}\left(\hat i+2\hat j+2\hat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a+\vec c=\left(1+\frac{\lambda+8}9\right)\vec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c|=3\left(1+\frac{\lambda+8}9\right)=7$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$\frac{\lambda+8}9=\frac43$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c=\frac43(1,2,2)=\left(\frac43,\frac83,\frac83\right)$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b=(4,0,4)$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length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$=|\vec b\times\vec c|=|\vec c\times\vec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c\times\vec b=\left|\begin{matrix}\hat i&amp;\hat j&amp;\hat k\\\frac43&amp;\frac83&amp;\frac83\\4&amp;0&amp;4\end{matrix}\right|$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c\times\vec b=\left(\frac{32}3,\ \frac{16}3,\ -\frac{32}3\right)$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$\frac{16}3\sqrt{4+1+4}=\frac{16}3\times3=16$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parallelogram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b=\vec c+\vec b_\perp$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b_\perp\perp\vec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parallelogram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c|\,|\vec b_\perp|$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same direction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magnitude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c\parallel\vec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same direction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a=\lambda+8&gt;0$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c|=|\vec a|+|\vec c|=3+|\vec c|=7$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c|=\frac{\lambda+8}{3}=4$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b|^2=16+16=32$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b=\vec c+\vec b_\perp$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b_\perp\perp\vec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b_\perp|^2=32-16=16$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c=\vec b_\perp\times\vec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magnitude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b_\perp||\vec c|=4\times4=16$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vector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scalar projection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of the parallelogram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same direction,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vector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a\cdot\vec b}{|\vec a|^2}\vec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scalar projection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a\cdot\vec b}{|\vec 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b|^2=|\vec b_\parallel|^2+|\vec b_\perp|^2$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of the parallelogram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c\parallel\vec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c|\,|\vec b_\perp|$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c\parallel\vec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same direction,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c|=|\vec a|+|\vec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b=2\hat i+2\hat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c-2\vec a|^2=8$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$|10-3\vec b\cdot\vec c|+|\vec d\times\vec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Vector triple product and magnitude of a cross product with given 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expanding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c-2\vec a|^2=8$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c=|\vec c|$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expanding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d\times\vec c=(\vec a\times\vec b)\times\vec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b\cdot\vec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d=\vec a\times\vec b=-\hat i+\hat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c-2\vec a|^2=8$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c|^2+4|\vec a|^2-4(\vec a\cdot\vec c)=8$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c|^2+12-4|\vec c|=8$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c|^2-4|\vec c|+4=0$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d\times\vec c=(\vec a\times\vec b)\times\vec c=(\vec a\cdot\vec c)\vec b-(\vec b\cdot\vec c)\vec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magnitudes: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left, and on the right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either way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magnitudes: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d\times\vec c|^2=\left(|\vec d||\vec c|\sin\frac\pi4\right)^2=4$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left, and on the right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a\cdot\vec c)^2|\vec b|^2+(\vec b\cdot\vec c)^2|\vec a|^2-2(\vec a\cdot\vec c)(\vec b\cdot\vec c)(\vec a\cdot\vec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$x=\vec b\cdot\vec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$4=36+3x^2-20x$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$3x^2-20x+32=0$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$3x^2-12x-8x+32=0$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$(3x-8)(x-4)=0$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d\times\vec c|^2=4$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$|10-3\vec b\cdot\vec c|=|10-8|=2$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$|10-12|=2$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either way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c=2$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d\cdot\vec c=2$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d=(-1,1,0)$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d\cdot\vec c=|\vec d||\vec c|\cos\frac\pi4=\sqrt2\cdot2\cdot\frac1{\sqrt2}=2$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$x^2+(x+2)^2+4x^2=4$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cases,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c=(0,2,0)$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$\left(-\frac23,\frac43,\frac43\right)$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$-\frac43+\frac83+\frac43=\frac83$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$|10-3\vec b\cdot\vec c|=2$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cases,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d\times\vec c|^2=|\vec d|^2|\vec c|^2\sin^2\frac\pi4=2\cdot4\cdot\frac12=4$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 triple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result lies in the plane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becomes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 and their lengths known this is immediate, without the triple-product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 triple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b)\times\vec c=(\vec a\cdot\vec c)\vec b-(\vec b\cdot\vec c)\vec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result lies in the plane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u-k\vec a|^2=|\vec u|^2+k^2|\vec a|^2-2k\,\vec u\cdot\vec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becomes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d\times\vec c|^2=|\vec d|^2|\vec c|^2-(\vec d\cdot\vec 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 and their lengths known this is immediate, without the triple-product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440   (B) 3080   (C) 3410   (D) 560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$\alpha,\beta\,(\alpha\neq\beta)$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$x+2y+4z=m$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$x+4y+10z=m^2$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$\sum\limits_{n=1}^{10}\left(n^\alpha+n^\beta\right)$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440   (B) 3080   (C) 3410   (D) 560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Consistency of a system of linear equations (determinant zero), Sum of powers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Consistency of a system of linear equations (determinant zero), Sum of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coefficient determinant is 0, so the system is consistent only when the right-hand sides obey the same row dependency.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conditions reduce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$\Delta=\left|\begin{matrix}1&amp;1&amp;1\\1&amp;2&amp;4\\1&amp;4&amp;10\end{matrix}\right|=1(20-16)-1(10-4)+1(4-2)=4-6+2=0$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$\Delta_x=\Delta_y=\Delta_z=0$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conditions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$m^2-3m+2=0$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$\sum\limits_{n=1}^{10}\left(n^\alpha+n^\beta\right)=\sum\limits_{n=1}^{10}n+\sum\limits_{n=1}^{10}n^2$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$=\frac{10(11)}2+\frac{10(11)(21)}6=55+385=440$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(1) 440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Notice the third equation's row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consistency needs the same combination of right-hand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Notice the third equation's row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$3R_2-2R_1$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consistency needs the same combination of right-hand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of the coefficient matrix: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right-hand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this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these values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independent, so there is a one-parameter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of the coefficient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$R_3=3R_2-2R_1$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$3(1,2,4)-2(1,1,1)=(1,4,10)$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$R_3-3R_2+2R_1$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$0=m^2-3m+2$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right-hand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this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$(m-1)(m-2)=0$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these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independent, so there is a one-parameter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n+\sum n^2=55+385=440$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(1) 440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row of the coefficient matrix is a combination of the others, the system is consistent only if the same combination holds for the constants; then the solutions form a line (one free parameter) when the rank is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gives no solution or infinitely many; checking one numerator determinant (or the row-combination identity) decides.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row of the coefficient matrix is a combination of the others, the system is consistent only if the same combination holds for the constants; then the solutions form a line (one free parameter) when the rank is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gives no solution or infinitely many; checking one numerator determinant (or the row-combination identity) decides.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$\sum_{n=1}^{N}n=\frac{N(N+1)}2$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$\sum_{n=1}^{N}n^2=\frac{N(N+1)(2N+1)}6$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$\sum_{n=1}^{N}n^3=\left[\frac{N(N+1)}2\right]^2$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Vector 3D 03 Questions 1–20 (printed 41–60)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