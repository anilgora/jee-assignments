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2.0</c:v>
                </c:pt>
                <c:pt idx="4">
                  <c:v>3.0</c:v>
                </c:pt>
                <c:pt idx="5">
                  <c:v>1.0</c:v>
                </c:pt>
                <c:pt idx="6">
                  <c:v>3.0</c:v>
                </c:pt>
                <c:pt idx="7">
                  <c:v>1.0</c:v>
                </c:pt>
                <c:pt idx="8">
                  <c:v>3.0</c:v>
                </c:pt>
                <c:pt idx="9">
                  <c:v>3.0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sentence ('By rotating the normal towards x + y = 0 in anticlockwise sense we get the answer (B)') singles out (B), but its own working (and the answer line 'A/B') shows both (A) and (B) satisfy the conditions: normals at 15 degrees and 75 degrees both make 60 degrees with x + y = 0. The deck states the answer as (A) or (B); the working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two quadratics are wrong. It prints (+) m^2 + 11m + 4 = 0 and (-) 7m^2 - 11m - 4 = 0 with roots m = 1 or -4/7. Expanding the determinant (= -52 m^2) gives 9m^2 + 11m + 4 = 0 (no real root) and 15m^2 - 11m - 4 = 0 (roots m = 1 and -4/15). m = 1 does not satisfy 7m^2 - 11m - 4 = 0 as printed. The final answer m = 1 is right; the printed 4/15 in option (A) is a distractor (the actual root is -4/15, rejected by m &gt;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(2) as 'beta - gamma = 2 sqrt(bc)' right after 'gamma - beta = 2 sqrt(bc)'. The sign in (2) is wrong (gamma &gt; alpha &gt; beta so gamma - beta is the positive quantity); it must read gamma - beta = 2 sqrt(bc). The PDF also refers to '(A) + (2) + (3)' meaning (1) + (3) = (2). The result is unchanged. The justification that the smallest circle is the middle one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Coordinate Geometry (Paper 02)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(printed 21–40)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tangents are drawn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angle between these tangents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 of the circle is denoted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these tangents touch the circle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ratio of the areas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tangents are drawn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$x^2+y^2-2x-4y+4=0$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angle between these tangents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$\tan^{-1}\left(\frac{12}{5}\right)$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$\tan^{-1}\left(\frac{12}{5}\right)\in(0,\pi)$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 of the circle is denoted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these tangents touch the circle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ratio of the areas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tangents to a circle; angle between tangents; area of triangles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triangles have the same base angle data, so the area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triangles have the same base angle data, so the area ratio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$\frac{PA^2}{r^2}$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$\tan\frac\theta2=\frac{r}{PA}$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$(x-1)^2+(y-2)^2=1$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length of the tangent) and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sides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included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the 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right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$PA=PB=\sqrt{S_1}$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length of the tangent)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APB=\theta$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$\sqrt{S_1}$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included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PAB=\frac12S_1\sin\theta$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$CA=CB=r$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ACB=\pi-\theta$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right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CAB=\frac12r^2\sin(\pi-\theta)=\frac12r^2\sin\theta$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$\tan\frac\theta2=\frac{r}{\sqrt{S_1}}=\frac{1}{\sqrt{S_1}}$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$\tan\theta=\frac{2\tan\frac\theta2}{1-\tan^2\frac\theta2}$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$\frac{\frac{2}{\sqrt{S_1}}}{1-\frac{1}{S_1}}=\frac{12}{5}$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$\sqrt{S_1}=\frac32$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$\frac{\triangle PAB}{\triangle CAB}=\frac{S_1}{r^2}=\frac{9/4}{1}=\frac94$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$9:4$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Pythagoras.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$\cos\theta=1-2\sin^2\frac\theta2=1-\frac{2r^2}{CP^2}$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$PA^2=CP^2-r^2$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Pythagoras.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$\cos\theta=\frac{5}{13}$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$\sin\frac\theta2=\frac{CA}{CP}=\frac{1}{CP}$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$\cos\theta=1-2\sin^2\frac\theta2$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$\frac5{13}=1-\frac{2}{CP^2}$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$\frac{2}{CP^2}=\frac8{13}$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$CP^2=\frac{13}{4}$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triangles have the same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$PA^2=CP^2-CA^2=\frac{13}{4}-1=\frac94$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triangles have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$\frac{\triangle PAB}{\triangle CAB}=\frac{PA^2}{CA^2}=\frac{9/4}{1}=\frac94$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$9:4$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independent of the position of the circle (here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$PA=r\cot\frac\theta2$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$CP=r\csc\frac\theta2$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ACB=\pi-\theta$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$\frac{\triangle PAB}{\triangle CAB}=\frac{PA^2}{r^2}=\cot^2\frac\theta2$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independent of the position of the circle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$\cot^2\frac\theta2=\frac94$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$\tan\frac\theta2=\frac{\sqrt{1+t^2}-1}{t}$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$\frac{13/5-1}{12/5}=\frac23$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tangent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tangent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right angles.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 the straight line: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tangent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tangent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right angles.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 the straight line: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parabola; perpendicular tangents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tangents in slope form, impose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difference of the two equations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tangents in slope form, impose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difference of the two equations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$(m_1-m_2)(x+3)$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tangent of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tangent of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common point the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equal; subtracting: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the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y=m_1(x+1)+\frac{1}{m_1}$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y=m_2(x+2)+\frac{2}{m_2}$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common point the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equal;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$(m_1-m_2)x+(m_1-2m_2)+\frac{1}{m_1}-\frac{2}{m_2}=0$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the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$\frac1{m_1}-\frac2{m_2}=\frac{m_2-2m_1}{m_1m_2}$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are perpendicular,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this fraction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are perpendicular,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this fraction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$\frac{m_2-2m_1}{-1}=2m_1-m_2$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$(m_1-m_2)x+(m_1-2m_2)+(2m_1-m_2)=0$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$(m_1-m_2)x+3(m_1-m_2)=0$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$(m_1-m_2)(x+3)=0$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$m_1\neq 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$x+3=0$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parabolas have the same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foot of the perpendicular from the focus to any tangent lies on the tangent at the vertex, and a rectangle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parabolas have the same focus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foot of the perpendicular from the focus to any tangent lies on the tangent at the vertex, and a rectangle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focus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focus is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Property: the foot of the perpendicular from the focus to any tangent lies on the tangent at the vertex. So the foot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right angles: it is a rectangle.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focus is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Property: the foot of the perpendicular from the focus to any tangent lies on the tangent at the vertex. So 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$OM_1\perp 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$OM_2\perp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$L_1\perp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$OM_1PM_2$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right angles: it is a rectangle.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rectangle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$\vec{OP}=\vec{OM_1}+\vec{OM_2}$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$x_P=x_{M_1}+x_{M_2}=-1+(-2)=-3$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$x+3=0$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Foot-of-perpendicular property: for a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of the perpendicular from the focus to any tangent lies on the vertex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tangents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two confocal parabolas of the same axis with vertices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perpendicular tangents meet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Foot-of-perpendicular property: for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foot of the perpendicular from the focus to any tangent lies on the vertex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tangents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two confocal parabolas of the same axis with vertices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$x=h_1,h_2$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perpendicular tangents meet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$x=h_1+h_2$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$y=m(x-h)+\frac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mid-points of the perpendiculars drawn from points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mid-points of the perpendiculars drawn from points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$5x-7y=0$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$7x-5y=0$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point; angle between two straight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fixed line making a fixed angle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$\tan\phi=\frac12\tan\theta$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fixed line making a fixed angle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$\tan\theta=\frac{1-\frac12}{1+\frac12}=\frac13$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$\tan\theta=\frac{PN}{ON}=\frac13$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lies on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making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its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$\phi=\angle MON$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$MN=\frac{PN}{2}$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$\tan\phi=\frac{MN}{ON}=\frac{PN}{2\,ON}=\frac12\tan\theta=\frac16$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lies on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making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$\tan\phi=\left|\frac{1-m}{1+m}\right|=\frac16$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$\frac{1-m}{1+m}=\frac16$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$\frac{1-m}{1+m}=-\frac16$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keep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$\frac12&lt;m&lt;1$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keep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$y-0=\frac57(x-0)$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$5x-7y=0$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$5x-7y=0$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write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and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midpoint.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$P=(2t,t)$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write the foot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and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midpoint.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general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general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$N=\left(\frac{2t+t}{2},\frac{2t+t}{2}\right)=\left(\frac{3t}{2},\frac{3t}{2}\right)$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$M=\left(\frac{2t+\frac{3t}{2}}{2},\frac{t+\frac{3t}{2}}{2}\right)=\left(\frac{7t}{4},\frac{5t}{4}\right)$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$x=\frac{7t}{4}$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$y=\frac{5t}{4}$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xy=\frac75$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$5x-7y=0$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$5x-7y=0$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 across the line and average).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a moving segment in a fixed ratio traces a line (or curve) obtained from the original by a similarity: scaling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halves the tangent of the angle,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Loci of this kind are straight lines through the intersection point of the given lines - parametrise by one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$\left(\frac{x_1+y_1}2,\frac{x_1+y_1}2\right)$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 across the line and average).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a moving segment in a fixed ratio traces a line (or curve) obtained from the original by a similarity: scaling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halves the tangent of the angle,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$\tan\phi=\frac12\tan\theta$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Loci of this kind are straight lines through the intersection point of the given lines - parametrise by one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the origin makes positive intercepts on the coordinate axes and the perpendicular from the origin to this line makes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an equation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the origin makes positive intercepts on the coordinate axes and the perpendicular from the origin to this line makes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an equation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$(\sqrt3+1)x+(\sqrt3-1)y=8\sqrt2$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$(\sqrt3-1)x+(\sqrt3+1)y=8\sqrt2$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$\sqrt3x+y=8$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$x+\sqrt3y=8$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form of a straight line; angle between two straight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direction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(direction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it points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both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direction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$135^\circ$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it points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both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an undirected line)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an undirected line)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positive intercepts, so the perpendicular points into the first quadrant: it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positive intercepts, so the perpendicular points into the first quadrant: it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$x\cos75^\circ+y\sin75^\circ=4$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$x\cos15^\circ+y\sin15^\circ=4$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$\cos75^\circ=\frac{\sqrt3-1}{2\sqrt2}$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$\sin75^\circ=\frac{\sqrt3+1}{2\sqrt2}$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$\cos15^\circ=\frac{\sqrt3+1}{2\sqrt2}$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$\sin15^\circ=\frac{\sqrt3-1}{2\sqrt2}$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$(\sqrt3-1)x+(\sqrt3+1)y=8\sqrt2$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$(\sqrt3+1)x+(\sqrt3-1)y=8\sqrt2$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is option (B) and the second is option (A); both have positive intercepts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satisfy the conditions, so the key is A/B.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is option (B) and the second is option (A); both have positive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$\frac{8\sqrt2}{\sqrt3\mp1}$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satisfy the conditions, so the key is A/B.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or (B) - both are correct (the key gives A/B)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four options directly: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distance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four options directly: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$ax+by=c$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distance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$\frac{c}{\sqrt{a^2+b^2}}$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normal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$\cos60^\circ=\frac{|a-b|}{\sqrt2\sqrt{a^2+b^2}}$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direction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normal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Satisfied.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normal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$\cos\alpha=\frac{|a-b|}{\sqrt2\sqrt{a^2+b^2}}$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$\frac{c}{\sqrt{a^2+b^2}}=4$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$=\frac{8\sqrt2}{2\sqrt2}=4$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$\cos\alpha=\frac{2}{\sqrt2\cdot2\sqrt2}=\frac12$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Satisfied.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interchanged;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Satisfied.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Fails; (D) is the same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swapped and also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and (B) are the correct options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interchanged;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Satisfied.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$\cos\alpha=\frac{\sqrt3-1}{2\sqrt2}\approx0.259\neq\frac12$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Fails; (D) is the same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swapped and also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and (B) are the correct options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or (B) - both are correct (the key gives A/B)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direction is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positive intercepts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a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of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useful for testing options without trigonometry.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they make the surds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$x\cos\alpha+y\sin\alpha=p$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direction is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positive intercepts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a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of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$(d_1,d_2)$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$\cos\alpha=\frac{|ad_1+bd_2|}{\sqrt{a^2+b^2}\sqrt{d_1^2+d_2^2}}$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useful for testing options without trigonometry.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$\cos75^\circ=\sin15^\circ=\frac{\sqrt3-1}{2\sqrt2}$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$\sin75^\circ=\cos15^\circ=\frac{\sqrt3+1}{2\sqrt2}$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they make the surds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three points.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intersects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three points.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intersects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$A_1=3A_2$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triangle; equation of a straight line; intersection of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condition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choice gives one quadratic with no real root and one with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condition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$12m^2=\left|(3m+1)(4-m)\right|$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choice gives one quadratic with no real root and one with the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$x(1+3m)=2$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$P=\left(\frac{2}{3m+1},\frac{2m}{3m+1}\right)$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$4x-mx=8$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$Q=\left(\frac{8}{4-m},\frac{8m}{4-m}\right)$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$A_1=\frac12\left|\begin{matrix}-1&amp;1&amp;1\\3&amp;4&amp;1\\2&amp;0&amp;1\end{matrix}\right|=\frac{13}{2}$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$A_2=\frac{A_1}{3}=\frac{13}{6}$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 the denominators by multiplying rows 2 and 3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$A_2=\frac12\left|\begin{matrix}2&amp;0&amp;1\\\frac{2}{3m+1}&amp;\frac{2m}{3m+1}&amp;1\\\frac{8}{4-m}&amp;\frac{8m}{4-m}&amp;1\end{matrix}\right|=\frac{13}{6}$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 the denominators by multiplying rows 2 and 3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$(3m+1)$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$\frac{1}{(3m+1)(4-m)}\left|\begin{matrix}2&amp;0&amp;1\\2&amp;2m&amp;3m+1\\8&amp;8m&amp;4-m\end{matrix}\right|=\pm\frac{13}{3}$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$2\left(2m(4-m)-8m(3m+1)\right)+(16m-16m)=-52m^2$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$-52m^2=+\frac{13}{3}(3m+1)(4-m)$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$-12m^2=-3m^2+11m+4$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$9m^2+11m+4=0$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$121-144&lt;0$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$-52m^2=-\frac{13}{3}(3m+1)(4-m)$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$12m^2=-3m^2+11m+4$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$15m^2-11m-4=0$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$(m-1)(15m+4)=0$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$m=-\frac4{15}$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the two ratios along the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PQC$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$\frac{A_2}{A_1}=\frac{CP}{CA}\cdot\frac{CQ}{CB}$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the two ratios along the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its vertical angle),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PCQ=\angle ACB$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its vertical angle),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$\frac{[PQC]}{[ABC]}=\frac{CP}{CA}\cdot\frac{CQ}{CB}$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$\vec{CA}=(-3,1)$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$P-C=\left(\frac{-6m}{3m+1},\frac{2m}{3m+1}\right)=\frac{2m}{3m+1}(-3,1)$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$\frac{CP}{CA}=\frac{2m}{3m+1}$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$\vec{CB}=(1,4)$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$Q-C=\left(\frac{2m}{4-m},\frac{8m}{4-m}\right)=\frac{2m}{4-m}(1,4)$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$\frac{CQ}{CB}=\frac{2m}{|4-m|}$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positive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$\frac{A_2}{A_1}=\frac13$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$\frac{4m^2}{(3m+1)|4-m|}=\frac13$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$12m^2=(3m+1)|4-m|$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$0&lt;m&lt;4$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$12m^2=-3m^2+11m+4$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$15m^2-11m-4=0$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$12m^2=3m^2-11m-4$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positive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$\frac{CP}{CA}=\frac12$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$\frac{CQ}{CB}=\frac23$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determinants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ratios can be read off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determinant area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solve both signs; here one sign produced a quadratic with negative discriminant (a built-in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$\frac{[CPQ]}{[CAB]}=\frac{CP\cdot CQ}{CA\cdot CB}$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determinants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$C+t\vec{CA}$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$t=\frac{2m}{3m+1}$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ratios can be read off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determinant area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solve both signs; here one sign produced a quadratic with negative discriminant (a built-in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$9m^2+11m+4=0$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locus of the mirror image of a point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equation of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locus of the mirror image of a point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equation of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Reflection of a curve in a line; tangent to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$x^2=4y$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image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by interchanging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by interchanging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x^2=4y$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$xx_1=2(y+y_1)$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$x\cdot2=4\left(\frac{y+1}{2}\right)$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$2x=2(y+1)$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$x-y=1$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the tangent instead of the curve: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mirror image of the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mirror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the tangent instead of the curve: the tangent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$P(2,1)$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mirror image of the tangent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mirror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$yy_1=2(x+x_1)$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$2y=2(x+1)$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tangents of the original parabola to tangents of its image, so the required tangent is the mirror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interchange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also by calculus,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tangents of the original parabola to tangents of its image, so the required tangent is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interchange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also by calculus,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 x2=1$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$x-y=1$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interchanges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every equation (curve, tangent, normal); 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is an isometry, so tangency, tangent lines and normals are carried to tangency, tangents and normals of the image.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interchanges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every equation (curve, tangent, normal); 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$(-y,-x)$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is an isometry, so tangency, tangent lines and normals are carried to tangency, tangents and normals of the image.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$xx_1=2a(y+y_1)$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$yy_1=2a(x+x_1)$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Its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its orthocentre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length of the tangent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part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$(\lambda+1)x+\lambda 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x+(1-\lambda)y+\lambda=0$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Its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its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length of the tangent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part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of a triangle; family of lines; tangent to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forces the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 to coincide,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locates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forces the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 to coincide,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$HC\perp 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locates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give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$AB:(\lambda+1)x+\lambda 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$AC:\lambda x+(1-\lambda)y+\lambda=0$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$y=\frac4\lambda$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$y=\frac{\lambda}{\lambda-1}$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give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$\frac4\lambda=\frac{\lambda}{\lambda-1}$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$4(\lambda-1)=\lambda^2$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$(\lambda-2)^2=0$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$AB:3x+2y=4$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$AC:2x-y+2=0$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orthocentre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$C=(\alpha,2\alpha+2)$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$CH\perp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$CH=\frac{2\alpha+2-2}{\alpha-1}=\frac{2\alpha}{\alpha-1}$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$\left(\frac{2\alpha}{\alpha-1}\right)\left(-\frac32\right)=-1$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$6\alpha=2\alpha-2$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$C=\left(-\frac12,1\right)$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(fourth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$y=mx+\frac{3}{2m}$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$1=-\frac m2+\frac{3}{2m}$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$m^2+2m-3=0$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$T=\left(\frac{a}{m^2},\frac{2a}{m}\right)=\left(\frac{3}{2m^2},\frac3m\right)$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$\left(\frac16,-1\right)$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(fourth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$T=\left(\frac32,3\right)$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$CT=\sqrt{\left(\frac32+\frac12\right)^2+(3-1)^2}=\sqrt{4+4}=2\sqrt2$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horizontal,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vertical,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unknown parameter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horizontal,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vertical,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$x_C=x_B$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altitude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$BH\perp 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unknown parameter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$AB:3x+2y=4$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$AC:2x-y+2=0$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$AH\perp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$x_C=x_B$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$BH\perp 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$y-2=-\frac12(x-1)$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$B=AB\cap BH$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quadrant: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$x_C=-\frac12$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$y_C=2\left(-\frac12\right)+2=1$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$C=\left(-\frac12,1\right)$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$\left(\frac32t^2,3t\right)$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$ty=x+\frac32t^2$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$t=-\frac12+\frac32t^2$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$3t^2-2t-1=0$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quadrant: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$T=\left(\frac32,3\right)$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$CT=\sqrt{2^2+2^2}=2\sqrt2$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of a family meeting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same point: equate their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 - gives the parameter without finding the intersection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 (and vice versa),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quadratic from an external point are the parameters of the two points of contact. Tangent length is NOT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parabola -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contact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of a family meeting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same point: equate their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 - gives the parameter without finding the intersection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 (and vice versa),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$x_B=x_C$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$ty=x+at^2$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quadratic from an external point are the parameters of the two points of contact. Tangent length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$\sqrt{S_1}$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parabola -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contact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man is walking on a straight line. The arithmetic mean of the reciprocals of the intercepts of this line on the coordinate axes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Three stones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placed at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which of these stones is/are on the path of the man?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  (C) All the three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man is walking on a straight line. The arithmetic mean of the reciprocals of the intercepts of this line on the coordinate axes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Three stones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placed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which of these stones is/are on the path of the man?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  (C) All the three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 form of a straight line; family of lines through a fixed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such line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$\frac{1}{a}+\frac1b=\frac12$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$2\left(\frac1a+\frac1b\right)=1$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such line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arithmetic mean of the reciprocals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arithmetic mean of the reciprocals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$\frac{\frac1a+\frac1b}{2}=\frac14$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$\frac2a+\frac2b=1$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says that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for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stone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on the man's path.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which contradicts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path.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says that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for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stone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on the man's path.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which contradicts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path.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only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intercepts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fixed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variants: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family envelops a parabola, no fixed point);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(envelope a hyperbola);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recognise which one before computing.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for a single-answer question: a special member of the family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already rules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intercepts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pa+\frac qb=1$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fixed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variants: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family envelops a parabola, no fixed point);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(envelope a hyperbola);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recognise which one before computing.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for a single-answer question: a special member of the family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already rules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mid-points of the sides of a triangle with incentre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focus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mid-points of the sides of a triangle with incentre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focus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Incentre of a triangle; focus of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vertices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right isosceles triangle - so the incentre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vertices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$(0,2),(0,0),(2,0)$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a right isosceles triangle - so the incentre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$r=2-\sqrt2$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 to 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 opposite each mid-point is found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 to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vertex opposite each mid-point is found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$V=M_1+M_2-M_3$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$D=\frac{2\cdot P+2\sqrt2\cdot Q+2\cdot R}{2+2\sqrt2+2}$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$D=\left(\frac{0+0+4}{4+2\sqrt2},\frac{4+0+0}{4+2\sqrt2}\right)$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$D=\left(\frac{2}{2+\sqrt2},\frac{2}{2+\sqrt2}\right)=\left(2-\sqrt2,\,2-\sqrt2\right)$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$(2-\sqrt2)^2=4a(2-\sqrt2)$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$a=\frac{2-\sqrt2}{4}$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$(a,0)=\left(\frac12-\frac{\sqrt2}{4},0\right)$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$\frac{\alpha}{\beta^2}=\frac{1/2}{1/16}=8$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medial-triangle's parent is a right isosceles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𝑙𝑒𝑔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𝑙𝑒𝑔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ℎ𝑦𝑝𝑜𝑡𝑒𝑛𝑢𝑠𝑒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medial-triangle's parent is a right isosceles triangle with legs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inradius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$r=\frac{\text{leg}+\text{leg}-\text{hypotenuse}}{2}$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 right triangle: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legs lying on the axes,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$QP=QR=2$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 right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$r=\frac{QP+QR-PR}{2}=\frac{4-2\sqrt2}{2}=2-\sqrt2$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incentre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legs lying on the axes,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$D=(r,r)=(2-\sqrt2,2-\sqrt2)$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focus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$a=\frac{y^2}{4x}=\frac{(2-\sqrt2)^2}{4(2-\sqrt2)}=\frac{2-\sqrt2}{4}$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$\left(\frac12-\frac14\sqrt2,0\right)$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$\frac{\alpha}{\beta^2}=8$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sides: the vertices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original triangle is twice the medial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legs lie along the axes the incentre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focus is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$M_1,M_2,M_3$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sides: the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$M_1+M_2-M_3$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$M_2+M_3-M_1$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$M_3+M_1-M_2$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original triangle is twice the medial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$r=\frac{p+q-h}{2}=\frac{pq}{p+q+h}$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legs lie along the axes the incentre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$a=\frac{y_1^2}{4x_1}$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focus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angle subtended by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angle subtended by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$\frac\pi2-\tan^{-1}\left(\frac13\right)$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$\frac\pi2+\tan^{-1}\left(\frac14\right)$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$\frac\pi2+\tan^{-1}\left(\frac13\right)$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$\frac\pi2-\tan^{-1}\left(\frac14\right)$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lines (homogenisation); angle subtended by a chord at the origin;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Homogenise the ellipse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origin, then pick the obtuse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Homogenise the ellipse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$\frac{x+y}{1}=1$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pair of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$OP,OQ$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origin, then pick the obtuse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Homogenise: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Homogenise: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$x^2+2y^2=2(x+y)^2$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(vertical)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them: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acute angle,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opposite sides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subtended is the obtuse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$x^2+2y^2=2x^2+4xy+2y^2$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(vertical)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$L_2:x+4y=0$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$\tan\theta=\left|\frac{1}{m_2}\right|=4$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acute angle,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$Q\left(\frac43,-\frac13\right)$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opposite sides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$\vec{OP}\cdot\vec{OQ}=-\frac13&lt;0$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subtended is the obtuse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Obtuse 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Obtuse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$=\pi-\tan^{-1}(4)=\pi-\cot^{-1}\left(\frac14\right)=\pi-\left(\frac\pi2-\tan^{-1}\frac14\right)$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$=\frac\pi2+\tan^{-1}\left(\frac14\right)$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$\frac\pi2+\tan^{-1}\left(\frac14\right)$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homogenisation: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and use the dot product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homogenisation: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and use the dot product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$\vec{OP}$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$\vec{OQ}$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$(1-y)^2+2y^2=2$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$3y^2-2y-1=0$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$Q=\left(\frac43,-\frac13\right)$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is obtuse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$\cos\angle POQ=\frac{\vec{OP}\cdot\vec{OQ}}{|OP||OQ|}=\frac{-\frac13}{1\cdot\frac{\sqrt{17}}{3}}=-\frac{1}{\sqrt{17}}$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is obtuse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$\pi-\cos^{-1}\frac1{\sqrt{17}}=\pi-\tan^{-1}4$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$\pi-\tan^{-1}4=\frac\pi2+\left(\frac\pi2-\tan^{-1}4\right)=\frac\pi2+\tan^{-1}\frac14$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$\frac\pi2+\tan^{-1}\left(\frac14\right)$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Homogenisation: for a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pair of lines joining the origin to the intersection points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constant part multiplied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through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 angle); the angle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'Angle subtended at the origin' is the 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decide acute or obtuse by the sign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options often list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Homogenisation: for a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$lx+my=1$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pair of lines joining the origin to the intersection points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constant part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$(lx+my)^2$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through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$\tan\theta=\frac{2\sqrt{h^2-ab}}{|a+b|}$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 angle); the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$a=1,h=2,b=0$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'Angle subtended at the origin' is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POQ\in(0,\pi)$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decide acute or obtuse by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$\vec{OP}\cdot\vec{OQ}$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options often list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three normals drawn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greater than: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three normals drawn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greater than: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Normals to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in slope form is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further real roots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in slope form is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further real roots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$m^2=2(a-1)&gt;0$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letter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kept for the given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letter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kept for the given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$y=mx-2cm-cm^3$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$y=mx-m-\frac{m^3}{2}$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$0=am-m-\frac{m^3}{2}$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factorise: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root; three distinct normals need two more real, distinct, non-zero roots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only the one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$m^3=2(a-1)m$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$m\left(m^2-2(a-1)\right)=0$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root; three distinct normals need two more real, distinct, non-zero roots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$m^2=2(a-1)$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$2(a-1)&gt;0$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only the one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subnormal of a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the axis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match this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subnormal of a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$y^2=4cx$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normal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the 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$x_1+2c$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match this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subnormal is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two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only the vertex;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subnormal is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$(x_1+1,0)$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$x_1+1=a$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$y_1^2=2x_1=2(a-1)$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$y_1=\pm\sqrt{2(a-1)}$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only the vertex;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the vertex is the axis itself, which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is the third normal.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distinct normals exist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the vertex is the axis itself, which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is the third normal.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distinct normals exist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real normals need the cubic to have three real roots. For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 three normals exist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subnormal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way to locate where any normal meets the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normals by counting real roots of the slope (or parameter) cubic;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axis (normal at the vertex).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$cm^3+(2c-h)m+k=0$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real normals need the cubic to have three real roots. 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 three normals exist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subnormal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way to locate where any normal meets the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normals by counting real roots of the slope (or parameter) cubic;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axis (normal at the vertex).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touch each other externally. If they have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as a common tangent,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touch each other externally. If they have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as a common tangent,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a}=\frac1{\sqrt b}+\frac1{\sqrt c}$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a,\sqrt b,\sqrt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b}=\frac1{\sqrt a}+\frac1{\sqrt c}$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7340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circles; common tangent of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touching externally and touching a line have their contact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 on that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circles of radii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$r,s$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touching externally and touching a line have their contact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$2\sqrt{rs}$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 on that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circles touch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smallest circle lies between the other two,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externally: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circles touch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$(\gamma,0)$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$(\gamma,c)$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smallest circle lies between the other two,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$\beta&lt;\alpha&lt;\gamma$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externally: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$(\alpha-\beta)^2+(b-a)^2=(a+b)^2$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$(\alpha-\beta)^2=(a+b)^2-(b-a)^2=4ab$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$\alpha-\beta=2\sqrt{ab}$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for the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for the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with (2):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for the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$\gamma-\beta=2\sqrt{bc}$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for the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$\gamma-\alpha=2\sqrt{ac}$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$\gamma-\beta=2\sqrt{ab}+2\sqrt{ac}$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with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$\sqrt{bc}=\sqrt{ab}+\sqrt{ac}$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middle circle: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between the others the same argument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smallest circle is the middle one.)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 a}=\frac1{\sqrt c}+\frac1{\sqrt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middle circle: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between the others the same argument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b}=\frac1{\sqrt a}+\frac1{\sqrt c}&gt;\frac1{\sqrt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smallest circle is the middle one.)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$\frac1{\sqrt a}=\frac1{\sqrt b}+\frac1{\sqrt c}$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Descartes' circle theorem with the line as a circle of curvature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two circles of curvature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line, the third circle tangent to all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Descartes' circle theorem with the line as a circle of curvature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two circles of curvature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$k_1,k_2$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line, the third circle tangent to all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$k=k_1+k_2\pm2\sqrt{k_1k_2}$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Treat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as a circle of curvature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curvatures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tangent to both and to the line in the gap between them has curvature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root is the small circle in the gap; the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root is the larger one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Treat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as a circle of curvature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curvatures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$k_b=\frac1b$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$k_c=\frac1c$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tangent to both and to the line in the gap between them has curvature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$k_a=k_b+k_c+2\sqrt{k_bk_c}$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root is the small circle in the gap; the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root is the larger one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$\frac1a=\frac1b+\frac1c+\frac{2}{\sqrt{bc}}=\left(\frac1{\sqrt b}+\frac1{\sqrt c}\right)^2$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square roots (all quantities positive):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classical small circle between two equal unit circles on a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square roots (all quantities positive):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a}=\frac1{\sqrt b}+\frac1{\sqrt 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 a}=2$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classical small circle between two equal unit circles on a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$\frac1{\sqrt a}=\frac1{\sqrt b}+\frac1{\sqrt c}$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externally and touching the same line (on the same side) have contact points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 of circles on a line (Ford-type chain):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𝑚𝑖𝑑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𝑙𝑒𝑓𝑡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𝑟𝑖𝑔ℎ𝑡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middle circle the smallest.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Descartes with a line (curvature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middle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externally and touching the same line (on the same side) have contact points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 of circles on a line (Ford-type chain):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$\frac1{\sqrt{r_{\text{mid}}}}=\frac1{\sqrt{r_{\text{left}}}}+\frac1{\sqrt{r_{\text{right}}}}$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middle circle the smallest.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Descartes with a line (curvature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$k_3=k_1+k_2\pm2\sqrt{k_1k_2}$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middle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a}=1+\frac12=\frac32$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eccentricity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its latus rectum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eccentricity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$\frac{x^2}{\cos^2\theta}-\frac{y^2}{\sin^2\theta}=1$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its latus rectum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$\left(1,\frac32\right]$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$\left(\frac32,2\right]$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Eccentricity and latus rectum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$e=\sec\theta$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$\left(\frac\pi3,\frac\pi2\right)$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latus rectum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$2\tan\theta\sin\theta$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$e^2=1+\frac{b^2}{a^2}=1+\tan^2\theta=\sec^2\theta$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$\theta\in\left(\frac\pi3,\frac\pi2\right)$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latus rectum: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$LL'=\frac{2b^2}{a}=\frac{2\sin^2\theta}{\cos\theta}=2\tan\theta\sin\theta$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and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$\left(\frac\pi3,\frac\pi2\right)$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and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$LL'=2\times\sqrt3\times\frac{\sqrt3}{2}=3$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$\theta&gt;\frac\pi3$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$LL'\in(3,\infty)$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$(3,\infty)$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$LL'=\frac{2(1-c^2)}{c}=2\left(\frac1c-c\right)$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$0&lt;c&lt;\frac12$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$LL'=\frac{2\sin^2\theta}{\cos\theta}=\frac{2(1-c^2)}{c}=2\left(\frac1c-c\right)$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$c=\cos\theta\in(0,1)$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$f(c)=\frac1c-c$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$e=\sec\theta=\frac1c&gt;2$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$f(c)&gt;f\left(\frac12\right)=2-\frac12=\frac32$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$LL'=2f(c)\in(3,\infty)$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$(3,\infty)$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this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questions: reduce to one variable, show monotonicity, then evaluate the (open) endpoints - the interval is open at an end the variable does not reach.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expressions: decreasing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lower bound on the expression.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this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$LL'=2\sin\theta\tan\theta$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questions: reduce to one variable, show monotonicity, then evaluate the (open) endpoints - the interval is open at an end the variable does not reach.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$2\left(\frac1c-c\right)$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expressions: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$c&lt;c_0$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lower bound on the expression.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abscissa of the point of intersection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an integer,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abscissa of the point of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an integer,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lines; integral solutions (divisibility)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abscissa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divisor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divisors congruent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abscissa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$\frac{5}{3+4m}$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$3+4m$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divisor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divisors congruent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$3\pmod4$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$3x+4(mx+1)=9$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$x(3+4m)=9-4=5$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$x=\frac{5}{3+4m}$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$3+4m\in\{1,-1,5,-5\}$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$3+4m=1\Rightarrow 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$\;3+4m=-1\Rightarrow 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$\;3+4m=5\Rightarrow m=\frac12$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$\;3+4m=-5\Rightarrow m=-2$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among the divisors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count follows without solving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$3+4m\equiv3\pmod4$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among the divisors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$\equiv3\pmod4$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count follows without solving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it is an odd integer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divisors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residues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$3+4m\equiv3\pmod4$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it is an odd integer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$1,-1,5,-5$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residues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both integers.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$\equiv3\pmod4$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$x=\frac{5}{-1}=-5$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$x=\frac{5}{-5}=-1$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both integers.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-𝑡𝑦𝑝𝑒 𝑑𝑒𝑛𝑜𝑚𝑖𝑛𝑎𝑡𝑜𝑟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questions: integrality means the denominator divides the numerator - list divisors (with both signs) and then impose the congruence on the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divisors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qualify, halving the work; always include negative divisors.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passes through the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intersection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lines are parallel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$x=\frac{N}{px+q\text{-type denominator}}$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questions: integrality means the denominator divides the numerator - list divisors (with both signs) and then impose the congruence on the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divisors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$\equiv3\pmod4$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qualify, halving the work; always include negative divisors.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passes through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intersection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$x=\frac{5}{3+4m}$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lines are parallel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squares of the lengths of the chords intercepted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natural numbers,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squares of the lengths of the chords intercepted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natural numbers,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circle; length of a chord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line meets the circle only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 has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$2\sqrt{r^2-d^2}$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line meets the circle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$\frac{n}{\sqrt2}&lt;4$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chord: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$\frac{|0+0-n|}{\sqrt{1^2+1^2}}=\frac{n}{\sqrt2}$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$AB=2\sqrt{4^2-\left(\frac{n}{\sqrt2}\right)^2}=2\sqrt{16-\frac{n^2}{2}}$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chord needs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chord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$\frac{n}{\sqrt2}&lt;4$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$n&lt;4\sqrt2\approx5.66$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$AB^2=4\left(16-\frac{n^2}{2}\right)=64-2n^2$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$=\sum_{n=1}^{5}\left(64-2n^2\right)=64\times5-2\cdot\frac{5\cdot6\cdot11}{6}=320-110=210$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Vieta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chord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discriminant giving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Vieta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$(x_1-x_2)^2$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chord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$^2=2(x_1-x_2)^2$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discriminant giving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intersection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$y=n-x$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$2x^2-2nx+n^2-16=0$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$x_1x_2=\frac{n^2-16}{2}$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$(x_1-x_2)^2=n^2-2(n^2-16)=32-n^2$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intersection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$32-n^2&gt;0$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$AB^2=(x_1-x_2)^2+(y_1-y_2)^2=2(x_1-x_2)^2=64-2n^2$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$\sum_{n=1}^{5}(64-2n^2)=320-110=210$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family of parallel lines the 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polynomial in the parameter, so sums reduce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distance from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Vieta: for a line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family of parallel lines the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$4(r^2-d^2)$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polynomial in the parameter, so sums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n^2=\frac{N(N+1)(2N+1)}{6}$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 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Vieta: for a line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$^2=2(x_1-x_2)^2=2\left[(x_1+x_2)^2-4x_1x_2\right]$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and normal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drawn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intersect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and normal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$(3\sqrt3,1)$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drawn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$\frac{304}{5}$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normal to an ellipse; circle with given diameter; tangents from a point (pole of a chord)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pole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respect to the circle; it can also be found directly as the intersection of the two 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pole of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respect to the circle; it can also be found directly as the intersection of the two 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$(3\sqrt3,1)$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$\frac{x^2}{36}+\frac{y^2}{4}=1$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$\frac{3\sqrt3\,x}{36}+\frac y4=1$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$\frac{\sqrt3x}{12}+\frac y4=1$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$\frac{x-3\sqrt3}{\frac{3\sqrt3}{36}}=\frac{y-1}{\frac14}$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$\frac{12(x-3\sqrt3)}{\sqrt3}=4(y-1)$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$3x-9\sqrt3=\sqrt3y-\sqrt3$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$N:\ 3x-\sqrt3y=8\sqrt3$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$x^2+(y-4)(y+8)=0$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$C:\ x^2+y^2+4y-32=0$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$20+y^2+4y-32=0$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$y^2+4y-12=0$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$(y+6)(y-2)=0$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$P=(2\sqrt5,-6)$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$Q=(2\sqrt5,2)$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$xx_1+yy_1+2y+2y_1-32=0$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$2\sqrt5x-6y+2y-12-32=0$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$2\sqrt5x-4y=44$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$T_1:\ \sqrt5x-2y=22$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$2\sqrt5x+2y+2y+4-32=0$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$2\sqrt5x+4y=28$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$T_2:\ \sqrt5x+2y=14$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$2\sqrt5x=36$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$\alpha=\frac{18}{\sqrt5}$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$\alpha^2-\beta^2=\frac{324}{5}-4=\frac{304}{5}$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$\frac{304}{5}$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pole and polar: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polar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comparing the polar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pole and polar: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comparing the polar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chord of contact of 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polar: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must be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$x^2+y^2+4y-32=0$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chord of contact of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polar: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y+2(y+\beta)-32=0$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x+(\beta+2)y+(2\beta-32)=0$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must be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$x-2\sqrt5=0$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match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of the centre, as it should be since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x+(2\beta-32)=0$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$2\beta-32=-36$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match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$\alpha\cdot2\sqrt5=36$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$\alpha=\frac{18}{\sqrt5}$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$\alpha^2-\beta^2=\frac{324}{5}-4=\frac{304}{5}$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of the centre, as it should be since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vertical.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$\frac{304}{5}$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pole of a chord of a circle is where the tangents at its ends meet; for a vertical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pole is on the line through the centre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line 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the join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pole of a chord of a circle is where the tangents at its ends meet; for a vertical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pole is on the line through the centre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$x=\frac{r^2}{k-x_0}+x_0$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$\frac{36}{2\sqrt5}=\frac{18}{\sqrt5}$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$\frac{xx_1}{a^2}+\frac{yy_1}{b^2}=1$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$\frac{a^2x}{x_1}-\frac{b^2y}{y_1}=a^2-b^2$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$\frac{36x}{3\sqrt3}-4y=32$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$\sqrt3x-y=8$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line 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the join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$(x_1,y_1),(x_2,y_2)$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$x^2+(y-4)(y+8)=0$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lengths of intercepts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made by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shortest distance from the origin to a tangent to this circle which is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lengths of intercepts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made by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$x^2+y^2+ax+2ay+c=0$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shortest distance from the origin to a tangent to this circle which is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Intercepts made by a circle on the axes; tangent to a circle (condition of tangency)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 lengths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tangent then follows from the condition of tangency.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 lengths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$g^2-c=2$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$f^2-c=5$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tangent then follows from the condition of tangency.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(ii)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$=2\sqrt{g^2-c}=2\sqrt2$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$g^2-c=2$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$\frac{a^2}{4}-c=2$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$=2\sqrt{f^2-c}=2\sqrt5$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$f^2-c=5$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$\frac{3a^2}{4}=3$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(ii)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of tangency: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tangents.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$x^2+y^2-2x-4y-1=0$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$(x-1)^2+(y-2)^2=6$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of tangency: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$\frac{|2(1)-2+\lambda|}{\sqrt5}=\sqrt6$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$|\lambda|=\sqrt{30}$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$2x-y\pm\sqrt{30}=0$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$\frac{|0-0\pm\sqrt{30}|}{\sqrt5}=\sqrt6$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tangents.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parallel to the tangents,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the same distance from each tangent as the centre: the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parallel to the tangents,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the same distance from each tangent as the centre: the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distances from the axes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lengths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 a2,-a\right)$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distances from the 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$r^2=\frac{5a^2}{4}-c$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lengths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$r^2-a^2=2$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$r^2-\frac{a^2}{4}=5$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$\frac{3a^2}{4}=3$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$r^2=2+a^2=6$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to its normal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direction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every such tangent: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tangent equals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that tangent, which is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with 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to its normal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$\vec{OC}=(1,2)$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every such tangent: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tangent equals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that tangent, which is 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with no need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 lengths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only if the expressions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parallel lines are at the same distance from every point of a line parallel to them: if the origin and the centre lie on a line parallel to the tangents, the origin-to-tangent distance is the radius.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of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are the lines parallel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either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 lengths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$2\sqrt{g^2-c}$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only if the expressions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parallel lines are at the same distance from every point of a line parallel to them: if the origin and the centre lie on a line parallel to the tangents, the origin-to-tangent distance is the radius.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of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are the lines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either 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to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passing through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having centre at the incentre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passing through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having centre at the incentre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$\frac{585}{66}$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$\frac{625}{72}$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$\frac{529}{64}$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circle; incentre and inradius of a right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centred at the incentre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incentre of a right triangle at the origin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centred at the incentre has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$r=OI$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incentre of a right triangle at the origin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$(\rho,\rho)$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shape).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$\left(\frac{25}{3},0\right)$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$\left(0,\frac{25}{4}\right)$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$OP=\frac{25}{3}$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$OQ=\frac{25}{4}$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$PQ=\sqrt{\frac{625}{9}+\frac{625}{16}}=\frac{125}{12}$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shape).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$I(\alpha,\beta)=\frac{PQ\cdot O+OQ\cdot P+OP\cdot Q}{PQ+OQ+OP}$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$PQ+OQ+OP=\frac{125+75+100}{12}=25$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$\alpha=\frac{OQ\cdot\frac{25}{3}}{25}=\frac{\frac{25}{4}\cdot\frac{25}{3}}{25}=\frac{25}{12}$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$\beta=\frac{OP\cdot\frac{25}{4}}{25}=\frac{25}{12}$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$r=IO=\sqrt{\frac{625}{144}+\frac{625}{144}}$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$r^2=\frac{625}{72}$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$\frac{625}{72}$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right triangle with 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right triangle with the right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inradius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$\rho=\frac{OP+OQ-PQ}{2}$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$I=(\rho,\rho)$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$r^2=2\rho^2$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axes,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$OP=\frac{25}3=\frac{100}{12}$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$OQ=\frac{25}4=\frac{75}{12}$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$PQ=\frac{125}{12}$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$\rho=\frac{OP+OQ-PQ}{2}=\frac{1}{2}\cdot\frac{100+75-125}{12}=\frac{25}{12}$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incentre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axes,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$I=(\rho,\rho)$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$r^2=OI^2=2\rho^2=2\cdot\frac{625}{144}=\frac{625}{72}$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$\frac{625}{72}$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tangent lengths from the right-angle vertex); the incentre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legs lie on the axes.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by the weighted formula: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sides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$\rho=\frac{p+q-h}{2}$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tangent lengths from the right-angle vertex); the incentre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$(\rho,\rho)$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legs lie on the axes.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$\left(\frac{r_0^2}{x_1},0\right)$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$\left(0,\frac{r_0^2}{y_1}\right)$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by the weighted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$\frac{aA+bB+cC}{a+b+c}$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sides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ellipses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which touches the four chords joining the end points (one on the minor axis and another on the major axis) of the ellipse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ellipses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$E_k:kx^2+k^2y^2=1$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$k=1,2,\ldots,20$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which touches the four chords joining the end points (one on the minor axis and another on the major axis)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$\sum_{k=1}^{20}\frac{1}{r_k^2}$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$3080$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 form of a line; ellipse; sum of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its distance from the origin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chord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$\frac{x}{1/\sqrt k}+\frac{y}{1/k}=1$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its distance from the origin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$\frac1{r_k^2}=k+k^2$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semi-axes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joining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chords are symmetric about the axes,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centred at the origin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$\frac{x^2}{\left(\frac1{\sqrt k}\right)^2}+\frac{y^2}{\left(\frac1k\right)^2}=1$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 k},0\right)$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$L_k:\ \frac{x}{1/\sqrt k}+\frac{y}{1/k}=1$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k\,x+ky-1=0$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chords are symmetric about the axes,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centred at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$r_k=\frac{|-1|}{\sqrt{k+k^2}}$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$r_k^2=\frac{1}{k+k^2}$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$\frac1{r_k^2}=k+k^2$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$\sum_{k=1}^{20}\frac1{r_k^2}=\sum_{k=1}^{20}k+\sum_{k=1}^{20}k^2=\frac{20\cdot21}{2}+\frac{20\cdot21\cdot41}{6}$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$=210+2870=3080$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3080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$3080$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right triangle formed by the chord and the semi-axes,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altitude to the hypotenuse,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right triangle formed by the chord and the semi-axes,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altitude to the hypotenuse,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$\frac1{r_k^2}=\frac1{a^2}+\frac1{b^2}$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semi-axes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hypotenuse. Area: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 k},0\right)$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$a=\frac1{\sqrt 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hypotenuse. Area: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$\frac12ab=\frac12r_k\sqrt{a^2+b^2}$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$r_k=\frac{ab}{\sqrt{a^2+b^2}}$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$\frac1{r_k^2}=\frac1{a^2}+\frac1{b^2}$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$\frac1{a^2}=k$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$\frac1{b^2}=k^2$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$\frac1{r_k^2}=k+k^2$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$\sum(k+k^2)=210+2870=3080$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3080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$3080$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hypotenuse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(reciprocal Pythagoras) - equals the distance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semi-axes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read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as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the coefficients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hypotenuse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$\frac1{h^2}=\frac1{a^2}+\frac1{b^2}$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(reciprocal Pythagoras) - equals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$kx^2+k^2y^2=1$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k},\frac1k$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$\frac1{a^2},\frac1{b^2}$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as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$\frac1{r_k^2}=$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the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$=k+k^2$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9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four circles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following four equations are given: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 of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joined with the centre of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lastly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these lines form the sides of a: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Square   (B) Rectangle   (C) Parallelogram   (D) Rhombus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9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four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$M,N,O$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following four equations are given: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$x^2+y^2-2x-2y+1=0$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 of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joined with the centre of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lastly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these lines form the sides of a: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Square   (B) Rectangle   (C) Parallelogram   (D) Rhombus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Circles: centre and radius from the general equation; special quadrilaterals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vertices of a unit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$(0,0),(1,0),(1,1),(0,1)$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the vertices of a unit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$M:\ 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$N:\ x^2+y^2-2x=0$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$O:\ x^2+y^2-2x-2y+1=0$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sides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have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diagonals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quadrilateral with four equal sides and equal diagonals is a square. So the points are the vertices of a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$P:\ x^2+y^2-2y=0$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$C_4(0,1)$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$C_1C_2,C_2C_3,C_3C_4,C_4C_1$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have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$C_2C_4$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have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quadrilateral with four equal sides and equal diagonals is a square. So the points are the vertices of a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Square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the rotation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maps each centre to the next, so the quadrilateral has all sides equal and all angles equal.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the rotation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maps each centre to the next, so the quadrilateral has all sides equal and all angles equal.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rotation permutes the four centres cyclically.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$(x,y)\mapsto\left(\frac12-\left(y-\frac12\right),\frac12+\left(x-\frac12\right)\right)=(1-y,x)$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$(0,0)\mapsto(1,0)\mapsto(1,1)\mapsto(0,1)\mapsto(0,0)$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rotation permutes the four centres cyclically.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rotation preserves lengths and angles,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angles sum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quadrilateral with equal sides and four right angles is a square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rotation preserves lengths and angles,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$C_1C_2=C_2C_3=C_3C_4=C_4C_1$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C_1C_2C_3=\angle C_2C_3C_4=\angle C_3C_4C_1=\angle C_4C_1C_2$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quadrilateral with equal sides and four right angles is a square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Square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radius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all four circles have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test: equal sides and equal diagonals; or one rotation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a point permuting the vertices cyclically.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Rectangle: equal diagonals; rhombus: perpendicular diagonals; parallelogram: diagonals bisect each other. A square needs both equal and perpendicular diagonals that bisect each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$\sqrt{g^2+f^2-c}$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all four circles have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test: equal sides and equal diagonals; or one 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a point permuting the vertices cyclically.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Rectangle: equal diagonals; rhombus: perpendicular diagonals; parallelogram: diagonals bisect each other. A square needs both equal and perpendicular diagonals that bisect each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Coordinate Geometry (Paper 02) Questions 1–20 (printed 21–40)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