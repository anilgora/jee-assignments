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Sheet1!$A$2:$A$18</c:f>
              <c:strCache>
                <c:ptCount val="1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3.0</c:v>
                </c:pt>
                <c:pt idx="4">
                  <c:v>3.0</c:v>
                </c:pt>
                <c:pt idx="5">
                  <c:v>3.0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4.0</c:v>
                </c:pt>
                <c:pt idx="10">
                  <c:v>3.0</c:v>
                </c:pt>
                <c:pt idx="11">
                  <c:v>2.0</c:v>
                </c:pt>
                <c:pt idx="12">
                  <c:v>3.0</c:v>
                </c:pt>
                <c:pt idx="13">
                  <c:v>2.0</c:v>
                </c:pt>
                <c:pt idx="14">
                  <c:v>3.0</c:v>
                </c:pt>
                <c:pt idx="15">
                  <c:v>2.0</c:v>
                </c:pt>
                <c:pt idx="16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RPT 02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Paper 02 · JEE Adv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3   (C) 2   (D) Does not exist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$f(x)=\begin{cases}x+2, &amp; x&lt;1\\ 4, &amp; x=1\\ x^2+1, &amp; x&gt;1\end{cases}$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3   (C) 2   (D) Does not exist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composite function, Piecewise-defined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inner function approaches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left on both sides,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$g(x)=1-x^2&lt;1$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inner function approaches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left on both sides,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$f(1^-)$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matters, not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limit: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rule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limit: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$g(x)=1-x^2\to1^-$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$\lim_{x\to0^+}f(g(x))=f(1^-)$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rule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$f(t)=t+2$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$f(1^-)=1+2=3$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limit: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one-sided limits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therefore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plays no role).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limit: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$g(x)=1-x^2\to1^-$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$\lim_{x\to0^-}f(g(x))=f(1^-)=3$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one-sided limits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$\lim_{x\to0}f(g(x))=3$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plays no role).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Compose first: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argument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branch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one explicit polynomial.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Compose first: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argument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branch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$f(g(x))$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one explicit polynomial.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the first branch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ever used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excluded from the limit, so option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$g(x)=1-x^2&lt;1$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$f(g(x))=g(x)+2=3-x^2$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(only the first branch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ever used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$\lim_{x\to0}f(g(x))=\lim_{x\to0}(3-x^2)=3$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excluded from the limit, so option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find the limit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side from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it;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that point,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irrelevant: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both)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even function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its extreme value from the same side on both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left and right limits of the composite agree automatically.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find the limit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side from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it;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that point,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f(g(x))\ne f(\lim 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$g(x)\ne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irrelevant: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$f(c^-)$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both)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even function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its extreme value from the same side on both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left and right limits of the composite agree automatically.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 which is also one-one (injective)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set of all possible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$f(x)=(a^2-3a+2)\cos x+\ln\left(x+\sqrt{x^2+1}\right)+(b-1)x^3$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 which is also one-one (injective)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set of all possible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$\{1,2\}\times[1,\infty)$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$\{1,2\}\times(1,\infty)$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$[1,2]\times[1,\infty)$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$\{1\}\times[1,\infty)$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Odd function and one-one function, Monotonicity using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already odd, so only the even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killed; then one-one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$\ln\left(x+\sqrt{x^2+1}\right)$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already odd, so only the even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killed; then one-one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odd,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hold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yields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odd,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hold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$\ln\left(-x+\sqrt{x^2+1}\right)=\ln\left(\frac{1}{x+\sqrt{x^2+1}}\right)=-\ln\left(x+\sqrt{x^2+1}\right)$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$f(-x)=(a^2-3a+2)\cos x-\ln\left(x+\sqrt{x^2+1}\right)-(b-1)x^3$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yields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$2(a^2-3a+2)\cos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$a^2-3a+2=0$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$f(x)=\ln\left(x+\sqrt{x^2+1}\right)+(b-1)x^3$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one-one (strictly monotonic)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must have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many-one.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$f'(x)=\frac{1}{\sqrt{x^2+1}}+3(b-1)x^2$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one-one (strictly monotonic)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must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$3(b-1)x^2\ge0$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and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many-one.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$\{1,2\}\times[1,\infty)$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$\{1,2\}\times[1,\infty)$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growth at infinity plus the intermediate value theorem instead of 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$\ln\left(x+\sqrt{x^2+1}\right)=\sinh^{-1}x$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growth at infinity plus the intermediate value theorem instead of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strictly increasing,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so the only even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odd function has no even part,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a strictly increasing function and a non-decreasing function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is strictly increasing, hence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$\sinh^{-1}x=\ln\left(x+\sqrt{x^2+1}\right)$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strictly increasing,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so the only even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$(a^2-3a+2)\cos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odd function has no even part,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$a^2-3a+2=0$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$a\in\{1,2\}$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$f(x)=\sinh^{-1}x+(b-1)x^3$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a strictly increasing function and a non-decreasing function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$(b-1)x^3$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is strictly increasing, hence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grows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grows much faster,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some positive value and then falls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intermediate value theorem every small positive value is then taken at least twice,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$c=1-b&gt;0$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$f(x)=\sinh^{-1}x-cx^3$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grows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grows much faster,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$f(x)\approx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some positive value and then falls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intermediate value theorem every small positive value is then taken at least twice,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$(a,b)\in\{1,2\}\times[1,\infty)$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$\{1,2\}\times[1,\infty)$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strictly increasing and unbounded; its derivative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is odd iff its even part vanishes: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sum of an even and an odd part,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set the even part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function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iff it is strictly monotonic; a derivative that changes sign (or a function with different limits that force a turning point) rules this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polynomial/cubic term dominates logarithmic and trigonometric terms for large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coefficient decides the end behaviour (here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$\ln\left(x+\sqrt{x^2+1}\right)=\sinh^{-1}x$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strictly increasing and unbounded; its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$\frac{1}{\sqrt{x^2+1}}$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is odd iff its even part vanishes: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sum of an even and an odd part,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$f=\frac{f(x)+f(-x)}{2}+\frac{f(x)-f(-x)}{2}$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set the even part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iff it is strictly monotonic; a derivative that changes sign (or a function with different limits that force a turning point) rules this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polynomial/cubic term dominates logarithmic and trigonometric terms 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coefficient decides the end behaviour (here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periodic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fundamental period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total number of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many-one function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135   (B) 180   (C) 225   (D) 315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periodic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$f(x)=\left|\sin\left(\frac{2\pi x}{3}\right)\right|+\left|\cos\left(\frac{\pi x}{2}\right)\right|$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fundamental period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$B=\{1,2,\ldots,T\}$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total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$g(1)&lt;g(2)$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$g(3)\le g(4)$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many-one function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135   (B) 180   (C) 225   (D) 315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Fundamental period of periodic functions, Counting many-one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Many-one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injective: count all functions with the two order conditions, then remove those with four distinct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Many-one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total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injective: count all functions with the two order conditions, then remove those with four distinct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fundamental period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periods of the two terms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lcm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Next we count the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Ways to choose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select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elements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fundamental period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periods of the two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lcm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$B=\{1,2,3,4,5,6\}$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Next we count the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Ways to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$(g(1),g(2))$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$g(1)&lt;g(2)$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select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elements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$\binom62=15$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Ways to choose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repetition allowed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functions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restriction on injectivity: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injective functions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𝑖𝑛𝑗𝑒𝑐𝑡𝑖𝑣𝑒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number of many-one functions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𝑚𝑎𝑛𝑦-𝑜𝑛𝑒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𝑖𝑛𝑗𝑒𝑐𝑡𝑖𝑣𝑒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Ways to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$(g(3),g(4))$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$g(3)\le g(4)$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repetition allowed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$\binom{6+2-1}{2}=\binom72=21$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functions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$g(1)&lt;g(2)$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$g(3)\le g(4)$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restriction on injectivity: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$N_{\text{total}}=15\times21=315$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injective functions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$N_{\text{injective}}=\binom64\times\binom42=15\times6=90$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number of many-one functions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$N_{\text{many-one}}=N_{\text{total}}-N_{\text{injective}}=315-90=225$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many-one functions directly: split on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otherwise count pairs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-subsets that overlap.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many-one functions directly: split on whether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$g(3)=g(4)$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otherwise count pairs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-subsets that overlap.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Think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subset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either a repeated value 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subset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automatically many-one. Number of functions: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Think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$g(1)&lt;g(2)$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subset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$P\subset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$g(3)\le g(4)$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either a repeated value 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subset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$g(3)=g(4)=v$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automatically many-one. Number of functions: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$15\times6=90$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$g(3)&lt;g(4)$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-subset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$P\cap Q\ne\emptyset$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Disjoint pairs: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come from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so disjoint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Overlapping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many-one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(C), matching the complement count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Disjoint pairs: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come from 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$\binom42=6$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ways, so disjoint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$15\times6=90$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Overlapping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$=15\times15-90=135$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many-one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$=90+135=225$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(C), matching the complement count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$315-90$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225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Fundamental period of a sum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periodic functions with periods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divisor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equals the lcm unless a cancellation occurs, so check smaller candidates.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modulus halves the period).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Fundamental period of a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$f_1+f_2$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periodic functions with periods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divisor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$\mathrm{lcm}(T_1,T_2)$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$\mathrm{lcm}\left(\frac32,2\right)=6$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equals the lcm unless a cancellation occurs, so check smaller candidates.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$|\sin(\alpha 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$|\cos(\beta x)|$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modulus halves the period).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Non-decreasing pairs: the number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with repetition); strictly increasing pairs: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Many-one counting is easiest by complement: total minus injective. Here injective means four distinct values, split as two increasing pairs: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Non-decreasing pairs: 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u\le v\le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with repetition); strictly increasing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Many-one counting is easiest by complement: total minus injective. Here injective means four distinct values, split as two increasing pairs: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$\binom64\binom42$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sgn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sgn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signum function.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$f:\mathbb{R}\setminus\{2\}\to\mathbb{R}$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$f(x)=\begin{cases}[x]+\operatorname{sgn}(\sin(\pi x))+\frac{\tan(\pi x)}{x-2}, &amp; x&lt;2\\ \frac{2^x-4}{x-2}, &amp; x&gt;2\end{cases}$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$\operatorname{sgn}(\cdot)$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signum function.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$g(x)=\frac{x\sin x}{1-\cos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of composite functions, Greatest integer, signum and tangent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left,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sgn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$g(x)\to2$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left,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needed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$[t]=1$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$\operatorname{sgn}(\sin\pi t)=-1$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analyse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evaluate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becomes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sgn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analyse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$g(x)=\frac{x\sin x}{1-\cos x}=\frac{x\left(2\sin\frac x2\cos\frac x2\right)}{2\sin^2\frac x2}=2\cdot\frac{\frac x2}{\tan\frac x2}$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$\frac{y}{\tan y}&lt;1$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$g(x)\to2^-$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$t\to2^-$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limit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$\lim_{t\to2^-}\left([t]+\operatorname{sgn}(\sin\pi t)+\frac{\tan\pi t}{t-2}\right)$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sgn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$t\to2^-$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$\sin\pi 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$\operatorname{sgn}(\sin\pi t)=-1$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$\frac{\tan\pi t}{t-2}=\frac{\tan(\pi(t-2))}{\pi(t-2)}\cdot\pi\to\pi$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$\tan(\pi t)=\tan(\pi(t-2))$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$1-1+\pi=\pi$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series by proving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derivative, then read the one-sided limit.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$g(x)&lt;2$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without series by proving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$h(x)=2-2\cos x-x\sin 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derivative, then read the one-sided limit.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$2-g(x)=\frac{2-2\cos x-x\sin x}{1-\cos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$h(x)=2-2\cos x-x\sin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$h'(x)=2\sin x-\sin x-x\cos x=\sin x-x\cos x=\cos x\,(\tan x-x)&gt;0$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x&gt;x$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(standard limits),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sgn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$\lim_{x\to0}g(x)=\lim\frac{x\cdot x}{x^2/2}=2$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(standard limits),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$g(x)\to2^-$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$f(2^-)$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$\sin\pi t&lt;0\Rightarrow\operatorname{sgn}=-1$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$\frac{\tan\pi t}{t-2}\to\pi$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$\lim_{u\to0}\frac{\tan u}{u}=1$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$u=\pi(t-2)$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$f(2^-)=1-1+\pi=\pi$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determine the SIDE from which the inner function approaches its limit; greatest-integer and signum make the outer function different on the two sides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the sign of the sine in each unit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determine the SIDE from which the inner function approaches its limit; greatest-integer and signum make the outer function different on the two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$\frac{x\sin x}{1-\cos x}=\frac{2\cdot\frac x2}{\tan\frac x2}$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$\frac{y}{\tan y}&lt;1$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$0&lt;|y|&lt;\frac\pi2$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$\frac{x\sin x}{1-\cos x}\to2^-$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$\tan(\pi t)=\tan(\pi(t-n))$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 n}\frac{\tan\pi t}{t-n}=\pi$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$\sin\pi 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$\sin\pi 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the sign of the sine in each unit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26135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three real solutions in the common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bijective function, and its inverse function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real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common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range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26135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$f:[-1,1]\to\left[\frac13,3\right]$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$f(x)=\frac{x^2-x+1}{x^2+x+1}$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three real solutions in the common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bijective function, and its inverse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$f^{-1}:\left[\frac13,3\right]\to[-1,1]$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unique real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common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$\alpha\in\left(\frac13,\frac12\right)$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 range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$g(x)=\frac{x^2-x+1}{x^2+x+1}$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$\left[\frac13,3\right]$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Range, bijectivity and inverse of a rational function, Intermediate value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decreasing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bijective;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located by IVT.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decreasing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is bijective;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$f=f^{-1}$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$x^3+2x-1=0$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located by IVT.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rearranges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$y=\frac{x^2-x+1}{x^2+x+1}$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rearranges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$(y-1)x^2+(y+1)x+(y-1)=0$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strictly decreasing, its image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bijective.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$D=(y+1)^2-4(y-1)^2\ge0\Rightarrow(3-y)(3y-1)\ge0\Rightarrow y\in\left[\frac13,3\right]$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(D)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$f'(x)=\frac{2(x^2-1)}{(x^2+x+1)^2}$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strictly decreasing, its image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$\left[\frac13,3\right]$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bijective.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$f(0)=1\Rightarrow f^{-1}(1)=0$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$[-1,1]\cap\left[\frac13,3\right]=\left[\frac13,1\right]$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numerator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root, so there is no other solution.)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$\frac{x^2-x+1}{x^2+x+1}=x\Rightarrow x^3+2x-1=0$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$f(x)=f^{-1}(x)$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numerator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$-(3x^2-x+1)(x^3+2x-1)$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real root, so there is no other solution.)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$h(x)=x^3+2x-1$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$h\left(\frac13\right)=\frac1{27}+\frac23-1=-\frac8{27}&lt;0$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$h\left(\frac12\right)=\frac18+1-1=\frac18&gt;0$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Intermediate Value Theorem the unique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(C) is correct and (A) (three solutions) is false. Answer: (B,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Intermediate Value Theorem the unique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$\alpha\in\left(\frac13,\frac12\right)$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(C) is correct and (A) (three solutions) is false. Answer: (B,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AM-GM for the range; count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the factorisation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$f=1-\frac{2x}{x^2+x+1}$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AM-GM for the range; count solutions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$f=f^{-1}$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the factorisation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$f(f(x))-x$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AM-GM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$f(x)=\frac{x^2-x+1}{x^2+x+1}=1-\frac{2x}{x^2+x+1}$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$u=\frac{x}{x^2+x+1}$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$u=\frac{1}{x+\frac1x+1}\in\left(0,\frac13\right]$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AM-GM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$x+\frac1x+1\le-1&lt;0$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$u\in[-1,0)$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 (D) holds,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(derivative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bijective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$u\in\left[-1,\frac13\right]$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$g=1-2u\in\left[\frac13,3\right]$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 (D) holds,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(derivative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$\frac{2(x^2-1)}{(x^2+x+1)^2}\le0$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bijective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$f(0)=1\Rightarrow f^{-1}(1)=0$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(𝑝𝑜𝑠𝑖𝑡𝑖𝑣𝑒 𝑑𝑒𝑛𝑜𝑚𝑖𝑛𝑎𝑡𝑜𝑟)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quadratic factor has 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only real solutions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it has exactly one real root, and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(C) true, (A) false. Answer: (B,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$f(x)=f^{-1}(x)\iff 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$f(f(x))-x=-\frac{(3x^2-x+1)(x^3+2x-1)}{\text{(positive denominator)}}$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quadratic factor has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$1-12&lt;0$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only real solutions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it has exactly one real root, and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$h\left(\frac13\right)&lt;0&lt;h\left(\frac12\right)$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$\left(\frac13,\frac12\right)$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(C) true, (A) false. Answer: (B, C,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quotient of two quadratics: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demand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treat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makes the leading coefficient vanish separately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range quickly by AM-GM: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quotient of two quadratics: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$y=\frac{ax^2+bx+c}{px^2+qx+r}$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demand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treat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makes the leading coefficient vanish separately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$\frac{x}{x^2+x+1}=\frac{1}{x+\frac1x+1}$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range quickly by AM-GM: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strictly decreasing bijection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always contains the fixed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may also contain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-cycles; check by factoring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divides it).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𝑑𝑜𝑚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strictly decreasing bijection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$f(x)=f^{-1}(x)\iff 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always contains the fixed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may also contain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-cycles; check by factoring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divides it).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$\text{dom}(f)\cap\text{range}(f)$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2369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two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by the Intermediate Value Theorem,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real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least one real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There exists at least one pair of real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all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2369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$f:[-2,2]\to\mathbb{R}$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$f(x)=\begin{cases}\max\left(x+2,x^2\right)+ax, &amp; -2\le x&lt;0\\ \min\left(2-x,2-x^2\right)+bx, &amp; 0\le x\le2\end{cases}$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statement(s) is/are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two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by the Intermediate Value Theorem,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least one real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least one real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There exists at least one pair of real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all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max/min piecewise functions, Intermediate value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polynomial pieces; the only possible corners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slopes always differ.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polynomial pieces; the only possible corners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$x=-1,0,1$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slopes always differ.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Resolving the max and min: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Resolving the max and min: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$f(x)=\begin{cases}x^2+ax, &amp; -2\le x\le-1\\ x+2+ax, &amp; -1&lt;x&lt;0\\ 2-x+bx, &amp; 0\le x\le1\\ 2-x^2+bx, &amp; 1&lt;x\le2\end{cases}$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$\lim_{x\to-1^-}f(x)=1-a=\lim_{x\to-1^+}f(x)=f(-1)$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piece is a polynomial and continuous,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Derivatives at the transition points: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$\lim_{x\to0^-}f(x)=2=\lim_{x\to0^+}f(x)=f(0)$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$\lim_{x\to1^-}f(x)=1+b=\lim_{x\to1^+}f(x)=f(1)$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piece is a polynomial and continuous,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Derivatives at the transition points: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$LHD=-2+a$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$RHD=1+a$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$LHD\ne RHD$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$LHD=-1+b$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$RHD=-2+b$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$LHD\ne RHD$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$LHD=1+a$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$RHD=-1+b$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$x=0\iff1+a=-1+b\iff b-a=2$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non-differentiability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 points);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points). Hence (B) is correct, and (D) is incorrect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always non-differentiable.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IVT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IVT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(C)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non-differentiability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 points);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$b-a\ne2$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points). Hence (B) is correct, and (D) is incorrect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always non-differentiable.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$f(-2)=(-2)^2+3(-2)=-2&lt;0$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$f(-2)f(0)&lt;0$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IVT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$c_1\in(-2,0)$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$f(c_1)=0$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$f(2)=2-2^2+(-2)(2)=-6&lt;0$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IVT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$c_2\in(0,2)$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$f(c_2)=0$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(C)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max/min has corners only where the two expressions cross, with a slope jump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$\max(u,v)=\frac{u+v+|u-v|}{2}$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$\min(u,v)=\frac{u+v-|u-v|}{2}$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max/min has corners only where the two expressions cross, with a slope jump independent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only crossing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crossings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endpoint, handled as a junction)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$\max(x+2,x^2)=\frac{x^2+x+2+|x^2-x-2|}{2}$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$x^2-x-2=(x-2)(x+1)$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only crossing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$\min(2-x,2-x^2)=\frac{4-x-x^2-|x^2-x|}{2}$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$x^2-x=x(x-1)$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crossings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endpoint, handled as a junction)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crossing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jumps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added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shifts both equally and cannot cancel it. Likewise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unaffected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always corners: (D) is false. Both pieces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 and the pieces are polynomials,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crossing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slope jumps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added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shifts both equally and cannot cancel it. Likewise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unaffected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always corners: (D) is false. Both pieces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$x+2+ax$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$2-x+bx$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 and the pieces are polynomials,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left)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right): equal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corners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sign changes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roots by IVT. Answer (A, B,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left)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right): equal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corners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$f(-2)=4-2a=-2$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$f(2)=-2+2b=-6$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sign changes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roots by IVT. Answer (A, B, 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corners of a max/min occur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slope jump there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(unchanged by adding a common linear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any common differentiable function) to a function does not change which points are non-differentiable among the max/min corners; it only shifts the slopes on both sides equally.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$\max(u,v)=\frac{u+v+|u-v|}{2}$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$\min(u,v)=\frac{u+v-|u-v|}{2}$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corners of a max/min occur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slope jump there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$|u'-v'|$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(unchanged by adding a common linear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any common differentiable function) to a function does not change which points are non-differentiable among the max/min corners; it only shifts the slopes on both sides equally.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junction of two differentiable pieces, differentiability needs equal values AND equal one-sided derivatives; a piecewise-polynomial function is automatically continuous only if the values match (here they always do).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IVT existence of roots: find endpoints (or interior points) where a continuous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sign; each sign change on an interval guarantees at least one root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junction of two differentiable pieces, differentiability needs equal values AND equal one-sided derivatives; a piecewise-polynomial function is automatically continuous only if the values match (here they always do).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IVT existence of roots: find endpoints (or interior points) where a continuous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sign; each sign change on an interval guarantees at least one root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of the following statements is/are CORRECT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one point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solutions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By the Intermediate Value Theorem, there exists at least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$f:[0,3]\to\mathbb{R}$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$f(x)=\begin{cases}\max_{0\le t\le x}\left(t^3-3t+2\right), &amp; \text{if }0\le x\le2\\ x^2+5x-10, &amp; \text{if }2&lt;x\le3\end{cases}$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of the following statements is/are CORRECT 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one point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solutions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By the Intermediate Value Theorem, there exists at least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a function defined through a running maximum, Intermediate value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again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running maximum stays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follows the cubic.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$t^3-3t+2$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again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running maximum stays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$[0,\sqrt3]$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follows the cubic.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running maximum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Continuous, so option (C) is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running maximum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$f(x)=\begin{cases}2, &amp; 0\le x\le\sqrt3\\ x^3-3x+2, &amp; \sqrt3&lt;x\le2\\ x^2+5x-10, &amp; 2&lt;x\le3\end{cases}$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$\lim_{x\to\sqrt3^-}f(x)=2$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$\lim_{x\to\sqrt3^+}f(x)=(\sqrt3)^3-3\sqrt3+2=2=f(\sqrt3)$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Continuous, so option (C) is incorrect.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Continuous.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whereas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one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$\lim_{x\to2^-}f(x)=2^3-3(2)+2=4$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$\lim_{x\to2^+}f(x)=2^2+5(2)-10=4=f(2)$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Continuous.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$f'_-(\sqrt3)=0$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$f'_+(\sqrt3)=\frac{d}{dx}(x^3-3x+2)\big|_{x=\sqrt3}=3(\sqrt3)^2-3=6$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$f'_-\ne f'_+$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$f'_-(2)=3(2)^2-3=9$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$f'_+(2)=2(2)+5=9$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exactly one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$[0,\sqrt3]$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$2=2x\Rightarrow x=1\in[0,\sqrt3]$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$x^3-3x+2=2x\Rightarrow x^3-5x+2=0$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$2^3-5(2)+2=0$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other roots exist in this subinterval.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solutions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ranges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incorrect. Answer: (A, 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$x\in[\sqrt3,2]$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$\frac{d}{dx}(x^3-5x+2)=3x^2-5\ge4&gt;0$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other roots exist in this subinterval.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$x^2+5x-10=2x\Rightarrow x^2+3x-10=0\Rightarrow(x+5)(x-2)=0$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solutions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ranges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$5\notin[2,4]$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incorrect. Answer: (A, 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difference of the two pieces: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two pieces join smoothly (equal value and slope).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difference of the two pieces: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$(x^2+5x-10)-(x^3-3x+2)=-(x-2)^2(x+3)$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double root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two pieces join smoothly (equal value and slope).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afterwards,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running maximum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until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that.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slope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(flat) and the right slope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corner (A), no jump in value (C false).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$h(t)=t^3-3t+2=(t-1)^2(t+2)$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increases afterwards,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$h(\sqrt3)=2$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running maximum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until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that.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(flat) and the right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$h'(\sqrt3)=3\cdot3-3=6\ne0$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corner (A), no jump in value (C false).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double root means both pieces share value and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there. Hence exactly one non-differentiable point: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other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solutions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(flat then increasing), so it never reaches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false. Answer (A, 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$(x^2+5x-10)-(x^3-3x+2)=-x^3+x^2+8x-12=-(x-2)^2(x+3)$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double root means both pieces share value and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there. Hence exactly one non-differentiable point: (A)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$[0,\sqrt3]$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$x^3-5x+2=(x-2)(x^2+2x-1)$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other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$-1\pm\sqrt2\notin(\sqrt3,2)$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$(x+5)(x-2)&gt;0$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solutions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(flat then increasing), so it never reaches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false. Answer (A, 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running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 and continuous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continuous; it is constant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below its previous peak, and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past the old peak.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polynomials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value and the same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gluing them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differentiable function. A simple root (factor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only) gives a continuous join with a corner.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running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$M(x)=\max_{0\le t\le x}h(t)$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 and continuous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continuous; it is constant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below its previous peak,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past the old peak.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$p(x)-q(x)$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polynomials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value and the same derivative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gluing them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differentiable function. A simple root (factor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only) gives a continuous join with a corner.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cubic with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turning point there; the level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met again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IVT can only produce values between the end values of a continuous function on an interval (and only when the function is continuous); check whether the target value lies in that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$t^3-3t+2=(t-1)^2(t+2)$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cubic with a double root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turning point there; the level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$h=h(0)=2$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met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$t^3-3t=0$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IVT can only produce values between the end values of a continuous function on an interval (and only when the function is continuous); check whether the target value lies in that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7093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sSup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p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0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0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sSup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e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0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0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0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Which of the following statement(s) is/are CORRECT 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has a removable isolated point discontinuity at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has a non-removable jump discontinuity at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of magnitude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any real value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has an essential infinite discontinuity at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7093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$f(x)=\begin{cases}\frac{a\cos x+bx\sin x+ce^x-1-x}{x^3}, &amp; x&lt;0\\ d, &amp; x=0\\ \frac{e^{kx}-1-kx-mx^2}{x^3}, &amp; x&gt;0\end{cases}$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$a,b,c,d,k,m\in\mathbb{R}$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 Which of the following statement(s) is/are CORRECT ?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$b=-\frac12$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$d=\frac16$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$b=-\frac12$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$d\ne\frac16$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has a removable isolated point discontinuity 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$b=-\frac12$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has a non-removable jump discontinuity 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of magnitude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any real value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has an essential infinite discontinuity at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using series expansion, Types of discontinuity (removable, jump, infinite)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numerators in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finite limit needs the constant,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to vanish, and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is then the limit.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the numerators in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finite limit needs the constant,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to vanish,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is then the limit.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expanding the numerator,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expanding the numerator,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$\;a\cos x+bx\sin x+ce^x-1-x=(a+c-1)+x(c-1)+x^2\left(b-\frac a2+\frac c2\right)+x^3\left(\frac c6\right)+O(x^4)$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exist finitely: (1)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(2)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(3)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exist finitely: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exist finitely: 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$c-1=0\Rightarrow c=1\Rightarrow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$b-\frac a2+\frac c2=0\Rightarrow b+\frac12=0\Rightarrow b=-\frac12$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$a=0,b=-\frac12,c=1$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$LHL=\frac c6=\frac16$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$e^{kx}-1-kx-mx^2=x^2\left(\frac{k^2}{2}-m\right)+x^3\left(\frac{k^3}{6}\right)+O(x^4)$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exist finitely: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$\frac{k^2}{2}-m=0\Rightarrow m=\frac{k^2}{2}$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$RHL=\frac{k^3}{6}$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$k=1,m=\frac12\Rightarrow RHL=\frac16$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$LHL=RHL=f(0)=d=\frac16$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limit exists but does not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 removable isolated point discontinuity.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limits are finite but unequal; the magnitude of the jump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(C)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$LHL=RHL=\frac16\ne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limit exists but does not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 removable isolated point discontinuity. (B)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$k=2,m=2\Rightarrow m=\frac{k^2}{2}$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$RHL=\frac{2^3}{6}=\frac86=\frac43$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$LHL=\frac16$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limits are finite but unequal; the magnitude of the jump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$\left|\frac86-\frac16\right|=\frac76$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(C) is incorrect.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$a=0,c=1,b=\frac12$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$b-\frac a2+\frac c2=\frac12+\frac12=1\ne0$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$N(x)=x^2+\frac16x^3+O(x^4)$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$f(x)=\frac1x+\frac16+O(x)$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essential (infinite) discontinuity. (D) is correct. Answer: (A, B,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$\lim_{x\to0^-}f(x)=-\infty$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essential (infinite) discontinuity. (D) is correct. Answer: (A, B,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the series by derivatives: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(repeated L'Hôpital), and the first non-vanishing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order.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the series by derivatives: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$\frac{N(x)}{x^3}$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$N(0)=N'(0)=N''(0)=0$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$\frac{N'''(0)}{6}$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(repeated L'Hôpital), and the first non-vanishing derivative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order.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again: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$N(x)=a\cos x+bx\sin x+ce^x-1-x$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$N(0)=a+c-1$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$N'(x)=-a\sin x+b\sin x+bx\cos x+ce^x-1$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$N'(0)=c-1$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$N''=-a\cos x+2b\cos x-bx\sin x+ce^x$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$N''(0)=-a+2b+c$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$N'''=a\sin x-3b\sin x-bx\cos x+ce^x$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$N'''(0)=c$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finite limit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finite limit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$N(0)=N'(0)=N''(0)=0$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$-a+2b+c=0$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$a=0,c=1,b=-\frac12$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$\lim_{x\to0^-}\frac{N}{x^3}=\frac{N'''(0)}{3!}=\frac c6=\frac16$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$M(x)=e^{kx}-1-kx-mx^2$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$M(0)=M'(0)=0$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$M''(0)=k^2-2m$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$m=\frac{k^2}2$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$\frac{M'''(0)}{6}=\frac{k^3}{6}$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 (B): same limit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removable. 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jump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 discontinuity. Answer (A, B,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 (B): same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$\frac16\ne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removable.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$\frac86=\frac43$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$\frac43-\frac16=\frac76\ne\frac16$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$a=0,c=1$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$N(0)=N'(0)=0$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$N''(0)=-0+1+1=2\ne0$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$N(x)\sim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$f(x)\sim\frac1x\to-\infty$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infinite discontinuity. Answer (A, B, 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 iff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Taylor coefficients (orders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vanish; the limit is then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first non-zero coefficient has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Maclaurin expansions: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$\lim_{x\to0}\frac{N(x)}{x^p}$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finite iff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Taylor coefficients (orders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$0,\ldots,p-1$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vanish; the limit is then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first non-zero coefficient has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$q&lt;p$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$\frac{N}{x^p}\sim\frac{c_q}{x^{p-q}}$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Maclaurin expansions: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$e^{kx}=1+kx+\frac{k^2x^2}{2}+\frac{k^3x^3}{6}+\cdots$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x=1-\frac{x^2}{2}+\cdots$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 x=x^2-\frac{x^4}{6}+\cdots$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Classification: removable (limit exists,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undefined), jump (both one-sided limits finite and unequal), infinite (a one-sided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oscillatory (no limit at all).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jump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check the magnitude explicitly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Classification: removable (limit exists,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$\ne 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undefined), jump (both one-sided limits finite and unequal), infinite (a one-sided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oscillatory (no limit at all).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jump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$|RHL-LHL|$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check the magnitude explicitly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$\frac43-\frac16=\frac76$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3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0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sSup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twice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complete set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0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$f(x)=\begin{cases}x^m\sin\left(\frac1{x^n}\right), &amp; \text{if }x&gt;0\\ 0, &amp; \text{if }x=0\\ -(-x)^m\sin\left(\frac1{(-x)^n}\right), &amp; \text{if }x&lt;0\end{cases}$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$n\in\mathbb{R}^+$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twice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complete set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Higher-order differentiability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functions, Continuity of derivatives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Higher-order differentiability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$x^m\sin(1/x^n)$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functions, Continuity of derivatives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differentiation lowers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oscillating terms, so compare the lowest power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differentiation lowers the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oscillating terms, so compare the lowest power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Analysis of higher derivatives at the origin.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successive differentiation yields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higher power terms;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higher power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Analysis of higher derivatives at the origin.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successive differentiation yields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$f(x)\sim x^m\sin(x^{-n})$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$f'(x)\sim x^{m-n-1}\cos(x^{-n})+$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higher power terms;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$f''(x)\sim x^{m-2n-2}\sin(x^{-n})+$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higher power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𝑜𝑟 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higher power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the lowest power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positive: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lowest power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positive: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$f^{(k)}(x)\sim x^{m-kn-k}\,(\sin(x^{-n})\text{ or }\cos(x^{-n}))+$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higher power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$f^{(k)}(0)$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the lowest power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$\frac{f^{(k-1)}(x)}{x}$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$m-(k-1)n-(k-1)-1&gt;0\Rightarrow m&gt;(k-1)n+k$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$f^{(k)}(x)$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the lowest power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$f^{(k)}(x)$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$m-kn-k&gt;0\Rightarrow m&gt;k(n+1)$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m&gt;(2-1)(2)+2\Rightarrow m&gt;4$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$x=0\iff m&gt;2(2+1)\Rightarrow m&gt;6$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$m\in(4,6]$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a term proportional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oscillates rapidly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approaching a single limit,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a term proportional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$\sin(x^{-2})$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oscillates rapidly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approaching a single limit,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$(4,6]$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derivative lowers the exponent of the oscillating terms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𝑜𝑟 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gap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boundary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leading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exponent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oscillates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limit (discontinuous).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difference quotient oscillates and the derivative does not exist.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$f(x)=x^m\sin\left(x^{-n}\right)$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derivative lowers the exponent of the oscillating terms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$f^{(k)}\sim x^{m-k(n+1)}\times(\sin\text{ or }\cos)\left(x^{-n}\right)$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$f^{(k)}(0)$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$m&gt;(k-1)n+k$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$f^{(k)}$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$m&gt;k(n+1)$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gap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$(k-1)n+k&lt;m\le k(n+1)$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$f^{(k)}(0)$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$f^{(k)}$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boundary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$m=k(n+1)$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leading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$c\,\sin(x^{-n})$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$c\,\cos(x^{-n})$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oscillates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limit (discontinuous).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$m=(k-1)n+k$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difference quotient oscillates and the derivative does not exist.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negative side is the odd reflection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one-sided analysis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suffices. Check (the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Plugging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negative side is the odd reflection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one-sided analysis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suffices. Check (the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$x^2\sin\frac1x$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$m=2=k(n+1)$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Plugging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$n=2,k=2$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480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sSup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14807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$f(x)=\begin{cases}x^m\sin\left(\frac1{x^n}\right), &amp; \text{if }x&gt;0\\ 0, &amp; \text{if }x=0\\ -(-x)^m\sin\left(\frac1{(-x)^n}\right), &amp; \text{if }x&lt;0\end{cases}$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$n\in\mathbb{R}^+$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Higher-order differentiability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functions, Continuity of derivatives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Higher-order differentiability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$x^m\sin(1/x^n)$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functions, Continuity of derivatives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(continuity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(existence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$g''=f'''$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compare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$k(n+1)=6$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(continuity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$f'''$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$(k-1)n+k=7$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(existence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$f^{(4)}(0)$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$g'(x)=f''(x)$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$g''(x)=f'''(x)$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corresponds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lowest power exponent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differentiability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corresponds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$g''(x)=f'''(x)$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lowest power exponent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$m-3n-3=7-3-3=1$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$\lim_{x\to0}g''(x)=0=g''(0)$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differentiability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$g'''(0)=f^{(4)}(0)$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$f^{(4)}(0)$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m&gt;(4-1)(1)+4=7$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Explicitly,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does not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Explicitly,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$g'''(0)=\lim_{x\to0}\frac{g''(x)-0}{x}=\lim_{x\to0}\frac{x\cdot C\cdot\cos(x^{-1})}{x}=\lim_{x\to0}C\cos(1/x)$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does not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and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to exist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≯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exact threshold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threshold, the difference quotient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behaves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oscillates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no limit. Always test the borderline value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label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just shifts the order: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Convert every statement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applying the thresholds.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$f^{(k)}(0)$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$m&gt;(k-1)+k=2k-1$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$f^{(k)}$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and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$7&gt;6$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$f^{(4)}(0)$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to exist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$7\not&gt;7$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exact threshold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threshold, the difference quotient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$\frac{f^{(k-1)}(x)}{x}$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behaves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$C\cos(1/x^n)$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oscillates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$[-C,C]$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no limit. Always test the borderline value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label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just shifts the order: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$g^{(j)}=f^{(j+1)}$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Convert every statement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$f^{(k)}$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applying the thresholds.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JEE Advanced default of 4 per question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Evaluate the value of the limit: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$S_n=\sum_{k=1}^{n}\tan^{-1}\left(\frac{2k}{k^4+k^2+2}\right)$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$S_\infty=\lim_{n\to\infty}S_n$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Evaluate the value of the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$L=\lim_{n\to\infty}\left(\frac{4n^3+7n^2+2}{n+3}\cdot(S_\infty-S_n)\right)$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Telescoping sum of inverse tangents, Limits at infinity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each term into a difference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$k^4+k^2+2=1+(k^2+k+1)(k^2-k+1)$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each term into a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$\tan^{-1}(k^2+k+1)-\tan^{-1}(k^2-k+1)$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terms telescope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$T_k=\tan^{-1}\left(\frac{2k}{k^4+k^2+2}\right)=\tan^{-1}\left(\frac{(k^2+k+1)-(k^2-k+1)}{1+(k^2+k+1)(k^2-k+1)}\right)$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$(k^2+k+1)(k^2-k+1)=k^4+k^2+1$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$T_k=\tan^{-1}(k^2+k+1)-\tan^{-1}(k^2-k+1)$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terms telescope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$(k+1)^2-(k+1)+1=k^2+k+1$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$S_n=\tan^{-1}(n^2+n+1)-\tan^{-1}(1)=\tan^{-1}(n^2+n+1)-\frac\pi4$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$S_\infty=\lim_{n\to\infty}S_n=\frac\pi2-\frac\pi4=\frac\pi4$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$S_\infty-S_n=\frac\pi2-\tan^{-1}(n^2+n+1)=\cot^{-1}(n^2+n+1)=\tan^{-1}\left(\frac{1}{n^2+n+1}\right)$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$L=\lim_{n\to\infty}\frac{4n^3+7n^2+2}{n+3}\cdot\tan^{-1}\left(\frac{1}{n^2+n+1}\right)$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$=\lim_{n\to\infty}\frac{4n^3+7n^2+2}{(n+3)(n^2+n+1)}\cdot\frac{\tan^{-1}\left(\frac1{n^2+n+1}\right)}{\frac1{n^2+n+1}}=4\cdot1=4$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Estimate the tail without telescoping: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Estimate the tail without telescoping: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$T_k\approx\frac{2}{k^3}$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large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$S_\infty-S_n\approx\sum_{k&gt;n}\frac2{k^3}\approx\frac1{n^2}$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$\tan^{-1}\left(\frac{2k}{k^4+k^2+2}\right)\approx\frac{2k}{k^4}=\frac{2}{k^3}$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$\tan^{-1}u\sim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$\frac{2k}{k^4+k^2+2}\sim\frac2{k^3}$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$S_\infty-S_n=\sum_{k&gt;n}T_k\approx\sum_{k&gt;n}\frac2{k^3}\approx\int_n^\infty\frac{2}{t^3}\,dt=\frac1{n^2}$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$\frac{4n^3+7n^2+2}{n+3}\sim4n^2$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(Numerical check with the exact tail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3.99102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3.99910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tending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$L\approx4n^2\cdot\frac1{n^2}=4$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(Numerical check with the exact tail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$\frac\pi2-\tan^{-1}(n^2+n+1)$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$3.99102$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$3.99910$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tending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look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Tail of a convergent series of positive terms: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$\tan^{-1}p-\tan^{-1}q=\tan^{-1}\frac{p-q}{1+pq}$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$p=k^2+k+1,\ q=k^2-k+1$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$pq=k^4+k^2+1$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$k^4+k^2+1=(k^2+k+1)(k^2-k+1)$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$(k+1)^2-(k+1)+1=k^2+k+1$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$f(k)=k^2+k+1$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$f(k-1)=k^2-k+1$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Tail of a convergent series of positive terms: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$T_k\sim\frac{c}{k^p}$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$\sum_{k&gt;n}T_k\sim\frac{c}{(p-1)n^{p-1}}$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$c=2,p=3$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$\frac{1}{n^2}$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$\frac\pi2-\tan^{-1}u=\cot^{-1}u=\tan^{-1}\frac1u$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$\frac{\tan^{-1}v}{v}\to1$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composite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total number of points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$f(x)=||x-1|-2|$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$g(x)=1-f(2x-3)$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composite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$h(x)=(f\circ g)(x)$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total number of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$I=\int_0^4h(x)\,dx$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composite modulus functions, Definite integral by area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nested modulus, so its graph is a zig-zag of straight segments with corners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counts corners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sum of triangle areas.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nested modulus, so its graph is a zig-zag of straight segments with corners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$x=0,1,2,3,4$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counts corners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sum of triangle areas.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between consecutive integers and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graph is a zig-zag with peaks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rising again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$f(2x-3)=||2x-3-1|-2|=||2x-4|-2|$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$g(x)=1-||2x-4|-2|$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$h(x)=f(g(x))=||g(x)-1|-2|=|||2x-4|-2|-2|$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$g(x)-1=-||2x-4|-2|$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$h(0)=||4-2|-2|=0$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$h(1)=||2-2|-2|=2$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$h(2)=||0-2|-2|=0$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between consecutive integers and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graph is a zig-zag with peaks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rising again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 (slope changes) occur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triangles of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 (slope changes) occur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$I=\int_0^4h(x)\,dx=\left(\frac12\times2\times2\right)\times2=4$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triangles of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$N+I=5+4=9$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every corner as a zero of an inner modulus expression (each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non-differentiable only where its argument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use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every corner as a zero of an inner modulus expression (each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$|\cdot|$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non-differentiable only where its argument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use the symmetry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$h(2+u)=h(2-u)$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only be where an argument of a modulus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Innermost: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Middle: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Outer: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candidate points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at each one the slope really changes (e.g.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locally,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peak has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$|||2x-4|-2|-2|$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only be where an argument of a modulus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Innermost: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$2x-4=0\Rightarrow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Middle: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$|2x-4|-2=0\Rightarrow x=1,3$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Outer: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$||2x-4|-2|-2=0\Rightarrow|2x-4|=4$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$0\Rightarrow x=0,4$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candidate points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at each one the slope really changes (e.g.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$h=|2x-4|$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locally,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$\mp2$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peak has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$+2,-2$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integrand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triangle with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$h(2+u)$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$\int_0^4h\,dx=2\int_2^4h\,dx=2\int_0^2\left||2u-2|-2\right|du$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$\left||2u-2|-2\right|=2u$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$4-2u$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triangle with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$N+I=5+4=9$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built from nested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piecewise linear: its possible corners are exactly the points where an inner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each candidate must be checked since cancellations can remove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zig-zag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corners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composing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rescales and shifts the picture horizontally.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piecewise-linear function is the sum of trapezoid/triangle areas; use the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halve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corners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counted without repetition.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built from nested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$|\cdot|$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$\max,\min$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piecewise linear: its possible corners are exactly the points where an inner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each candidate must be checked since cancellations can remove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$f(x)=||x-c|-d|$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zig-zag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corners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$c,\ c\pm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composing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rescales and shifts the picture horizontally.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piecewise-linear function is the sum of trapezoid/triangle areas; use the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$h(c+u)=h(c-u)$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halve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corners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$|||x|-a|-b|$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$0,\pm a,\pm(a\pm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counted without repetition.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universal set.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ordered triples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subsets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simultaneously satisfy the following three conditions: (i)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∪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∪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∪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complement of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universal set.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ordered triples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subsets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simultaneously satisfy the following three conditions: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$\left[(A\cup B^c)\cap(B\cup C^c)\cap(C\cup A^c)\right]^c=U$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$(A\cup B)^c\cup(B\cup C)^c\cup(C\cup A)^c=\emptyset$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B\ne\emptyset$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$B\cap C\ne\emptyset$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$C\cap A\ne\emptyset$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complement of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Set operations and Venn-diagram regions, Counting ordered triples of subsets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Venn regions; (i) and (ii) kill five regions, leaving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be filled one element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Venn regions; (i) and (ii) kill five regions,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$A\cap B\cap C^c$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$A\cap B^c\cap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$A^c\cap B\cap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be filled one element each.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disjoint regions be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(i):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element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disjoint regions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$R_1=A\cap 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$R_2=A\cap B\cap C^c$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$R_3=A\cap B^c\cap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$R_4=A\cap B^c\cap C^c$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$R_5=A^c\cap 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$R_6=A^c\cap B\cap C^c$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$R_7=A^c\cap B^c\cap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$R_8=A^c\cap B^c\cap C^c$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(i):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$X=(A\cup B^c)\cap(B\cup C^c)\cap(C\cup A^c)$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$X^c=U\Rightarrow X=\emptyset$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element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A\cap 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A^c\cap B^c\cap C^c$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$X=R_1\cup R_8=\emptyset\Rightarrow R_1=\emptyset$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$R_8=\emptyset$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(ii):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Combining (i) and (ii):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only remaining regions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$(A\cup B)^c\cup(B\cup C)^c\cup(C\cup A)^c=\emptyset\Rightarrow(A\cup B)^c=\emptyset$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$(B\cup C)^c=\emptyset$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$(C\cup A)^c=\emptyset$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B=B\cup C=C\cup A=U$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$(A\cup B)^c=\emptyset\Rightarrow R_7=\emptyset,R_8=\emptyset$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$(B\cup C)^c=\emptyset\Rightarrow R_4=\emptyset,R_8=\emptyset$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$(C\cup A)^c=\emptyset\Rightarrow R_6=\emptyset,R_8=\emptyset$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Combining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$R_1=R_4=R_6=R_7=R_8=\emptyset$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only remaining regions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$R_2,R_3,R_5$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(iii):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pairwise disjoint, non-empty sets whose union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region contains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ways to distribute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elements into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labelled non-empty regions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(iii):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B=R_2\ne\emptyset$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$C\cap A=R_3\ne\emptyset$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$B\cap C=R_5\ne\emptyset$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$R_2,R_3,R_5$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pairwise disjoint, non-empty sets whose union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region contains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ways to distribute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elements into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labelled non-empty regions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$R_2,R_3,R_5$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853184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Work element by element with membership truth-values: (i) forbids ``all three or none'', (ii) forces ``at least two sets'', so every element lies in exactly two sets; then count surjections onto the three pair-types.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Describe each element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cycle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Condition (i) says no element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(ii)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element is in at least two of the three sets.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Describe each element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$(a,b,c)\in\{0,1\}^3$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$x\in(A\cup B^c)\cap(B\cup C^c)\cap(C\cup A^c)$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$(b\Rightarrow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$(c\Rightarrow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$(a\Rightarrow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cycle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$a\Rightarrow c\Rightarrow b\Rightarrow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Condition (i) says no element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(ii)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B=B\cup C=C\cup A=U$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element is in at least two of the three sets.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Together: every element is in exactly two of the three sets, so its type is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types).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(iii):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non-empty, so every type must occur: the type assignment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onto maps from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onto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Together: every element is in exactly two of the three sets, so its type is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$AB,\ BC,\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 types).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(iii):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$C\cap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non-empty, so every type must occur: the type assignment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$U\to\{AB,BC,CA\}$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onto maps from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onto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$3^3-3\cdot2^3+3\cdot1^3=27-24+3=6$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sets there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Venn regions; any condition on set expressions becomes a condition on which regions are empty. For three sets: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empties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(regions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cyclic implication chain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exactly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triples of subsets of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= counting maps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to the allowed Venn regions; non-emptiness conditions turn them into surjections.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Surjections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onto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(inclusion-exclusion);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sets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Venn regions; any condition on set expressions becomes a condition on which regions are empty. For three sets: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empties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$A^cB^c$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(regions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A\bar B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A\bar B\bar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$(A\cup B^c)\cap(B\cup C^c)\cap(C\cup A^c)$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cyclic implication chain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$b\to a,\ c\to b,\ a\to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true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$ABC\ \cup\ A^cB^cC^c$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triples of subsets of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= counting maps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to the allowed Venn regions; non-emptiness conditions turn them into surjections.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Surjections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onto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$\sum_{j}(-1)^j\binom rj(r-j)^m$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(inclusion-exclusion);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number of relations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are both reflexive and symmetric, but not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number of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are both reflexive and symmetric, but not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Reflexive and symmetric relations, Equivalence relations and Bell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all reflexive-symmetric relations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subtract those that are transitive, which are exactly the equivalence relations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all reflexive-symmetric relations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$2^3=8$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subtract those that are transitive, which are exactly the equivalence relations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reflexive symmetric relation is fixed by its choice among the three unordered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total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equivalence relation is a relation that is reflexive, symmetric and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reflexive symmetric relation is fixed by its choice among the three unordered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$\{1,2\},\{1,3\},\{2,3\}$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equivalence relation is a relation that is reflexive, symmetric and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equivalence relations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number of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Bell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equivalence relation is reflexive and symmetric, so the relations that are reflexive and symmetric but NOT transitive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equivalence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number of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Bell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equivalence relation is reflexive and symmetric, so the relations that are reflexive and symmetric but NOT transitive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$8-5=3$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a reflexive symmetric relation as a graph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vertices; it is transitive iff it is a disjoint union of cliques, so only the paths with exactly two edges fail.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a reflexive symmetric relation as a graph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vertices; it is transitive iff it is a disjoint union of cliques, so only the paths with exactly two edges fail.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reflexive symmetric relation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as a simple graph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vertices (each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possible edges present or absent):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graphs.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every connected component is a complete graph.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edges: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isolated vertices (cliques)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edge: an edge plus an isolated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edges: the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reflexive symmetric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as a simple graph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vertices (each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possible edges present or absent):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graphs.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$a\sim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$b\sim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$a\sim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every connected component is a complete graph.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edges: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isolated vertices (cliques)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$\checkmark$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edge: an edge plus an isolated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$\checkmark$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edges: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$\checkmark$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edges: a path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box>
                      <m:boxPr>
                        <m:opEmu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≁</m:t>
                        </m:r>
                      </m:e>
                    </m:box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transitive).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graphs, one for each choice of the middle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 are reflexive, symmetric and not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edges: a path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$a\not\sim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transitive).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graphs, one for each choice of the middle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relations are reflexive, symmetric and not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symmetric relations 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number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reflexive only: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symmetric only: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Equivalence relations 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correspond to set partitions; counts are the Bell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reflexive symmetric relation is transitive iff every pair of related elements has the same neighbours, i.e. the graph is a union of disjoint cliques; non-transitive ones need an induced path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8 reflexive-symmetric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equivalence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transitive;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equivalence relations,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 transitivity.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Reflexive symmetric relations 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$2^{\binom n2}$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reflexive only: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$2^{n^2-n}$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symmetric only: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$2^{n(n+1)/2}$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Equivalence relations 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correspond to set partitions; counts are the Bell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$B_1,B_2,B_3,B_4,B_5=1,2,5,15,52$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reflexive symmetric relation is transitive iff every pair of related elements has the same neighbours, i.e. the graph is a union of disjoint cliques; non-transitive ones need an induced path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8 reflexive-symmetric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equivalence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 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transitive;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$2^6=64$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equivalence relations,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 transitivity.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reflexive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inverse of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composition of relations. The total number of such relations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(Note: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𝑠𝑢𝑐ℎ 𝑡ℎ𝑎𝑡 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𝑎𝑛𝑑 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reflexive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$R\circ R^{-1}=R$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inverse of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composition of relations. The total number of such relations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(Note: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$R\subseteq A\times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$S\subseteq B\times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$S\circ R=\{(a,c)\in A\times C\mid\exists\,b\in B\text{ such that }(a,b)\in R\text{ and }(b,c)\in S\}$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324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and inverse of relations, Equivalence relations and Bell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symmetric,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symmetry;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transitivity,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equivalence relation.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$R\circ R^{-1}$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symmetric,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$R=R\circ R^{-1}$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symmetry;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$R\circ R=R$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transitivity,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equivalence relation.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reflexive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We are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Symmetry: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definition of composition,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implies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reflexive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We are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$R\circ R^{-1}=R$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definition of composition,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R\circ R^{-1}$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$(c,a)\in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$(c,b)\in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$(x,x)\in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$(y,x)\in R\circ R^{-1}$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follows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symmetric, which implies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Transitivity: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given condition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by the definition of composition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$R\circ R^{-1}=R$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follows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$(y,x)\in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symmetric, which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$R^{-1}=R$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Transitivity: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$R^{-1}=R$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given condition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$R\circ R=R$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$(y,z)\in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by the definition of composition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$(x,z)\in R\circ R=R$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reflexive, symmetric and transitive, i.e. an equivalence relation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Conversely,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 So the relations required are exactly the equivalence relations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equivalence relations on a set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is equal to the number of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reflexive, symmetric and transitive, i.e. an equivalence relation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equivalence relation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$R^{-1}=R$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$R\circ R=R$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$R\circ R^{-1}=R$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holds. So the relations required are exactly the equivalence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equivalence relations on a set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is equal to the number of partitions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Boolean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(reflexive)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matrix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(Boolean product), which is automatically symmetric.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Boolean matrix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$M\vee I=M$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(reflexive)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$R\circ R^{-1}$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matrix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$M^TM$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(Boolean product), which is automatically symmetric.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Boolean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matrix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Reflexive means every diagonal entry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that is, the matrix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Boolean product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(Boolean),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Boolean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$0/1$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matrix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$M_{xy}=1$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Reflexive means every diagonal entry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$(a,b)\in R\circ R^{-1}$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$\exists c:\ M_{ca}=1$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$M_{cb}=1$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that is, the matrix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$R\circ R^{-1}$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Boolean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$M^TM$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$M^TM$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$(M^TM)^T=M^TM$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$M=M^TM$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$M=M^T$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$M=M^TM=M\cdot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(Boolean),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$R\circ R=R$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transitive.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Conversely, an equivalence relation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(idempotent, symmetric),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the equivalence relations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correspond to the set partitions: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three of type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Conversely, an equivalence relation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$M=M^T=M^2$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(idempotent, symmetric),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$M^TM=M$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admissible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exactly the equivalence relations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correspond to the set partitions: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$\{123\}$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three of type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$\{ab\}\{c\}$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$\{1\}\{2\}\{3\}$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(pairs with a common predecessor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symmetric, and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it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reflexive relation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similarly) is an equivalence relation; conversely every equivalence relation satisfies it. Number on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Bell number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$R\circ R^{-1}$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(pairs with a common predecessor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$cRa$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$cRb$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symmetric, and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reflexive it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reflexive relation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$R\circ R^{-1}=R$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$R^{-1}\circ R=R$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similarly) is an equivalence relation; conversely every equivalence relation satisfies it. Number on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Bell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 convention: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rewrite the defining condition in terms of ``exists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'' before reasoning.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reading: composition of relations is the Boolean matrix product, converse is the transpose;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gives symmetry and idempotence.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Composition convention: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$S\circ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rewrite the defining condition in terms of ``exists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$(c,a)\in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$(c,b)\in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'' before reasoning.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reading: composition of relations is the Boolean matrix product, converse is the transpose;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$M=M^TM$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gives symmetry and idempotence.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solution to the equation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real solution to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$\sum_{k=1}^{2}\tan^{-1}\left(\frac{2k}{k^4+k^2+2}\right)+\sin^{-1}\left(\frac{1}{\sqrt{1+x^2}}\right)=\frac\pi4$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474212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functions: sum of tan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Solving an inverse trigonometric equation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474212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functions: sum of tan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Solving an inverse trigonometric equation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two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terms, combine them with the addition formula, and convert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two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terms, combine them with the addition formula, and convert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$\sin^{-1}\frac{1}{\sqrt{1+x^2}}$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$\frac{2}{1+1+2}=\frac12$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$\frac{4}{16+4+2}=\frac{2}{11}$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$\tan^{-1}\left(\frac12\right)+\tan^{-1}\left(\frac{2}{11}\right)+\sin^{-1}\left(\frac{1}{\sqrt{1+x^2}}\right)=\frac\pi4$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$\tan^{-1}\frac12+\tan^{-1}\frac2{11}=\tan^{-1}\frac{\frac12+\frac2{11}}{1-\frac1{11}}=\tan^{-1}\frac34$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$\tan^{-1}\left(\frac34\right)+\sin^{-1}\left(\frac1{\sqrt{1+x^2}}\right)=\frac\pi4$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$\sin^{-1}\left(\frac1{\sqrt{1+x^2}}\right)=\frac\pi4-\tan^{-1}\frac34=\tan^{-1}\frac{1-\frac34}{1+\frac34}=\tan^{-1}\left(\frac17\right)=\sin^{-1}\left(\frac1{\sqrt{50}}\right)$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$\frac{1}{\sqrt{1+x^2}}=\frac1{\sqrt{50}}\Rightarrow1+x^2=50\Rightarrow x=7$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angles as arguments of Gaussian integers, so each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 becomes one complex multiplication.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the angles as arguments of Gaussian integers, so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 becomes one complex multiplication.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(first-quadrant arguments).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argument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extra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$\tan^{-1}\frac12=\arg(2+i)$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$\tan^{-1}\frac2{11}=\arg(11+2i)$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(first-quadrant arguments).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$(2+i)(11+2i)=22+4i+11i-2=20+15i$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$\tan^{-1}\frac{15}{20}=\tan^{-1}\frac34$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extra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$\theta=\sin^{-1}\frac{1}{\sqrt{1+x^2}}=\frac\pi4-\arg(20+15i)$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$\theta=\arg\left((1+i)(20-15i)\right)=\arg(35+5i)=\arg(7+i)$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$\sin\theta=\frac{1}{\sqrt{7^2+1}}=\frac1{\sqrt{50}}$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valid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same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disguise.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given sum,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(consistent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principal-value range before combining: each term here is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$\tan^{-1}p+\tan^{-1}q=\tan^{-1}\frac{p+q}{1-pq}$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valid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same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$\arg\left((1+ip)(1+iq)\right)$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disguise.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$\sin^{-1}\frac{1}{\sqrt{1+x^2}}=\tan^{-1}\frac1x=\cot^{-1}x$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given sum,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$\sum_{k=1}^{n}\tan^{-1}\frac{2k}{k^4+k^2+2}=\tan^{-1}(n^2+n+1)-\frac\pi4$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$\tan^{-1}7-\frac\pi4=\tan^{-1}\frac34$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(consistent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$\tan^{-1}\frac12+\tan^{-1}\frac2{11}$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principal-value range before combining: each term here is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 equivalence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total number of distinct equivalence classes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equivalence class containing the element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$S=\{-3,-2,-1,0,1,2,3\}$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$f(a)=\lim_{x\to0}\left(\frac{\cos(2ax)}{\cos(a^2x)}\right)^{\frac1{x^2}}$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 equivalence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$aRb\iff f(a)=f(b)$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total number of distinct equivalence classes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equivalence class containing the element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$k\cdot|E|+\sum_{x\in E}x^2$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4800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Equivalence relation and equivalence classes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48005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Equivalence relation and equivalence classes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limit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depends only on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limit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$f(a)=e^{(a^4-4a^2)/2}$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$aRb$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depends only on the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$a^4-4a^2$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$f(a)=\exp\left(\lim_{x\to0}\frac1{x^2}\left(\frac{\cos(2ax)}{\cos(a^2x)}-1\right)\right)=\exp\left(\lim_{x\to0}\frac{\cos(2ax)-\cos(a^2x)}{x^2\cos(a^2x)}\right)$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$\lim_{x\to0}\frac{\cos(2ax)-\cos(a^2x)}{x^2\cos(a^2x)}=\frac{a^4-4a^2}{2}$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$f(a)=e^{\frac{a^4-4a^2}{2}}$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$P(a)=a^4-4a^2$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$P(0)=0\Rightarrow f(0)=e^0=1$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$P(1)=P(-1)=1-4=-3\Rightarrow f(1)=f(-1)=e^{-3/2}$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$a=2,-2$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$P(2)=P(-2)=16-16=0\Rightarrow f(2)=f(-2)=e^0=1$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equivalence classes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total number of distinct equivalence classes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class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$P(3)=P(-3)=81-36=45\Rightarrow f(3)=f(-3)=e^{45/2}$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$aRb\iff f(a)=f(b)$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equivalence classes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$E_1=\{-2,0,2\}$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$E_2=\{-1,1\}$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$E_3=\{-3,3\}$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total number of distinct equivalence classes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class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$E=E_1=\{-2,0,2\}$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$\sum_{x\in E}x^2=(-2)^2+0^2+2^2=4+0+4=8$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$k\cdot|E|+\sum_{x\in E}x^2=3\cdot3+8=9+8=17$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read the classes from the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$\ln\cos u\sim-\frac{u^2}{2}$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read the classes from the quadratic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$t(t-4)$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f(a)=\lim_{x\to0}\frac{\ln\cos(2ax)-\ln\cos(a^2x)}{x^2}$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$\ln\cos u=-\frac{u^2}2+O(u^4)$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f(a)=\frac{-\frac{(2ax)^2}{2}+\frac{(a^2x)^2}{2}}{x^2}=-2a^2+\frac{a^4}2=\frac{a^4-4a^2}{2}$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$f(a)=e^{\frac{a^4-4a^2}2}$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$f(a)=f(b)\iff t(t-4)=s(s-4)$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$t=a^2,\ s=b^2$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$t(t-4)=s(s-4)\iff(t-s)(t+s-4)=0\iff t=s$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$t+s=4$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present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pairs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only,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available. So the classes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present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$0,1,4,9$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pairs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$t+s=4$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only,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$9+(-5)$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available. So the classes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$\{0,\pm2\}$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$\{\pm1\}$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$\{\pm3\}$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$|E|=3$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$\sum_{E}x^2=8$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$3\cdot3+8=17$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Small-angle forms: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set defines an equivalence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classes are the fibres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(level sets), and the number of classes equals the number of distinct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quadratic takes equal values at two points symmetric about its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$\lim\left(u(x)\right)^{v(x)}=e^{\lim(u-1)v}$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$u=\frac{\cos2ax}{\cos a^2x}$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Small-angle forms: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u\sim\frac{u^2}{2}$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$\ln\cos u\sim-\frac{u^2}{2}$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$\lim\frac{\cos\alpha x-\cos\beta x}{x^2}=\frac{\beta^2-\alpha^2}{2}$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set defines an equivalence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$aRb\iff f(a)=f(b)$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classes are the fibres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(level sets), and the number of classes equals the number of distinct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$t(t-4)=s(s-4)\iff t=s$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$t+s=4$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quadratic takes equal values at two points symmetric about its 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2.62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17 questions, 66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RPT 02 Paper 02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2.62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