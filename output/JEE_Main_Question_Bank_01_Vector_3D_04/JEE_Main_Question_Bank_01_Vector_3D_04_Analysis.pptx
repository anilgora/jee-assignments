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Sheet1!$A$2:$A$10</c:f>
              <c:strCache>
                <c:ptCount val="9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first equation as 3*lambda+1 = 2*lambda+2; it should be 3*lambda+1 = 2*mu+2 (mu, not lambda, is the parameter of L2). The values lambda=mu=1, alpha=3 and the answer 216 are unchanged. The step giving delta = 7/13 (from 2(2d+1)+3(3d-3)=0) and the value PB^2 = 36/13 were not shown;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at AB=sqrt54, AC=sqrt44, BC=sqrt(25+0+25) without evaluating BC^2 = 50, comparing the three squares or stating the answer 54, and does not say that the root d = -2/5 is rejected because d&gt;0. Added these steps; no value was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'x=5, y=-3, z=2' straight after the four equations. The cross-product system has rank 2 (the three equations are dependent), so it needs the dot-product equation to fix the vector; the solving steps (x=5y+20, z=14+4y, then 5y+12=-3) were missing and were added. The values and the answer 38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jumps from the proportion of direction ratios to 'mu=2, lambda=4' without any working, and its final line 'alpha+beta+gamma = 14, a+b+c = -1' omits the points M and N. Added the elimination steps (lambda = 2 mu, then mu = 2) and the points M(13,10,-9), N(-8,-2,9).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does not say that a=1 is degenerate: then Q=P (PQ is the zero vector) and the angle QPR is undefined, so only a=-1 gives a genuine right angle (P(-1,-1,-1), Q(-1,-1,1), R(0,0,-1)). Since a^2=1 either way, 12a^2=12 is unaffected. The two feet and the dot product are as in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takes only the +21 point (x=22, y=0, z=7) without mentioning the other point at distance 21 on the line, (-14,-12,-11); it is the 'non-negative integers' condition that rules it out. Added that step.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Vector 3D 04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1–9 (printed 61–69)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two lines which intersect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$L_1:\dfrac{x-1}{3}=\dfrac{y-1}{-1}=\dfrac{z+1}{0}$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$L_2:\dfrac{x-2}{2}=\dfrac{y}{0}=\dfrac{z+4}{\alpha}$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two lines which intersect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$26\alpha(PB)^2$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two lines in 3D and foot of perpendicular from a point to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the two parametrisations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found 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the two parametrisations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found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$\overrightarrow{AP}\perp 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common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equal: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ratios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$(3\lambda+1,\,-\lambda+1,\,-1)$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$(2\mu+2,\,0,\,\alpha\mu-4)$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common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$3\lambda+1=2\mu+2$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$-\lambda+1=0$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$-1=\alpha\mu-4$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$B(4,0,-1)$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$P=(2\delta+2,\,0,\,3\delta-4)$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$2,0,3$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$(2\delta+1,\,-1,\,3\delta-3)$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$AP\perp L_2\Rightarrow 2(2\delta+1)+0+3(3\delta-3)=0\Rightarrow 13\delta=7\Rightarrow\delta=\frac{7}{13}$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$P\left(\frac{40}{13},\,0,\,-\frac{31}{13}\right)$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$PB^2=\left(4-\frac{40}{13}\right)^2+0+\left(-1+\frac{31}{13}\right)^2=\frac{144}{169}+\frac{324}{169}=\frac{36}{13}$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$26\alpha(PB)^2=26\times3\times\frac{36}{13}=216$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length of the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has to be found.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length of the projection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has to be found.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direction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component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$B(4,0,-1)$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d=(2,0,3)$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d|^2=13$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$\overrightarrow{AB}=(3,-1,0)$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$\overrightarrow{AB}\cdot\vec d=6$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$PB=\dfrac{|\overrightarrow{AB}\cdot\vec d|}{|\vec d|}$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$PB^2=\dfrac{36}{13}$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$26\alpha\,PB^2=26\times3\times\frac{36}{13}=216$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any point of a line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iff the parametrised coordinates can be equated: three equations in two parameters, so a parameter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is fixed by the consistency (coplanarity)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with a zero direction ratio, e.g.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lies in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zero fixes that coordinate); this removes one unknown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any point of a line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$PB=\dfrac{|\overrightarrow{AB}\cdot\vec d|}{|\vec d|}$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$AP^2=AB^2-PB^2$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$\frac{x-x_1}{a_1}=\dots$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$\frac{x-x_2}{a_2}=\dots$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iff the parametrised coordinates can be equated: three equations in two parameters, so a parameter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is fixed by the consistency (coplanarity)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with a zero direction ratio,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$\frac{z+1}{0}$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lies in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zero fixes that coordinate); this removes one unknown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triangle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length of the largest side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triangle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$\overrightarrow{AB}=\hat i+2\hat j-7\hat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$\overrightarrow{BC}=a\hat i+b\hat j+c\hat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$\overrightarrow{AC}=6\hat i+d\hat j-2\hat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length of the largest side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triangle using the cross product of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compare the three squared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$=\frac12|\overrightarrow{AB}\times\overrightarrow{AC}|$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compare the three squared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origin,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origin,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$B(1,2,-7)$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$C(6,d,-2)$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$=\frac12\left|\overrightarrow{AB}\times\overrightarrow{AC}\right|=15\sqrt2$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$\left|\overrightarrow{AB}\times\overrightarrow{AC}\right|=30\sqrt2$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$\overrightarrow{AB}\times\overrightarrow{AC}=\hat i(-4+7d)-\hat j(-2+42)+\hat k(d-12)$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$(7d-4)^2+40^2+(d-12)^2=1800$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$49d^2+16-56d+1600+d^2+144-24d=1800\Rightarrow 50d^2-80d-40=0$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$5d^2-8d-4=0\Rightarrow 5d^2-10d+2d-4=0\Rightarrow(5d+2)(d-2)=0$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$AB^2=1+4+49=54$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$AC^2=36+4+4=44$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$\overrightarrow{BC}=\overrightarrow{AC}-\overrightarrow{AB}=(5,0,5)$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$BC^2=25+0+25=50$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$54,44,50$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Lagrange's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Lagrange's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u\times\vec v|^2=|\vec u|^2|\vec v|^2-(\vec u\cdot\vec v)^2$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$|\overrightarrow{AB}|^2=54$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$|\overrightarrow{AC}|^2=40+d^2$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$\overrightarrow{AB}\cdot\overrightarrow{AC}=6+2d+14=20+2d$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$|\overrightarrow{AB}\times\overrightarrow{AC}|^2=1800$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$54(40+d^2)-(20+2d)^2=1800\Rightarrow 2160+54d^2-400-80d-4d^2=1800$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largest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$50d^2-80d-40=0\Rightarrow 5d^2-8d-4=0\Rightarrow 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$AC^2=44$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$BC^2=|\overrightarrow{AC}-\overrightarrow{AB}|^2=44+54-2(24)=50$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largest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(Lagrange): the area of a triangle needs only dot products, no components of a cross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gets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the longest side is opposite the largest angle;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largest side is opposite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u\times\vec v|^2=|\vec u|^2|\vec v|^2-(\vec u\cdot\vec v)^2$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(Lagrange): the area of a triangle needs only dot products, no components of a cross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ABC=\frac12|\overrightarrow{AB}\times\overrightarrow{AC}|$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$\overrightarrow{BC}=\overrightarrow{AC}-\overrightarrow{AB}$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gets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$BC^2=AB^2+AC^2-2\,\overrightarrow{AB}\cdot\overrightarrow{AC}$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the longest side is opposite the largest angle;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$AB^2=54&gt;BC^2=50&gt;AC^2=44$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largest side is opposite the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a=2\hat i-3\hat j+4\hat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b=3\hat i+4\hat j-5\hat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a\times(\vec b+\vec c)+\vec b\times\vec c=\hat i+8\hat j+13\hat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$\left(24-\vec b\cdot\vec 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Vector triple product and cross-product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Cross the given relation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expand the triple products, then dot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only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Cross the given relation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expand the triple products, then dot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b\cdot\vec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b+\vec a\times\vec c+\vec b\times\vec c=(1,8,13)$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a\times(\vec a\times\vec b)+\vec a\times(\vec a\times\vec c)+\vec a\times(\vec b\times\vec c)=\vec a\times(\hat i+8\hat j+13\hat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x\times(\vec y\times\vec z)=(\vec x\cdot\vec z)\vec y-(\vec x\cdot\vec y)\vec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a\cdot\vec b)\vec a-a^2\vec b+(\vec a\cdot\vec c)\vec a-a^2\vec c+(\vec a\cdot\vec c)\vec b-(\vec a\cdot\vec b)\vec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b=6-12-20=-26$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$-26\vec a-29\vec b+13\vec a-29\vec c+13\vec b+26\vec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simplifies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is a triple product,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$-13\vec a-16\vec b-3\vec c=\vec a\times(\hat i+8\hat j+13\hat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$-13\,\vec a\cdot\vec b-16b^2-3\,\vec b\cdot\vec c=\vec a\times(\hat i+8\hat j+13\hat k)\cdot\vec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is a triple product,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$\left|\begin{matrix}2&amp;-3&amp;4\\1&amp;8&amp;13\\3&amp;4&amp;-5\end{matrix}\right|=-396$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$(-13)(-26)-16(50)-3\,\vec b\cdot\vec c=-396\Rightarrow-462-3\,\vec b\cdot\vec c=-396$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c=-22$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$24-\vec b\cdot\vec c=46$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known,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 by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$(\vec a+\vec b)\times\vec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known,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c=\vec c_0+t(\vec a+\vec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c=13$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relation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it must be.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particular solution is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s=\vec a+\vec b=(5,1,-1)$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relation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s\times\vec c=\vec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w=(1,8,13)-\vec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b=(-1,22,17)$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w=(2,-14,-4)$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s\cdot\vec w=10-14+4=0$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it must be.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s\times(\vec w\times\vec s)=|\vec s|^2\vec w-\vec s(\vec s\cdot\vec w)=|\vec s|^2\vec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particular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c_0=\dfrac{\vec w\times\vec s}{|\vec s|^2}=\dfrac{(18,-18,72)}{27}=\left(\frac23,-\frac23,\frac83\right)$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(adding a multiple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c=\vec c_0+t\vec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(adding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s\times\vec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c_0=\frac{4+6+32}{3}=14$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s=3$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$14+3t=13\Rightarrow t=-\frac13$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c=\left(\frac23-\frac53,\,-\frac23-\frac13,\,\frac83+\frac13\right)=(-1,-1,3)$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c=-3-4-15=-22$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$24-\vec b\cdot\vec c=46$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only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solution is a line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one more scalar condition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crossing a relation with a known vector and then dotting with a well-chosen vector eliminates unwanted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determinant;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rule: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cyclic sum of three cross products.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s\times\vec c=\vec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s\cdot\vec 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c=\dfrac{\vec w\times\vec s}{|\vec s|^2}+t\vec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solution is a line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one more scalar condition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x\times(\vec y\times\vec z)=(\vec x\cdot\vec z)\vec y-(\vec x\cdot\vec y)\vec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crossing a relation with a known vector and then dotting with a well-chosen vector eliminates unwanted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u\times\vec v)\cdot\vec b=[\vec u\ \vec v\ \vec 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determinant;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u\cdot\vec b=[\vec a\ \vec u\ \vec 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a\times(\vec b+\vec c)+\vec b\times\vec c=\vec a\times\vec b+\vec a\times\vec c+\vec b\times\vec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cyclic sum of three cross products.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given vectors.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vector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593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a=9\hat i-13\hat j+25\hat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b=3\hat i+7\hat j-13\hat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c=17\hat i-2\hat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given vectors.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vector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r\times\vec a=(\vec b+\vec c)\times\vec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r\cdot(\vec b-\vec 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$\dfrac{\left|593\vec r+67\vec a\right|^2}{(593)^2}$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70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Vector equation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general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70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Vector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r\times\vec a=\vec p\times\vec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general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dot condition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593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$\left(\vec r-(\vec b+\vec c)\right)\times\vec a=\vec 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r=\vec b+\vec c+\lambda\vec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dot condition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$\lambda=-\frac{67}{593}$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r\times\vec a=(\vec b+\vec c)\times\vec a\Rightarrow\left(\vec r-(\vec b+\vec c)\right)\times\vec a=\vec0$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r-(\vec b+\vec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r=(\vec b+\vec c)+\lambda\vec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b+\vec c=20\hat i+5\hat j-12\hat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r=(20+9\lambda)\hat i+(5-13\lambda)\hat j+(25\lambda-12)\hat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b-\vec c=-14\hat i+9\hat j-14\hat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r\cdot(\vec b-\vec 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593</m:t>
                        </m:r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593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593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acc>
                              <m:accPr>
                                <m:chr m:val="̂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acc>
                              <m:accPr>
                                <m:chr m:val="̂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acc>
                              <m:accPr>
                                <m:chr m:val="̂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$-14(20+9\lambda)+9(5-13\lambda)-14(25\lambda-12)=0\Rightarrow-593\lambda-67=0$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$\lambda=-\frac{67}{593}$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r=(\vec b+\vec c)-\frac{67}{593}\vec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$593\vec r+67\vec a=593(\vec b+\vec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$\dfrac{|593\vec r+67\vec a|^2}{593^2}=|\vec b+\vec c|^2=\left|20\hat i+5\hat j-12\hat k\right|^2=400+25+144=569$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569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show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593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67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the same two conditions, which fix the vector uniquely.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show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w=593\vec r+67\vec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$593(\vec b+\vec 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the same two conditions, which fix the vector uniquely.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s=\vec b+\vec c=(20,5,-12)$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n=\vec b-\vec c=(-14,9,-14)$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w=593\vec r+67\vec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r\times\vec a=\vec s\times\vec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w\times\vec a=593\,\vec s\times\vec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w-593\vec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s\cdot\vec n=|\vec b|^2-|\vec c|^2=227-294=-67$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n=-126-117-350=-593$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w\cdot\vec n=593(\vec r\cdot\vec n)+67(\vec a\cdot\vec n)=0+67(-593)$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$593\,\vec s\cdot\vec n=593(-67)$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w-593\vec s)\cdot\vec 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$(\cdot)\cdot\vec 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n=-593\neq0$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w=593\vec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s|^2=400+25+144=569$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569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solution set is a line through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one scalar condition such 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num>
                      <m:den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line-plane intersection.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dot products of sums and differences reduce to squared lengths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question are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signals that the answer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r\times\vec a=\vec p\times\vec a\iff\vec r=\vec p+\lambda\vec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solution set is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one scalar condition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r\cdot\vec 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$\lambda=-\dfrac{\vec p\cdot\vec n}{\vec a\cdot\vec 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n\neq0$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line-plane intersection.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b+\vec c)\cdot(\vec b-\vec c)=|\vec b|^2-|\vec 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dot products of sums and differences reduce to squared lengths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$227-294=-67$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question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$-\vec a\cdot\vec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$-\vec s\cdot\vec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signals that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b+\vec 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vectors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vectors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c=(2\vec a\times\vec b)-3\vec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$192\sin^2\alpha$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Scalar and vector product of vectors; angle between two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two orthogonal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a\times\vec b\perp\vec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b\cdot\vec c=-3|\vec b|^2$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two orthogonal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c=(2\vec a\times\vec b)\cdot\vec b-3|\vec b|^2=-3|\vec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b)\cdot\vec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b||\vec c|\cos\alpha=-3|\vec b|^2\Rightarrow|\vec c|\cos\alpha=-12$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b=2\Rightarrow\cos\theta=\frac{2}{1\cdot4}=\frac12\Rightarrow\theta=\frac\pi3$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cross term vanishes since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c|^2=\left|2\vec a\times\vec b-3\vec b\right|^2=64\times\frac34+144=192$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cross term vanishes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b\perp\vec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c|^2\cos^2\alpha=144\Rightarrow192\cos^2\alpha=144$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$192\sin^2\alpha=192-144=48$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one part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one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simply the length of the perpendicular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one part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one 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$2\vec a\times\vec b\perp\vec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c|\sin\alpha$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simply the length of the perpendicular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component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perpendicular component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component)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c=-3\vec b+2(\vec a\times\vec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$2(\vec a\times\vec b)\perp\vec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perpendicular component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c|\sin\alpha=|2\vec a\times\vec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component)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c|\cos\alpha=-3|\vec b|=-12$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c|^2=|-3\vec b|^2+|2\vec a\times\vec b|^2=144+|2\vec a\times\vec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b|^2=|\vec a|^2|\vec b|^2-(\vec a\cdot\vec b)^2=16-4=12$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$|2\vec a\times\vec b|^2=48$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number in the question.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c|^2=144+48=192$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number in the question.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$192\sin^2\alpha=|\vec c|^2\sin^2\alpha=|2\vec a\times\vec b|^2=48$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(parallel and perpendicular components).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plane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finding the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c=p\vec b+\vec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q\perp\vec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c|\cos\alpha=p|\vec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c|\sin\alpha=|\vec 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(parallel and perpendicular components).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u+\vec a\times\vec b|^2=|\vec u|^2+|\vec a\times\vec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plane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b|^2=|\vec a|^2|\vec b|^2-(\vec a\cdot\vec 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finding the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vector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a=3\hat i+2\hat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b=2\hat i-\hat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vector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a+\vec b)\times\vec c=2(\vec a\times\vec b)+24\hat j-6\hat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a-\vec b+\hat i)\cdot\vec 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Vector product equation and system of linear equations in vector components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cross-product equation gives a rank-2 system, completed by the dot-product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c=(x,y,z)$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cross-product equation gives a rank-2 system, completed by the dot-product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a+\vec b=5\hat i+\hat j+4\hat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b=7\hat i-7\hat j-7\hat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$(5\hat i+\hat j+4\hat k)\times\vec c=2(7\hat i-7\hat j-7\hat k)+24\hat j-6\hat k=14\hat i+10\hat j-20\hat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c=x\hat i+y\hat j+z\hat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$\left|\begin{matrix}\hat i&amp;\hat j&amp;\hat k\\5&amp;1&amp;4\\x&amp;y&amp;z\end{matrix}\right|=\hat i(z-4y)-\hat j(5z-4x)+\hat k(5y-x)$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$z-4y=14$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$4x-5z=10$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$5y-x=-20$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a-\vec b+\hat i=2\hat i+3\hat j-2\hat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$2x+3y-2z=-3$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identically,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 in the first three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$z=14+4y$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$x=5y+20$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$4x-5z=20y+80-70-20y=10$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identically,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 in the first three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$2x+3y-2z=-3$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$2(5y+20)+3y-2(14+4y)=5y+12=-3\Rightarrow 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c=5\hat i-3\hat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c|^2=25+9+4=38$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part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fixed by the cross product, and a multiple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 by the dot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part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s=\vec a+\vec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fixed by the cross product, and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 by the dot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particular solution is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s=(5,1,4)$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w=(14,10,-20)$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s\cdot\vec w=70+10-80=0$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s\times\vec c=\vec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particular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c_0=\dfrac{\vec w\times\vec s}{|\vec s|^2}$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w\times\vec s=(60,-156,-36)$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s|^2=42$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c_0=\frac17(10,-26,-6)$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c=\vec c_0+t\vec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m=(2,3,-2)$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m\cdot\vec c_0=\frac{20-78+12}{7}=-\frac{46}{7}$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m\cdot\vec s=10+3-8=5$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m\cdot\vec c=-3\Rightarrow-\frac{46}{7}+5t=-3\Rightarrow t=\frac57$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c=\frac17(10,-26,-6)+\frac57(5,1,4)=\frac17(35,-21,14)=(5,-3,2)$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Component form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three equations are dependent, so a cross-product equation alone leaves a one-parameter family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have a solution,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necessary; check it as a free error test of your arithmetic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verify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using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Component form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s\times\vec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s=(s_1,s_2,s_3)$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$(s_2z-s_3y,\ s_3x-s_1z,\ s_1y-s_2x)$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three equations are dependent, so a cross-product equation alone leaves a one-parameter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c_0+t\vec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s\times\vec c=\vec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have a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w\perp\vec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necessary; check it as a free error test of your arithmetic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$70+10-80=0$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b=(a_2b_3-a_3b_2,\ a_3b_1-a_1b_3,\ a_1b_2-a_2b_1)$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verify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b\perp\vec a,\vec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using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$L_1:\dfrac{x-1}{3}=\dfrac{y-2}{2}=\dfrac{z+1}{-2}$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$L_2:\dfrac{x+2}{-3}=\dfrac{y-2}{-2}=\dfrac{z-1}{4}$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$\dfrac{(\alpha+\beta+\gamma)^2}{(a+b+c)^2}$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meeting two given lines in 3D (collinearity of points)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collinear, so the direction ratios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proportional.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$P,M,N$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collinear, so the direction ratios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$\overrightarrow{PM}$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$\overrightarrow{PN}$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proportional.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ratios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two then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ratios meaningless).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$P=(-1,2,3)$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$M(3\lambda+1,\,2\lambda+2,\,-2\lambda-1)$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$N(-3\mu-2,\,-2\mu+2,\,4\mu+1)$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$\overrightarrow{PM}=(3\lambda+2,\,2\lambda,\,-2\lambda-4)$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$\overrightarrow{PN}=(-3\mu-1,\,-2\mu,\,4\mu-2)$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$\dfrac{3\lambda+2}{-3\mu-1}=\dfrac{2\lambda}{-2\mu}=\dfrac{-2\lambda-4}{4\mu-2}$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ratios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two then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$4\lambda\mu=4\lambda+8\mu$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$8\mu^2=16\mu$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ratios meaningless).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$M(13,10,-9)$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$N(-8,-2,9)$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$\dfrac{(\alpha+\beta+\gamma)^2}{(a+b+c)^2}=\dfrac{196}{1}=196$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required line lies in the plane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meets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pierces that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required line lies in the plane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pierces that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$=(3,2,-2)\times\left(P-(1,2,-1)\right)=(3,2,-2)\times(-2,0,4)=(8,-8,4)\parallel(2,-2,1)$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$2(x+1)-2(y-2)+(z-3)=0$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$2x-2y+z+3=0$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$N(-3\mu-2,-2\mu+2,4\mu+1)$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$-6\mu-4+4\mu-4+4\mu+1+3=2\mu-4=0\Rightarrow\mu=2$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$N(-8,-2,9)$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$(-7,-4,6)$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$M=P-2(-7,-4,6)=(13,10,-9)$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Transversal through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two skew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the intersection of the plane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plane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or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join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are collinear iff their position differences are proportional: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normal to the plane through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(point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Transversal through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two skew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$L_1,L_2$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the intersection of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$(P,L_1)$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$(P,L_2)$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or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$N=L_2\cap(P,L_1)$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join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are collinear iff their position differences are proportional: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$\overrightarrow{PM}\times\overrightarrow{PN}=\vec0$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normal to the plane through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(point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d\times\overrightarrow{QP}$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feet of perpendiculars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 angle,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feet of perpendiculars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$P(a,a,a)$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$x=y,\ 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$x=-y,\ 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 angle,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Foot of perpendicular from a point to a line in 3D, Angle between two lines in 3D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each line in symmetric form, take its foot of the perpendicular, then impose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each line in symmetric form, take its foot of the perpendicular, then impose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$\overrightarrow{PQ}\cdot\overrightarrow{PR}=0$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$L_1:\dfrac x1=\dfrac y1=\dfrac{z-1}{0}=\lambda$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$L_2:\dfrac x1=\dfrac y{-1}=\dfrac{z+1}{0}=\mu$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$Q=(\lambda,\lambda,1)$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$R=(\mu,-\mu,-1)$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$PQ\perp 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$(\lambda-a)\cdot1+(\lambda-a)\cdot1+(1-a)\cdot0=0\Rightarrow\lambda=a$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$PR\perp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$1(\mu-a)+(-1)(-\mu-a)+0(-1-a)=0\Rightarrow2\mu=0\Rightarrow\mu=0$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$Q(a,a,1)$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$R(0,0,-1)$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$PQ=(0,0,a-1)$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$PR=(a,a,a+1)$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QPR=90^\circ\Rightarrow0\cdot a+0\cdot a+(a+1)(a-1)=0\Rightarrow 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feet by projecting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within each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Pythagoras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feet by projecting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within each plane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Pythagoras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$PQ^2+PR^2=QR^2$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foot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already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projection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$Q=(a,a,1)$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already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$(a,a)\perp(1,-1)$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$R=(0,0,-1)$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$PQ^2=(a-1)^2$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$PR^2=2a^2+(a+1)^2$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$QR^2=a^2+a^2+(1+1)^2=2a^2+4$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P=90^\circ\iff PQ^2+PR^2=QR^2$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$(a-1)^2+2a^2+(a+1)^2=2a^2+4$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$4a^2+2=2a^2+4\Rightarrow 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line parallel to a coordinate plane (e.g. in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found by projecting in that plane only: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lies on the sphere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a root for degeneracy: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does not exist; the question still has the answer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$P(x_0,y_0,z_0)$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line parallel to a coordinate plane (e.g. in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found by projecting in that plane only: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QPR=90^\circ\iff\overrightarrow{PQ}\cdot\overrightarrow{PR}=0\iff PQ^2+PR^2=QR^2$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lies on the sphere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a root for degeneracy: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does not exist; the question still has the answer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non-negative integers,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at a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between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$A(4,-6,-2)$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$B(16,-2,4)$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non-negative integers,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at a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between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$Q(4,-12,3)$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 of a line through two points and a point at a given distance on it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Points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a line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non-negative coordinates select the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Points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a line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$A\pm d\hat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non-negative coordinates select the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point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$\dfrac{x-4}{6}=\dfrac{y+6}{2}=\dfrac{z+2}{3}$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$(12,4,6)\parallel(6,2,3)$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$\sqrt{36+4+9}=7$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$\dfrac{x-4}{6/7}=\dfrac{y+6}{2/7}=\dfrac{z+2}{3/7}=\pm21$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point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$y+6=6$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$P(22,0,7)$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negative coordinates,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$(-14,-12,-11)$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negative coordinates,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$Q=(4,-12,3)$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$PQ=\sqrt{(18)^2+(12)^2+(4)^2}=\sqrt{324+144+16}=\sqrt{484}=22$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never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$|\overrightarrow{QP}|^2=|\overrightarrow{QA}+21\hat u|^2$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coordinates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never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as above,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is fixed by non-negativity,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u=\frac17(6,2,3)$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as above,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$P=A+21\hat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is fixed by non-negativity,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$y=-6+6=0$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$\overrightarrow{QA}=(0,6,-5)$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$|\overrightarrow{QA}|^2=61$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$\overrightarrow{QA}\cdot\hat u=\frac{0+12-15}{7}=-\frac37$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$|QP|^2=|QA|^2+2(21)\,\overrightarrow{QA}\cdot\hat u+21^2=61-18+441=484$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$PQ=\sqrt{484}=22$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line with direction ratios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root, so the points have integer coordinates.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distance from the moving point without its coordinates.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Integrality conditions (non-negative integers) are used to choose between the two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line with direction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$(l,m,n)$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$A\pm\dfrac{d}{\sqrt{l^2+m^2+n^2}}(l,m,n)$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$\sqrt{36+4+9}=7$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root, so the points have integer coordinates.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$|\overrightarrow{QA}+d\hat u|^2=|QA|^2+2d\,\overrightarrow{QA}\cdot\hat u+d^2$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distance from the moving point without its coordinates.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Integrality conditions (non-negative integers) are used to choose between the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 d\hat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2.11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9 questions, 36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Vector 3D 04 Questions 1–9 (printed 61–69)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