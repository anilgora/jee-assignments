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2.0</c:v>
                </c:pt>
                <c:pt idx="1">
                  <c:v>2.0</c:v>
                </c:pt>
                <c:pt idx="2">
                  <c:v>3.0</c:v>
                </c:pt>
                <c:pt idx="3">
                  <c:v>2.0</c:v>
                </c:pt>
                <c:pt idx="4">
                  <c:v>2.0</c:v>
                </c:pt>
                <c:pt idx="5">
                  <c:v>2.0</c:v>
                </c:pt>
                <c:pt idx="6">
                  <c:v>3.0</c:v>
                </c:pt>
                <c:pt idx="7">
                  <c:v>2.0</c:v>
                </c:pt>
                <c:pt idx="8">
                  <c:v>3.0</c:v>
                </c:pt>
                <c:pt idx="9">
                  <c:v>3.0</c:v>
                </c:pt>
                <c:pt idx="10">
                  <c:v>1.0</c:v>
                </c:pt>
                <c:pt idx="11">
                  <c:v>3.0</c:v>
                </c:pt>
                <c:pt idx="12">
                  <c:v>2.0</c:v>
                </c:pt>
                <c:pt idx="13">
                  <c:v>2.0</c:v>
                </c:pt>
                <c:pt idx="14">
                  <c:v>1.0</c:v>
                </c:pt>
                <c:pt idx="15">
                  <c:v>3.0</c:v>
                </c:pt>
                <c:pt idx="16">
                  <c:v>2.0</c:v>
                </c:pt>
                <c:pt idx="17">
                  <c:v>3.0</c:v>
                </c:pt>
                <c:pt idx="18">
                  <c:v>1.0</c:v>
                </c:pt>
                <c:pt idx="19">
                  <c:v>3.0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line after $c=-\frac1e$ is printed as $x\left(1+\frac1y\right)-\frac1e e^{1/y}$ 'passes through $(k,2)$', which is not an equation (the 'x =' is missing and the factor $x$ is placed against $1+\frac1y$). The correct solution curve is $x=\left(1+\frac1y\right)-\frac1e e^{1/y}$; the final value $k=\frac32-\frac1{\sqrt e}$ is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second line is printed as $\int\frac{t\cos\sqrt{t^2+5}}{t^2+5}\frac{dt}{2}$, i.e. without the square root in the denominator; the next line ($\frac{\cos u\cdot u\,du}{2u}$) only follows from $\sqrt{t^2+5}$, which is what $\sqrt{4x^2-4x+6}$ becomes. Corrected to $\sqrt{t^2+5}$. Also note options (A) and (D) of the question are printed identically, so both are correct; the key gives (A).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In the PDF's third and fourth lines after $-\frac12t+C$, the factor $\left(1+x^{-6}\right)^{1/3}$ is divided by an extra $x^2$ and the bracket still has $x^{-6}$: it writes $-\frac12\frac{(1+x^{-6})^{1/3}}{x^2}$ and $-\frac1{2x^3}\,x\,(1+x^{-6})^{1/3}$. Correct is $\left(1+x^{-6}\right)^{1/3}=\frac{(1+x^{6})^{1/3}}{x^2}$, giving $-\frac1{2x^3}\,x\,(1+x^6)^{1/3}$. The final answer $f(x)=-\frac1{2x^3}$ is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02 (Integral Calculus 02)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Question bank · detailed solutions · 20 single-correct questions (printed Q21–Q40)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4 marks per question assumed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negative marking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curve of the differential equation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satisfying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curve intersects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a point whose abscissa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curve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$\left(y^2-x\right)\frac{dy}{dx}=1$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satisfying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curve intersects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a point whose abscissa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$-e$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690111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Linear differential equation (taking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the dependent variable), Integration by parts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690111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Linear differential equation (taking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the dependent variable), Integration by parts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it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equation is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not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it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$\frac{dx}{dy}+x=y^2$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equation is linear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not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a linear differential equation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(independent variable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I.F.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by the I.F.: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by parts: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$\left(y^2-x\right)\frac{dy}{dx}=1$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$\frac{dx}{dy}=y^2-x$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$\frac{dx}{dy}+x=y^2$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a linear differential equation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(independent variable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I.F.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$=e^{\int dy}=e^{y}$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by the I.F.: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d\left(xe^{y}\right)=\int y^2e^{y}\,dy$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by parts: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$xe^{y}=y^2e^{y}-2ye^{y}+2e^{y}+c$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meets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$0=e-2e+2e+c$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$e^{y}x=e^{y}\left(y^2-2y+2\right)-e$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$x=(y-1)^2+1-e^{1-y}$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meets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$x=1+1-e=2-e$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$2-e$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Constant-coefficient linear equation: a polynomial particular solution plus the complementary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Constant-coefficient linear equation: a polynomial particular solution plus the complementary solution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$Ke^{-y}$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(constant coefficients,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dependent). The complementary solution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right side is a quadratic, so try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$\frac{dx}{dy}+x=y^2$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(constant coefficients,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dependent). The complementary solution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$\frac{dx}{dy}+x=0$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$x_c=Ke^{-y}$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right side is a quadratic, so 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$x_p=ay^2+by+c_0$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$x_p'+x_p=ay^2+(2a+b)y+(b+c_0)$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$2a+b=0\Rightarrow b=-2$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$b+c_0=0\Rightarrow c_0=2$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$x_p=y^2-2y+2$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solution: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answer, with no integration by parts.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solution: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$x=y^2-2y+2+Ke^{-y}$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$0=1-2+2+Ke^{-1}$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$K=-e$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$x=y^2-2y+2-e^{1-y}$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$x=2-e$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answer, with no integration by parts.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$2-e$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polynomial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degree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try a polynomial of degree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particular solution.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awkward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 only to the first power, invert: treat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the dependent variable. Cue: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'Meets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-axis' means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solved form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$\frac{dx}{dy}+px=Q(y)$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polynomial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try a polynomial of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particular solution.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$x=y^2-2y+2$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$x'+x=2y-2+y^2-2y+2=y^2$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awkward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 only to the first power, invert: treat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the dependent variable. Cue: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$\left(y^2-x\right)\frac{dy}{dx}=1$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y^ne^{y}dy=e^{y}\sum_{k=0}^{n}(-1)^k\frac{n!}{(n-k)!}y^{n-k}+C$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$e^{y}\left(y^2-2y+2\right)$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'Meets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-axis' means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solved form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$x=2-e$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be the transverse and conjugate axes of the hyperbola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area of the region above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below the transverse axis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 the right of the conjugate axis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be the transverse and conjugate axes of the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$16x^2-y^2+64x+4y+44=0$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area of the region above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$x^2=y+4$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below the transverse axis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 the right of the conjugate axis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$4\sqrt6+\frac{44}{3}$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$4\sqrt6+\frac{28}{3}$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$4\sqrt6-\frac{44}{3}$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$4\sqrt6-\frac{28}{3}$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Hyperbola: transverse and conjugate axes, Area bounded by curves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Complete the squares to get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region spans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Complete the squares to get centre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$(-2,2)$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region spans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$x\in[-2,\sqrt6]$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$16\left(x^2+4x\right)-\left(y^2-4y\right)+44=0$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$16(x+2)^2-64-(y-2)^2+4+44=0$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$16(x+2)^2-(y-2)^2=16$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transverse axis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conjugate axis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region lies above the parabola, below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to the right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d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$\frac{(x+2)^2}{1}-\frac{(y-2)^2}{16}=1$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transverse axis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conjugate axis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region lies above the parabola, below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to the right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$A=\int_{-2}^{\sqrt6}\left(2-\left(x^2-4\right)\right)dx$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$A=\int_{-2}^{\sqrt6}\left(6-x^2\right)dx=\left[6x-\frac{x^3}{3}\right]_{-2}^{\sqrt6}$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$A=\left(6\sqrt6-\frac{6\sqrt6}{3}\right)-\left(-12+\frac83\right)$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$A=\frac{12\sqrt6}{3}+\frac{28}{3}$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$A=4\sqrt6+\frac{28}{3}$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$4\sqrt6+\frac{28}{3}$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Archimedes' parabolic-segment area plus symmetry about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-axis, then add the strip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Archimedes' parabolic-segment area plus symmetry about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-axis, then add the strip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$-2\le x\le0$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parabolic segment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area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(Archimedes).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is symmetric about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so the part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parabolic segment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$\frac23\cdot2\sqrt6\cdot6=8\sqrt6$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(Archimedes).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is symmetric about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so the part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region also contains the strip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region also contains the strip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$-2\le x\le0$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$\int_{-2}^{0}\left(6-x^2\right)dx=12-\frac83=\frac{28}{3}$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$=4\sqrt6+\frac{28}{3}$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$4\sqrt6+\frac{28}{3}$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Hyperbola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transverse axis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(through the vertices and foci), conjugate axis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Complete both squares to read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Archimedes: the area between a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chord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-coordinates of the chord's ends.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sub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Sketch first and write the limits from the picture: the boundary changes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conjugate axis), not at the parabola's vertex.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$\frac{(x-h)^2}{a^2}-\frac{(y-k)^2}{b^2}=1$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transverse axis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(through the vertices and foci), conjugate axis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Complete both squares to read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Archimedes: the area between a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$y=ax^2+bx+c$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chord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$\frac{|a|}{6}(q-p)^3$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-coordinates of the chord's ends.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$q-p=2\sqrt6$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$\frac{(2\sqrt6)^3}{6}=8\sqrt6=\int_{-\sqrt6}^{\sqrt6}(6-x^2)dx$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Sketch first and write the limits from the picture: the boundary changes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conjugate axis), not at the parabola's vertex.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differential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rad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$y^2dx+\left(x-\frac1y\right)dy=0$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$\frac52+\frac1{\sqrt 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$\frac32-\sqrt 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$\frac32-\frac1{\sqrt 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$\frac12+\frac1{\sqrt e}$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281423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Linear differential equation (taking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the dependent variable), Integration by substitution and by parts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281423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Linear differential equation (taking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the dependent variable), Integration by substitution and by parts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the dependent variable: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linear with I.F.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the dependent variable: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$\frac{dx}{dy}+\frac{x}{y^2}=\frac1{y^3}$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linear with I.F.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$e^{-1/y}$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I.F.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solution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$y^2dx+\left(x-\frac1y\right)dy=0$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$\frac{dx}{dy}+\frac{1}{y^2}x=\frac{1}{y^3}$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(linear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I.F.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$=e^{\int\frac1{y^2}dy}=e^{-1/y}$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solution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$x\,e^{-1/y}=\int e^{-1/y}\frac1{y^3}dy+c$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$-\frac1y=t$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$\frac1{y^2}dy=dt$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$\frac1{y^3}dy=-t\,dt$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$x\,e^{-1/y}=-\int te^{t}dt+c=-te^{t}+e^{t}+c$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Back-substituting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multiplying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Back-substituting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$t=-\frac1y$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$x\,e^{-1/y}=e^{-1/y}\left(\frac1y+1\right)+c$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$e^{-1}=2e^{-1}+c$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multiplying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$1=2+ce$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$c=-\frac1e$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$x=\left(1+\frac1y\right)-\frac1e\,e^{1/y}$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$x=\frac32-\frac{e^{1/2}}{e}=\frac32-\frac1{\sqrt 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rad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$\frac32-\frac1{\sqrt e}$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equation becomes constant-coefficient,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an obvious linear particular solution.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$u=\frac1y$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equation becomes constant-coefficient,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$\frac{dx}{du}-x=-u$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an obvious linear particular solution.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complementary solution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$u=\frac1y$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$y^2=\frac1{u^2}$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$dy=-\frac{du}{u^2}$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$\frac{dx}{u^2}-\left(x-u\right)\frac{du}{u^2}=0$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$\frac{dx}{du}-x=-u$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$x_p=au+b$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$a-au-b=-u$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$x_p=u+1$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complementary solution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$Ke^{u}$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$x=u+1+Ke^{u}$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$(x,y)=(1,1)$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$1=2+Ke$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$K=-\frac1e$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$x=\frac32-e^{1/2-1}=\frac32-\frac1{\sqrt 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rad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$\frac32-\frac1{\sqrt e}$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equation has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term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often gives a constant-coefficient equation: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differentiate the final curve once as a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equation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$\frac1y\,dy$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substitution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$u=\frac1y$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often gives a constant-coefficient equation: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$\frac{dx}{du}-x=-u$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te^{t}dt=(t-1)e^{t}+C$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$t=-\frac1y$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e^{-1/y}\frac{dy}{y^3}=e^{-1/y}\left(\frac1y+1\right)$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differentiate the final curve once as a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$x=1+\frac1y-e^{1/y-1}$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$\frac{dx}{dy}+\frac{x}{y^2}=\frac1{y^3}$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445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slope of the tangent line to a curve at any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given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curve intersects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curve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445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slope of the tangent line to a curve at any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given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$\frac{xy^2+y}{x}$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curve intersects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curve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$-\frac{18}{19}$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$\frac{18}{35}$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$-\frac{18}{11}$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$-\frac43$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65328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Bernoulli-type equation reduced to linear form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Bernoulli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divide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$\frac{dy}{dx}=y^2+\frac yx$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Bernoulli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divide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$z=-\frac1y$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I.F.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$\frac{dy}{dx}=\frac{xy^2+y}{x}=y^2+\frac1x\,y$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$\frac1{y^2}\frac{dy}{dx}-\frac1y\cdot\frac1x=1$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$-\frac1y=z$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$\frac1{y^2}\frac{dy}{dx}=\frac{dz}{dx}$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$\frac{dz}{dx}+z\cdot\frac1x=1$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(linear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I.F.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$=e^{\int\frac1xdx}=x$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$z\cdot x=\int x\cdot1\,dx+c=\frac{x^2}{2}+c$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curve.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(i):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 x2+\frac cx$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$-\frac1y=\frac{x^2+2c}{2x}$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$y=\frac{-2x}{x^2+2c}$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$-2+2y=4$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curve.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$3=\frac{-2(-2)}{4+2c}$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$12+6c=4$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$6c=-8$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$y=\frac{-2x}{x^2-\frac83}=\frac{6x}{8-3x^2}$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$y=\frac{18}{8-27}=-\frac{18}{19}$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$-\frac{18}{19}$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Recognise the exact differential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no substitution or integrating factor.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Recognise the exact differential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$d\left(\frac xy\right)=\frac{y\,dx-x\,dy}{y^2}$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no substitution or integrating factor.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$x\,dy=\left(xy^2+y\right)dx$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$x\,dy-y\,dx=xy^2\,dx$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$\frac{x\,dy-y\,dx}{y^2}=x\,dx$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$d\left(\frac xy\right)=\frac{y\,dx-x\,dy}{y^2}$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$-d\left(\frac xy\right)=x\,dx$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xy=-\frac{x^2}{2}+k$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the line):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the line):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$-\frac23=-2+k$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$\frac3y=-\frac92+\frac43=-\frac{19}{6}$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$y=-\frac{18}{19}$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$-\frac{18}{19}$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Memorise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appears, divide by the matching square.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Bernoulli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get the linear equation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'The curve intersects the line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means find the point from the line first, then use it as the initial condition.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Memorise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$d(xy)=y\,dx+x\,dy$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$d\left(\frac xy\right)=\frac{y\,dx-x\,dy}{y^2}$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$d\left(\frac yx\right)=\frac{x\,dy-y\,dx}{x^2}$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$x\,dy-y\,dx$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appears, divide by the matching square.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Bernoulli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$y'+Py=Qy^n$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$z=y^{1-n}$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get the linear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$\frac{z'}{1-n}+Pz=Q$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$z=\frac1y$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'The curve intersects the line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means find the point from the line first, then use it as the initial condition.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integral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less than or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integral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$I=\int_0^{10}\frac{[x]\,e^{[x]}}{e^{x-1}}dx$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less than or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$45(e-1)$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$45(e+1)$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$9(e+1)$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$9(e-1)$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Definite integral of greatest-integer and fractional-part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period 1, so every unit interval contributes the same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times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$e^{[x]-x}=e^{-\{x\}}$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period 1, so every unit interval contributes the same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$\int_0^1e^{-x}dx$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times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integers: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{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}</m:t>
                                    </m:r>
                                  </m:sup>
                                </m:sSup>
                              </m:den>
                            </m:f>
                          </m:e>
                        </m:nary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{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}</m:t>
                                    </m:r>
                                  </m:sup>
                                </m:sSup>
                              </m:den>
                            </m:f>
                          </m:e>
                        </m:nary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{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}</m:t>
                                    </m:r>
                                  </m:sup>
                                </m:sSup>
                              </m:den>
                            </m:f>
                          </m:e>
                        </m:nary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{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}</m:t>
                                    </m:r>
                                  </m:sup>
                                </m:sSup>
                              </m:den>
                            </m:f>
                          </m:e>
                        </m:nary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each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}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$\frac{[x]e^{[x]}}{e^{x-1}}=e\,[x]\,e^{[x]-x}=e\,[x]\,e^{-\{x\}}$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integers: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$I=e\left[\int_0^1\frac{0}{e^{\{x\}}}dx+\int_1^2\frac{1}{e^{\{x\}}}dx+\int_2^3\frac{2}{e^{\{x\}}}dx+\dots+\int_9^{10}\frac{9}{e^{\{x\}}}dx\right]$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$\int_n^{n+1}e^{-\{x\}}dx=\int_0^1e^{-x}dx$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$I=e\,(0+1+2+\dots+9)\int_0^1\frac{dx}{e^{x}}$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$I=45e\int_0^1e^{-x}dx$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$I=45e\left[-e^{-x}\right]_0^1=45e\left[-e^{-1}+1\right]$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$I=45(e-1)$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$45(e-1)$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Layer-cake: write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  <m:e>
                        <m:sSub>
                          <m:e>
                            <m:r>
                              <m:rPr>
                                <m:sty m:val="b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}</m:t>
                            </m:r>
                          </m:sub>
                        </m:sSub>
                      </m:e>
                    </m:nary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the integral becomes a sum of integrals over whole periods.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Layer-cake: 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$[x]=\sum_{k=1}^{9}\mathbf 1_{\{x\ge k\}}$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the integral becomes a sum of integrals over whole periods.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  <m:e>
                        <m:sSub>
                          <m:e>
                            <m:r>
                              <m:rPr>
                                <m:sty m:val="b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}</m:t>
                            </m:r>
                          </m:sub>
                        </m:sSub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number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  <m:e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sup>
                            </m:sSup>
                          </m:e>
                        </m:nary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covers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whole periods: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}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x&lt;10$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$[x]=\sum_{k=1}^{9}\mathbf 1_{\{x\ge k\}}$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number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$k\in\{1,\dots,9\}$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$k\le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$I=e\sum_{k=1}^{9}\int_k^{10}e^{-\{x\}}dx$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$\int_k^{10}$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covers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$10-k$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whole periods: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$\int_k^{10}e^{-\{x\}}dx=(10-k)\int_0^1e^{-t}dt=(10-k)\left(1-e^{-1}\right)$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$I=e\left(1-e^{-1}\right)\sum_{k=1}^{9}(10-k)=(e-1)(9+8+\dots+1)=45(e-1)$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$45(e-1)$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limLoc m:val="undOvr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combine exponents: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periodic with 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$\int_0^{N}g([x])\,h(\{x\})\,dx$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$=\left(\sum_{n=0}^{N-1}g(n)\right)\int_0^1h(t)\,dt$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$g(n)=n$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$\int_0^2[x]dx=1$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$x=[x]+\{x\}$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combine exponents: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$e^{[x]-x}=e^{-\{x\}}$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periodic with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$0+1+\dots+(N-1)=\frac{N(N-1)}{2}$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continuous,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for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not a critical point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a point of local maxima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a point of inflection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a point of local minima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$f:[0,5]\to\mathbb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continuous,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$F(x)=\int_1^xt^2g(t)\,dt$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$g(t)=\int_1^tf(u)\,du$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for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not a critical point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a point of local maxima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a point of inflection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a point of local minima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Fundamental theorem of calculus (differentiating an integral), Maxima and minima (second-derivative test)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second-derivative test decides.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$F'(1)=g(1)=0$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$F''(1)=f(1)+2g(1)=3&gt;0$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second-derivative test decides.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critical point.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$F(x)=\int_1^xt^2g(t)\,dt$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$F'(x)=x^2g(x)$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$g(1)=\int_1^1f(u)\,du=0$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$F'(1)=g(1)=0$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critical point.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....(2)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 and (2),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local minimum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$F''(x)=x^2g'(x)+2xg(x)$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$F''(x)=x^2f(x)+2xg(x)$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$F''(1)=f(1)+2g(1)=3+0=3&gt;0$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....(2)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 and (2),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local minimum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a point of local minima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First-derivative test: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increasing through zero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changes sign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First-derivative test: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increasing through zero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$F'=x^2g$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changes sign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(fundamental theorem of calculus).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changes sign from negative to positive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$F'(x)=x^2g(x)$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$g'(1)=f(1)=3&gt;0$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(fundamental theorem of calculus).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changes sign from negative to positive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just left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just right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and then increases,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local minimum. Locally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just left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just right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and then increases,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local minimum. Locally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$g(t)\approx3(t-1)$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$F(x)\approx\frac32(x-1)^2\ge0=F(1)$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a point of local minima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Local minimum at a zero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(local maximum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Check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You never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itself: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lower limit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(which makes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matter.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$F(x)=\int_a^xh(t)dt$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$h=t^2g(t)$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$g(c)=0$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$F'(c)=0$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$F''(c)=c^2g'(c)$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$2cg(c)$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Local minimum at a zero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$g'(c)&gt;0$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(local maximum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$g'(c)&lt;0$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Check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$f\equiv3$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$F(x)=\frac34x^4-x^3+\frac14$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$F''(1)=9-6=3&gt;0$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You never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itself: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lower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(which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matter.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884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solution curve of the differential equation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intersects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intersects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a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884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solution curve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$\left(1-x^2y^2\right)dx=y\,dx+x\,dy$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intersects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intersects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a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$\frac{3e^2}{2\left(3e^2+1\right)}$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$\frac{3e^2}{2\left(3e^2-1\right)}$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$\frac{1+3e^2}{2\left(3e^2-1\right)}$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$\frac{1-3e^2}{2\left(3e^2+1\right)}$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0848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Differential equation reduced by the exact differential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Partial fractions and the integral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0848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Differential equation reduced by the exact differential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$d(xy)$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Partial fractions and the integral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$\frac{1}{1-u^2}$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547872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equation separates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547872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$y\,dx+x\,dy=d(xy)$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equation separates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$u=xy$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$dx=\frac{du}{1-u^2}$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$\left(1-x^2y^2\right)dx=y\,dx+x\,dy=d(xy)$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$dx=\frac{d(xy)}{1-(xy)^2}$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Partial fractions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itself a solution (it makes both sides zero), so a curve that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stays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ratio is positive and only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sign is possible (the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case is not required).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Partial fractions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$\frac{2}{1-u^2}=\frac1{1-u}+\frac1{1+u}$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$2\,dx=\frac{d(xy)}{1-xy}+\frac{d(xy)}{1+xy}$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$2x+c=\ln\left|\frac{1+xy}{1-xy}\right|$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$\left|\frac{xy+1}{xy-1}\right|=e^{c}e^{2x}$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$\left|\frac{3}{1}\right|=e^{c}e^{2}$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$e^{c}=\frac{3}{e^{2}}$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$\left|\frac{2\alpha+1}{2\alpha-1}\right|=e^{c}e^{4}=3e^{2}$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itself a solution (it makes both sides zero), so a curve that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stays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ratio is positive and only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sign is possible (the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case is not required).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Componendo and dividendo: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$\frac{2\alpha+1}{2\alpha-1}=\frac{3e^{2}}{1}$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Componendo and dividendo: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$\frac{4\alpha}{2}=\frac{3e^{2}+1}{3e^{2}-1}$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$\alpha=\frac12\cdot\frac{3e^{2}+1}{3e^{2}-1}=\frac{1+3e^{2}}{2\left(3e^{2}-1\right)}$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$\frac{1+3e^2}{2\left(3e^2-1\right)}$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curve,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arcoth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coth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coth addition formula finishes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$xy&gt;1$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curve,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$\int\frac{du}{1-u^2}=\operatorname{arcoth}u$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$xy=\coth(x-k)$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coth addition formula finishes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arcoth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arcoth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coth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coth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coth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coth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coth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coth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coth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coth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coth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coth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$dx=\frac{du}{1-u^2}$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$\frac{d}{du}\operatorname{arcoth}u=\frac1{1-u^2}$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$x=\operatorname{arcoth}(u)+k$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$xy=\coth(x-k)$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$\coth(1-k)=2$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$2\alpha=\coth(2-k)=\coth\left((1-k)+1\right)=\frac{1+\coth(1-k)\coth1}{\coth1+\coth(1-k)}=\frac{1+2\coth1}{\coth1+2}$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numerator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denominator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answer; the sign question never arises.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$\coth1=\frac{e^2+1}{e^2-1}$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$=\frac{(e^2-1)+2(e^2+1)}{e^2-1}=\frac{3e^2+1}{e^2-1}$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$=\frac{(e^2+1)+2(e^2-1)}{e^2-1}=\frac{3e^2-1}{e^2-1}$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$2\alpha=\frac{3e^2+1}{3e^2-1}$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$\alpha=\frac{1+3e^2}{2\left(3e^2-1\right)}$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answer; the sign question never arises.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$\frac{1+3e^2}{2\left(3e^2-1\right)}$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the right side is a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alone,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separate variables.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artanh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arcoth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tracked.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constant solution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 can never be crossed by another solution (uniqueness), so the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same along the whole curve.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0.547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required.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coth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coth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coth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coth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coth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$y\,dx+x\,dy=d(xy)$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the right side is a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alone,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separate variables.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$\int\frac{du}{1-u^2}=\frac12\ln\left|\frac{1+u}{1-u}\right|+C=\operatorname{artanh}u$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$\operatorname{arcoth}u$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$|u|&gt;1$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$1-u^2$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tracked.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constant solution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 can never be crossed by another solution (uniqueness), so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same along the whole curve.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$\alpha\approx0.547$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required.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$\coth(a+b)=\frac{1+\coth a\coth b}{\coth a+\coth 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solution of the differential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$e^{y}\left(\frac{dy}{dx}-1\right)=e^{x}$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$2+\log_e2$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$1+\log_e2$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$2e$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Differential equation reduced to linear form by substitution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equation is linear,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$t=e^{y}$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$e^{y}\frac{dy}{dx}=\frac{dt}{dx}$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equation is linear,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$\frac{dt}{dx}-t=e^{x}$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I.F.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$e^{y}\left(\frac{dy}{dx}-1\right)=e^{x}$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$e^{y}\frac{dy}{dx}-e^{y}=e^{x}$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$e^{y}=t$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$e^{y}\frac{dy}{dx}=\frac{dt}{dx}$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$\frac{dt}{dx}-t=e^{x}$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I.F.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$=e^{-\int1\,dx}=e^{-x}$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$\int\frac{d}{dx}\left(e^{-x}t\right)dx=\int1\,dx$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$t\,e^{-x}=x+c$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$t=xe^{x}+ce^{x}$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$e^{y}=xe^{x}+ce^{x}$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$1=0+c$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$e^{y}=xe^{x}+e^{x}=e^{x}(x+1)$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$y(1)=\log_e\left(e^{x}(x+1)\right)\Big|_{x=1}=1+\log_e2$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$1+\log_e2$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equation becomes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integrates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$w=y-x$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equation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$e^{w}w'=1$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integrates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$e^{y-x}\left(\frac{dy}{dx}-1\right)=1$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$w=y-x$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$\frac{dw}{dx}=\frac{dy}{dx}-1$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$e^{w}\frac{dw}{dx}=1$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$\frac{d}{dx}e^{w}=1$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$e^{w}=x+c$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$y(0)=0\Rightarrow w(0)=0$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 Check: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$e^{y-x}=x+1$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$y=x+\ln(x+1)$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$y(1)=1+\ln2$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$y'=1+\frac1{x+1}$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$e^{y}(y'-1)=e^{x}(x+1)\cdot\frac1{x+1}=e^{x}$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$1+\log_e2$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equation containing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solved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 together,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linear equation.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equation containing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$\frac{dy}{dx}-k$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$y-kx$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solved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$w=y-kx$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$\frac{d}{dx}e^{w}=e^{w}w'$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$e^{w}w'=g(x)$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$e^{w}=\int g\,dx$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$e^{y}\frac{dy}{dx}=\frac{d}{dx}e^{y}$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$e^{y}\frac{dy}{dx}$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 together,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$t=e^{y}$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linear equation.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solution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differential equation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passes through the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solution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$f(x,y)=0$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$\left(1+\log_ex\right)\frac{dx}{dy}-x\log_ex=e^{y}$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passes through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$\alpha^{\alpha}$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$e^{2e^2}$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$e^{e^2}$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$e^{2e^{\sqrt2}}$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$e^{\sqrt2e^2}$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433823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Linear differential equation reduced by the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433823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Linear differential equation reduced by the substitution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$t=x\ln x$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equation linear: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$(1+\ln x)\frac{dx}{dy}=\frac{d}{dy}(x\ln 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$t=x\ln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equation linear: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$\frac{dt}{dy}-t=e^{y}$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I.F.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$(1+\ln x)\frac{dx}{dy}-x\ln x=e^{y}$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$x\ln x=t$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$\frac{dt}{dy}=(1+\ln x)\frac{dx}{dy}$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$\frac{dt}{dy}-t=e^{y}$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(linear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I.F.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$=e^{\int(-1)dy}=e^{-y}$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$t\,e^{-y}=\int e^{y}e^{-y}dy+c=y+c$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$x\ln x\,e^{-y}=y+c$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$x\ln x=ye^{y}+ce^{y}$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$0=0+c$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$x\ln x=ye^{y}$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$\alpha\ln\alpha=2e^{2}$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$\alpha^{\alpha}=e^{\alpha\ln\alpha}=e^{2e^{2}}$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$e^{2e^2}$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Resonance guess: the forcing term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equals the complementary solution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try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Resonance guess: the forcing term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$e^{y}$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equals the complementary solution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$t'-t=0$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$t_p=ye^{y}$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complementary solution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function as the right side, so the particular solution has the form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$t=x\ln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$t'-t=e^{y}$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complementary solution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$Ke^{y}$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function as the right side, so the particular solution has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$t_p=aye^{y}$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$t_p'-t_p=a\left(e^{y}+ye^{y}\right)-aye^{y}=ae^{y}$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$t_p=ye^{y}$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$t=(y+K)e^{y}$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$t=1\cdot\ln1=0$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(indeed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$\alpha\ln\alpha=2e^{2}$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(indeed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$\alpha=e^2$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$e^2\cdot2=2e^2$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$\alpha^{\alpha}=e^{\alpha\ln\alpha}=e^{2e^{2}}$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$e^{2e^2}$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recognise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(forcing equal to the homogeneous solution) the particular solution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(resonance); 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known there is no need to solve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$\frac{d}{dx}(x\ln x)=1+\ln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recognise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$(1+\ln x)\frac{dx}{dy}$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$\frac{d}{dy}(x\ln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$t=x\ln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$t'+pt=Ke^{-py}$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(forcing equal to the homogeneous solution) the particular solution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$Kye^{-py}$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(resonance);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$t'-t=e^{y}$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$t=(y+c)e^{y}$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$\alpha^{\alpha}=e^{\alpha\ln\alpha}$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$\alpha\ln\alpha$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known there is no need to solve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less than or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$\int_{-\pi/2}^{\pi/2}\frac{dx}{[x]+[\sin x]+4}$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less than or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$\frac1{12}(7\pi-5)$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$\frac3{10}(4\pi-3)$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$\frac3{20}(4\pi-3)$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$\frac1{12}(7\pi+5)$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8142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Definite integral with greatest-integer function (piecewise integration)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each sub-interval: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breaks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the value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$[x]+[\sin x]$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each sub-interval: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$-3,-2,0,1$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breaks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$-1,0,1$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1.57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graph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four intervals.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$\frac\pi2\approx1.57$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$\left[-\frac\pi2,-1\right)$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$\left[1,\frac\pi2\right)$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graph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$[\sin x]=-1$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$x\in\left[-\frac\pi2,0\right)$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$x\in\left[0,\frac\pi2\right)$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$[x]+[\sin x]+4$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$-2-1+4=1$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$-1-1+4=2$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$0+0+4=4$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$1+0+4=5$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four intervals.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$I=\int_{-\pi/2}^{-1}\frac{dx}{1}+\int_{-1}^{0}\frac{dx}{2}+\int_{0}^{1}\frac{dx}{4}+\int_{1}^{\pi/2}\frac{dx}{5}$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$I=\left[-1+\frac\pi2\right]+\frac12[0+1]+\frac14[1-0]+\frac15\left[\frac\pi2-1\right]$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$I=\frac\pi2+\frac\pi{10}-1+\frac12+\frac14-\frac15=\frac{3\pi}{5}-\frac{9}{20}$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$I=\frac{12\pi-9}{20}=\frac{3}{20}(4\pi-3)$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$\frac{3}{20}(4\pi-3)$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Pair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non-integer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two denominators always add up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Pair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$[-t]=-[t]-1$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non-integer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two denominators always add up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non-integer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non-integers.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$D(x)=[x]+[\sin x]+4$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non-integer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$[-t]=-[t]-1$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non-integers.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$D(-x)=[-x]+[-\sin x]+4=-[x]-[\sin x]-2+4=6-D(x)$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$\int_{-\pi/2}^{\pi/2}\frac{dx}{D}=\int_0^{\pi/2}\left(\frac1{D(x)}+\frac1{6-D(x)}\right)dx=\int_0^{\pi/2}\frac{6\,dx}{D(x)\left(6-D(x)\right)}$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integrand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integrand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integrand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$\frac{6}{4\cdot2}=\frac34$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integrand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$\frac{6}{5\cdot1}=\frac65$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$I=\frac34\cdot1+\frac65\left(\frac\pi2-1\right)=\frac{3\pi}{5}-\frac{9}{20}=\frac3{20}(4\pi-3)$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$\frac{3}{20}(4\pi-3)$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non-integer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non-integers.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pair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the integrand has a simple relation to its mirror image.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greatest-integer integrand, list the breakpoints where each floor changes (integers,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isolated points do not change the integral.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Sanity check: the integrand lies between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an interval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1.435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 that range.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$[-t]=-[t]-1$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non-integer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$[-t]=-[t]$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$[t]+[-t]=-1$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non-integers.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$\int_{-a}^{a}h(x)\,dx=\int_0^a\left(h(x)+h(-x)\right)dx$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the integrand has a simple relation to its mirror image.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greatest-integer integrand, list the breakpoints where each floor changes (integers,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x=0,\pm1$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isolated points do not change the integral.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Sanity check: the integrand lies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an interval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$I\approx1.435$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 that range.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minimum, then the ordered pair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$I=\int_a^b\left(x^4-2x^2\right)dx$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minimum, then the ordered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$\left(\sqrt2,-\sqrt2\right)$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$\left(0,\sqrt2\right)$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$\left(-\sqrt2,\sqrt2\right)$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$\left(-\sqrt2,0\right)$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95223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Definite integral: sign of the integrand and extremum of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95223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Definite integral: sign of the integrand and extremum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$\int_a^bf$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least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contains exactly the region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least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$[a,b]$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contains exactly the region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$x^4-2x^2&lt;0$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$\left(-\sqrt2,\sqrt2\right)$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positive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negative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positive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(zeros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integral is smallest when the interval takes in every part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no part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$I=\int_a^b\left(x^4-2x^2\right)dx$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$f(x)=x^2\left(x^2-2\right)$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positive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$x&lt;-\sqrt2$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negative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$\left(-\sqrt2,0\right)$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$\left(0,\sqrt2\right)$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positive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(zeros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$0,\pm\sqrt2$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integral is smallest when the interval takes in every part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no part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minimum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sub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$(a,b)=\left(-\sqrt2,\sqrt2\right)$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$I_{\min}=\int_{-\sqrt2}^{\sqrt2}\left(x^4-2x^2\right)dx=2\left(\frac{4\sqrt2}{5}-\frac{4\sqrt2}{3}\right)=-\frac{16\sqrt2}{15}$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$\left(-\sqrt2,\sqrt2\right)$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function of two variables: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∂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∂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the second-derivative test.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$I(a,b)$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function of two variables: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$\partial_bI=f(b)$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$\partial_aI=-f(a)$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the second-derivative test.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Critical points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∂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∂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∂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∂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$\frac{\partial I}{\partial b}=f(b)$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$\frac{\partial I}{\partial a}=-f(a)$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$f(x)=x^4-2x^2$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Critical points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$f(a)=f(b)=0$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$a,b\in\left\{0,\pm\sqrt2\right\}$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$\frac{\partial^2I}{\partial b^2}=f'(b)$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$\frac{\partial^2I}{\partial a^2}=-f'(a)$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$f'(x)=4x^3-4x=4x\left(x^2-1\right)$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minimum needs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 minimum.)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minimum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$f'(b)&gt;0$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$-f'(a)&gt;0$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$f'(a)&lt;0$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$f'(\sqrt2)=4\sqrt2&gt;0$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$f'(-\sqrt2)=-4\sqrt2&lt;0$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 minimum.)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$(a,b)=\left(-\sqrt2,\sqrt2\right)$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$I(-\sqrt2,\sqrt2)=-\frac{16\sqrt2}{15}&lt;I(0,\sqrt2)=-\frac{8\sqrt2}{15}$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$\left(-\sqrt2,\sqrt2\right)$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∂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∂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(Leibniz). Critical endpoints are zeros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minimum needs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going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least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covers a whole region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double zero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 is no end of such a region.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Reversed limits flip the sign: option (A)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opposite extreme.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$\frac{\partial}{\partial b}\int_a^bf=f(b)$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$\frac{\partial}{\partial a}\int_a^bf=-f(a)$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(Leibniz). Critical endpoints are zeros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minimum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$f'(b)&gt;0$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$f'(a)&lt;0$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going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$a&lt;b$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$\int_a^bf$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least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$[a,b]$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covers a whole region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double zero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 is no end of such a region.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Reversed limits flip the sign: option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$\left(\sqrt2,-\sqrt2\right)$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$+\frac{16\sqrt2}{15}$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opposite extreme.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integral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integers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less than or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integral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$\int_0^{10}\frac{[\sin2\pi x]}{e^{x-[x]}}dx=\alpha e^{-1}+\beta e^{-\frac12}+\gamma$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$\alpha,\beta,\gamma$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integers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less than or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$\alpha+\beta+\gamma$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43552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Definite integral with greatest-integer function and periodicity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integrand has 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integrand has period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$[\sin2\pi x]$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$\left[0,\frac12\right]$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$\left(\frac12,1\right)$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at the single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$I=\int_0^{10}\frac{[\sin2\pi x]}{e^{x-[x]}}dx=\int_0^{10}[\sin2\pi x]\,e^{-\{x\}}dx$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$\sin2\pi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$I=10\int_0^1[\sin2\pi x]\,e^{-x}dx$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$\left[0,\frac12\right]$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$0\le\sin2\pi 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$[\sin2\pi x]=0$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at the single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$\left(\frac12,1\right)$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$-1\le\sin2\pi 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$[\sin2\pi x]=-1$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$I=10\int_0^{1/2}e^{-x}\times0\,dx+10\int_{1/2}^1e^{-x}(-1)\,dx$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$I=-10\left[\frac{e^{-x}}{-1}\right]_{1/2}^{1}=10\left(e^{-1}-e^{-1/2}\right)$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e^{-1}+\beta e^{-1/2}+\gamma$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$\alpha+\beta+\gamma=0$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have 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except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isolated points do not change an integral.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sign change 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rewriting with the fractional part exposes the periodicity.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2.3865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matches a direct midpoint-rule evaluation of the original integrand.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$\int_0^{nT}g=n\int_0^Tg$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$e^{-\{x\}}$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$[\sin2\pi 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have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$[\sin\theta]=0$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except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$\theta\in(\pi,2\pi)$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isolated points do not change an integral.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$\theta=2\pi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sign change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$\frac1{e^{x-[x]}}=e^{-\{x\}}$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rewriting with the fractional part exposes the periodicity.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$10\left(e^{-1}-e^{-1/2}\right)\approx-2.3865$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matches a direct midpoint-rule evaluation of the original integrand.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$\int_0^{\alpha}\frac{x}{\sqrt{x+\alpha}-\sqrt x}\,dx=\frac{16+20\sqrt2}{15}$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4279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Definite integral evaluated by rationalising the denominator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 by the conjugate: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leaves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 by the conjugate: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$(x+\alpha)-x=\alpha$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leaves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$\frac{x}{\alpha}\left(\sqrt{x+\alpha}+\sqrt x\right)$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Rationalise: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den>
                        </m:f>
                      </m:e>
                    </m:nary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Rationalise: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$\frac{x}{\sqrt{x+\alpha}-\sqrt x}=\frac{x\left(\sqrt{x+\alpha}+\sqrt x\right)}{\alpha}$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$(x+\alpha)-x=\alpha$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$x=(x+\alpha)-\alpha$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$\int_0^\alpha\frac1\alpha\left[(x+\alpha)^{3/2}-\alpha(x+\alpha)^{1/2}+x^{3/2}\right]dx$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$=\frac1\alpha\left[\frac25(x+\alpha)^{5/2}-\alpha\cdot\frac23(x+\alpha)^{3/2}+\frac25x^{5/2}\right]_0^\alpha$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$=\frac1\alpha\left(\frac25(2\alpha)^{5/2}-\frac{2\alpha}{3}(2\alpha)^{3/2}+\frac25\alpha^{5/2}-\frac25\alpha^{5/2}+\frac23\alpha^{5/2}\right)$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Equate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$=\frac1\alpha\left(\frac{2^{7/2}\alpha^{5/2}}{5}-\frac{2^{5/2}\alpha^{5/2}}{3}+\frac23\alpha^{5/2}\right)$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$=\alpha^{3/2}\left(\frac{2^{7/2}}{5}-\frac{2^{5/2}}{3}+\frac23\right)$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$=\frac{\alpha^{3/2}}{15}\left(24\sqrt2-20\sqrt2+10\right)=\frac{\alpha^{3/2}}{15}\left(4\sqrt2+10\right)$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$\frac{16+20\sqrt2}{15}$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$16+20\sqrt2=2\sqrt2\left(4\sqrt2+10\right)$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$\alpha^{3/2}=2\sqrt2=2^{3/2}$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Scaling: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integral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times its value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Scaling: 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$x=\alpha 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integral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$\alpha^{3/2}$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times its value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rad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e>
                            </m:rad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</m:rad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</m:rad>
                              </m:e>
                            </m:d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rad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nary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nary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$x=\alpha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$\sqrt{x+\alpha}=\sqrt\alpha\sqrt{1+u}$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$dx=\alpha\,du$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$I(\alpha)=\int_0^1\frac{\alpha u\cdot\alpha\,du}{\sqrt\alpha\left(\sqrt{1+u}-\sqrt u\right)}=\alpha^{3/2}K$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$K=I(1)$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$K=\int_0^1u\left(\sqrt{1+u}+\sqrt u\right)du=\int_0^1u\sqrt{1+u}\,du+\frac25$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$\int_0^1u\sqrt{1+u}\,du=\int_1^2(v-1)\sqrt v\,dv=\left[\frac25v^{5/2}-\frac23v^{3/2}\right]_1^2=\frac{4\sqrt2+4}{15}$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$K=\frac{4\sqrt2+4}{15}+\frac6{15}=\frac{4\sqrt2+10}{15}$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$\alpha^{3/2}K=\frac{16+20\sqrt2}{15}=2\sqrt2\,K$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$\alpha^{3/2}=2^{3/2}$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rationalise whenever the denominator is a difference of square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Homogeneity: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the integrand scale 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the integrand has degree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integrate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the options quickly: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 a-\sqrt b}=\frac{\sqrt a+\sqrt b}{a-b}$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rationalise whenever the denominator is a difference of square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Homogeneity: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$x\to\alpha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the integrand scale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$\alpha^{k}$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$\int_0^\alpha(\cdots)dx=\alpha^{k+1}\int_0^1(\cdots)du$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the integrand has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$I(\alpha)=\alpha^{3/2}I(1)$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integrate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$x\sqrt{x+\alpha}$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$x=(x+\alpha)-\alpha$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$v=x+\alpha$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the options quickly: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$I(2)=2^{3/2}\cdot\frac{4\sqrt2+10}{15}=\frac{16+20\sqrt2}{15}$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544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 (where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constant of integration)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544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$\int\frac{(2x-1)\cos\sqrt{(2x-1)^2+5}}{\sqrt{4x^2-4x+6}}\,dx$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 (where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constant of integration)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$\frac12\sin\sqrt{(2x-1)^2+5}+c$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$\frac12\cos\sqrt{(2x+1)^2+5}+c$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$\frac12\cos\sqrt{(2x-1)^2+5}+c$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$\frac12\sin\sqrt{(2x-1)^2+5}+c$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Indefinite integration by substitution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integrand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$4x^2-4x+6=(2x-1)^2+5$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integrand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$\frac12\cos w\cdot\frac{dw}{dx}$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$w=\sqrt{(2x-1)^2+5}$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$2x-1=t$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$2\,dx=dt$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$4x^2-4x+6=(2x-1)^2+5=t^2+5$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$I=\int\frac{t\cos\sqrt{t^2+5}}{\sqrt{t^2+5}}\,\frac{dt}{2}$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$t^2+5=u^2$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$2t\,dt=2u\,du$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$t\,dt=u\,du$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$I=\int\frac{\cos u\cdot u\,du}{2u}=\frac12\int\cos u\,du$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$=\frac12\sin u+c=\frac12\sin\sqrt{t^2+5}+c$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$=\frac12\sin\sqrt{(2x-1)^2+5}+c$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(option (D) is printed identically, so it is also correct)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$\frac12\sin\sqrt{(2x-1)^2+5}+c$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(option (D) is printed identically, so it is also correct)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Spot the derivative: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integrand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Spot the derivative: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$w=\sqrt{(2x-1)^2+5}$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$\frac{dw}{dx}=\frac{2(2x-1)}{w}$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integrand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$\frac12\cos w\,\frac{dw}{dx}$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integrand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$4x^2-4x+6=(2x-1)^2+5$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$w=\sqrt{(2x-1)^2+5}$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$\frac{dw}{dx}=\frac{2(2x-1)\cdot2}{2w}=\frac{2(2x-1)}{w}$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integrand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$\frac{(2x-1)\cos w}{w}=\frac12\cos w\cdot\frac{2(2x-1)}{w}=\frac12\cos w\cdot\frac{dw}{dx}$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answer, in one step.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by differentiating: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integrand.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$I=\frac12\int\cos w\,dw=\frac12\sin w+c=\frac12\sin\sqrt{(2x-1)^2+5}+c$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answer, in one step.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by differentiating: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$\frac{d}{dx}\left(\frac12\sin w\right)=\frac12\cos w\cdot\frac{2(2x-1)}{w}=$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integrand.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(option (D) is printed identically, so it is also correct)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$\frac12\sin\sqrt{(2x-1)^2+5}+c$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(option (D) is printed identically, so it is also correct)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an integrand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integrates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Complete the square under the root first: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shows the link with the cosine's argument.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an option is the fastest check: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reproduces the integrand exactly.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Read the options: (A) and (D) are the same expression, so both are right; (B)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(C)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they fail.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$\frac{d}{dx}\sqrt{q(x)}=\frac{q'(x)}{2\sqrt{q(x)}}$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an integrand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$\frac{q'(x)}{\sqrt{q(x)}}F\left(\sqrt{q(x)}\right)$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integrates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$2\int F(w)\,dw$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$w=\sqrt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$q=(2x-1)^2+5$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$q'=4(2x-1)$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Complete the square under the root first: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$4x^2-4x+6=(2x-1)^2+5$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shows the link with the cosine's argument.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an option is the fastest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$\frac{d}{dx}\frac12\sin\sqrt{(2x-1)^2+5}$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reproduces the integrand exactly.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Read the options: (A) and (D) are the same expression, so both are right; (B)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(C)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they fail.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252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b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b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b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to: (where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constant of integration)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252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$\int\frac{e^{3\log_e2x}+5e^{2\log_e2x}}{e^{4\log_ex}+5e^{3\log_ex}-7e^{2\log_ex}}\,dx$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to: (where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constant of integration)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$\log_e\sqrt{x^2+5x-7}+c$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$\log_e\left|x^2+5x-7\right|+c$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$\frac14\log_e\left|x^2+5x-7\right|+c$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$4\log_e\left|x^2+5x-7\right|+c$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0848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Indefinite integration: simplifying exponentials and logarithms,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0848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Indefinite integration: simplifying exponentials and logarithms,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$\int\frac{f'(x)}{f(x)}dx$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547872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it into a rational function whose numerator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times the derivative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over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547872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$e^{k\log_ea}=a^k$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it into a rational function whose numerator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times the derivative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$x^2+5x-7$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over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$e^{3\log_e2x}=(2x)^3=8x^3$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$5e^{2\log_e2x}=5(2x)^2=20x^2$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$e^{4\log_ex}=x^4$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$5e^{3\log_ex}=5x^3$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$7e^{2\log_ex}=7x^2$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$I=\int\frac{8x^3+20x^2}{x^4+5x^3-7x^2}dx$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cancel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derivative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$8x^3+20x^2=4x^2(2x+5)$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$x^4+5x^3-7x^2=x^2\left(x^2+5x-7\right)$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cancel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$I=4\int\frac{2x+5}{x^2+5x-7}\,dx$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derivative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$x^2+5x-7$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$I=4\ln\left|x^2+5x-7\right|+C$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$4\log_e\left|x^2+5x-7\right|+c$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Elimination by differentiation: each option has the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compare the integrand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one point.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Elimination by differentiation: each option has the form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$k\ln\left|x^2+5x-7\right|$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compare the integrand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$k\frac{2x+5}{x^2+5x-7}$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one point.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options (A), (B), (C), (D).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Evaluate the integrand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directly: numerator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denominator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Value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$\frac{d}{dx}\left(k\ln\left|x^2+5x-7\right|\right)=\frac{k(2x+5)}{x^2+5x-7}$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$k=\frac12,1,\frac14,4$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options (A), (B), (C), (D).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Evaluate the integrand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directly: 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$e^{3\log_e2}+5e^{2\log_e2}=8+20=28$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$e^{0}+5e^{0}-7e^{0}=-1$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options give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1.75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(D),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answer, with no algebra on the integrand.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options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$\frac{7k}{-1}=-7k$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$-3.5,\,-7,\,-1.75,\,-28$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(D),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answer, with no algebra on the integrand.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$4\log_e\left|x^2+5x-7\right|+c$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when the numerator is a constant multiple of the derivative of the denominator the answer is that multiple times the logarithm.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rational integrand, first cancel common factors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 and look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using partial fractions.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Plug in a convenient value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test the options when each option is a multiple of the same function.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$e^{k\log_ea}=a^{k}$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$e^{3\log_e2x}=8x^3$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$e^{4\log_ex}=x^4$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$\int\frac{f'(x)}{f(x)}dx=\ln|f(x)|+C$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when the numerator is a constant multiple of the derivative of the denominator the answer is that multiple times the logarithm.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rational integrand, first cancel common factors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 and look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$f'/f$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using partial fractions.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Plug in a convenient value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test the options when each option is a multiple of the same function.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constant of integration, then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$\int\frac{dx}{x^3\left(1+x^6\right)^{2/3}}=xf(x)\left(1+x^6\right)^{1/3}+C$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constant of integration, then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$-\frac1{2x^3}$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$-\frac1{6x^3}$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$-\frac1{2x^2}$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281423"/>
                <a:ext cx="10725912" cy="20848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Indefinite integration: substitution 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281423"/>
                <a:ext cx="10725912" cy="20848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Indefinite integration: substitution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$\frac{dx}{x^n(1+x^m)^{p}}$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out of the bracket: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removes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out of the bracket: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$\frac{dx}{x^7\left(1+x^{-6}\right)^{2/3}}$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$1+x^{-6}=t^3$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removes every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$I=\int\frac{dx}{x^3\left(1+x^6\right)^{2/3}}=\int\frac{dx}{x^7\left(1+x^{-6}\right)^{2/3}}$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$\left(1+x^6\right)^{2/3}=x^4\left(1+x^{-6}\right)^{2/3}$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$1+x^{-6}=t^3$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$-6x^{-7}dx=3t^2dt$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$\frac{dx}{x^7}=-\frac12t^2\,dt$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$I=\int-\frac12\,\frac{t^2\,dt}{t^2}$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$=-\frac12t+C$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$=-\frac12\left(1+x^{-6}\right)^{1/3}+C$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$\left(1+x^{-6}\right)^{1/3}=\frac{\left(1+x^6\right)^{1/3}}{x^2}$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$I=-\frac12\cdot\frac{\left(1+x^{6}\right)^{1/3}}{x^2}+C$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$=-\frac1{2x^3}\cdot x\left(1+x^6\right)^{1/3}+C$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$xf(x)\left(1+x^6\right)^{1/3}$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$f(x)=-\frac1{2x^3}$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$-\frac{1}{2x^3}$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the proposed form: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derivative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the proposed form: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$f=\frac{k}{x^3}$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derivative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$-2k\,x^{-3}(1+x^6)^{-2/3}$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$k=-\frac12$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both sides: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bracket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both sides: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$\frac1{x^3(1+x^6)^{2/3}}=\frac{d}{dx}\left[xf(x)\left(1+x^6\right)^{1/3}\right]$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$f(x)=\frac{k}{x^3}$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bracket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$kx^{-2}\left(1+x^6\right)^{1/3}$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derivative: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Setting this equal to the integrand: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A). Options (B) and (D) have a different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(C)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one third of the required derivative.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derivative: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$-2kx^{-3}\left(1+x^6\right)^{1/3}+kx^{-2}\cdot\frac13\left(1+x^6\right)^{-2/3}\cdot6x^5=kx^{-3}\left(1+x^6\right)^{-2/3}\left[-2\left(1+x^6\right)+2x^6\right]=-2k\,x^{-3}\left(1+x^6\right)^{-2/3}$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Setting this equal to the integrand: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$f(x)=-\frac1{2x^3}$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A). Options (B) and (D) have a different power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(C)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$k=-\frac16$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one third of the required derivative.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$-\frac{1}{2x^3}$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 of the bracket,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appears: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moving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or out of a cube root moves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 or 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answer is given in a prescribed form, differentiate that form: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$\int\frac{dx}{x^k\left(a+bx^n\right)^{p}}$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 of the bracket,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$a+bx^{-n}=t^{m}$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$x^{-n-1}dx$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$\frac{1}{x^3(1+x^6)^{2/3}}=\frac1{x^7(1+x^{-6})^{2/3}}$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$x^{-7}dx\propto d\left(x^{-6}\right)$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$\left(1+x^{-6}\right)^{1/3}=\frac{\left(1+x^6\right)^{1/3}}{x^2}$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moving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or out of a cube root moves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 or 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answer is given in a prescribed form, differentiate that form: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$\frac{d}{dx}\left[x^{-2}(1+x^6)^{1/3}\right]=-2x^{-3}(1+x^6)^{-2/3}$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curve passes through the origin and the slope of the tangent to it at any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this curve also passes through the point: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curve passes through the origin and the slope of the tangent to it at any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$\frac{x^2-4x+y+8}{x-2}$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this curve also passes through the point: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$(4,4)$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Linear differential equation after shifting the origin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slope becomes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linear equation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$X=x-2$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$Y=y+4$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slope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$\frac{X^2+Y}{X}$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linear equation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(linear).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I.F.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$\frac{dy}{dx}=\frac{x^2-4x+y+8}{x-2}=\frac{(x-2)^2+y+4}{x-2}$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$x-2=X$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$y+4=Y$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$\frac{dY}{dX}=\frac{dy}{dx}$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$\frac{dY}{dX}=\frac{X^2+Y}{X}$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$\frac{dY}{dX}-\frac1X\,Y=X$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(linear).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I.F.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$=e^{\int-\frac1XdX}=\frac1X$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$\frac1X\frac{dY}{dX}-\frac{Y}{X^2}=1$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$\frac{d}{dX}\left(\frac YX\right)=1$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others fail: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YX=X+c$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$Y=X^2+cX$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$y+4=(x-2)^2+c(x-2)$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$4=4-2c$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$y+4=(x-2)^2$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others fail: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$9\ne4$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$8\ne9$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$8\ne4$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$(5,5)$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After the shift the equation is homogeneous-type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a rescaled term: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After the shift the equation is homogeneous-type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a rescaled term: 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$Y=vX$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$X=x-2$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$\frac{dY}{dX}=X+\frac YX$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$Y=vX$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$\frac{dY}{dX}=v+X\frac{dv}{dX}$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$v+X\frac{dv}{dX}=X+v$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$X\frac{dv}{dX}=X$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$\frac{dv}{dX}=1$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$Y=X^2+cX$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origin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origin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$(x,y)=(0,0)$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$(X,Y)=(-2,4)$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$4=4-2c$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$y+4=(x-2)^2$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$Y=9=X^2$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$(5,5)$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right side involves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shift the origin: the constants disappear and the equation becomes simpler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general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I.F.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the left side into an exact derivative.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Finish by substituting each option into the solved curve; here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right side involves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$X=x-a$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shift the origin: the constants disappear and the equation becomes simpler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$\frac{dY}{dX}-\frac YX=X$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general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$Y=X^2+cX$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$Y'=2X+c=X+\left(X+c\right)$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$\frac{d}{dX}\left(\frac YX\right)=\frac{XY'-Y}{X^2}$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I.F.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the left side into an exact derivative.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Finish by substituting each option into the solved curve; here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$y+4=(x-2)^2$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163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enclosed by the closed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given by the differential equation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points of intersection of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If normals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then the length of the line segment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163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enclosed by the closed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given by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$\frac{dy}{dx}+\frac{x+a}{y-2}=0$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points of intersection of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If normals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then the length of the line 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$\frac{2\sqrt3}{3}$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$\frac{4\sqrt3}{3}$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Variable-separable differential equation giving a circle, Circle: area, radius and normals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Separate variables to get a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Separate variables to get a circle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$x^2+y^2+2ax-4y+2c=0$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area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$4\pi$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$\frac{dy}{dx}+\frac{x+a}{y-2}=0$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$\frac{dy}{dx}=\frac{x+a}{2-y}$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$(2-y)\,dy=(x+a)\,dx$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$2y-\frac{y^2}{2}=\frac{x^2}{2}+ax+c$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 circle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normal at a point of a circle passes through the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normals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$0=\frac12+a+c$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$a+c=-\frac12$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$x^2+y^2+2ax-4y-1-2a=0$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$2c=-1-2a$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 circle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$r^2=a^2+4+1+2a$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 r^2=4\pi$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$4=a^2+4+1+2a$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$(a+1)^2=0$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$(x-1)^2+(y-2)^2=4$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$1+(y-2)^2=4$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$P,Q=\left(0,2\pm\sqrt3\right)$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normal at a point of a circle passes through 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normals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$y-2=\sqrt3(x-1)$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$y-2=-\sqrt3(x-1)$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$R=\left(1-\frac2{\sqrt3},0\right)$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$S=\left(1+\frac2{\sqrt3},0\right)$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$RS=\frac4{\sqrt3}=\frac{4\sqrt3}{3}$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$\frac{4\sqrt3}{3}$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equation is an exact differential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rest is circle geometry (a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radius).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equation is an exact differential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$(x+a)^2+(y-2)^2$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rest is circle geometry (a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radius).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circle with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circle: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centre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horizontal run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makes an angle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horizontal.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$(y-2)\,dy+(x+a)\,dx=0$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$d\left[\frac{(x+a)^2+(y-2)^2}{2}\right]=0$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$(x+a)^2+(y-2)^2=r^2$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$(-a,2)$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circle: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$(1+a)^2+4=4$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$P,Q=\left(0,2\pm\sqrt3\right)$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horizontal run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makes an angle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horizontal.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normals are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they meet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(at depth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below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at horizontal distance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foot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one on each 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normals are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they meet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(at depth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below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at horizontal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$\frac{2}{\tan60^\circ}=\frac2{\sqrt3}$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foot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one on each 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$RS=2\cdot\frac2{\sqrt3}=\frac{4\sqrt3}{3}$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$\frac{4\sqrt3}{3}$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integrates to the family of concentric circles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a point on the curve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normal at any point of a circle passes through its centre; a radius making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horizontal meets a horizontal line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below the centre at horizontal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the conditions give a perfect square,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unique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expected, which is a check on the algebra.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of the circle on a line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 has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$(y-k)\,dy+(x-h)\,dx=0$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integrates to the family of concentric circles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$(x-h)^2+(y-k)^2=r^2$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 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a point on the curve fixes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normal at any point of a circle passes through its centre; a radius making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horizontal meets a horizontal line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below the centre at horizontal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$h\cot\theta$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the conditions give a perfect square,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$(a+1)^2=0$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unique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expected, which is a check on the algebra.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of the circle on a line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 has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$2\sqrt{r^2-d^2}$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$PQ=2\sqrt{4-1}=2\sqrt3$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  <m:e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p>
                          </m:e>
                        </m:nary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greatest integer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$\sum_{n=1}^{100}\int_{n-1}^{n}e^{x-[x]}dx$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greatest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$100(1-e)$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$100(1+e)$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$100(e-1)$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Periodic functions in definite integrals (fractional part)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integrals are equal to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$x-[x]=\{x\}$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period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all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$100$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integrals are equal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$\int_0^1e^{x}dx$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  <m:e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p>
                          </m:e>
                        </m:nary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  <m:e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sup>
                            </m:sSup>
                          </m:e>
                        </m:nary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periodic with fundamental 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every term equals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}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$S=\sum_{n=1}^{100}\int_{n-1}^{n}e^{x-[x]}dx$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$x-[x]=\{x\}$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$S=\sum_{n=1}^{100}\int_{n-1}^{n}e^{\{x\}}dx$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periodic with fundamental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every term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$\int_0^1e^{\{x\}}dx$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}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$S=100\int_0^1e^{\{x\}}dx=100\int_0^1e^{x}dx$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$S=100\left[e^{x}\right]_0^1$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$S=100(e-1)$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$100(e-1)$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Bounding: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singles out one option without integrating.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Bounding: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$1\le e^{\{x\}}&lt;e$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$100&lt;S&lt;100e$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singles out one option without integrating.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Each integral over a unit interval therefore lies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(strictly between, as the integrand is not constant).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Summing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$0\le\{x\}&lt;1$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e^{x-[x]}&lt;e$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Each integral over a unit interval therefore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$[1,e)$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(strictly between, as the integrand is not constant).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Summing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$100&lt;S&lt;100e$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negative; 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not below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Only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171.8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271.8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Same answer, by elimination; the direct evaluation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confirms 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$100(1-e)$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negative;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$100(1+e)$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not below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Only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$100(e-1)\approx171.8$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$(100,\,271.8)$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Same answer, by elimination; the direct evaluation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$100\int_0^1e^xdx=100(e-1)$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confirms 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$100(e-1)$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nary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periodic with 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any function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periodic.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Bounding the integrand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a quick sanity range for MCQ elimination before integrating.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$\sum_{n=1}^{N}\int_{n-1}^{n}g=\int_0^Ng=N\int_0^1g$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$x-[x]=\{x\}\in[0,1)$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periodic with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any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periodic.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Bounding the integrand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e^{\{x\}}&lt;e$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a quick sanity range for MCQ elimination before integrating.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$f(x)=\int\frac{5x^8+7x^6}{\left(x^2+1+2x^7\right)^2}dx$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$(x\ge0)$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4279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Indefinite integration of rational functions by substitution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top and bottom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numerator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over its square.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top and bottom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$x^{14}$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numerator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$-d\left(x^{-5}+x^{-7}+2\right)$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over its square.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sup>
                        </m:sSup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7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sup>
                            </m:sSup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$f(x)=\int\frac{5x^8+7x^6}{\left(x^2+1+2x^7\right)^2}dx=\int\frac{5x^8+7x^6}{x^{14}\left(\frac1{x^5}+\frac1{x^7}+2\right)^2}dx$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$x^{14}$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$f(x)=\int\frac{5x^{-6}+7x^{-8}}{\left(x^{-5}+x^{-7}+2\right)^2}dx$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$\frac1{x^5}+\frac1{x^7}+2=t$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$dt=-\left(5x^{-6}+7x^{-8}\right)dx$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$f=\int\frac{-dt}{t^2}=\frac1t+C=\frac{1}{2+\frac1{x^5}+\frac1{x^7}}+C$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fraction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$f(x)=\frac{x^7}{2x^7+x^2+1}+C$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fraction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$f(x)=\frac{x^7}{2x^7+x^2+1}$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$f(1)=\frac1{2+1+1}=\frac14$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Reverse the quotient rule: a squared denominator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suggests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Reverse the quotient rule: a squared denominator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suggests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$\frac{d}{dx}\frac{N}{D}=\frac{N'D-ND'}{D^2}$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$N=x^k$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denominator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look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top-degree term vanishes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exactly the numerator.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denominator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$D=2x^7+x^2+1$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look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$\frac{d}{dx}\frac ND=\frac{N'D-ND'}{D^2}$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$N=x^k$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$N'D-ND'=kx^{k-1}\left(2x^7+x^2+1\right)-x^k\left(14x^6+2x\right)=(2k-14)x^{k+6}+(k-2)x^{k+1}+kx^{k-1}$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top-degree term vanishes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$5x^8+7x^6$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exactly the numerator.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$f(x)=\frac{x^7}{2x^7+x^2+1}+C$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squared denominator with a 'mixed' numerator is a quotient-rule derivative.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numerator and denominator by the highest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 often makes the numerator the derivative of the new bracket.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the numerator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𝑏𝑟𝑎𝑐𝑘𝑒𝑡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bracket is squared, the answer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𝑏𝑟𝑎𝑐𝑘𝑒𝑡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used by evaluating the closed form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(continuity at the endpoint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$\int\frac{N'D-ND'}{D^2}dx=\frac ND+C$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squared denominator with a 'mixed' numerator is a quotient-rule derivative.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$N=x^k$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$D=2x^7+x^2+1$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$N'D-ND'=(2k-14)x^{k+6}+(k-2)x^{k+1}+kx^{k-1}$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numerator and denominator by the highest power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$x^{14}$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 often makes the numerator the derivative of the new bracket.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$\int\frac{-dt}{t^2}=\frac1t$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the numerator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$-d(\text{bracket})$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bracket is squared, the answer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$\frac1{\text{bracket}}$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used by evaluating the closed form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(continuity at the endpoint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2.25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9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8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80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02 (Integral Calculus 02) Question bank · detailed solutions · 20 single-correct questions (printed Q21–Q40)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2.25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