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1.0</c:v>
                </c:pt>
                <c:pt idx="11">
                  <c:v>4.0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1.0</c:v>
                </c:pt>
                <c:pt idx="16">
                  <c:v>1.0</c:v>
                </c:pt>
                <c:pt idx="17">
                  <c:v>2.0</c:v>
                </c:pt>
                <c:pt idx="18">
                  <c:v>2.5</c:v>
                </c:pt>
                <c:pt idx="19">
                  <c:v>2.0</c:v>
                </c:pt>
                <c:pt idx="20">
                  <c:v>3.0</c:v>
                </c:pt>
                <c:pt idx="21">
                  <c:v>2.0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Case 2 claims h meets the curve at x=1, x=1-k and two outer points 'giving at least 4 points for any k not 0'. This is wrong: x=1-k lies in (0,2) (so is a valid crossing) only for |k|&lt;1, and the outer roots (k+2 +/- sqrt(k^2+8))/2 are valid only when they lie in x&lt;=0 or x&gt;=2. A direct count gives 4 points for 0&lt;|k|&lt;1 and 3 points for |k|&gt;=1 (k=2: x=0, 1, 2+sqrt3). The conclusion S={0} and the answer (C) are unchanged, since 3&gt;2; the working now argues for 'at least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sign slips in the PDF: (i) in set A for |x|&gt;1 it writes 'x &lt;= 2 =&gt; x in [2, infinity)'; it should read 'x &gt;= 2'. (ii) in set B for |x|&gt;1 it writes 'x &gt;= x+1 =&gt; 0 &gt;= 1 which is always true'; it should read 'x &lt;= x+1 =&gt; 0 &lt;= 1'. The final sets and the answer (A) are unchanged. The last line of the PDF has a typeset typo ('BA = ...') which is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Minor: the PDF gives the one-sided slopes of g at x=0 as -1 and +1. The correct values are g'(0+) = -1/(1+(0-1)^2) = -1/2 and g'(0-) = +1/2 (the slopes at x=+-1 are indeed +-1). The slopes still differ in sign, so x=0 is still a point of non-differentiability; N=3 and the answer 60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Main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$f(x)=\tan^{-1}\left(\frac{x}{1+\sqrt{1-x^2}}\right)+\cos^{-1}(2x^2-1)$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$\frac{\pi}{2}+\frac{3}{2}\sin^{-1}x$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$\pi-\frac{1}{2}\sin^{-1}x$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$\pi-\frac{3}{2}\sin^{-1}x$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$\frac{1}{2}\sin^{-1}x$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$\tan^{-1}\tan\frac{\theta}{2}$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second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$\cos^{-1}(-\cos2\theta)$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$\theta\in\left(0,\frac{\pi}{4}\right)$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$\tan^{-1}\left(\frac{\sin\theta}{1+\cos\theta}\right)=\tan^{-1}\left(\frac{2\sin\frac{\theta}{2}\cos\frac{\theta}{2}}{2\cos^2\frac{\theta}{2}}\right)=\tan^{-1}\left(\tan\frac{\theta}{2}\right)$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$\frac{\theta}{2}\in\left(0,\frac{\pi}{8}\right)$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$\tan^{-1}\left(\tan\frac{\theta}{2}\right)=\frac{\theta}{2}=\frac{1}{2}\sin^{-1}x$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$\cos^{-1}(2x^2-1)=\cos^{-1}(2\sin^2\theta-1)=\cos^{-1}(-\cos2\theta)=\pi-\cos^{-1}(\cos2\theta)$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$\cos^{-1}(\cos2\theta)=2\theta=2\sin^{-1}x$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$\cos^{-1}(2x^2-1)=\pi-2\sin^{-1}x$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$f(x)=\frac{1}{2}\sin^{-1}x+\pi-2\sin^{-1}x=\pi-\frac{3}{2}\sin^{-1}x$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$\pi-\frac{3}{2}\sin^{-1}x$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Options are linear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value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more test point decide the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Options are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value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more test point decide the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option (D)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rejected; (B) and (C) remain.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interval):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$\tan^{-1}(0)+\cos^{-1}(-1)=0+\pi=\pi$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option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rejected; (B) and (C) remain.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interval):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$\tan^{-1}\left(\frac{1/2}{1+\sqrt3/2}\right)=\tan^{-1}\left(\frac{1}{2+\sqrt3}\right)=\tan^{-1}(2-\sqrt3)=\frac{\pi}{12}$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$\cos^{-1}\left(2\cdot\frac14-1\right)=\cos^{-1}\left(-\frac12\right)=\frac{2\pi}{3}$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$f\left(\frac12\right)=\frac{\pi}{12}+\frac{2\pi}{3}=\frac{3\pi}{4}$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$\pi-\frac{\pi}{12}=\frac{11\pi}{12}\ne\frac{3\pi}{4}$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$\pi-\frac{3}{2}\cdot\frac{\pi}{6}=\frac{3\pi}{4}$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$f(x)=\pi-\frac{3}{2}\sin^{-1}x$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$\pi-\frac{3}{2}\sin^{-1}x$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interval of the angle before cancelling.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options have a fixed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test values (an end value and one nice interior value) identify the option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$\tan^{-1}\left(\frac{\sin\theta}{1+\cos\theta}\right)=\frac{\theta}{2}$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$\tan^{-1}\left(\frac{1-\cos\theta}{\sin\theta}\right)=\frac{\theta}{2}$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$\frac{x}{1+\sqrt{1-x^2}}=\frac{1-\sqrt{1-x^2}}{x}$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$\cos^{-1}(-t)=\pi-\cos^{-1}t$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interval of the angle before cancelling.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options have a fixed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$a\pi+b\sin^{-1}x$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test values (an end value and one nice interior value) identify the option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three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point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$g(x)=|f(x)|$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three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and 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and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each simple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$\lim\frac{f(h)}{h}=1$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$f'(x)=2x+1$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each simple zero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definition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$f'(x)=\lim_{h\to0}\frac{f(x+h)-f(x)}{h}$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functional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these simple roots,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there,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$f(x+h)=f(x)+f(h)+2xh$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$f'(x)=\lim_{h\to0}\frac{f(h)+2xh}{h}=\lim_{h\to0}\frac{f(h)}{h}+2x$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$\lim_{h\to0}\frac{f(h)}{h}=1$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functional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$f(x)=x^2+x=x(x+1)$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$g(x)=|x(x+1)|$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these simple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there,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exactly two points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and a differentiable additive function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$h(x)=f(x)-x^2$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and a differentiable additive function is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 (Cauchy's equation); being differentiable,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$h(x+y)=f(x+y)-(x+y)^2=f(x)+f(y)+2xy-x^2-2xy-y^2=h(x)+h(y)$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 (Cauchy's equation); being differentiable,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$\frac{f(x)}{x}=x+c\to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upward parabola cutting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non-zero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the part below the axis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creating one corner at each of the two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upward parabola cutting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non-zero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the part below the axis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creating one corner at each of the two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exactly two points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additive; more generally subtract the polynomial part to reduce to Cauchy's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additive function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zeros); a double root such as that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simple zeros, giving two corners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additive; more generally subtract the polynomial part to reduce to Cauchy's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additive function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$h(x)=h'(0)\,x$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zeros); a double root such as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simple zeros, giving two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$f(x)=\begin{cases}x^3+2x+a,&amp;x\ge0\\cx-2,&amp;x&lt;0\end{cases}$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a piecewise function, Inverse of a strictly increasing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a piecewise function, Inverse of a strictly increasing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solutions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solutions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continuous and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continuous and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$\lim_{x\to0^+}f(x)=\lim_{x\to0^-}f(x)=f(0)$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$f'(0^+)=f'(0^-)$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$\left.\frac{d}{dx}(x^3+2x-2)\right|_{x=0}=\left.\frac{d}{dx}(cx-2)\right|_{x=0}$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$3(0)^2+2=c$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$f(x)=\begin{cases}x^3+2x-2,&amp;x\ge0\\2x-2,&amp;x&lt;0\end{cases}$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invertible function,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as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invertible function,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as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$x^3+2x-2=x\Rightarrow x^3+x-2=0\Rightarrow(x-1)(x^2+x+2)=0$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$1-8=-7&lt;0$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$2x-2=x\Rightarrow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it has at most one zero, found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$a=-2,\ c=2$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$\varphi(x)=f(x)-x$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it has at most one zero, found by inspection.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continuity and 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continuity and 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$\varphi(x)=f(x)-x$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$\varphi'(x)=3x^2+1&gt;0$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$\varphi'(x)=2-1=1&gt;0$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$f(x)=f^{-1}(x)\iff f(x)=x\iff\varphi(x)=0$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has at most one zero.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there is no zero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has the single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has at most one zero.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$\varphi(1)=1+2-2-1=0$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$\varphi(0)=-2&lt;0&lt;\varphi(1)$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there is no zero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$\varphi(x)=x-2&lt;0$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has the single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(graphs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fails for 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they can meet off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a joining point iff the pieces agree in value and in left/right derivative - this fixes two unknown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is one-one,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exists; a strictly monotonic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$f(x)=f^{-1}(x)\iff 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(graphs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fails for 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they can meet off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a joining point iff the pieces agree in value and in left/right derivative - this fixes two unknown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is one-one,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exists; a strictly monotonic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sets. If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𝑑𝑖𝑣𝑖𝑠𝑖𝑏𝑙𝑒 𝑏𝑦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elements in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$A=\{x\in\mathbb{Z}:|x^2-4|\le12\}$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$B=\{x\in\mathbb{Z}:x^2-4x-5\le0\}$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sets. If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$R=\{(a,b)\in A\times B:a+b \text{ is divisible by } 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elements in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Relation from a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number of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Relation from 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number of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parity, so count (even,even) and (odd,odd)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parity, so count (even,even) and (odd,odd)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$|x^2-4|\le12\Rightarrow-12\le x^2-4\Rightarrow-8\le x^2\le16$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$x^2\in\{0,1,4,9,16\}$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$A=\{-4,-3,-2,-1,0,1,2,3,4\}$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$\{-4,-2,0,2,4\}$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$\{-3,-1,1,3\}$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$x^2-4x-5\le0\Rightarrow(x-5)(x+1)\le0\Rightarrow-1\le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$B=\{-1,0,1,2,3,4,5\}$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even, which happens when both are even or both are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odd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even, which happens when both are even or both are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$n(R)=(\text{even in }A)\times(\text{even in }B)+(\text{odd in }A)\times(\text{odd in }B)$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$n(R)=(5\times3)+(4\times4)=15+16=31$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Complement counting: total pairs minus the pairs of opposite parity.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exactly when the parities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$A=\{-4,\dots,4\}$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$B=\{-1,\dots,5\}$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$|A\times B|=63$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exactly when the parities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$5\times4=20$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pairs;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$20+12=32$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$n(R)=63-32=31$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by parity classes: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and odd partition it, so either count can be found from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a range and list the perfect squares in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a\equiv b\pmod2$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by parity classes: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$n(R)=e_Ae_B+o_Ao_B$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and odd partition it, so either count can be found from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$|x^2-c|\le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a range and list the perfect squares in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non-uniformly defined function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as a finite real number,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non-uniformly defined function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$f(x)=\begin{cases}\frac{x^3+\alpha x^2+1}{x^2+2x}-x,&amp;\text{if }[x]\text{ is even}\\\frac{\beta x^2+3x+2}{2x-1}-\frac{x}{2},&amp;\text{if }[x]\text{ is odd}\end{cases}$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as a finite real number,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$(4\alpha+2\beta+4L)$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5328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at infinity of a function defined through the parity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5328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at infinity of a function defined through the parity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branches occur for arbitrarily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branch must tend to the same finite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branches occur for arbitrarily large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branch must tend to the same finite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exist, the limits of both branches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exist, the limits of both branches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$g_1(x)=\frac{x^3+\alpha x^2+1}{x^2+2x}-x=\frac{(\alpha-2)x^2+1}{x^2+2x}$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$\lim_{x\to\infty}g_1(x)=\lim_{x\to\infty}\frac{(\alpha-2)+\frac{1}{x^2}}{1+\frac{2}{x}}=\alpha-2$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finite,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two 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$g_2(x)=\frac{\beta x^2+3x+2}{2x-1}-\frac{x}{2}=\frac{2(\beta-1)x^2+7x+4}{2(2x-1)}$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finite,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$2(\beta-1)=0\Rightarrow\beta=1$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$\lim_{x\to\infty}g_2(x)=\lim_{x\to\infty}\frac{7x+4}{4x-2}=\frac{7}{4}$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two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$\alpha-2=\frac{7}{4}\Rightarrow\alpha=\frac{15}{4}$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$4\alpha+2\beta+4L=4\left(\frac{15}{4}\right)+2(1)+4\left(\frac{7}{4}\right)=15+2+7=24$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Long division: each fraction is (linear term) + constant +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finite limit forces the linear part to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Long division: each fraction is (linear term) + constant +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$O(1/x)$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finite limit forces the linear part to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even branch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branch is therefore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$\frac{x^3+\alpha x^2+1}{x^2+2x}=x+(\alpha-2)+O\left(\frac1x\right)$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even branch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$f(x)=(\alpha-2)+O\left(\frac1x\right)$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 x^2+3x+2}{2x-1}=\frac{\beta}{2}x+\left(\frac32+\frac{\beta}{4}\right)+O\left(\frac1x\right)$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branch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$\left(\frac{\beta}{2}-\frac12\right)x+\left(\frac32+\frac{\beta}{4}\right)+O\left(\frac1x\right)$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the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branches must agree: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$\frac{\beta}{2}-\frac12=0$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$L=\frac32+\frac14=\frac74$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branches must agree: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$\alpha-2=\frac74\Rightarrow\alpha=\frac{15}{4}$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$4\alpha+2\beta+4L=15+2+7=24$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takes two different rules on 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unbounded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or odd),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when both rules have the same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(oblique asymptote)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finite limit after subtracting a linear term requires the oblique asymptote to match the subtracted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even branch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branch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takes two different rules on 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unbounded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or odd),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when both rules have the same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$\frac{p(x)}{q(x)}$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p=\deg 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(oblique asymptote)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$+O(1/x)$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finite limit after subtracting a linear term requires the oblique asymptote to match the subtracted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even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onto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into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onto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$f(x)=\sin^2(3x)+\cos^4(3x)$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onto function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an into function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onto function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into function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period of trigonometric functions, Onto and into functions (range)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$\sin^2\theta+\cos^4\theta=1-\sin^2\theta\cos^2\theta$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$\frac78+\frac18\cos12x$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$f(x)=\sin^2(3x)+\cos^2(3x)\left(1-\sin^2(3x)\right)=\left(\sin^2(3x)+\cos^2(3x)\right)-\sin^2(3x)\cos^2(3x)$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period: that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$f(x)=1-\frac14\sin^2(6x)=1-\frac14\left(\frac{1-\cos(12x)}{2}\right)=\frac78+\frac18\cos(12x)$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period: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$\cos(12x)$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$T=\frac{2\pi}{12}=\frac{\pi}{6}$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$-1\le\cos(12x)\le1$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$\frac78-\frac18\le f(x)\le\frac78+\frac18$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$\left[\frac34,1\right]$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equal to the codomain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function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$\left[\frac34,1\right]$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equal to the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function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with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an into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an into function with fundamental period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shift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$t=\sin^2 3x\in[0,1]$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$f=t^2-t+1$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symmetric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$t\to1-t$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shift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has minimum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$t=\sin^2(3x)\in[0,1]$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$\cos^4(3x)=(1-t)^2$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$f=t+(1-t)^2=t^2-t+1=\left(t-\frac12\right)^2+\frac34$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$\left[\frac34,1\right]\ne[0,1]$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$\sin^2\left(3x+\frac{\pi}{2}\right)=\cos^2(3x)=1-t$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$f\left(x+\frac{\pi}{6}\right)=f(x)$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consecutive maxima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no smaller period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$\sin(6x)=0$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consecutive maxima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no smaller period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an into function with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an into function with fundamental period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period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Onto/into: compare the range (from the bounds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the stated codomain - they must be equal for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symmetric under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half the period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$\sin^4\theta+\cos^4\theta=1-\frac12\sin^22\theta=\frac34+\frac14\cos4\theta$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$\sin^6\theta+\cos^6\theta=1-3\sin^2\theta\cos^2\theta=\frac58+\frac38\cos4\theta$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$\sin^2\theta+\cos^4\theta=1-\sin^2\theta\cos^2\theta=\frac78+\frac18\cos4\theta$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$\frac{2\pi}{12}=\frac{\pi}{6}$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Onto/into: compare the range (from the bounds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the stated codomain - they must be equal for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$\sin^2\leftrightarrow\cos^2$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half the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maximal real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domain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simplified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maximal real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$f(x)=\cos^{-1}\left(\frac{1-x^2}{1+x^2}\right)+\tan^{-1}\left(\frac{2x}{1-x^2}\right)$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simplified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D\cap(-1,0)$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$f(x)=4\tan^{-1}(x)$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$f(x)=-4\tan^{-1}(x)$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and simplification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$\cos^{-1}(\cos2\theta)=-2\theta$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$\tan^{-1}(\tan2\theta)=2\theta$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$\cos^{-1}\left(\frac{1-x^2}{1+x^2}\right)$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$-1\le\frac{1-x^2}{1+x^2}\le1$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denominator non-zero: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maximal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$\tan^{-1}\left(\frac{2x}{1-x^2}\right)$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denominator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$1-x^2\ne0\Rightarrow x\ne\pm1$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maximal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$\theta\in\left(-\frac{\pi}{4},0\right)$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$2\theta\in\left(-\frac{\pi}{2},0\right)$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$\cos^{-1}\left(\frac{1-\tan^2\theta}{1+\tan^2\theta}\right)=\cos^{-1}(\cos2\theta)$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$2\theta\in\left(-\frac{\pi}{2},0\right)$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$-2\theta\in\left(0,\frac{\pi}{2}\right)$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$\cos^{-1}(\cos2\theta)=-2\theta=-2\tan^{-1}x$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$\tan^{-1}\left(\frac{2\tan\theta}{1-\tan^2\theta}\right)=\tan^{-1}(\tan2\theta)$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$2\theta\in\left(-\frac{\pi}{2},0\right)\subset\left(-\frac{\pi}{2},\frac{\pi}{2}\right)$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$f(x)=-2\tan^{-1}x+2\tan^{-1}x=0$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$D\cap(-1,0)$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there and equals its limit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there and equals its limit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$u=\frac{1-x^2}{1+x^2}$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$u'=\frac{-4x}{(1+x^2)^2}$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$\sqrt{1-u^2}=\frac{2|x|}{1+x^2}$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$\frac{d}{dx}\cos^{-1}u=-\frac{u'}{\sqrt{1-u^2}}=\frac{4x}{(1+x^2)^2}\cdot\frac{1+x^2}{2|x|}=\frac{2x}{|x|(1+x^2)}=-\frac{2}{1+x^2}$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$\frac{d}{dx}\tan^{-1}\left(\frac{2x}{1-x^2}\right)=\frac{2}{1+x^2}$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constant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$f'(x)=-\frac{2}{1+x^2}+\frac{2}{1+x^2}=0$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$f\to\cos^{-1}(1)+\tan^{-1}(0)=0+0=0$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constant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$D=\mathbb{R}\setminus\{-1,1\}$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branch (interval)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Maximal domain of a sum of inverse functions: intersect the domains of each term, and exclude the points where an inside expression is undefined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$\cos^{-1}\left(\frac{1-x^2}{1+x^2}\right)=2\tan^{-1}|x|$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$\tan^{-1}\left(\frac{2x}{1-x^2}\right)=2\tan^{-1}x$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$-\pi+2\tan^{-1}x$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$\sin^{-1}\left(\frac{2x}{1+x^2}\right)=2\tan^{-1}x$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check the branch (interval) before simplifying.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Maximal domain of a sum of inverse functions: intersect the domains of each term, and exclude the points where an inside expression is undefined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students, three sports - Cricket, Football and Basketball - are offered.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of students playing Cricket, Football and Basketball respectively,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possible cardinalities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consider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sets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but not equal sets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651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students, three sports - Cricket, Football and Basketball - are offered.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sets of students playing Cricket, Football and Basketball respectively,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$n(B\cap C)=15$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$n(C\cap A)=10$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possible cardinalities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consider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$P=\{x\in\mathbb{N}:x^2-170x+7200\le0\}$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sets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but not equal sets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Three-set cardinality (inclusion-exclusion) and equality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Everything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non-negativity of the seven Venn regions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Everything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$k=n(A\cap B\cap 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$80+k$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non-negativity of the seven Venn regions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seven Venn regions must be non-negative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C)=50+40+35-20-15-10+k=80+k$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seven Venn regions must be non-negative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Combining,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already satisfied.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$n(A\text{ only})=50-(20-k+10-k+k)=20+k\ge0\Rightarrow k\ge-20$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$n(B\text{ only})=40-(20-k+15-k+k)=5+k\ge0\Rightarrow k\ge-5$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$n(C\text{ only})=35-(10-k+15-k+k)=10+k\ge0\Rightarrow k\ge-10$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B\text{ only})=20-k\ge0\Rightarrow k\le20$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$n(B\cap C\text{ only})=15-k\ge0\Rightarrow k\le15$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$n(C\cap A\text{ only})=10-k\ge0\Rightarrow k\le10$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$k=n(A\cap B\cap C)\ge0$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Combining,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k\le10$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C)=80+k\le100\Rightarrow k\le20$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already satisfied.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$k\in\{0,1,\dots,10\}$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 precisely the same elements,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C)\in\{80,81,\dots,90\}$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$S=\{80,81,\dots,90\}$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$x^2-170x+7200\le0\Rightarrow(x-80)(x-90)\le0\Rightarrow80\le x\le90$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$P=\{80,81,\dots,90\}$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 precisely the same elements,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equal sets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equal sets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union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capped by the smallest pairwise intersection; check the endpoints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$80+k$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note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capped by the smallest pairwise intersection; check the endpoints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triple intersection lies inside every pairwise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regions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pairwise-only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non-negative,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pairwise-only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non-negative,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C)=80+k$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k\le\min\{n(A\cap B),n(B\cap C),n(C\cap A)\}=10$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triple intersection lies inside every pairwise intersection.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regions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pairwise-only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$20,15,10$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non-negative,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$30,15,20$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pairwise-only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$10,5,0$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all non-negative,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the singles increase and only the pairwise-only regions decrease (to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sets are identical, so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the singles increase and only the pairwise-only regions decrease (to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$k\in[0,10]$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$S=\{80,\dots,90\}$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$x^2-170x+7200=(x-80)(x-90)$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$P=\{80,\dots,90\}$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sets are identical, so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equal sets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equal sets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Three-set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pairwise sizes fixed, the union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 intersection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𝑙𝑜𝑤𝑒𝑟 𝑏𝑜𝑢𝑛𝑑𝑠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pairwise intersections; the seven Venn-region counts must all be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sets have the same elements; equivalent sets only need the same number of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inequality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factorable roots gives a consecutive block of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Three-set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B\cup C)=\sum n(A)-\sum n(A\cap B)+n(A\cap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pairwise sizes fixed, the union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 intersection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$\max\{0,\ \text{lower bounds}\}\le k\le\min$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pairwise intersections; the seven Venn-region counts must all be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sets have the same elements; equivalent sets only need the same number of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inequality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factorable roots gives a consecutive block of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37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$f:\left(\frac{1}{\sqrt3},1\right)\to\mathbb{R}$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$f(x)=2\tan^{-1}\left(\frac{\sqrt{1+x^2}-1}{x}\right)+\sin^{-1}\left(\frac{2x}{1+x^2}\right)-\tan^{-1}\left(\frac{3x-x^3}{1-3x^2}\right)$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$g:(0,1)\to\mathbb{R}$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$g(x)=\cos^{-1}\left(\frac{1-x^2}{1+x^2}\right)+2\tan^{-1}\left(\frac{1-x}{1+x}\right)$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$x\in\left(\frac{1}{\sqrt3},1\right)$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$\tan\left(\frac{f(x)+g(x)}{6}\right)$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functions using branch (range) checks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third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$\theta\in\left(\frac{\pi}{6},\frac{\pi}{4}\right)$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third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$\tan^{-1}(\tan3\theta)=3\theta-\pi$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$3\theta\in\left(\frac{\pi}{2},\frac{3\pi}{4}\right)$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$x\in\left(\frac{1}{\sqrt3},1\right)$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$\theta\in\left(\frac{\pi}{6},\frac{\pi}{4}\right)$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2: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3: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$2\tan^{-1}\left(\frac{\sqrt{1+\tan^2\theta}-1}{\tan\theta}\right)=2\tan^{-1}\left(\tan\frac{\theta}{2}\right)=2\cdot\frac{\theta}{2}=\theta$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$\frac{\theta}{2}\in\left(\frac{\pi}{12},\frac{\pi}{8}\right)$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$\sin^{-1}\left(\frac{2\tan\theta}{1+\tan^2\theta}\right)=\sin^{-1}(\sin2\theta)=2\theta$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$2\theta\in\left(\frac{\pi}{3},\frac{\pi}{2}\right)\subset\left[-\frac{\pi}{2},\frac{\pi}{2}\right]$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$\tan^{-1}\left(\frac{3\tan\theta-\tan^3\theta}{1-3\tan^2\theta}\right)=\tan^{-1}(\tan3\theta)=3\theta-\pi$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$3\theta\in\left(\frac{\pi}{2},\frac{3\pi}{4}\right)$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$f(x)=\theta+2\theta-(3\theta-\pi)=\pi$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$\phi\in\left(0,\frac{\pi}{4}\right)$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1: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$\cos^{-1}\left(\frac{1-\tan^2\phi}{1+\tan^2\phi}\right)=\cos^{-1}(\cos2\phi)=2\phi$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$2\phi\in\left(0,\frac{\pi}{2}\right)$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$2\tan^{-1}\left(\frac{1-\tan\phi}{1+\tan\phi}\right)=2\tan^{-1}\left(\tan\left(\frac{\pi}{4}-\phi\right)\right)=2\left(\frac{\pi}{4}-\phi\right)=\frac{\pi}{2}-2\phi$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$g(x)=2\phi+\frac{\pi}{2}-2\phi=\frac{\pi}{2}$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$\tan\left(\frac{f(x)+g(x)}{6}\right)=\tan\left(\frac{\pi+\frac{\pi}{2}}{6}\right)=\tan\left(\frac{3\pi}{12}\right)=\tan\frac{\pi}{4}=1$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constants, so the expression is constant on the interval; evaluate it at the end-point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every term is continuous.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constants, so the expression is constant on the interval; evaluate it at the end-point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$x\to1^-$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every term is continuous.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gives constant options,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evaluate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inverse functions below are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gives constant options,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$\tan\frac{f+g}{6}$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evaluate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inverse functions below are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$f(1)=2\tan^{-1}\left(\sqrt2-1\right)+\sin^{-1}(1)-\tan^{-1}\left(\frac{3-1}{1-3}\right)=2\cdot\frac{\pi}{8}+\frac{\pi}{2}-\tan^{-1}(-1)$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$\tan^{-1}(\sqrt2-1)=\frac{\pi}{8}$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$\tan^{-1}(-1)=-\frac{\pi}{4}$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$f(1)=\frac{\pi}{4}+\frac{\pi}{2}+\frac{\pi}{4}=\pi$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$g(1)=\cos^{-1}(0)+2\tan^{-1}(0)=\frac{\pi}{2}+0=\frac{\pi}{2}$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$\tan\left(\frac{\pi+\frac{\pi}{2}}{6}\right)=\tan\frac{\pi}{4}=1$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branch changes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answer options are constants, the quantity is constant and a convenient limiting value (an end-point of the interval) gives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$\tan^{-1}\left(\frac{\sqrt{1+x^2}-1}{x}\right)=\frac12\tan^{-1}x$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$\tan^{-1}\left(\frac{3x-x^3}{1-3x^2}\right)=3\tan^{-1}x$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$3\tan^{-1}x-\pi$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$3\tan^{-1}x+\pi$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branch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$\tan^{-1}\left(\frac{1-x}{1+x}\right)=\frac{\pi}{4}-\tan^{-1}x$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answer options are constants, the quantity is constant and a convenient limiting value (an end-point of the interval) gives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$f(x)=2\sin^4\left(\frac{\pi x}{4}\right)+2\cos^4\left(\frac{\pi x}{4}\right)-1$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into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period of trigonometric functions, Onto and into functions (range)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$\sin^4\theta+\cos^4\theta=1-\frac12\sin^22\theta$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$\cos^2\left(\frac{\pi x}{2}\right)=\frac{1+\cos\pi 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$\sin^4\theta+\cos^4\theta=1-2\sin^2\theta\cos^2\theta=1-\frac12\sin^2(2\theta)$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$f(x)=2\left(1-\frac12\sin^2\left(\frac{\pi x}{2}\right)\right)-1$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double-angle formula,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the range,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period: that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$f(x)=2-\sin^2\left(\frac{\pi x}{2}\right)-1=1-\sin^2\left(\frac{\pi x}{2}\right)=\cos^2\left(\frac{\pi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double-angle formula,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$f(x)=\frac{1+\cos(\pi x)}{2}$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$-1\le\cos(\pi 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$0\le\frac{1+\cos(\pi x)}{2}\le1$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the range,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period: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$\cos(\pi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$T=\frac{2\pi}{\pi}=2$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onto function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onto function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range is read off a perfect square and the period from its zeros and maxima.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$u=\sin^2\frac{\pi x}{4}\in[0,1]$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$f=(2u-1)^2$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range is read off a perfect square and the period from its zeros and maxima.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$u=\sin^2\left(\frac{\pi x}{4}\right)\in[0,1]$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$\cos^2\left(\frac{\pi x}{4}\right)=1-u$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$f=2\left[u^2+(1-u)^2\right]-1=4u^2-4u+1=(2u-1)^2$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$(2u-1)^2$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integers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odd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zeros (odd integers)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the period is a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$2u-1=-\cos\left(\frac{\pi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$f(x)=\cos^2\left(\frac{\pi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integers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odd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Consecutive zeros (odd integers)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the period is a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$f(0)=1\ne 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onto function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an onto function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period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check: compare the exact range with the declared codomain;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extremes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$f=a\sin^4\theta+a\cos^4\theta+b$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$f=a\left(1-\frac12\sin^22\theta\right)+b$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period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$\cos^2(kx)$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check: compare the exact range with the declared codomain;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extremes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$f(x)=\cos^2\frac{\pi 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universal set. Consider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 𝑝𝑟𝑖𝑚𝑒 𝑛𝑢𝑚𝑏𝑒𝑟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symmetric 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$U=\{x\in\mathbb{Z}:-3\le x\le5\}$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universal set. Consider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 U:x^2-2x-3\le0\}$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$B=\{x\in U:x\text{ is a prime number}\}$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symmetric 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$n(A\Delta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difference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elements in exactly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$A\Delta B=(A\setminus B)\cup(B\setminus 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elements in exactly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universal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prime numbers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symmetric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universal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$U=\{-3,-2,-1,0,1,2,3,4,5\}$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$x^2-2x-3\le0\Rightarrow(x-3)(x+1)\le0\Rightarrow-1\le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prime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symmetric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B=(A\setminus B)\cup(B\setminus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$A\setminus B=\{-1,0,1\}$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A=\{5\}$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B=\{-1,0,1,5\}$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$n(A\Delta 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$n(A\Delta B)=n(A)+n(B)-2\,n(A\cap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counted in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 twice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belong to neither exclusive part, so they are removed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counted in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 twice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$n(A)+n(B)$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belong to neither exclusive part, so they are removed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$n(A\Delta B)=5+3-2(2)=4$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associative and commutative,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prime number - a frequent trap when listing primes in a given range; also negative integers are not prime.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$n(A\Delta B)=n(A)+n(B)-2\,n(A\cap B)=n(A\cup B)-n(A\cap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B=(A\cup B)\setminus(A\cap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associative and commutative,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$A\Delta A=\varnothing$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prime number - a frequent trap when listing primes in a given range; also negative integers are not prime.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number of points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minimum.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$f(x)=\max\{|x^2-2x|,\ k(x-1)+1\}$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number of points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minimum.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Non-differentiability of the maximum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peak of the hump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merges smoothly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$y=k(x-1)+1$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peak of the hump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$|x^2-2x|$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merges smoothly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its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$g(x)=|x^2-2x|$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$h(x)=k(x-1)+1$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$g(1)=|1-2|=1$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$h(1)=k(0)+1=1$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its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$f(x)=\max\{|x^2-2x|,1\}$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$x^2-2x-1=0\Rightarrow x=1\pm\sqrt2$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other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points of non-differentiability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$x\in[1-\sqrt2,1+\sqrt2]$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$1-\sqrt2&lt;x&lt;1+\sqrt2$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$f'\left((1-\sqrt2)^-\right)=2(1-\sqrt2)-2=-2\sqrt2$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$f'\left((1-\sqrt2)^+\right)=0$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$f'\left((1+\sqrt2)^-\right)=0$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$f'\left((1+\sqrt2)^+\right)=2(1+\sqrt2)-2=2\sqrt2$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other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points of non-differentiability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transversally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outer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slopes differ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second point of non-differentiability.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$h'(1)=k\ne0$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transversally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outer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$x=\frac{k+2+\sqrt{k^2+8}}{2}&gt;2$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slopes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$\sqrt{k^2+8}\ne0$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second point of non-differentiability.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point is the corner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non-differentiability.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non-differentiable points is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$x=1-k\in[0,1)$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$2k\ne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point is the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$h(0)=1-k&lt;0=g(0)$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non-differentiability.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non-differentiable points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hump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hump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$|t^2-1|$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$1+kt$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problem is unchanged in nature.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peak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the line)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beyond, giving exactly two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line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$F(t)=\max\{|t^2-1|,\ 1+kt\}$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problem is unchanged in nature.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$F=\max\{|t^2-1|,1\}$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touches the line)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beyond, giving exactly two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$|t^2-1|=1-t^2$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line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second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non-differentiable point;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 sign change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transversal crossing - a third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$t^2-1=1+kt$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$t=\frac{k+\sqrt{k^2+8}}{2}&gt;1$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$2t-k=\sqrt{k^2+8}\ne0$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second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$\varphi(t)=|t^2-1|-(1+kt)$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$\varphi(-1)=k-1$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$F=|t^2-1|$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non-differentiable point;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 sign change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transversal crossing - a third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non-differentiable points are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with different slopes, plus the corners of whichever function is active; a tangential meeting (equal slopes) creates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shifting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such counting much easier.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family of lines passes through a fixed point of a curve, only the tangent line avoids a crossing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a line through the peak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produces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$f=\max\{g,h\}$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non-differentiable points are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with different slopes, plus the corners of whichever function is active; a tangential meeting (equal slopes) creates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shifting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such counting much easier.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family of lines passes through a fixed point of a curve, only the tangent line avoids a crossing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a line through the peak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produces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tangent.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$f(x)=\lim_{n\to\infty}\frac{x^{2n+1}+x^2+1}{x^{2n}+1}$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$A=\{x\in\mathbb{R}:f(x)\ge2\}$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$B=\{x\in\mathbb{R}:f(x)\le x+1\}$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$(-\infty,-1)\cup[0,2)$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$(-\infty,-1]\cup(0,2]$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$(-\infty,-1)\cup(0,2]$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$(-\infty,-1]\cup[0,2)$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function defined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operations on solution sets of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function defined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Set operations on solution sets of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four regions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treat the endpoints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four regions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treat the endpoints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$x^{2n+1}\to0$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$f(x)=\frac{0+x^2+1}{0+1}=x^2+1$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$f(x)=\lim_{n\to\infty}\frac{x+x^{2-2n}+x^{-2n}}{1+x^{-2n}}=x$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$f(1)=\frac{1+1+1}{1+1}=\frac32$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$f(-1)=\frac{-1+1+1}{1+1}=\frac12$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$A=\{f(x)\ge2\}$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$x^2+1\ge2\Rightarrow x^2\ge1$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$f(1)=\frac32&lt;2$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$f(-1)=\frac12&lt;2$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$B=\{f(x)\le x+1\}$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 x+1\Rightarrow0\le1$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$(-\infty,-1)\cup(1,\infty)\subseteq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$x^2+1\le x+1\Rightarrow x(x-1)\le0\Rightarrow 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$f(1)=\frac32\le1+1=2$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$f(-1)=\frac12\le-1+1=0$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$-1\notin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$B=(-\infty,-1)\cup[0,\infty)$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A=\left((-\infty,-1)\cup[0,\infty)\right)\setminus[2,\infty)=(-\infty,-1)\cup[0,2)$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$(-\infty,-1)\cup[0,2)$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sweep over the regions: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sweep over the regions: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 B\setminus A\iff f(x)\le 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true, so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so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true, so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$f=\frac12&gt;0=x+1$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$f=x^2+1&lt;2$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$x^2+1\le x+1\Leftrightarrow0\le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$f=\frac32\le2$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$(-\infty,-1)\cup[0,1)\cup\{1\}\cup(1,2)=(-\infty,-1)\cup[0,2)$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$(-\infty,-1)\cup[0,2)$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limits always give a piecewise function whose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evaluated separately (they often differ from both neighbouring formulas).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the highest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simply drop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forming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track endpoints and the isolated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 - the correct option often differs from the others only in round/square brackets.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$\lim_{n\to\infty}x^{2n}=0$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limits always give a piecewise function whose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evaluated separately (they often differ from both neighbouring formulas).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the highest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simply drop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forming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$B\setminus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track endpoints and the isolated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carefully - the correct option often differs from the others only in round/square brackets.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$x^2+1\le x+1\iff x(x-1)\le0\iff0\le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$\lim_{x\to0^+}\dfrac{3x\left[\frac{2}{x}\right]+4\left[\frac{\sin x}{x}\right]+\left\{\frac{x}{\sin x}\right\}}{2\left\{\frac{\sin x}{x}\right\}+3\left[\frac{x}{\tan x}\right]+5x^2\left[\frac{1}{x^2}\right]}$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the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each term separately: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each term separately: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$x[\frac{a}{x}]\to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x}{x},\frac{x}{\tan x}\in(0,1)$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$\frac{x}{\sin x}\in(1,2)$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analyse each term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analyse each term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$3x\left[\frac{2}{x}\right]$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$u-1&lt;[u]\le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$3x\left(\frac2x-1\right)&lt;3x\left[\frac2x\right]\le3x\cdot\frac2x$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$6-3x&lt;3x\left[\frac{2}{x}\right]\le6$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$4\left[\frac{\sin x}{x}\right]$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$0&lt;\frac{\sin x}{x}&lt;1$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$\left[\frac{\sin x}{x}\right]=0$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$\left\{\frac{x}{\sin x}\right\}$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$\frac{x}{\sin x}&gt;1$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$\frac{x}{\sin x}\to1^+$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$1&lt;\frac{x}{\sin x}&lt;2$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$\left\{\frac{x}{\sin x}\right\}=\frac{x}{\sin x}-1\to1-1=0$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$2\left\{\frac{\sin x}{x}\right\}$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$0&lt;\frac{\sin x}{x}&lt;1$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$\left\{\frac{\sin x}{x}\right\}=\frac{\sin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$3\left[\frac{x}{\tan 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$0&lt;\frac{x}{\tan 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$\left[\frac{x}{\tan x}\right]=0$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squeeze theorem,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limits: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$5x^2\left[\frac{1}{x^2}\right]$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by the squeeze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$5-5x^2&lt;5x^2\left[\frac{1}{x^2}\right]\le5$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 limits: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$\to6+0+0=6$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$\to2+0+5=7$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$\frac67$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similarly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limit of a ratio exists with a non-zero denominator limit, treat numerator and denominator limits separately (all terms here are finite).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$\lim_{x\to0^+}x\left[\frac{a}{x}\right]=a$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$x\left[\frac ax\right]=a-x\left\{\frac ax\right\}$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x\{\cdot\}&lt;x$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$\lim_{x\to0^+}x^2\left[\frac{1}{x^2}\right]=1$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x&lt;x&lt;\tan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$\left[\frac{\sin x}{x}\right]=0$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$\left[\frac{x}{\tan x}\right]=0$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$\left[\frac{x}{\sin x}\right]=1$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$\left\{\frac{x}{\sin x}\right\}=\frac{x}{\sin x}-1\to0$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$\left\{\frac{\sin x}{x}\right\}\to1^-$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limit of a ratio exists with a non-zero denominator limit, treat numerator and denominator limits separately (all terms here are finite).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7108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]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den>
                                  </m:f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options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7108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$f:\left[0,\frac{2}{\pi}\right]\to\mathbb{R}$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$f(x)=\begin{cases}x^{\alpha}\sin\left(\frac1x\right)+2x-1,&amp;x\in\left(0,\frac2\pi\right]\\\beta,&amp;x=0\end{cases}$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$\left[0,\frac{2}{\pi}\right]$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options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$\left(0,\frac2\pi\right)$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$\left(0,\frac2\pi\right)$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$\left(0,\frac2\pi\right)$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$\left(0,\frac2\pi\right)$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Continuity, differentiability and the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have a limit,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IVT gives a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$h^{\alpha-1}\sin\frac1h$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have a limit,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$f(0)&lt;0&lt;f\left(\frac{2}{\pi}\right)$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IVT gives a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$\lim_{x\to0^+}f(x)=f(0)=\beta$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squeeze theorem).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limit to exist finitely we must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the closed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$\lim_{x\to0^+}\left(x^{\alpha}\sin\frac1x+2x-1\right)=0+0-1=-1$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$\left|\sin\frac1x\right|\le1$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$x^{\alpha}\sin\frac1x\to0$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squeeze theorem).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$f'(0^+)=\lim_{h\to0^+}\frac{f(h)-f(0)}{h}=\lim_{h\to0^+}\frac{h^{\alpha}\sin\frac1h+2h-1-(-1)}{h}$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$=\lim_{h\to0^+}\left(h^{\alpha-1}\sin\frac1h+2\right)$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limit to exist finitely we must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the closed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Intermediate Value Theorem gives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$f\left(\frac2\pi\right)=\left(\frac2\pi\right)^{\alpha}\sin\frac\pi2+2\cdot\frac2\pi-1=\left(\frac2\pi\right)^{\alpha}+\frac4\pi-1$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$\left(\frac2\pi\right)^{\alpha}&gt;0$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$\frac4\pi&gt;1$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$f\left(\frac2\pi\right)&gt;0$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$f\left(\frac2\pi\right)&gt;0$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Intermediate Value Theorem gives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$c\in\left(0,\frac2\pi\right)$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(and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continuous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from first principles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oscillates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limit) and is unbounded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shortcut: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evaluate the sign at an end where the oscillating factor is a clean value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$\lim_{x\to0^+}x^{p}\sin\frac1x$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(and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$f(x)=x^p\sin\frac1x$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continuous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from first principles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$h^{p-1}\sin\frac1h$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oscillates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limit) and is unbounded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shortcut: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$f(a)f(b)&lt;0$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is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evaluate the sign at an end where the oscillating factor is a clean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reflexive relations that can be defined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total number of reflexive relations that can be defined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 relations on a Cartesian product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reflexive relation must contain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 pairs, and each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 ordered pairs is free: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reflexive relation must contain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 pairs, and each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$m^2-m$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 ordered pairs is free: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$2^{m^2-m}$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the total number of reflexive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reflexive relations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$n(C)=n(A)\times n(B)=2\times2=4$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the total number of reflexive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$2^{m^2-m}$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$m=n(C)=4$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reflexive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$=2^{4^2-4}=2^{16-4}=2^{12}$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a relation as a directed graph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vertices: reflexivity fixes all loops,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optional arrows.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a relation as a directed graph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vertices: reflexivity fixes all loops,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optional arrows.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ordered pairs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means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present - they are forced and contribute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independently present or absent.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reflexive relations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so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ordered pairs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$C\times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means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present - they are forced and contribute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$(c,c')$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 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independently present or absent.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reflexive relations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$2^{12}$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set: reflexive relations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relations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and symmetric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relations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antisymmetric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set on which the relation is defined may itself be a Cartesian product, so first count its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set: reflexive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$2^{m(m-1)}$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$2^{m(m+1)/2}$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and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$2^{m(m-1)/2}$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antisymmetric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$2^m3^{m(m-1)/2}$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$n(A\times B)=n(A)\,n(B)$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set on which the relation is defined may itself be a Cartesian product, so first count its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$2^{12}=4096$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relations.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jump (non-removable of first kind)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(oscillatory)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infinite discontinuity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$f(x)=\begin{cases}\frac{\tan x}{x}+\sin x\cdot\cos\left(\frac1x\right),&amp;x\ne0\\2,&amp;x=0\end{cases}$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jump (non-removable of first kind)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(oscillatory)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an infinite discontinuity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Types of discontinuity (removable, jump, essential, infinite)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squeeze theorem,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x\cos\frac1x\to0$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squeeze theorem,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$\lim_{x\to0}f(x)=1\ne f(0)=2$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classify the discontinuity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first find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classify the discontinuity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first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$\lim_{x\to0}f(x)=\lim_{x\to0}\left(\frac{\tan x}{x}+\sin x\cos\frac1x\right)$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sandwich theorem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finitely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has a removable discontinuity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$\lim_{x\to0}\frac{\tan x}{x}=1$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$-1\le\cos\frac1x\le1$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sandwich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$\lim_{x\to0}\sin x\cos\frac1x=0$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finitely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has a removable discontinuity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 removable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removable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finitely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undefined); jump if both one-sided limits exist and differ; infinite if a one-sided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essential/oscillatory if a one-sided limit fails to exist without being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oscillating factor times a function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has no limit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removable discontinuity is repaired by redefining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removable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finitely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undefined); jump if both one-sided limits exist and differ; infinite if a one-sided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essential/oscillatory if a one-sided limit fails to exist without being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oscillating factor times a function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has no limit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removable discontinuity is repaired by redefining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many-one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$f(x)=\sin^4x+\cos^4x$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$g:\left[0,\frac T2\right]\to\mathbb{R}$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many-one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period of trigonometric functions, One-one functions and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cosine decreases.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$f(x)=\frac34+\frac14\cos4x$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$\left[0,\frac{\pi}{4}\right]$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cosine decreases.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$f(x)=\left(\sin^2x+\cos^2x\right)^2-2\sin^2x\cos^2x=1-\frac12\sin^22x$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$f(x)=1-\frac12\cdot\frac{1-\cos4x}{2}=\frac34+\frac14\cos4x$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check monotonicity and injectivity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strictly monotonic function on an interval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$T=\frac{2\pi}{4}=\frac{\pi}{2}$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 T2\right]=\left[0,\frac{\pi}{4}\right]$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check monotonicity and injectivity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$\sin4x&gt;0\Rightarrow g'(x)&lt;0$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strictly monotonic function on an interval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decreasing one-one function,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strictly decreasing one-one function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$T=\frac{\pi}{2}$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strictly decreasing one-one function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Fourth powers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invariant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(sine and cosine swap), and cosine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calculus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Fourth powers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invariant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x+\frac{\pi}{2}$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(sine and cosine swap), and cosine is 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calculus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Consecutive maxima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no smaller period exists: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$\sin\left(x+\frac\pi2\right)=\cos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$\cos\left(x+\frac\pi2\right)=-\sin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$f\left(x+\frac\pi2\right)=\cos^4x+\sin^4x=f(x)$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$f=1-2\sin^2x\cos^2x\le1$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Consecutive maxima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so no smaller period exists: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eliminates the options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decreasing function is one-one: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eliminates the options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$f(x)=\frac34+\frac14\cos4x$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decreasing function is one-one: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strictly decreasing one-one function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$T=\frac{\pi}{2}$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a strictly decreasing one-one function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have fundamental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halve the period: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half-period of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function is strictly monotonic, so it is one-one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function on an interval is one-one; the converse is false for discontinuous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$\sin^4x+\cos^4x=\frac34+\frac14\cos4x$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$\sin^6x+\cos^6x=\frac58+\frac38\cos4x$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have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$\left[\frac14,1\right]$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powers halve the period: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half-period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 k\right]$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function is strictly monotonic, so it is one-one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function on an interval is one-one; the converse is false for discontinuous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both reflexive and symmetric,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equivalence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both reflexive and symmetric,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equivalence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$f(x)=\begin{cases}\frac{e^{ax}-1-ax}{x^2},&amp;x&gt;0\\c,&amp;x=0\\\frac{1-\cos(bx)}{x\sin x}+d,&amp;x&lt;0\end{cases}$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reflexive-symmetric and equivalence relations on a set, Continuity and standard limits (series expansion)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(free choice for each unordered pair)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(partitions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-set); then right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$a=2^3=8$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(free choice for each unordered pair)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(partitions of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-set); then right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$=\frac{a^2}{2}$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left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$=\frac{b^2}{2}+d$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reflexive relation contains the diagonal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symmetry means each of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non-diagonal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neither.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reflexive relation contains the diagonal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symmetry means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$\frac{3(3-1)}{2}=3$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non-diagonal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$\{i,j\}$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$(i,j),(j,i)$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neither.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equivalence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way;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$a=2^{\frac{3(3-1)}{2}}=2^3=8$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equivalence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way;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$\{1,2\},\{3\}$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$\{1\},\{2\},\{3\}$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$b=1+3+1=5$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$\lim_{x\to0^+}f(x)=\lim_{x\to0^+}\frac{e^{8x}-1-8x}{x^2}$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$e^{8x}=1+8x+\frac{(8x)^2}{2!}+\dots$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$\frac{8^2}{2}=32$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$\lim_{x\to0^-}f(x)=\lim_{x\to0^-}\left(\frac{1-\cos5x}{x^2}\cdot\frac{x}{\sin x}+d\right)=\frac{5^2}{2}\cdot1+d=\frac{25}{2}+d$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$\frac{25}{2}+d=32\Rightarrow2d=64-25=39$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$c+2d=32+39=71$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L'Hopital), and count equivalence relations with the Bell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$\frac{e^t-1-t}{t^2}\to\frac12$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u}{u^2}\to\frac12$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L'Hopital), and count equivalence relations with the Bell recurrence.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recurrence: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recurrence: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$B_{n+1}=\sum_{k=0}^{n}\binom nkB_k$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$B_0=B_1=1$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$b=B_3=\binom20B_0+\binom21B_1+\binom22B_2=1+2+2=5$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$a=2^{\binom32}=8$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$\frac{e^{8x}-1-8x}{x^2}=64\cdot\frac{e^t-1-t}{t^2}\to64\cdot\frac12=32$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$\frac{1-\cos5x}{x\sin x}=\frac{1-\cos5x}{(5x)^2}\cdot25\cdot\frac{x}{\sin x}\to\frac12\cdot25\cdot1=\frac{25}{2}$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$32=\frac{25}{2}+d\Rightarrow d=\frac{39}{2}$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$c+2d=32+39=71$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set: number of equivalence relations is the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and symmetric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both one-sided limits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set: number of equivalence relations is the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$1,2,5,15,52,\dots$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and symmetric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$\lim_{x\to0}\frac{e^{kx}-1-kx}{x^2}=\frac{k^2}{2}$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$\lim_{x\to0}\frac{1-\cos kx}{x^2}=\frac{k^2}{2}$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$\lim_{x\to0}\frac{1-\cos kx}{x\sin x}=\frac{k^2}{2}$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both one-sided limits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$f(x)=\sin\left(\frac{\pi x}{4}\right)+\cos\left(\frac{\pi x}{3}\right)$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$R=\{(x,y)\in A\times A:x+3y=T\}$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period of a sum of trigonometric functions, Domain of a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$T=\operatorname{lcm}(8,6)=24$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$x=24-3y$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$x,y\in\{1,\dots,24\}$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$1,\dots,7$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$\sin\left(\frac{\pi x}{4}\right)$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$T_1=\frac{2\pi}{\pi/4}=8$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 x}{3}\right)$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$T_2=\frac{2\pi}{\pi/3}=6$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$T=\operatorname{LCM}(8,6)=24$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$R=\{(x,y)\in A\times A:x+3y=24\}$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$x=24-3y$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first elements: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$1\le24-3y\le24\Rightarrow0\le3y\le23$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$y\in\{1,2,3,4,5,6,7\}$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$y=1\Rightarrow x=21$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$y=2\Rightarrow x=18$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$y=3\Rightarrow 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$y=4\Rightarrow x=12$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$y=5\Rightarrow 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$y=6\Rightarrow 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$y=7\Rightarrow 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first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$\{3,6,9,12,15,18,21\}$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domain by divisibility: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domain by divisibility: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$x=24-3y$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first coordinate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$A=\{1,\dots,24\}$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$x+3y=24\Rightarrow x=24-3y\equiv0\pmod3$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first coordinate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for each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integer; it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for each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$y=\frac{24-x}{3}=8-m$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integer;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$\{3m:1\le m\le7\}=\{3,6,\dots,21\}$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sum, a period is the LCM of the periods (and it is the fundamental one unless special cancellation occurs). With periods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LCM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a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one variable, impose both ranges, and the domain is an arithmetic progression (here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intersect the conditions for both coordinates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just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$\sin(ax)$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sum, a period is the LCM of the periods (and it is the fundamental one unless special cancellation occurs). With periods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LCM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$\{(x,y):px+qy=n\}$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for one variable, impose both ranges, and the domain is an arithmetic progression (here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intersect the conditions for both coordinates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just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total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composite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$f(x)=\max\{|x-2|,\ x^2-4\}$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$L=\lim_{x\to2^-}\frac{f(x)-f(2)}{x-2}$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$R=\lim_{x\to2^+}\frac{f(x)-f(2)}{x-2}$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total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composite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$(R-L)+N$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a maximum function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a maximum function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inherits corners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adds one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$f(x)=2-x$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inherits corners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adds one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$x^2-4&lt;2-x=|x-2|$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$x^2-4\ge x-2=|x-2|$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$x^2-4\ge2-x=|x-2|$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$L=\lim_{x\to2^-}\frac{(2-x)-0}{x-2}=-1$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$R=\lim_{x\to2^+}\frac{(x^2-4)-0}{x-2}=\lim_{x\to2^+}(x+2)=4$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Next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$R-L=4-(-1)=5$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Next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$0\le|x|&lt;2$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$g(x)=|x|^2-4=x^2-4$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other points,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other points,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$(R-L)+N=5+3=8$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non-differentiable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corner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Rule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non-differentiable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corner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$f'(0^+)\ne0$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right,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where the active branch changes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active at its own corner,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crossing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uses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corner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seen, and it is seen at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(by evenness)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$f=|x-2|=2-x$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just right,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$R-L=5$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where the active branch changes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active at its own corner,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seen, and it is seen at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(by evenness)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it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it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$N=|\{-2,0,2\}|=3$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$(R-L)+N=5+3=8$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from the right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its other corners are the mirror images of the 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branch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corner there unless the two branches meet with equal slope; a branch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contributes its own corner when it is the active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the first one matters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from the right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its other corners are the mirror images of the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$\max\{p,q\}$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switches branch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 corner there unless the two branches meet with equal slope; a branch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contributes its own corner when it is the active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$f(x)=\max\{|x-2|,x^2-4\}$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only the first one matters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integers contained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$f(x)=\begin{cases}2-x,&amp;x&lt;1\\x^2-2x+3,&amp;x\ge1\end{cases}$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$g(x)=\begin{cases}x+3,&amp;-4\le x\le2\\7-x,&amp;2&lt;x\le6\end{cases}$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$h(x)=\frac{\sqrt{f(x)-2}}{g(x)-3}$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integers contained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 involving piecewise-defined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$x\in[-4,6]$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$g(x)\ne3$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$f(x)-2\ge0\Rightarrow f(x)\ge2$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$2-x\ge2\Rightarrow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$x^2-2x+3\ge2\Rightarrow(x-1)^2\ge0$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$f(x)\ge2\Rightarrow x\in(-\infty,0]\cup[1,\infty)$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all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integers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$g(x)-3\ne0\Rightarrow g(x)\ne3$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$x+3\ne3\Rightarrow 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$7-x\ne3\Rightarrow x\ne4$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all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$D=[-4,6]\cap\left((-\infty,0]\cup[1,\infty)\right)\setminus\{0,4\}=[-4,0)\cup[1,4)\cup(4,6]$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$-4,-3,-2,-1,1,2,3,5,6$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integers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the only integers in the gap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exist, so only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$-4,\dots,6$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the only integers in the gap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exist, so only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no integer; so every one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$-4,-3,\dots,6$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no integer; so every one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$n\le0\Rightarrow2-n\ge2$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$n\ge1\Rightarrow(n-1)^2+2\ge2$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piece,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piece,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these two integers make the denominator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piece,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piece,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these two integers make the denominator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points must also lie in the domains of the inner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piecewise inner functions, solve each condition piece by piece and intersect with that piece's own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only the number of integers in a domain is asked, test the integers of the allowed interval rather than describing the whole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$\frac{\sqrt{u}}{v}$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points must also lie in the domains of the inner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piecewise inner functions, solve each condition piece by piece and intersect with that piece's own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only the number of integers in a domain is asked, test the integers of the allowed interval rather than describing the whole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value of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⌊"/>
                            <m:sepChr m:val=""/>
                            <m:endChr m:val="⌋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⌊"/>
                            <m:sepChr m:val=""/>
                            <m:endChr m:val="⌋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$L=\lim_{x\to0^+}\dfrac{24\left(e^x-1-x-\frac{x^2}{2}\right)-4x^3\left\lfloor\frac{\tan x}{x}\right\rfloor+2x^4\left\lfloor1+\frac{\sin x}{x}\right\rfloor}{x^3\{x\}}$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$\lfloor\cdot\rfloor$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greatest integer and fractional part functions with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floors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floors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series: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x&gt;x\Rightarrow\frac{\tan x}{x}&gt;1$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$\left\lfloor\frac{\tan x}{x}\right\rfloor=1$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x}{x}&lt;2$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x&lt;x\Rightarrow0&lt;\frac{\sin x}{x}&lt;1\Rightarrow1&lt;1+\frac{\sin x}{x}&lt;2$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$\left\lfloor1+\frac{\sin x}{x}\right\rfloor=1$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$e^x=1+x+\frac{x^2}{2}+\frac{x^3}{6}+\frac{x^4}{24}+O(x^5)$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$N(x)=24\left(\frac{x^3}{6}+\frac{x^4}{24}+O(x^5)\right)-4x^3(1)+2x^4(1)$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$N(x)=\left(4x^3+x^4+O(x^5)\right)-4x^3+2x^4=3x^4+O(x^5)$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$D(x)=x^3\cdot x=x^4$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$L=\lim_{x\to0^+}\frac{3x^4+O(x^5)}{x^4}=3$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replacing the floors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apply L'Hopital four times (no series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replacing the floors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apply L'Hopital four times (no series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floors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floors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$L=\lim_{x\to0^+}\frac{N(x)}{x^4}$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$N(x)=24\left(e^x-1-x-\frac{x^2}{2}\right)-4x^3+2x^4$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$N'(x)=24\left(e^x-1-x\right)-12x^2+8x^3$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$N''(x)=24\left(e^x-1\right)-24x+24x^2$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L'Hopital four times,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$N'''(x)=24e^x-24+48x$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$N^{(4)}(x)=24e^x+48$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$N^{(4)}(0)=72$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$\frac{d^4}{dx^4}x^4=24$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L'Hopital four times,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$L=\frac{72}{24}=3$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leading terms cancel, carry one more order of the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- the one-sided limit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x&lt;x&lt;\tan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$\left\lfloor\frac{\tan x}{x}\right\rfloor=1$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$\left\lfloor\frac{\sin x}{x}\right\rfloor=0$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$\left\lfloor1+\frac{\sin x}{x}\right\rfloor=1$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$e^x-1-x-\frac{x^2}{2}\sim\frac{x^3}{6}$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$e^x-1-x-\frac{x^2}{2}-\frac{x^3}{6}\sim\frac{x^4}{24}$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leading terms cancel, carry one more order of the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- the one-sided limit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$f:(0,6)\to\mathbb{R}$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$f(x)=\tan^{-1}(x)-\tan^{-1}([x])-\tan^{-1}(\{x\})$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of a function involving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of inverse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of a function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of inverse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smooth; 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limit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jump, while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but has a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smooth; at an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$\tan^{-1}\frac{1}{1+k(k-1)}-\frac\pi4\ne0$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jump, while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but has a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 on every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non-differentiability can occur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left-hand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$k\in\{0,1,2,3,4,5\}$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$f(x)=\tan^{-1}(x)-\tan^{-1}(k)-\tan^{-1}(x-k)$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 on every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non-differentiability can occur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left-hand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$\lim_{x\to1^-}f(x)=\lim\left(\tan^{-1}x-\tan^{-1}0-\tan^{-1}x\right)=0$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 derivative: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$\lim_{x\to1^+}f(x)=\tan^{-1}1-\tan^{-1}1-\tan^{-1}0=0$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$f(1)=\tan^{-1}1-\tan^{-1}1-\tan^{-1}0=0$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 derivative: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$f'(1^+)=\lim_{x\to1^+}\left(\frac{1}{1+x^2}-\frac{1}{1+(x-1)^2}\right)=\frac12-1=-\frac12$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$f'(1^-)\ne f'(1^+)$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left-hand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left-hand limit is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not differentiable there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points of non-differentiability: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$x=k\in\{2,3,4,5\}$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left-hand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k^-}f(x)=\tan^{-1}k-\tan^{-1}(k-1)-\tan^{-1}1=\tan^{-1}\left(\frac{1}{1+k(k-1)}\right)-\frac\pi4$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$k(k-1)&gt;0$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$\frac{1}{1+k(k-1)}&lt;1$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$\tan^{-1}\left(\frac{1}{1+k(k-1)}\right)\ne\frac\pi4$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left-hand limit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k^+}f(x)=\tan^{-1}k-\tan^{-1}k-\tan^{-1}0=0$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not differentiable there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points of non-differentiability: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smooth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problems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checking the integers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discontinuity automatically means non-differentiability, so check continuity first and test one-sided derivatives only at the points where the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exceptional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because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cancels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smooth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problems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checking the integers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$\tan^{-1}k-\tan^{-1}(k-1)=\tan^{-1}\frac{1}{1+k(k-1)}$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discontinuity automatically means non-differentiability, so check continuity first and test one-sided derivatives only at the points where the function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exceptional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$\tan^{-1}\frac{1}{1+0}=\frac\pi4$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cancels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total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$f(x)=\max\{\tan^{-1}x,\ -\tan^{-1}x\}$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$g(x)=f(|x|-1)$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total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$S=\sum_{r=1}^{N}\tan^{-1}\left(\frac{1}{r^2+r+1}\right)$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$100\tan(S)$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Non-differentiability of modulus and composite functions, Telescoping sum of inverse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$f=|\tan^{-1}x|$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$g=|\tan^{-1}(|x|-1)|$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$\tan^{-1}\frac{1}{r^2+r+1}=\tan^{-1}(r+1)-\tan^{-1}r$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outer modulus does not smooth it, so the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persists.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modulus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creates non-differentiable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$f(x)=\max\{\tan^{-1}x,-\tan^{-1}x\}=|\tan^{-1}x|$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$g(x)=f(|x|-1)=\left|\tan^{-1}(|x|-1)\right|$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$\tan^{-1}(|0|-1)=-\frac\pi4\ne0$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outer modulus does not smooth it, so the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persists.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$|\tan^{-1}u|$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creates non-differentiable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$|x|-1=0\Rightarrow 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$g'(1^-)=-1$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$g'(-1^-)=-1$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$g'(0^+)=-\frac12$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$g'(0^-)=\frac12$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$S=\sum_{r=1}^{3}\tan^{-1}\left(\frac{1}{r^2+r+1}\right)$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$\tan^{-1}\left(\frac{1}{r^2+r+1}\right)=\tan^{-1}(r+1)-\tan^{-1}r$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$S=\sum_{r=1}^{3}\left(\tan^{-1}(r+1)-\tan^{-1}r\right)=\tan^{-1}4-\tan^{-1}1$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S=\tan\left(\tan^{-1}4-\tan^{-1}1\right)=\frac{4-1}{1+4\cdot1}=\frac35$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$100\tan S=100\times\frac35=60$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Add the three angles directly with the tangent addition formula, with no telescoping identity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 (corners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 (corners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$g=\left|\tan^{-1}(|x|-1)\right|$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$S=\tan^{-1}\frac13+\tan^{-1}\frac17+\tan^{-1}\frac1{13}$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$r^2+r+1=3,7,13$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$\tan\left(\tan^{-1}\frac13+\tan^{-1}\frac17\right)=\frac{\frac13+\frac17}{1-\frac1{21}}=\frac{10/21}{20/21}=\frac12$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third 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of tangents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addition formula is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third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S=\frac{\frac12+\frac1{13}}{1-\frac12\cdot\frac1{13}}=\frac{15/26}{25/26}=\frac35$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of tangents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addition formula is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$100\tan S=60$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More generally the sum equals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telescope.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$\max\{u,-u\}=|u|$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$\left|\phi(|x|)\right|$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$\phi'(0^+)\ne0$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$\tan^{-1}\frac{1}{r^2+r+1}=\tan^{-1}(r+1)-\tan^{-1}r$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$\frac{(r+1)-r}{1+r(r+1)}=\frac{1}{r^2+r+1}$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$\sum_{r=1}^{n}\tan^{-1}\frac{1}{r^2+r+1}=\tan^{-1}(n+1)-\tan^{-1}1=\tan^{-1}\frac{n}{n+2}$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More generally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$\tan^{-1}\frac{1}{1+r(r+1)}$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$\tan^{-1}\frac{d}{1+a(a+d)}=\tan^{-1}(a+d)-\tan^{-1}a$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telescope.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02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