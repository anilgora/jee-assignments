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3.0</c:v>
                </c:pt>
                <c:pt idx="6">
                  <c:v>2.0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2.0</c:v>
                </c:pt>
                <c:pt idx="13">
                  <c:v>3.0</c:v>
                </c:pt>
                <c:pt idx="14">
                  <c:v>2.0</c:v>
                </c:pt>
                <c:pt idx="15">
                  <c:v>3.0</c:v>
                </c:pt>
                <c:pt idx="16">
                  <c:v>2.0</c:v>
                </c:pt>
                <c:pt idx="17">
                  <c:v>1.0</c:v>
                </c:pt>
                <c:pt idx="18">
                  <c:v>1.0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ends with $I=\int_{a-1}^{b-1}f(x)\,dx$ (key C). That is wrong: $\int_a^bf(x+1)\,dx$ becomes $\int_{a+1}^{b+1}f(t)\,dt$ (limits shift by $+1$, not $-1$). Counter-example $f(x)=(x-2)^2$, $a=1$, $b=2$: $I=\frac13$, option (B) $=\frac13$, option (A) $=\frac13$, but option (C) $=\frac73$. Options (A) and (B) are both equal to $I$, so the question as printed has two correct options.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second integrand as $\left(e^{2x}-e^{-x}-1\right)$; the correct remainder after removing $\left(e^x-e^{-x}\right)$ is $e^{2x}+e^x-1=e^x\left(e^x-e^{-x}+1\right)$. The later steps and the answer (A) 2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lines are mis-typed: the second bracket is printed as $\left(-\frac\pi8-\frac14\ln2\right)$ followed by '$10-\ln2$'; the correct value of $\frac12\int_{-1}^{0}\tan^{-1}k\,dk$ is $-\frac\pi8+\frac14\ln2$, and subtracting it gives $\frac\pi4-\frac12\ln2$. The PDF's final answer (D)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$A(\lambda)=\frac43\lambda$ and $\frac{\lambda}{8}=\frac25$; the area is $\frac43\lambda^{3/2}$ and the equation is $\frac{\lambda^{3/2}}{8}=\frac25$ (the PDF then uses $\lambda=\left(\frac{16}{5}\right)^{2/3}$, which only follows from the correct equation). Answer (D)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(Integral Calculus 01)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 bank · detailed solutions · 20 single-correct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paper: 4 marks per question assumed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smallest and the largest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smallest and the largest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$(0,2\pi)-\{\pi\}$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$2\cot^2\theta-\frac{5}{\sin\theta}+4=0$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$\int_{\theta_1}^{\theta_2}\cos^2 3\theta\,d\theta$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$\frac{\pi}{3}+\frac16$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$\frac{\pi}{9}$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equations, Definite integral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whole periods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Trigonometric equations, Definite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whole periods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the equation to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integrated by the double-angle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the equation to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$\operatorname{cosec}\theta$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 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integrated by the double-angle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(impossible,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$2\cot^2\theta-5\operatorname{cosec}\theta+4=0$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$\cot^2\theta=\operatorname{cosec}^2\theta-1$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$2(\operatorname{cosec}^2\theta-1)-5\operatorname{cosec}\theta+4=0$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$2\operatorname{cosec}^2\theta-5\operatorname{cosec}\theta+2=0$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$(2\operatorname{cosec}\theta-1)(\operatorname{cosec}\theta-2)=0$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(impossible,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$|\operatorname{cosec}\theta|\ge1$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$\operatorname{cosec}\theta=2$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$\sin\theta=\frac12\Rightarrow\theta=\frac{\pi}{6},\frac{5\pi}{6}$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$I=\int_{\pi/6}^{5\pi/6}\cos^2(3\theta)\,d\theta=\int_{\pi/6}^{5\pi/6}\frac{1+\cos6\theta}{2}\,d\theta$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$I=\left[\frac{\theta}{2}+\frac{\sin6\theta}{12}\right]_{\pi/6}^{5\pi/6}=\frac12\cdot\frac{2\pi}{3}+\frac{\sin5\pi-\sin\pi}{12}$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$I=\frac{\pi}{3}+0=\frac{\pi}{3}$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antiderivative needed: the interval has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exactly two periods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is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average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 antiderivative needed: the interval has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$\frac{2\pi}{3}$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exactly two periods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 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is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average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the equation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exactly two full periods.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solution, the equation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$\theta_1=\frac{\pi}{6}$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$\theta_2=\frac{5\pi}{6}$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 3\theta=\frac{1+\cos6\theta}{2}$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$\frac{2\pi}{6}=\frac{\pi}{3}$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$\left[\frac{\pi}{6},\frac{5\pi}{6}\right]$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$\frac{2\pi}{3}=2\cdot\frac{\pi}{3}$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exactly two full periods.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whole periods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whole periods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$\int\cos6\theta\,d\theta=0$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length.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$I=\frac12\cdot\frac{2\pi}{3}=\frac{\pi}{3}$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a whole number of periods,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length (average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mixed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/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 into a quadratic in one ratio; reject roots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question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impossible; the excluded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undefined.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a whole number of periods,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$\int\cos^2(k\theta)\,d\theta=\int\sin^2(k\theta)\,d\theta=\frac12\times$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length (average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$\int_0^{\pi}\cos^2 2\theta\,d\theta=\frac{\pi}{2}$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$\cot^2\theta=\operatorname{cosec}^2\theta-1$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mixed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/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 into a quadratic in one ratio; reject roots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$|\operatorname{cosec}\theta|&lt;1$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this question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impossible; the excluded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undefined.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$y=\left(\frac{2x}{\pi}-1\right)\operatorname{cosec}x$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$\frac{dy}{dx}+p(x)\,y=\frac{2}{\pi}\operatorname{cosec}x$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$\operatorname{cosec}x$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(identifying the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(identifying the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given solution and rewrite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given solution and rewrite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$\frac{dy}{dx}+p\,y=\ldots$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$y=\left(\frac{2x}{\pi}-1\right)\operatorname{cosec}x$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$\frac{dy}{dx}=\left(\frac{2x}{\pi}-1\right)(-\operatorname{cosec}x\cot x)+\operatorname{cosec}x\left(\frac{2}{\pi}\right)$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$\frac{dy}{dx}=-\left[\left(\frac{2x}{\pi}-1\right)\operatorname{cosec}x\right]\cot x+\frac{2}{\pi}\operatorname{cosec}x=-y\cot x+\frac{2}{\pi}\operatorname{cosec}x$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$\frac{dy}{dx}+y\cot x=\frac{2}{\pi}\operatorname{cosec}x$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$\frac{dy}{dx}+p(x)\,y=\frac{2}{\pi}\operatorname{cosec}x$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$\cot x$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a convenient 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match exactly one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a convenient point: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$p(x)=\dfrac{Q-y'}{y}$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$x=\frac{\pi}{6}$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match exactly one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equation,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$p=\frac{Q-y'}{y}$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$Q=\frac{2}{\pi}\operatorname{cosec}x$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$Q=\frac{4}{\pi}$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$y=\left(\frac13-1\right)\cdot2=-\frac43$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$y'=\frac{2}{\pi}\operatorname{cosec}x-\left(\frac{2x}{\pi}-1\right)\operatorname{cosec}x\cot x=\frac{4}{\pi}-\left(-\frac23\right)(2)(\sqrt3)=\frac{4}{\pi}+\frac{4\sqrt3}{3}$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$p\left(\frac{\pi}{6}\right)=\frac{\frac4\pi-\frac4\pi-\frac{4\sqrt3}{3}}{-\frac43}=\sqrt3$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 x=\frac{2}{\sqrt3}$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$\cot x$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 solution of a linear first-order ODE,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single test point usually separates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integrating factors: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I.F.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$y=u(x)\,e^{-\int p\,dx}$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$y'+py=u'(x)\,e^{-\int p\,dx}$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$e^{-\int\cot x\,dx}=\operatorname{cosec}x$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$u'=\frac2\pi$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a solution of a linear first-order ODE,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$p=\frac{Q-y'}{y}$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single test point usually separates the options.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integrating factors: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$\int\cot x\,dx=\ln|\sin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$\int\tan x\,dx=-\ln|\cos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I.F.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$\int_1^3\left[x^2-2x-2\right]dx$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$-\sqrt2-\sqrt3+1$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$-\sqrt2-\sqrt3-1$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of the greatest integer function, Shifting the variable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the bracket,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step function.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$x^2-2x-2=(x-1)^2-3$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the bracket,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$[t^2]$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step function.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limits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$I=\int_1^3\left[x^2-2x-2\right]dx=\int_1^3\left[(x-1)^2-3\right]dx$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limits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$I=\int_0^2\left[t^2-3\right]dt=\int_0^2\left[t^2\right]dt-3\int_0^2dt$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$[\sqrt2,\sqrt3)$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$\int_0^2\left[t^2\right]dt=\int_0^1 0\,dt+\int_1^{\sqrt2}1\,dt+\int_{\sqrt2}^{\sqrt3}2\,dt+\int_{\sqrt3}^{2}3\,dt$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$=(\sqrt2-1)+2(\sqrt3-\sqrt2)+3(2-\sqrt3)=5-\sqrt2-\sqrt3$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$I=5-\sqrt2-\sqrt3-6=-\sqrt2-\sqrt3-1$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$-\sqrt2-\sqrt3-1$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Layer-cake: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Layer-cake: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$[t^2]=\sum_{k\ge1}\mathbf 1[t^2\ge k]$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$\int_0^2[t^2]\,dt=\sum_k(2-\sqrt 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as before: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 as before: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$I=\int_0^2[t^2]\,dt-6$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$[t^2]\in\{0,1,2,3\}$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$[t^2]=\sum_{k=1}^{3}\mathbf 1\{t^2\ge k\}$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$\int_0^2\mathbf 1\{t\ge\sqrt k\}\,dt=2-\sqrt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$\int_0^2[t^2]\,dt=(2-1)+(2-\sqrt2)+(2-\sqrt3)=5-\sqrt2-\sqrt3$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$I=5-\sqrt2-\sqrt3-6=-1-\sqrt2-\sqrt3$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$-\sqrt2-\sqrt3-1$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one term per step instead of one integral per step.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integer constants can be pulled out of the bracket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complete the square first when the argument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quadratic: the breakpoints are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around the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increasing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$\int_0^T[g(t)]\,dt=\sum_{k\ge1}\left(T-g^{-1}(k)\right)$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 g(T)$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one term per step instead of one integral per step.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$[x+n]=[x]+n$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integer constants can be pulled out of the bracket before integrating.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complete the square first when the argument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$[\,\cdot\,]$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quadratic: the breakpoints are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around the vertex.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cot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$\int_{\pi/6}^{\pi/4}\frac{dx}{\sin2x\left(\tan^5x+\cot^5x\right)}$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$\frac{\pi}{40}$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$\frac{1}{20}\tan^{-1}\left(\frac{1}{9\sqrt3}\right)$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$\frac{1}{10}\left(\frac{\pi}{4}-\tan^{-1}\left(\frac{1}{9\sqrt3}\right)\right)$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$\frac15\left(\frac{\pi}{4}-\tan^{-1}\left(\frac{1}{3\sqrt3}\right)\right)$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913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trigonometric functions using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9137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trigonometric functions using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substitution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expose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$\sin2x=2\sin x\cos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$\tan^5x+\cot^5x=\frac{\tan^{10}x+1}{\tan^5x}$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expose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$\tan^4x\sec^2x\,dx$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$\tan^5x=U$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cot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$I=\int_{\pi/6}^{\pi/4}\frac{dx}{\sin2x\left(\tan^5x+\cot^5x\right)}=\frac12\int_{\pi/6}^{\pi/4}\frac{dx}{\sin x\cos x\,\frac{\tan^{10}x+1}{\tan^5x}}$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$=\frac12\int_{\pi/6}^{\pi/4}\frac{\tan^5x\,dx}{\sin x\cos x\left(\tan^{10}x+1\right)}$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x\cos x=\tan x\cos^2x$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$=\frac12\int_{\pi/6}^{\pi/4}\frac{\tan^4x\sec^2x\,dx}{1+\tan^{10}x}$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$I=\frac12\int_{1/\sqrt3}^{1}\frac{t^4\,dt}{1+t^{10}}$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$t^5=U$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$5t^4\,dt=dU$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$t^4\,dt=\frac{dU}{5}$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$U=\left(\frac1{\sqrt3}\right)^5=\frac{1}{9\sqrt3}$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$I=\frac1{10}\int_{1/(9\sqrt3)}^{1}\frac{dU}{1+U^2}=\frac1{10}\left[\tan^{-1}U\right]_{1/(9\sqrt3)}^{1}$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$I=\frac1{10}\left(\frac{\pi}{4}-\tan^{-1}\frac{1}{9\sqrt3}\right)$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$\frac{1}{10}\left(\frac{\pi}{4}-\tan^{-1}\frac{1}{9\sqrt3}\right)$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this,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rewrite sums of reciprocals as one fraction before substituting.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formula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 transform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$\int\frac{\tan^{n-1}x\sec^2x}{1+\tan^{2n}x}\,dx=\frac1n\tan^{-1}\left(\tan^nx\right)+C$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$\frac{1}{\sin2x\,(\tan^nx+\cot^nx)}$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this,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$\frac{1}{\sin2x\,(\tan^n+\cot^n)}=\frac{\tan^{n-1}x\sec^2x}{2(1+\tan^{2n}x)}$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$\tan^nx+\cot^nx=\frac{\tan^{2n}x+1}{\tan^nx}$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rewrite sums of reciprocals as one fraction before substituting.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$\int\frac{dx}{\sin2x(\tan x+\cot x)}=\int\frac{dx}{2}=\frac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$\frac12\tan^{-1}(\tan x)=\frac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Limits transform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$\tan\frac\pi6=\frac1{\sqrt3}$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$\tan\frac\pi4=1$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$\frac{1}{9\sqrt3}$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cosec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$\int_0^{\pi/2}\frac{\cot x}{\cot x+\operatorname{cosec}x}\,dx=m(\pi+n)$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$m\cdot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4279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trigonometric ratios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Half-angle identities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42798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trigonometric ratios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Half-angle identities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$\frac{\cot x}{\cot x+\operatorname{cosec}x}=\frac{\cos x}{1+\cos x}=1-\frac{1}{1+\cos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$1+\cos x=2\cos^2\frac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numerator and denominator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$\frac{\cot x}{\cot x+\operatorname{cosec}x}=\frac{\cos x}{\cos 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$I=\int_0^{\pi/2}\frac{\cos x}{1+\cos x}\,dx=\int_0^{\pi/2}\left(1-\frac{1}{1+\cos x}\right)dx$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$I=\left[x\right]_0^{\pi/2}-\int_0^{\pi/2}\frac{dx}{2\cos^2\frac x2}$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$I=\frac\pi2-\frac12\int_0^{\pi/2}\sec^2\frac x2\,dx$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$I=\frac\pi2-\frac12\left[2\tan\frac x2\right]_0^{\pi/2}=\frac\pi2-\left[\tan\frac x2\right]_0^{\pi/2}$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$I=\frac\pi2-\left[1-0\right]=\frac\pi2-1=\frac12(\pi-2)$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$m(\pi+n)$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$m\cdot 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Weierstrass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rational function with no half-angle manipulation.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Weierstrass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$t=\tan\frac x2$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$\frac{\cos x}{1+\cos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rational function with no half-angle manipulation.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$\frac{\cot x}{\cot x+\operatorname{cosec}x}=\frac{\cos x}{1+\cos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x=\frac{1-t^2}{1+t^2}$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 x=\frac{2}{1+t^2}$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$dx=\frac{2\,dt}{1+t^2}$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 x}{1+\cos x}\,dx=\frac{1-t^2}{2}\cdot\frac{2\,dt}{1+t^2}=\frac{1-t^2}{1+t^2}\,dt=\left(\frac{2}{1+t^2}-1\right)dt$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$I=\left[2\tan^{-1}t-t\right]_0^1=\frac\pi2-1$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convert everything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antiderivatives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every rational function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rational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it when nothing simpler works.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$\frac{\cot x}{\cot x+\operatorname{cosec}x}=\frac{\cos x}{1+\cos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$\frac{\operatorname{cosec}x}{\cot x+\operatorname{cosec}x}=\frac{1}{1+\cos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convert everything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$\sin,\cos$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$\frac{1}{1+\cos x}=\frac12\sec^2\frac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$\frac{1}{1-\cos x}=\frac12\operatorname{cosec}^2\frac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antiderivatives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$-\cot\frac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every rational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x,\cos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rational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it when nothing simpler works.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(in sq. units)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$A=\{(x,y):|x|+|y|\le1,\ 2y^2\ge|x|\}$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$\frac56$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the region bounded by modulus curves and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Both curves are symmetric in both axes, so find the first-quadrant area (square corner minus the parabola part) and multiply by 4.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square (diamond) with vertices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region outside the parabolas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open to the right and the left).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bounds are symmetric about both axes,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in the 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first quadrant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square (diamond)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$(\pm1,0),(0,\pm1)$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$2y^2\ge|x|$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region outside the parabolas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open to the right and the left).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bounds are symmetric about both axes,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(area in the 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first quadrant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$2y^2+y-1=0\Rightarrow 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First-quadrant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needed lies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above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subtract the area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small triangle with vertices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rad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First-quadrant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$\frac12\cdot1\cdot1$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region needed lies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above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$y=\sqrt{x/2}$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subtract the area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$y=\sqrt{x/2}$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$\int_0^{1/2}\sqrt{\frac x2}\,dx$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small triangle with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$\left(\frac12,0\right),(1,0),\left(\frac12,\frac12\right)$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$\frac12\cdot\frac12\cdot\frac12$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$A=4\left(\frac12\cdot1\cdot1-\int_0^{1/2}\sqrt{\frac x2}\,dx-\frac12\cdot\frac12\cdot\frac12\right)$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$\int_0^{1/2}\sqrt{\frac x2}\,dx=\frac{1}{\sqrt2}\cdot\frac23\left(\frac12\right)^{3/2}=\frac16$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$A=4\left(\frac12-\frac16-\frac18\right)=4\cdot\frac{5}{24}=\frac56$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at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allowed half-width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square roots appear.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Slice horizontally: at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allowed half-width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$\min(2y^2,\,1-|y|)$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square roots appear.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(first-quadrant area)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strip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bounds cross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(first-quadrant area)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$=4\int_0^1 m(y)\,dy$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strip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 m(y)$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$m(y)=\min\left(2y^2,\,1-y\right)$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bounds cross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$2y^2=1-y$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$2y^2&lt;1-y$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$1-y&lt;2y^2$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$\int_0^{1/2}2y^2\,dy=\frac23\cdot\frac18=\frac1{12}$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$\int_{1/2}^1(1-y)\,dy=\frac12\cdot\frac12\cdot\frac12=\frac18$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$A=4\left(\frac1{12}+\frac18\right)=4\cdot\frac5{24}=\frac56$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$\frac56$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curves are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(parabolas opening sideways), integrate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avoids square roots and the number of regions is often smaller.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diamond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 Complement check: the part of the diamond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(A) is that complement).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symmetric in both axes, compute one quadrant and multiply by 4; always find the intersection points of the curves in that quadrant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curves are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(parabolas opening sideways), integrate with respect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avoids square roots and the number of regions is often smaller.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$|x|+|y|\le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diamond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here. Complement check: the part of the diamond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$2y^2&lt;|x|$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$2-\frac56=\frac76$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(A) is that complement).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regions symmetric in both axes, compute one quadrant and multiply by 4; always find the intersection points of the curves in that quadrant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$\int\frac{d\theta}{\cos^2\theta\left(\tan2\theta+\sec2\theta\right)}=\lambda\tan\theta+2\log_e|f(\theta)|+C$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$(\lambda,f(\theta))$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$(1,\,1-\tan\theta)$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$(1,\,1+\tan\theta)$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$(-1,\,1+\tan\theta)$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$(-1,\,1-\tan\theta)$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trigonometric functions, Double-angle identities and the substitution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43382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trigonometric functions, Double-angle identities and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$\tan\theta=t$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collapses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$\tan2\theta+\sec2\theta=\frac{1+\sin2\theta}{\cos2\theta}=\frac{(\cos\theta+\sin\theta)^2}{(\cos\theta-\sin\theta)(\cos\theta+\sin\theta)}$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$\frac{1+\tan\theta}{1-\tan\theta}$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$\tan2\theta+\sec2\theta=\frac{1+\sin2\theta}{\cos2\theta}$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$\frac{\cos2\theta}{\cos^2\theta\,(1+\sin2\theta)}$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$\cos2\theta=(\cos\theta-\sin\theta)(\cos\theta+\sin\theta)$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$1+\sin2\theta=(\cos\theta+\sin\theta)^2$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$\int\frac{(\cos\theta-\sin\theta)(\cos\theta+\sin\theta)}{\cos^2\theta\,(\cos\theta+\sin\theta)^2}\,d\theta=\int\sec^2\theta\cdot\frac{1-\tan\theta}{1+\tan\theta}\,d\theta$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$\sec^2\theta\,d\theta=dt$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$\int\frac{1-t}{1+t}\,dt$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absorbed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$dt=du$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$\int\frac{1-(u-1)}{u}\,du=\int\frac{2-u}{u}\,du=2\int\frac{du}{u}-\int 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$=2\ln|u|-u+C=2\ln|1+t|-(1+t)+C$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$=2\ln|1+\tan\theta|-\tan\theta+C'$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absorbed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$\lambda\tan\theta+2\log_e|f(\theta)|+C$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$f(\theta)=1+\tan\theta$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$(-1,\ 1+\tan\theta)$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candidate form and match it with the integrand: this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rules out each wrong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candidate form and match it with the integrand: this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rules out each wrong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simplifies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solution, or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integrand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$\sec^2\theta\,\frac{1-t}{1+t}$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in the main solution, or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$\tan2\theta+\sec2\theta=\tan\left(\frac\pi4+\theta\right)=\frac{1+t}{1-t}$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$f=1+\tan\theta$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$\frac{d}{d\theta}\left[\lambda\tan\theta+2\ln(1+t)\right]=\sec^2\theta\left[\lambda+\frac{2}{1+t}\right]=\sec^2\theta\,\frac{\lambda(1+t)+2}{1+t}$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$\sec^2\theta\,\frac{1-t}{1+t}$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$\lambda(1+t)+2=1-t$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$-1-t+2=1-t$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pair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$f=1-\tan\theta$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$\sec^2\theta\left[\lambda-\frac{2}{1-t}\right]=\sec^2\theta\,\frac{\lambda(1-t)-2}{1-t}$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pair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$(-1,\,1+\tan\theta)$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$(-1,\ 1+\tan\theta)$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divide first: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'identify the form' question, differentiating the RHS and matching is a fast check of each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$\tan2\theta+\sec2\theta=\frac{1+\sin2\theta}{\cos2\theta}=\tan\left(\frac\pi4+\theta\right)=\frac{1+\tan\theta}{1-\tan\theta}$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$\sec2\theta-\tan2\theta=\frac{1-\tan\theta}{1+\tan\theta}$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$1\pm\sin2\theta=(\cos\theta\pm\sin\theta)^2$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$\cos2\theta=(\cos\theta-\sin\theta)(\cos\theta+\sin\theta)$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$\int\frac{1-t}{1+t}\,dt=2\ln|1+t|-t+C$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divide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$\frac{1-t}{1+t}=\frac{2}{1+t}-1$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'identify the form' question, differentiating the RHS and matching is a fast check of each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solution of the differential equation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$\sqrt{1+x^2+y^2+x^2y^2}+xy\frac{dy}{dx}=0$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$\sqrt{1+y^2}+\sqrt{1+x^2}=\frac12\log_e\left(\frac{\sqrt{1+x^2}+1}{\sqrt{1+x^2}-1}\right)+C$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$\sqrt{1+y^2}-\sqrt{1+x^2}=\frac12\log_e\left(\frac{\sqrt{1+x^2}-1}{\sqrt{1+x^2}+1}\right)+C$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$\sqrt{1+y^2}+\sqrt{1+x^2}=\frac12\log_e\left(\frac{\sqrt{1+x^2}-1}{\sqrt{1+x^2}+1}\right)+C$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$\sqrt{1+y^2}-\sqrt{1+x^2}=\frac12\log_e\left(\frac{\sqrt{1+x^2}+1}{\sqrt{1+x^2}-1}\right)+C$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Variable separable differential equation, Integration by substitution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Variable separable differential equation, Integration by substitution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separate the variables,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$1+x^2+y^2+x^2y^2=(1+x^2)(1+y^2)$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separate the variables,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$1+x^2=t^2$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$1+y^2=k^2$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$1+x^2+y^2+x^2y^2=(1+x^2)(1+y^2)$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$\sqrt{(1+x^2)(1+y^2)}=-xy\frac{dy}{dx}$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$\frac{\sqrt{1+x^2}}{x}\,dx=\frac{-y}{\sqrt{1+y^2}}\,dy$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the left side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the left side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$\int\frac{\sqrt{1+x^2}}{x^2}\,(x\,dx)=\int\frac{-y}{\sqrt{1+y^2}}\,dy$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$x\,dx=t\,dt$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$1+y^2=k^2$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$y\,dy=k\,dk$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$\int\frac{t^2}{t^2-1}\,dt=\int-dk$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$x^2=t^2-1$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$\frac{y\,dy}{\sqrt{1+y^2}}=dk$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$\int\left(1+\frac{1}{t^2-1}\right)dt=-k+C$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$t+\frac12\ln\left|\frac{t-1}{t+1}\right|=-k+C$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$\sqrt{1+x^2}+\frac12\ln\left(\frac{\sqrt{1+x^2}-1}{\sqrt{1+x^2}+1}\right)=-\sqrt{1+y^2}+C$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$\sqrt{1+x^2}+\sqrt{1+y^2}=\frac12\ln\left(\frac{\sqrt{1+x^2}+1}{\sqrt{1+x^2}-1}\right)+C$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$\sqrt{1+y^2}+\sqrt{1+x^2}=\frac12\log_e\left(\frac{\sqrt{1+x^2}+1}{\sqrt{1+x^2}-1}\right)+C$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Hyperbolic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separates at sight.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Hyperbolic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$x=\sinh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$y=\sinh 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$\sqrt{1+x^2}=\cosh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separates at sight.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cosh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sinh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$y=\sinh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$\sqrt{1+x^2}=\cosh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$\sqrt{1+y^2}=\cosh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$dx=\cosh u\,du$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$dy=\cosh v\,dv$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$\sqrt{(1+x^2)(1+y^2)}\,dx=-xy\,dy$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 u\cosh v\cosh u\,du=-\sinh u\sinh v\cosh v\,dv$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 u\cosh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$\frac{\cosh^2u}{\sinh u}\,du=-\sinh v\,dv$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$\left(\sinh u+\frac{1}{\sinh u}\right)du=-\sinh v\,dv$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cosh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cosh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tanh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 u+\ln\tanh\frac u2=-\cosh v+C$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$\int\frac{du}{\sinh u}=\ln\tanh\frac u2$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$\tanh\frac u2=\frac{\cosh u-1}{\sinh u}=\sqrt{\frac{\cosh u-1}{\cosh u+1}}$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$\ln\tanh\frac u2=\frac12\ln\frac{\sqrt{1+x^2}-1}{\sqrt{1+x^2}+1}$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 u+\cosh v=-\frac12\ln\frac{\sqrt{1+x^2}-1}{\sqrt{1+x^2}+1}+C=\frac12\ln\frac{\sqrt{1+x^2}+1}{\sqrt{1+x^2}-1}+C$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$\sqrt{1+y^2}+\sqrt{1+x^2}=\frac12\log_e\left(\frac{\sqrt{1+x^2}+1}{\sqrt{1+x^2}-1}\right)+C$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spotting a product hidden in a sum is the usual way to separate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rationalises;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before integrating).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sign check on options: differentiating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the equation only for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combination in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$1+x^2+y^2+x^2y^2=(1+x^2)(1+y^2)$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spotting a product hidden in a sum is the usual way to separate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$x=\sinh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rationalises;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$\int\frac{dx}{x\sqrt{1+x^2}}=\frac12\ln\left|\frac{\sqrt{1+x^2}-1}{\sqrt{1+x^2}+1}\right|+C$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$\int\frac{dt}{t^2-1}=\frac12\ln\left|\frac{t-1}{t+1}\right|+C$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$\frac{t^2}{t^2-1}=1+\frac{1}{t^2-1}$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before integrating).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sign check on options: 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$\frac12\ln\frac{p+1}{p-1}$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$p=\sqrt{1+x^2}$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$-\frac{1}{xp}$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the equation only for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combination in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$\int\frac{dx}{\left(x^2-2x+10\right)^2}=A\left(\tan^{-1}\left(\frac{x-1}{3}\right)+\frac{f(x)}{x^2-2x+10}\right)+C$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$f(x)=3(x-1)$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$A=\frac1{54}$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$f(x)=3(x-1)$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$f(x)=9(x-1)$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$A=\frac1{54}$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$f(x)=9(x-1)^2$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𝑞𝑢𝑎𝑑𝑟𝑎𝑡𝑖𝑐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trigonometric substitution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$\frac{1}{(\text{quadratic})^2}$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trigonometric substitution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$x^2-2x+10=(x-1)^2+9$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$x-1=3\tan\theta$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$\int\cos^2\theta\,d\theta$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$\int\frac{dx}{(x^2-2x+10)^2}=\int\frac{dx}{\left((x-1)^2+9\right)^2}$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$(x-1)^2=9\tan^2\theta$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$\tan\theta=\frac{x-1}{3}$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$dx=3\sec^2\theta\,d\theta$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sec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$I=\int\frac{3\sec^2\theta\,d\theta}{\left(9\sec^2\theta\right)^2}=\int\frac{3\sec^2\theta}{81\sec^4\theta}\,d\theta=\frac1{27}\int\cos^2\theta\,d\theta$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$I=\frac1{27}\cdot\frac12\int(1+\cos2\theta)\,d\theta=\frac1{54}\left\{\theta+\frac{\sin2\theta}{2}\right\}+c$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$\sin2\theta=\frac{2\tan\theta}{1+\tan^2\theta}=\frac{2\cdot\frac{x-1}{3}}{1+\frac{(x-1)^2}{9}}$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$\frac{\sin2\theta}{2}=\frac{\frac{x-1}{3}}{1+\frac{(x-1)^2}{9}}=\frac{3(x-1)}{(x-1)^2+9}=\frac{3(x-1)}{x^2-2x+10}$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$I=\frac1{54}\left[\tan^{-1}\left(\frac{x-1}{3}\right)+\frac{3(x-1)}{x^2-2x+10}\right]+c$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$A=\frac{1}{54}$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$A=\frac{1}{54}$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$f(x)=3(x-1)$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reduction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obtained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reduction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$\int\frac{du}{(u^2+a^2)^2}=\frac{1}{2a^2}\left[\frac{u}{u^2+a^2}+\frac1a\tan^{-1}\frac ua\right]$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obtained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$\frac{d}{du}\frac{u}{u^2+a^2}$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$x^2-2x+10=u^2+9$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$\frac{d}{du}\left(\frac{u}{u^2+a^2}\right)=\frac{1}{u^2+a^2}-\frac{2u^2}{(u^2+a^2)^2}=-\frac{1}{u^2+a^2}+\frac{2a^2}{(u^2+a^2)^2}$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$\frac{u}{u^2+a^2}=-\int\frac{du}{u^2+a^2}+2a^2\int\frac{du}{(u^2+a^2)^2}$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$\int\frac{du}{(u^2+a^2)^2}=\frac{1}{2a^2}\left[\frac{u}{u^2+a^2}+\frac1a\tan^{-1}\frac ua\right]+C$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$\frac1{18}\left[\frac{u}{u^2+9}+\frac13\tan^{-1}\frac u3\right]=\frac1{54}\left[\tan^{-1}\frac u3+\frac{3u}{u^2+9}\right]$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$A=\frac1{54}$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$f(x)=3(x-1)$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$A=\frac{1}{54}$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$f(x)=3(x-1)$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derivative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back.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first: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shifting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reduces the work.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$\int\frac{dx}{(x^2+a^2)^2}=\frac{1}{2a^2}\left[\frac{x}{x^2+a^2}+\frac1a\tan^{-1}\frac xa\right]+C$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$\frac12\left[\frac{x}{x^2+1}+\tan^{-1}x\right]$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$\frac{1}{(x^2+1)^2}$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$\frac{1}{(x^2+a^2)^n}$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$a^{1-2n}\cos^{2n-2}\theta\,d\theta$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$\sin2\theta=\frac{2\tan\theta}{1+\tan^2\theta}$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back.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Complete the square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$x^2-2x+10=(x-1)^2+9$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shifting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reduces the work.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 positive real numbers,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$f(a+b+1-x)=f(x)$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fixed positive real numbers,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$\frac{1}{a+b}\int_a^b x\left(f(x)+f(x+1)\right)dx$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$\int_{a-1}^{b-1}f(x+1)\,dx$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$\int_{a+1}^{b+1}f(x)\,dx$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$\int_{a-1}^{b-1}f(x)\,dx$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$\int_{a+1}^{b+1}f(x+1)\,dx$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624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King property of definite integrals, Symmetry of a function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62432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King property of definite integrals, Symmetry of a function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$f(a+b+1-x)=f(x)$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second expression; adding gives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 a+b-x$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$f(a+b-x)=f(x+1)$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second expression; adding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$\int_a^b\left(f(x)+f(x+1)\right)dx$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relation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(2)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....(3)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(1) and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$I=\frac{1}{a+b}\int_a^bx\left(f(x)+f(x+1)\right)dx$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$\int_a^bg(x)\,dx=\int_a^bg(a+b-x)\,dx$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$I=\frac1{a+b}\int_a^b(a+b-x)\left(f(a+b-x)+f(a+b-x+1)\right)dx$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$f(a+b+1-x)=f(x)$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$f(a+b-x+1)=f(x)$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$f(a+b-x)=f(x+1)$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(2)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$I=\frac1{a+b}\int_a^b(a+b-x)\left(f(x+1)+f(x)\right)dx$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....(3)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(1) and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$2I=\frac1{a+b}\int_a^b(a+b)\left(f(x)+f(x+1)\right)dx=\int_a^b\left(f(x)+f(x+1)\right)dx$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is option (A). Options (C) and (D) are not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$2I=\int_a^bf(x)\,dx+\int_a^bf(x+1)\,dx$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$\int_a^bf(x)\,dx=\int_a^bf(a+b-x)\,dx=\int_a^bf(x+1)\,dx$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$2I=2\int_a^bf(x+1)\,dx$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$I=\int_a^bf(x+1)\,dx$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$=\int_a^bf(x)\,dx$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$I=\int_{a+1}^{b+1}f(t)\,dt$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$I=\int_a^bf(x)\,dx=\int_{a-1}^{b-1}f(x+1)\,dx$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is option (A). Options (C) and (D) are not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and (B) are both correct (each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); the printed key (C) is wrong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and (B) are both correct (each equals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$\int_a^b f(x)\,dx$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); the printed key (C) is wrong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Centroid/symmetry: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Centroid/symmetry: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$g(x)=f(x)+f(x+1)$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$x=\frac{a+b}{2}$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$\int_a^bx\,g(x)\,dx=\frac{a+b}{2}\int_a^bg(x)\,dx$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the midpoint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'centre of mass'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$g(x)=f(x)+f(x+1)$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$f(a+b-x)=f(x+1)$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$f(a+b-x+1)=f(x)$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$g(a+b-x)=f(x+1)+f(x)=g(x)$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'centre of mass'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$\int_a^bx\,g(x)\,dx=\frac{a+b}{2}\int_a^bg(x)\,dx$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$I=\frac12\int_a^bg(x)\,dx$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B), and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1.1752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1.1752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cosh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2.4517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$\int_a^bf(x)\,dx=\int_a^bf(a+b-x)\,dx=\int_a^bf(x+1)\,dx$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$\int_a^bg=2\int_a^bf(x+1)\,dx$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$I=\int_a^bf(x+1)\,dx=\int_{a+1}^{b+1}f(t)\,dt$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B), and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$\int_a^bf(x)\,dx=\int_{a-1}^{b-1}f(x+1)\,dx$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$f(x)=\cosh(x-3)$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$\frac{a+b+1}{2}=3$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$I=\sinh1\approx1.1752$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$=1.1752$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$=\int_1^2\cosh(x-3)\,dx\approx2.4517$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and (B) are both correct (each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); the printed key (C) is wrong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and (B) are both correct (each equals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$\int_a^b f(x)\,dx$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); the printed key (C) is wrong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weight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replaced by its average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(reflection maps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limits: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limits move the same way as the shift, not the opposite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answer key looks doubtful, test a symmetric function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specific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it shows (C) is wrong.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$g(a+b-x)=g(x)$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$\int_a^bx\,g(x)\,dx=\frac{a+b}{2}\int_a^bg(x)\,dx$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weight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replaced by its average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$\frac{a+b}{2}$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$\int_0^2x\,dx=2=1\cdot2$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$f(c+x)=f(c-x)$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$c=\frac{a+b+1}{2}$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$\int_a^bf=\int_{a+1}^{b+1}f$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(reflection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$[a+1,b+1]$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Shifting 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$\int_a^bf(x+k)\,dx=\int_{a+k}^{b+k}f(t)\,dt$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limits move the same way as the shift, not the opposite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answer key looks doubtful, test a symmetric function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$\cosh(x-c)$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on specific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it shows (C) is wrong.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$\int\left(e^{2x}+2e^x-e^{-x}-1\right)e^{\left(e^x+e^{-x}\right)}dx=g(x)\,e^{\left(e^x+e^{-x}\right)}+c$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of integration,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Integrals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Integrals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e^{h(x)}\left(\ldots\right)dx$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$u=e^x+e^{-x}+x$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bracket as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part is an exact derivative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the bracket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$\left(e^x-e^{-x}\right)+e^x\left(e^x-e^{-x}+1\right)$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part is an exact derivative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$e^{h}$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$h=e^x+e^{-x}$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$h=e^x+e^{-x}+x$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$I=\int\left(e^{2x}+2e^x-e^{-x}-1\right)e^{e^x+e^{-x}}\,dx$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$I=\int\left(e^x-e^{-x}\right)e^{e^x+e^{-x}}\,dx+\int\left(e^{2x}+e^x-1\right)e^{e^x+e^{-x}}\,dx=I_1+I_2$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$e^x+e^{-x}=t$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$\left(e^x-e^{-x}\right)dx=dt$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$I_1=\int e^t\,dt=e^t+C=e^{e^x+e^{-x}}+C$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 e^x\left(e^x-e^{-x}+1\right)e^{e^x+e^{-x}}\,dx=\int\left(e^x-e^{-x}+1\right)e^{e^x+e^{-x}+x}\,dx$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$e^{2x}+e^x-1=e^x\left(e^x-e^{-x}+1\right)$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$u=e^x+e^{-x}+x$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$du=\left(e^x-e^{-x}+1\right)dx$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$I_2=\int e^u\,du=e^u+C=e^{e^x+e^{-x}+x}+C$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$I=I_1+I_2=e^{e^x+e^{-x}}\left(e^x+1\right)+C$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$g(x)=e^x+1$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Undetermined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G\,e^{h}dx=g\,e^h$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$g'+g\,h'=G$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$h'=e^x-e^{-x}$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$g=e^x+c$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$g(x)e^{h(x)}$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$h=e^x+e^{-x}$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$\left(g'+g\,h'\right)e^h$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$g'+g\left(e^x-e^{-x}\right)=e^{2x}+2e^x-e^{-x}-1$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$g=e^x+c$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$g'+g\,h'=e^x+(e^x+c)\left(e^x-e^{-x}\right)=e^{2x}+e^x-1+c\,e^x-c\,e^{-x}$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$e^{2x}+2e^x-e^{-x}-1$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$g(x)=e^x+1$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integrand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guess of the same 'shape' as the integrand.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generally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Absorb a factor into the exponent: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this is how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an exact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$\int\left(g'+g\,h'\right)e^h\,dx=g\,e^h+C$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$g'+g\,h'=$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integrand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$/e^h$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guess of the same 'shape' as the integrand.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$\frac{d}{dx}e^{h(x)}=h'(x)e^{h(x)}$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e^x\,e^{e^x}\,dx=e^{e^x}+C$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h'e^h=e^h$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Absorb a factor into the exponent: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$e^x\,e^{h}=e^{h+x}$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$\frac{d}{dx}(h+x)=h'+1$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this is how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$e^x\left(e^x-e^{-x}+1\right)e^{h}$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an exact derivative.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$\frac{d}{dx}\left[(e^x+1)e^{e^x+e^{-x}}\right]=e^{e^x+e^{-x}}\left[e^{x}+(e^x+1)(e^x-e^{-x})\right]=\left(e^{2x}+2e^x-e^{-x}-1\right)e^{e^x+e^{-x}}$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360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$y=y(x)$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solution of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x\left(3\sin x+\cos x+3\right)dy=\left(1+y\sin x\left(3\sin x+\cos x+3\right)\right)dx$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$2\log_e\left(\frac{2\sqrt3+10}{11}\right)$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$2\log_e\left(\frac{\sqrt3+7}{2}\right)$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$2\log_e\left(\frac{2\sqrt3+9}{6}\right)$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$2\log_e\left(\frac{3\sqrt3-8}{4}\right)$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(integrating factor), Weierstrass substitution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Linear differential equation (integrating factor), Weierstrass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x2=t$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is linear with 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the substitution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rational.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547872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equation is linear with integrating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$\int\frac{dx}{3\sin x+\cos x+3}$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the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 x2=t$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rational.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x\,(3\sin x+\cos x+3)\,dx$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$\frac{dy}{dx}-y\tan x=\frac{1}{\cos x\,(3\sin x+\cos x+3)}$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$=e^{-\int\tan x\,dx}=\cos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$y\cos x=\int\cos x\cdot\frac{dx}{\cos x\,(3\sin x+\cos x+3)}=\int\frac{dx}{3\sin x+\cos x+3}$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 x2=t$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x=\frac{1-t^2}{1+t^2}$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$3\sin x+\cos x+3=\frac{6t+(1-t^2)+3(1+t^2)}{1+t^2}=\frac{2t^2+6t+4}{1+t^2}$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$y\cos x=\int\frac{\sec^2\frac x2\,dx}{2\tan^2\frac x2+6\tan\frac x2+4}=\frac12\int\frac{\sec^2\frac x2\,dx}{t^2+3t+2}$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$\frac12\sec^2\frac x2\,dx=dt$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$y\cos x=\int\frac{dt}{t^2+3t+2}=\int\frac{dt}{(t+1)(t+2)}=\ln\left|\frac{t+1}{t+2}\right|+C$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$0=\ln\frac12+C$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$C=-\ln\frac12=\ln2$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$y\cos x=\ln\left|\frac{\tan\frac x2+1}{\tan\frac x2+2}\right|-\ln\frac12$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$t=\tan\frac\pi6=\frac1{\sqrt3}$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y2=\ln\left|\frac{1+\sqrt3}{1+2\sqrt3}\right|-\ln\frac12$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$\frac{1+\sqrt3}{1+2\sqrt3}\cdot\frac{2\sqrt3-1}{2\sqrt3-1}=\frac{(1+\sqrt3)(2\sqrt3-1)}{11}=\frac{5+\sqrt3}{11}$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y2=\ln\frac{5+\sqrt3}{11}-\ln\frac12=\ln\frac{2(5+\sqrt3)}{11}$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$y\left(\frac\pi3\right)=2\ln\frac{10+2\sqrt3}{11}$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$2\log_e\left(\frac{2\sqrt3+10}{11}\right)$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I.F.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Weierstrass: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it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rationalise surds in the final value by multiplying by the conjugate.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$\frac{dy}{dx}+P\,y=Q$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I.F.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 P\,dx}$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$\frac{d}{dx}(y\cos x)=\cos x\cdot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Weierstrass: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x=\frac{2t}{1+t^2}$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x=\frac{1-t^2}{1+t^2}$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$dx=\frac{2\,dt}{1+t^2}$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it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$3\sin x+\cos 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$\frac{2(t+1)(t+2)}{1+t^2}$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Factorisation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$3\sin x+\cos x+3=2\left(\cos\frac x2+\sin\frac x2\right)\left(2\cos\frac x2+\sin\frac x2\right)$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$\int\frac{dt}{(t+a)(t+b)}=\frac{1}{b-a}\ln\left|\frac{t+a}{t+b}\right|+C$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rationalise surds in the final value by multiplying by the conjugate.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$16\int_1^2\frac{dx}{x^3\left(x^2+2\right)^2}$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$\frac{11}{6}+\log_e4$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$\frac{11}{12}+\log_e4$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$\frac{11}{6}-\log_e4$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$\frac{11}{12}-\log_e4$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by substitution (rational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by substitution (rational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$x^3(x^2+2)^2$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$x^7\left(1+\frac2{x^2}\right)^2$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$t=1+\frac{2}{x^2}$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$I=\int_1^2\frac{dx}{x^3\left(x^2+2\right)^2}=\int_1^2\frac{dx}{x^3\,x^4\left(1+\frac{2}{x^2}\right)^2}$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$1+\frac2{x^2}=t$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$-\frac{4}{x^3}\,dx=dt$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$x=1\to 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$x=2\to t=\frac32$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$\frac1{x^2}=\frac{t-1}{2}$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$\frac{1}{x^4}=\frac{(t-1)^2}{4}$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$\frac{dx}{x^3}=-\frac{dt}{4}$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$I=-\frac14\int_3^{3/2}\left(\frac{t-1}{2}\right)^2\frac{dt}{t^2}=-\frac1{16}\int_3^{3/2}\frac{t^2-2t+1}{t^2}\,dt$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$I=-\frac1{16}\int_3^{3/2}\left(1-\frac2t+\frac1{t^2}\right)dt=-\frac1{16}\left[t-2\ln t-\frac1t\right]_3^{3/2}$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$\frac32-2\ln\frac32-\frac23$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$3-2\ln3-\frac13$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$=\left(\frac32-3\right)-2\ln\frac32+2\ln3-\frac23+\frac13=-\frac32+2\ln2-\frac13=-\frac{11}{6}+2\ln2$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$I=-\frac1{16}\left(-\frac{11}6+2\ln2\right)=\frac{1}{16}\left(\frac{11}{6}-\ln4\right)$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$16I=\frac{11}{6}-\ln4$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$\frac{11}{6}-\log_e4$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split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partial fractions.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$x\,dx=\frac{du}{2}$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$\frac{1}{u^2(u+2)^2}$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partial fractions.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$\frac{dx}{x^3(x^2+2)^2}=\frac{x\,dx}{x^4(x^2+2)^2}=\frac{du}{2u^2(u+2)^2}$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$\frac1{u(u+2)}=\frac12\left(\frac1u-\frac1{u+2}\right)$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$\frac1{u^2(u+2)^2}=\frac14\left(\frac1{u^2}-\frac{2}{u(u+2)}+\frac{1}{(u+2)^2}\right)=\frac14\left(\frac1{u^2}-\frac1u+\frac1{u+2}+\frac1{(u+2)^2}\right)$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$\int_1^4\frac{du}{u^2}=\frac34$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$\int_1^4\left(\frac1u-\frac1{u+2}\right)du=\ln4-\ln\frac63=\ln2$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$\int_1^4\frac{du}{(u+2)^2}=\frac13-\frac16=\frac16$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$\int_1^4\frac{du}{u^2(u+2)^2}=\frac14\left(\frac34-\ln2+\frac16\right)=\frac14\left(\frac{11}{12}-\ln2\right)$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$I=\frac12\cdot\frac14\left(\frac{11}{12}-\ln2\right)$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$16I=2\left(\frac{11}{12}-\ln2\right)=\frac{11}{6}-\ln4$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$\frac{11}{6}-\log_e4$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it gives the partial fractions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substitution, always convert the limits and re-check which limit is larger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supplies the minus sign).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$\int\frac{dx}{x^{2k+1}(x^2+a)^m}$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$x\,dx=\frac{du}2$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$\frac{1}{x^n(x^2+a)^m}$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$t=1+\frac{a}{x^2}$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$\frac{1}{u(u+a)}=\frac1a\left(\frac1u-\frac1{u+a}\right)$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it gives the partial fractions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$\frac{1}{u^2(u+a)^2}$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substitution, always convert the limits and re-check which limit is larger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supplies the minus sign).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$\int_0^{2\pi}\left[\sin2x\left(1+\cos3x\right)\right]dx$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the greatest integer function, King property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the greatest integer function, King property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$[t]+[-t]=-1$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copies of the integral add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$x\to2\pi-x$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$\sin2x(1+\cos3x)$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$[t]+[-t]=-1$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non-integer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two copies of the integral add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(i) and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$I=\int_0^{2\pi}\left[\sin2x\left(1+\cos3x\right)\right]dx$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$\int_0^af(x)\,dx=\int_0^af(a-x)\,dx$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$\sin2(2\pi-x)=-\sin2x$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$\cos3(2\pi-x)=\cos3x$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$I=\int_0^{2\pi}\left[-\sin2x\left(1+\cos3x\right)\right]dx$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(i) and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$2I=\int_0^{2\pi}\left(\left[g(x)\right]+\left[-g(x)\right]\right)dx$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$g(x)=\sin2x\,(1+\cos3x)$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only at isolated points, which do not affect the integral.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$[t]+[-t]=-1$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only at isolated points, which do not affect the integral.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$2I=\int_0^{2\pi}(-1)\,dx=-\left[x\right]_0^{2\pi}=-2\pi$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part integrates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odd symmetry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fractional parts pair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$[g]=g-\{g\}$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part integrates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odd symmetry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fractional parts pair up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almost everywhere.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$g(x)=\sin2x\,(1+\cos3x)$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$g(2\pi-x)=-g(x)$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$\int_0^{2\pi}g\,dx=0$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$\int_0^{2\pi}[g]\,dx=\int_0^{2\pi}g\,dx-\int_0^{2\pi}\{g\}\,dx=-\int_0^{2\pi}\{g\}\,dx$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non-integer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$\{t\}+\{-t\}=1$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$g(2\pi-x)=-g(x)$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$\{g(x)\}+\{g(2\pi-x)\}=1$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almost everywhere.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$\int_0^{2\pi}\{g\}\,dx=\frac12\int_0^{2\pi}\left(\{g(x)\}+\{g(2\pi-x)\}\right)dx=\frac12\cdot2\pi=\pi$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$\int_0^{2\pi}[g]\,dx=-\pi$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(provided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non-integer almost everywhere);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try to find the breakpoints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- it takes many pieces; look for a symmetry that makes pairs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a simple case: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obeys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formula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ignoring the 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$[t]+[-t]=-1$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$t\notin\mathbb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$\{t\}+\{-t\}=1$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$t\notin\mathbb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$g(a-x)=-g(x)$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$\int_0^a[g(x)]\,dx=-\frac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(provided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non-integer almost everywhere);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try to find the breakpoints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$[\sin2x(1+\cos3x)]$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directly - it takes many pieces; look for a symmetry that makes pairs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a simple case: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$\int_0^{2\pi}[\sin x]\,dx$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obeys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$g(2\pi-x)=-g(x)$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formula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$\int_0^\pi0\,dx+\int_\pi^{2\pi}(-1)\,dx=-\pi$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ignoring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$[\sin 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the curve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area bounded by the curve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$4y^2=x^2(4-x)(x-2)$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$\frac{\pi}{8}$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bounded by a closed curve (domain and symmetry), King property of definite integrals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exists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the area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weight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curve exists only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$2\le x\le4$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is symmetric about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-axis; the 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$\int_2^4x\sqrt{(4-x)(x-2)}\,dx$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$x\to6-x$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weight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branch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lower branch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$y=\pm\frac x2\sqrt{(4-x)(x-2)}$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$(4-x)(x-2)\ge0$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$(x-2)(x-4)\le0$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$x\in[2,4]$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$y_1=\frac x2\sqrt{(4-x)(x-2)}$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lower branch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$y_2=-\frac x2\sqrt{(4-x)(x-2)}$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$=\int_2^4(y_1-y_2)\,dx=\int_2^4x\sqrt{(4-x)(x-2)}\,dx=I$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$\int_2^4f(x)\,dx=\int_2^4f(6-x)\,dx$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$I=\int_2^4(6-x)\sqrt{(x-2)(4-x)}\,dx$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a semicircle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$2I=\int_2^46\sqrt{(x-2)(4-x)}\,dx$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$I=3\int_2^4\sqrt{(x-2)(4-x)}\,dx$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$(x-2)(4-x)=1-(x-3)^2$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$I=3\int_2^4\sqrt{1-(x-3)^2}\,dx$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$\int_2^4\sqrt{1-(x-3)^2}\,dx$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area of a semicircle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$I=3\times\frac\pi2=\frac{3\pi}{2}$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$\frac{3\pi}{2}$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Centroid view: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area,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bounds a semicircle centred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Centroid view: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 x\,h(x)\,dx=\bar x\cdot$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area,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$h=\sqrt{1-(x-3)^2}$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bounds a semicircle centred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$\bar 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area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semicircle (area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symmetric about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first moment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𝑎𝑟𝑒𝑎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symmetry.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$\int_2^4x\sqrt{1-(x-3)^2}\,dx$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y\le\sqrt{1-(x-3)^2}$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semicircle (area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symmetric about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first moment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$\int_2^4x\,h(x)\,dx=\bar x\times\text{area}=3\cdot\frac\pi2$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symmetry.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$x=3+u$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$\int_{-1}^1(3+u)\sqrt{1-u^2}\,du=3\cdot\frac\pi2+0$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$u\sqrt{1-u^2}$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$\frac{3\pi}{2}$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is defined only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the area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those intervals.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moment of a semicircle, the odd part vanishes).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product of two linear factors is a circle in disguise.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curve is defined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the area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$2\int\sqrt{F(x)}\,dx$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those intervals.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$\int_{c-r}^{c+r}x\sqrt{r^2-(x-c)^2}\,dx=c\cdot\frac{\pi r^2}{2}$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moment of a semicircle, the odd part vanishes).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$c=3,r=1$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$(x-p)(q-x)=\left(\frac{q-p}2\right)^2-\left(x-\frac{p+q}{2}\right)^2$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 product of two linear factors is a circle in disguise.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$\int_0^1x\cot^{-1}\left(1-x^2+x^4\right)dx$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$\frac\pi2-\frac12\log_e2$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$\frac\pi4-\frac12\log_e2$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identities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difference), Definite integration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998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identities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difference), Definite integration by parts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difference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$1-x^2+x^4&gt;0$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$\cot^{-1}(\cdot)=\tan^{-1}\frac{1}{(\cdot)}$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$\frac{1}{1+x^2(x^2-1)}$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difference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$\frac{a-b}{1+ab}$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$b=x^2-1$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argument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second: 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$\int_0^1x\cot^{-1}\left(1-x^2+x^4\right)dx=\int_0^1x\tan^{-1}\left(\frac{1}{1+x^4-x^2}\right)dx$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argument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$\frac{1}{1+x^2(x^2-1)}=\frac{x^2-(x^2-1)}{1+x^2(x^2-1)}$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$\tan^{-1}(\cdot)=\tan^{-1}x^2-\tan^{-1}(x^2-1)$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$I=\int_0^1x\tan^{-1}x^2\,dx-\int_0^1x\tan^{-1}\left(x^2-1\right)dx$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integral: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$2x\,dx=dt$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$2x\,dx=dk$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$I=\frac12\int_0^1\tan^{-1}t\,dt-\frac12\int_{-1}^0\tan^{-1}k\,dk$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$\int\tan^{-1}t\,dt=t\tan^{-1}t-\int\frac{t}{1+t^2}\,dt=t\tan^{-1}t-\frac12\ln\left(1+t^2\right)$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$\int_0^1\tan^{-1}t\,dt=\frac\pi4-\frac12\ln2$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$\int_{-1}^0\tan^{-1}k\,dk=0-\left(\frac\pi4-\frac12\ln2\right)$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$I=\frac12\left(\frac\pi4-\frac12\ln2\right)+\frac12\left(\frac\pi4-\frac12\ln2\right)$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$I=\frac\pi4-\frac12\ln2$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$\frac\pi4-\frac12\log_e2$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the two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pieces are equal, and get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an area using the inverse function.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Reflect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$t\to1-t$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see the two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pieces are equal, and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$\int_0^1\tan^{-1}t\,dt$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an area using the inverse function.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identity,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identity,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$I=\frac12\int_0^1\left[\tan^{-1}t-\tan^{-1}(t-1)\right]dt$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$\int_0^1\tan^{-1}(t-1)\,dt$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$\tan^{-1}(t-1)=-\tan^{-1}u$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$-\int_0^1\tan^{-1}u\,du$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$I=\frac12\cdot2\int_0^1\tan^{-1}t\,dt=\int_0^1\tan^{-1}t\,dt$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view: the region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region left of it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fill the rectangle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view: the region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$y=\tan^{-1}t$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t\le1$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region left of it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fill the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$[0,1]\times\left[0,\frac\pi4\right]$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$\int_0^1\tan^{-1}t\,dt=\frac\pi4-\int_0^{\pi/4}\tan y\,dy=\frac\pi4-\left[-\ln\cos y\right]_0^{\pi/4}=\frac\pi4-\ln\sqrt2$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$I=\frac\pi4-\frac12\ln2$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$\frac\pi4-\frac12\log_e2$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differs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always, so it is safe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area-of-inverse trick).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 patterns: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arguments often signal the difference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$\cot^{-1}z=\tan^{-1}\frac1z$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differs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$1-x^2+x^4&gt;0$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always, so it is safe 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$\tan^{-1}a-\tan^{-1}b=\tan^{-1}\frac{a-b}{1+ab}$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$1+x^2(x^2-1)$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$\tan^{-1}1-\tan^{-1}0=\frac\pi4=\cot^{-1}1$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$\int_0^1\tan^{-1}t\,dt=\frac\pi4-\frac12\ln2$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$\int_0^1f+\int_0^{f(1)}f^{-1}=1\cdot 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area-of-inverse trick).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Telescoping patterns: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$1+k(k+1)$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$1-x^2+x^4$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arguments often signal the difference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defined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 defined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$\begin{vmatrix}f(x)&amp;f'(x)\\f'(x)&amp;f''(x)\end{vmatrix}=0$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interval: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$(9,12)$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of a function and its derivative (Wronskian)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Solving the differential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240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Determinant of a function and its derivative (Wronskian)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Solving the differential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$f'=c\,f$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condition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$ff''-f'^2=0$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$\frac{d}{dx}\left(\frac{f'}{f}\right)=0$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$f'=c\,f$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would force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we may 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$f(x)f''(x)-\left(f'(x)\right)^2=0$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would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we may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$\frac{d}{dx}\left(\frac{f'(x)}{f(x)}\right)=\frac{ff''-f'^2}{f^2}=0$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$\frac{f'(x)}{f(x)}=c$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constant).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$f'(0)=2$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$\frac{f'(x)}{f(x)}=2$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$\int\frac{dy}{y}=\int2\,dx$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y=2x+\ln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$y=k\,e^{2x}$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$f(0)=1\Rightarrow 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$f(1)=e^2\approx7.39\in(6,9)$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$(6,9)$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given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given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divide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$ff''=f'^2$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$ff'$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$\frac{f''}{f'}=\frac{f'}{f}$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there), so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both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 f''=f'^2$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(else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there), so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$f\,f'$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$\frac{f''}{f'}=\frac{f'}{f}$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Integrate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$\ln|f'|=\ln|f|+\ln|c|$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$f'=c\,f$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equal to its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$c=\frac{f'(0)}{f(0)}=2$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$f'=2f$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$\left(f\,e^{-2x}\right)'=0$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$f\,e^{-2x}$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equal to its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$f(1)=e^2\in(6,9)$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$(6,9)$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determinant </a:t>
                </a:r>
                <a14:m>
                  <m:oMath xmlns:m="http://schemas.openxmlformats.org/officeDocument/2006/math">
                    <m:d>
                      <m:dPr>
                        <m:begChr m:val="∣"/>
                        <m:sepChr m:val=""/>
                        <m:endChr m:val="∣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″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Wronskian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quotient-rule form to remember;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the same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unique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Estimate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7.389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remember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20.1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 f''-f'^2=0\iff\left(\ln f\right)''=0\iff f=a\,e^{kx}$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$\begin{vmatrix}f&amp;f'\\f'&amp;f''\end{vmatrix}$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Wronskian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$\frac{d}{dx}\frac{f'}{f}=\frac{ff''-f'^2}{f^2}$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quotient-rule form to remember;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$\frac{d}{dx}\frac{f}{f'}=\frac{f'^2-ff''}{f'^2}$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the same way.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$f'=kf$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unique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$f=Ae^{kx}$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$\left(fe^{-kx}\right)'=0$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Estimate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$e^2\approx7.389$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remember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$e\approx2.718$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$e^2\approx7.39$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$e^3\approx20.1$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2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$f(x)=\int\frac{\sqrt x}{(1+x)^2}\,dx$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$(x\ge0)$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$f(3)-f(1)$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$\frac\pi6+\frac12-\frac{\sqrt3}{4}$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$\frac{\pi}{12}+\frac12-\frac{\sqrt3}{4}$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$-\frac\pi6+\frac12+\frac{\sqrt3}{4}$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$-\frac{\pi}{12}+\frac12+\frac{\sqrt3}{4}$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13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Indefinite integration of an irrational function by trigonometric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integrand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 x=\tan\theta$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integrand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$2\sin^2\theta\,d\theta$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$dx=2\tan\theta\sec^2\theta\,d\theta$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$I=\int\frac{\tan\theta\cdot2\tan\theta\sec^2\theta\,d\theta}{\left(1+\tan^2\theta\right)^2}=\int\frac{2\tan^2\theta\sec^2\theta}{\sec^4\theta}\,d\theta$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$=\int\frac{2\left(\sec^2\theta-1\right)}{\sec^2\theta}\,d\theta=\int2\left(1-\cos^2\theta\right)d\theta=\int2\sin^2\theta\,d\theta$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$=\int(1-\cos2\theta)\,d\theta=\theta-\frac{\sin2\theta}{2}+C=\theta-\frac{\tan\theta}{1+\tan^2\theta}+C$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$f(x)=\tan^{-1}\sqrt x-\frac{\sqrt x}{1+x}+C$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$f(3)=\tan^{-1}\sqrt3-\frac{\sqrt3}{4}+C=\frac\pi3-\frac{\sqrt3}{4}+C$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$f(1)=\tan^{-1}1-\frac12+C=\frac\pi4-\frac12+C$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$f(3)-f(1)=\frac\pi3-\frac\pi4+\frac12-\frac{\sqrt3}{4}=\frac{\pi}{12}+\frac12-\frac{\sqrt3}{4}$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$\frac{\pi}{12}+\frac12-\frac{\sqrt3}{4}$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by parts: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$x=u^2$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by parts: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$\int\frac{2u^2}{(1+u^2)^2}du=\int u\cdot\frac{2u}{(1+u^2)^2}du$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$dx=2u\,du$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$f=\int\frac{2u^2}{(1+u^2)^2}\,du$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$\frac{2u}{(1+u^2)^2}=\frac{d}{du}\left(-\frac{1}{1+u^2}\right)$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$-\frac{1}{1+u^2}$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u\cdot\frac{2u}{(1+u^2)^2}du=-\frac{u}{1+u^2}+\int\frac{du}{1+u^2}$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$=\tan^{-1}u-\frac{u}{1+u^2}+C$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$f(3)-f(1)=\left[\tan^{-1}u-\frac{u}{1+u^2}\right]_1^{\sqrt3}=\left(\frac\pi3-\frac{\sqrt3}4\right)-\left(\frac\pi4-\frac12\right)=\frac\pi{12}+\frac12-\frac{\sqrt3}4$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$\frac{\pi}{12}+\frac12-\frac{\sqrt3}{4}$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integrals come out as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a rational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 back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- never carry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derivative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$\int\frac{\sqrt x}{(1+x)^2}\,dx=\tan^{-1}\sqrt x-\frac{\sqrt x}{1+x}+C$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$\int\frac{dx}{(1+x^2)^2}$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integrals come out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a rational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$2\sin^2\theta=1-\cos2\theta$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$\sin2\theta=\frac{2\tan\theta}{1+\tan^2\theta}$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 back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$f(3)-f(1)$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- never carry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$\tan^{-1}\sqrt x-\frac{\sqrt 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$\frac{1}{2\sqrt x(1+x)}-\frac{1-x}{2\sqrt x(1+x)^2}=\frac{\sqrt x}{(1+x)^2}$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$S(\alpha)=\{(x,y):y^2\le x,\ 0\le x\le\alpha\}$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area of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$0&lt;\lambda&lt;4$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$A(\lambda):A(4)=2:5$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$2\left(\frac25\right)^{1/3}$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$2\left(\frac{4}{25}\right)^{1/3}$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$4\left(\frac25\right)^{1/3}$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$4\left(\frac4{25}\right)^{1/3}$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under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condition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$A(\lambda)=2\int_0^\lambda\sqrt x\,dx=\frac43\lambda^{3/2}$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ratio condition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$\left(\frac\lambda4\right)^{3/2}=\frac25$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bounded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532376"/>
                <a:ext cx="10725912" cy="214274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bounded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$y=\pm\sqrt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$A(\lambda)=2\int_0^\lambda\sqrt x\,dx=2\cdot\frac23\lambda^{3/2}=\frac43\lambda^{3/2}$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$A(4)=\frac43\cdot4^{3/2}=\frac43\cdot8$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$\frac{A(\lambda)}{A(4)}=\frac{\lambda^{3/2}}{8}=\frac25$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$\lambda^{3/2}=\frac{16}{5}$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$\lambda=\left(\frac{16}{5}\right)^{2/3}=\left(\frac{256}{25}\right)^{1/3}$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$\left(\frac{256}{25}\right)^{1/3}=\left(64\cdot\frac{4}{25}\right)^{1/3}=4\left(\frac4{25}\right)^{1/3}$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$4\left(\frac{4}{25}\right)^{1/3}$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Scaling: stretching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stretches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family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scales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Scaling: stretching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stretches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 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family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area scales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$s^{3/2}$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ra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maps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itself.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map multiplies areas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$(x,y)\to\left(\frac\lambda4x,\sqrt{\frac\lambda4}\,y\right)$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itself.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map multiplies areas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$\frac\lambda4\cdot\sqrt{\frac\lambda4}=\left(\frac\lambda4\right)^{3/2}$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$\frac{A(\lambda)}{A(4)}=\left(\frac\lambda4\right)^{3/2}=\frac25$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$\frac\lambda4=\left(\frac25\right)^{2/3}=\left(\frac4{25}\right)^{1/3}$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$\lambda=4\left(\frac4{25}\right)^{1/3}$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$4\left(\frac{4}{25}\right)^{1/3}$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segment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off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two-thirds of the enclosing rectangle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proportional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 questions need only the exponent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never the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convert fractional powers into one cube root to match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segment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 off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$\frac83\sqrt a\,h^{3/2}$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two-thirds of the enclosing rectangle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$h\times4\sqrt{ah}$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$\frac43h^{3/2}$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area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proportional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 questions need only 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never the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$\left(\frac25\right)^{2/3}=\left(\frac4{25}\right)^{1/3}$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convert fractional powers into one cube root to match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$\beta=\log_e(1-\alpha)$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$P_n(x)=x+\frac{x^2}{2}+\frac{x^3}{3}+\dots+\frac{x^n}{n}$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$\int_0^\alpha\frac{t^{50}}{1-t}\,dt$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$-\left(\beta+P_{50}(\alpha)\right)$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$\beta+P_{50}(\alpha)$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$\beta-P_{50}(\alpha)$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$P_{50}(\alpha)-\beta$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28142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integration with algebraic division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Logarithmic series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281424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integration with algebraic division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$\frac{t^{50}}{1-t}$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Logarithmic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$\ln(1-x)$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$t^{50}=\left(t^{50}-1\right)+1$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$\frac{t^{50}-1}{1-t}=-\left(1+t+\dots+t^{49}\right)$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49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$\int_0^\alpha\frac{t^{50}}{1-t}\,dt=\int_0^\alpha\frac{t^{50}-1+1}{1-t}\,dt$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$\frac{t^{50}-1}{1-t}=-\frac{1-t^{50}}{1-t}=-\left(1+t+\dots+t^{49}\right)$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$I=-\int_0^\alpha\left(1+t+\dots+t^{49}\right)dt+\int_0^\alpha\frac{dt}{1-t}$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49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$-\int_0^\alpha\left(1+t+\dots+t^{49}\right)dt=-\left(\alpha+\frac{\alpha^2}{2}+\dots+\frac{\alpha^{50}}{50}\right)=-P_{50}(\alpha)$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$\int_0^\alpha\frac{dt}{1-t}=\left[-\ln(1-t)\right]_0^\alpha=-\ln(1-\alpha)=-\beta$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$I=-P_{50}(\alpha)-\beta=-\left(\beta+P_{50}(\alpha)\right)$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$-\left(\beta+P_{50}(\alpha)\right)$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term by term: the tail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onwards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the first 50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$\frac{1}{1-t}=\sum_{k\ge0}t^k$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term by term: the tail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$t^{50}$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onwards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$-\ln(1-\alpha)$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minus the first 50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$\frac{t^{50}}{1-t}=t^{50}+t^{51}+t^{52}+\dots$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$\int_0^\alpha\frac{t^{50}}{1-t}\,dt=\sum_{k=50}^{\infty}\frac{\alpha^{k+1}}{k+1}=\sum_{m=51}^{\infty}\frac{\alpha^m}{m}$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$-\ln(1-\alpha)=\sum_{m=1}^\infty\frac{\alpha^m}{m}$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$\sum_{m=51}^\infty\frac{\alpha^m}{m}=-\ln(1-\alpha)-\sum_{m=1}^{50}\frac{\alpha^m}{m}$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integral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0.000788840493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0.000788840493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$=-\beta-P_{50}(\alpha)=-\left(\beta+P_{50}(\alpha)\right)$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$\alpha=0.9$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$0.000788840493$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$-\beta-P_{50}(0.9)$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$0.000788840493$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$-\left(\beta+P_{50}(\alpha)\right)$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partial sum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tail.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factorisation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key to any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check: the integrand is positive, so the answer must be positive: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A), whereas (B) and (C) are negative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$\int_0^\alpha\frac{t^n}{1-t}\,dt=-\ln(1-\alpha)-\sum_{k=1}^n\frac{\alpha^k}{k}$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$\frac{t^n}{1-t}=\frac{1}{1-t}-\left(1+t+\dots+t^{n-1}\right)$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$-\ln(1-x)=x+\frac{x^2}2+\frac{x^3}3+\dots$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$P_n(x)$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partial sum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$-\ln(1-x)-P_n(x)&gt;0$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tail.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Geometric factorisation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$1-t^n=(1-t)\left(1+t+\dots+t^{n-1}\right)$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key to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$\frac{t^n}{1-t}$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integral.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Sign check: the integrand is positive, so the answer must be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$-\beta=-\ln(1-\alpha)&gt;P_{50}(\alpha)$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$-\beta-P_{50}&gt;0$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A), whereas (B) and (C) are negative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9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(Integral Calculus 01) Question bank · detailed solutions · 20 single-correct questions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