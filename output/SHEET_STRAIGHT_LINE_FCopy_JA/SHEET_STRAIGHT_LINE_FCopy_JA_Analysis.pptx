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CC4125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2.0</c:v>
                </c:pt>
                <c:pt idx="1">
                  <c:v>3.0</c:v>
                </c:pt>
                <c:pt idx="2">
                  <c:v>4.0</c:v>
                </c:pt>
                <c:pt idx="3">
                  <c:v>5.0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step 'From (1) and (2): 7x^2/2 = 27' drops a factor: with (y-1)^2 = x^2/4 the correct equation is 2x^2 - x^2/4 = 7x^2/4 = 27. The PDF's following x = +-6*sqrt(3/7) is right (x^2 = 108/7), so the final answer is unchanged. Corrected only this intermediate line; also made explicit that the other sign of the modulus has no solution on the bisector.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Straight Line (Exercise J-A)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JEE Advanced previous-year questions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all correct options (assumed)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assumed: not printed in the paper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distance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 of intersection of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$a&gt;b&gt;c&gt;0$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distance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 of intersection of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$bx+ay+c=0$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$a+b-c&gt;0$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$a-b+c&lt;0$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$a-b+c&gt;0$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$a+b-c&lt;0$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Point of intersection of two lines and distance between points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lines swap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they meet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distance condition then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lines swap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$x\leftrightarrow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they meet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distance condition then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$c&lt;a+b$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of intersection of both lines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coordinate differs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of intersection of both lines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$\left(-\frac{c}{a+b},-\frac{c}{a+b}\right)$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coordinate differs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$1+\frac{c}{a+b}=\frac{a+b+c}{a+b}$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$=\sqrt{\frac{(a+b+c)^2}{(a+b)^2}\times2}=\sqrt2\,\frac{a+b+c}{a+b}$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$\sqrt2\,\frac{a+b+c}{a+b}&lt;2\sqrt2$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$a+b+c&lt;2(a+b)$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According to the given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always: option (C) is also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options: (A) and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$a+b-c&gt;0$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According to the given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$a-b+c&gt;0$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always: option (C) is also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$a-b+c&lt;0$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$a+b-c&lt;0$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options: (A) and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Using only the ordering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both inequalities in the options hold automatically, so no distance computation is needed beyond the point itself.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Using only the ordering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$a&gt;b&gt;c&gt;0$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both inequalities in the options hold automatically, so no distance computation is needed beyond the point itself.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the two equations: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Adding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substituting, so the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automatically true: the stated condition holds for every such triple.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the two equations: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$(a-b)(x-y)=0$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Adding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$(a+b)x=-c$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substituting, so the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$t=-\frac{c}{a+b}&lt;0$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$\sqrt2(1-t)=\sqrt2\left(1+\frac{c}{a+b}\right)$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$c&lt;a+b$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$a&gt;b&gt;c&gt;0$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$a+b-c&gt;0$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automatically true: the stated condition holds for every such triple.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every statement that follows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is correct: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negations (B) and (D) are false. Answer (A, 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every statement that follows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$a&gt;b&gt;c&gt;0$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is correct: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$a-b+c&gt;0$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$a+b-c&gt;0$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negations (B) and (D) are false. Answer (A, 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lines are obtained from each other by swapping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their intersection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one-or-more-correct questions, first test whether a stated condition is automatically true from the given ordering; then several options can be correct together. 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lines are obtained from each other by swapping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$bx+ay+c$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their intersection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$\sqrt2\,|1-t|$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one-or-more-correct questions, first test whether a stated condition is automatically true from the given ordering; then several options can be correct together. 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$a&gt;b&gt;c&gt;0$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$a+b-c&gt;0$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$a-b+c&gt;0$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Q02 – Q04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the correct value (assumed)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assumed: not printed in the paper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plane,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distances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 area of the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consisting of all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lying in the first quadrant and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plane,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$d_1(P)$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$d_2(P)$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distances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consisting of all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lying in the first quadrant and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 d_1(P)+d_2(P)\le4$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Distance of a point from a line and area of a region given by modulus inequalities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the first quadrant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region is the difference of two squares.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the first quadrant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$|h-k|+|h+k|=2\max(h,k)$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region is the difference of two squares.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$2\le\left|\frac{h-k}{\sqrt2}\right|+\left|\frac{h+k}{\sqrt2}\right|\le4$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$2\sqrt2\le|h-k|+|h+k|\le4\sqrt2$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$h\ge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$2\sqrt2\le (h-k)+(h+k)\le4\sqrt2$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$\sqrt2\le h\le2\sqrt2$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Similarly,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part of the square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 the square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region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Similarly,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$\sqrt2\le k\le2\sqrt2$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part of the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$[0,2\sqrt2]^2$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 the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$[0,\sqrt2]^2$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region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$\max(h,k)=\sqrt2$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$\max(h,k)=2\sqrt2$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$=(2\sqrt2)^2-(\sqrt2)^2=8-2=6$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rotated coordinates,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-norm: the level sets are diamonds and the first quadrant is a quarter of the plane.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$(d_1,d_2)$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rotated coordinates,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$d_1+d_2$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$L^1$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-norm: the level sets are diamonds and the first quadrant is a quarter of the plane.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perpendicular, so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rotation, area preserved)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region between two diamonds (squares)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of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Ring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perpendicular, so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$u=\frac{x-y}{\sqrt2}$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$v=\frac{x+y}{\sqrt2}$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rotation, area preserved)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$d_1=|u|$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$d_2=|v|$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$2\le|u|+|v|\le4$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region between two diamonds (squares)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$|u|+|v|=s$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Ring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$=2(4^2)-2(2^2)=32-8=24$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quadrant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wedge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quarter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-plane); by the four-fold symmetry of the ring about the origin it contains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quadrant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$x\ge0,y\ge0$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wedge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$|u|\le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quarter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-plane); by the four-fold symmetry of the ring about the origin it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$=\frac{24}{4}=6$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perpendicular lines through the origin, the distances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point are its coordinates in the rotated frame,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(diamond) of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of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first quadrant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here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frame of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perpendicular lines through the origin, the distances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$(d_1,d_2)$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point are its coordinates in the rotated frame,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$d_1^2+d_2^2=x^2+y^2$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$|u|+|v|\le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(diamond)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$\max(|u|,|v|)\le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first quadrant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$|x-y|+|x+y|=2\max(x,y)$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here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$d_1+d_2=\sqrt2\max(x,y)$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$\sqrt2\le\max(x,y)\le2\sqrt2$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frame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309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 fixed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locus of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product of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two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distance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two distinct points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square of the distance between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309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$L_1:x\sqrt2+y-1=0$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$L_2:x\sqrt2-y+1=0$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 fixed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locus of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product of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two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distance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$\sqrt{270}$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perpendicular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two distinct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square of the distance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of a point with a given product of distances from two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locus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its centre, so the chord length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locus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$|2x^2-(y-1)^2|=3\lambda^2$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$y-1=2x$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its centre, so the chord length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$\left|\frac{x\sqrt2+y-1}{\sqrt3}\right|\left|\frac{x\sqrt2-y+1}{\sqrt3}\right|=\lambda^2$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$|2x^2-(y-1)^2|=3\lambda^2$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li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li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$y-1=2x$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$S(x_2,y_2)$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$|2x^2-(2x)^2|=3\lambda^2$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$2x^2=3\lambda^2$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$x=\pm\lambda\sqrt{\frac32}$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$R\left(\lambda\sqrt{\tfrac32},\,1+\lambda\sqrt6\right)$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$S\left(-\lambda\sqrt{\tfrac32},\,1-\lambda\sqrt6\right)$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$RS=\sqrt{270}$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$(\lambda\sqrt6)^2+(2\lambda\sqrt6)^2=270$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$x_1-x_2=2\lambda\sqrt{3/2}=\lambda\sqrt6$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$y_1-y_2=2\lambda\sqrt6$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$30\lambda^2=270$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the origin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measure along the line by the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the origin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measure along the line by the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new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on it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$|2X^2-Y^2|=3\lambda^2$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new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on it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$r(1,2)/\sqrt5$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$\frac{r^2}{5}|2-4|=3\lambda^2$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$r^2=\frac{15\lambda^2}{2}$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$R,S$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$RS^2=4r^2=30\lambda^2$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$30\lambda^2=270$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of points whose distances from two intersecting lines have constant product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pair of conjugate hyperbolas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with the lines as asymptotes.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curve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homogeneous of degree 2, a line through the centre in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it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chord through the centre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of points whose distances from two intersecting lines have constant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pair of conjugate hyperbolas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$|L_1L_2|=k$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with the lines as asymptotes.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$|Q(X,Y)|=k$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homogeneous of degree 2, a line through the centre in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$(\cos\theta,\sin\theta)$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it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$r^2=\frac{k}{|Q(\cos\theta,\sin\theta)|}$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chord through the centre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$Q=2X^2-Y^2$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$(1,2)/\sqrt5$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$r^2=\frac{5\cdot3\lambda^2}{2}$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$RS^2=30\lambda^2$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124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 fixed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locus of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product of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two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distance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two distinct points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square of the distance between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 (Give the numerical value correct to two decimal places,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77.14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124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$L_1:x\sqrt2+y-1=0$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$L_2:x\sqrt2-y+1=0$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 fixed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locus of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product of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two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distance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$\sqrt{270}$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perpendicular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two distinct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square of the distance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 (Give the numerical value correct to two decimal places,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$\frac{540}{7}\approx77.14$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of a point with a given product of distances from two lines, Perpendicular bisector and chord length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5(Very difficult than JEE Advanced)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locus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bisector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only its branch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$\lambda^2=9$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locus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$|2x^2-(y-1)^2|=27$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bisector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$y-1=-\frac x2$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only its branch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$2x^2-(y-1)^2=27$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in Q3,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in Q3,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$\left|2x^2-(y-1)^2\right|=27$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perpendicular bisector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sign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perpendicular bisector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$y=-\frac12x+1$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$(y-1)^2=\frac{x^2}{4}$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$2x^2-\frac{x^2}{4}=\frac{7x^2}{4}=27$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sign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$\frac{7x^2}{4}=-27$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$x^2=\frac{108}{7}$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$x=\pm6\sqrt{\frac37}$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li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li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li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li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type m:val="li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type m:val="li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77.14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$R'\left(6\sqrt{\tfrac37},\,1-3\sqrt{\tfrac37}\right)$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$S'\left(-6\sqrt{\tfrac37},\,1+3\sqrt{\tfrac37}\right)$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$D=(R'S')^2=\left(12\sqrt{\tfrac37}\right)^2+\left(6\sqrt{\tfrac37}\right)^2$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$D=\frac37\times180=\frac{540}{7}\approx77.14$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540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77.14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$\frac{540}{7}\approx77.14$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central-chord formula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along the bisector direction.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central-chord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$r^2=\frac{k}{|Q(\cos\theta,\sin\theta)|}$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along the bisector direction.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bisector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origin, with unit direction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$|2X^2-Y^2|=27$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bisector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origin, with unit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$\frac{(2,-1)}{\sqrt5}$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$(X,Y)=\frac r{\sqrt5}(2,-1)$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$2X^2-Y^2=\frac{r^2}{5}(8-1)=\frac{7r^2}{5}$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sign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 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77.14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$\frac{7r^2}5=27$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$r^2=\frac{135}{7}$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sign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$\frac{7r^2}{5}&gt;0$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$R',S'$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$D=(2r)^2=4r^2=\frac{540}{7}\approx77.14$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540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77.14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$\frac{540}{7}\approx77.14$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homogeneous of degree 2, the chord through the centre in direction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squared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coordinates of the endpoints are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Chords through the centre along directions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 unit vector,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the centre may hit only one of the two conjugate branches: test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its direction before solving.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$|Q(X,Y)|=k$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homogeneous of degree 2, the chord through the centre in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squared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$\frac{4k}{|Q(\hat n)|}$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coordinates of the endpoints are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Chords through the centre along directions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 unit vector,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$RS^2:R'S'^2=\frac{1}{2/5}:\frac{1}{7/5}=7:2$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$270:\frac{540}{7}=7:2$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the centre may hit only one of the two conjugate branches: test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its direction before solving.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91440" marR="91440"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FFFFFF"/>
                          </a:solidFill>
                          <a:latin typeface="Arial"/>
                        </a:rPr>
                        <a:t>Very difficult than JEE Advanced</a:t>
                      </a:r>
                    </a:p>
                  </a:txBody>
                  <a:tcPr anchor="ctr" marL="91440" marR="91440">
                    <a:solidFill>
                      <a:srgbClr val="CC41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3.50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1 question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4 questions, 16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Straight Line Exercise J-A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3.50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