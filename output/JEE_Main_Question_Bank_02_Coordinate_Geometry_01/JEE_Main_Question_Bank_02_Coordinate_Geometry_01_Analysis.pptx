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3.0</c:v>
                </c:pt>
                <c:pt idx="6">
                  <c:v>3.0</c:v>
                </c:pt>
                <c:pt idx="7">
                  <c:v>1.0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1.0</c:v>
                </c:pt>
                <c:pt idx="12">
                  <c:v>3.0</c:v>
                </c:pt>
                <c:pt idx="13">
                  <c:v>2.0</c:v>
                </c:pt>
                <c:pt idx="14">
                  <c:v>3.0</c:v>
                </c:pt>
                <c:pt idx="15">
                  <c:v>3.0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after the normal form reads x/(3p) + y/(2p) = 1. It should be x/(2p) + y/(2p/sqrt3) = 1 (dividing x/2 + sqrt3 y/2 = p by p). The next line of the PDF (a = 2p, b = 2p/sqrt3) and the final answer are already correct; only that intermediate line was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Typos in the PDF working, none affecting the logic or the answer: (1) in line (1) the common root is printed as 'x^2 = -sqrt(c)/sqrt(a)' (the exponent is spurious; the root is x = -sqrt(c)/sqrt(a), as the next line uses it); (2) the last line prints 'as b = sqrt(ae)'; it should be b = sqrt(ac). Both are corrected in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prints the tangent as '3x - xy = 7' (a typo); the correct tangent is 3x - 4y = 7, which is what the PDF's later working (3x - 4y - 7) actually uses. Everything after that line, and the answer 5,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Coordinate Geometry (Paper 01)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centres of the circles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of intersection of these circles, then the area (in sq. units) of the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centres of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$x^2+y^2-2x-2y-2=0$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$x^2+y^2-6x-6y+14=0$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of intersection of these circles, then the area (in sq. units) of the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$PC_1QC_2$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circles and the area of the quadrilateral formed by the centres and the common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circles orthogonal, so the quadrilateral is two right triangles on legs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$(C_1C_2)^2=r_1^2+r_2^2$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circles orthogonal, so the quadrilateral is two right triangles on legs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1: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2: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1: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$r_1^2=1+1+2=4$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2: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$r_2^2=9+9-14=4$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$(C_1C_2)^2=(3-1)^2+(3-1)^2=8$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$r_1^2+r_2^2=4+4=8$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circles are orthogonal,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made of two congruent right triangles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$(C_1C_2)^2=r_1^2+r_2^2$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circles are orthogonal,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$C_1P\perp C_2P$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$C_1Q\perp C_2Q$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$PC_1QC_2$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made of two congruent right triangles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$C_1PC_2$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$C_1QC_2$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$\frac12r_1r_2$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$=2\times\frac12\times2\times2=4$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radical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half the product of the two diagonals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radical axis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half the product of the two diagonals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radical axis: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diagonals of the quadrilateral are perpendicular.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radical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$4x+4y-16=0$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diagonals of the quadrilateral are perpendicular.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$C_1C_2=\sqrt{(3-1)^2+(3-1)^2}=2\sqrt2$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quadrilateral with perpendicular diagonals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$\frac{|1+1-4|}{\sqrt2}=\sqrt2$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$PQ=2\sqrt{r_1^2-(\sqrt2)^2}=2\sqrt{4-2}=2\sqrt2$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quadrilateral with perpendicular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$=\frac12\,d_1d_2=\frac12\cdot2\sqrt2\cdot2\sqrt2=4$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orthogonal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orthogonal circles the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common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of two circles is the radical axis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always perpendicular to the line of centres.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$x^2+y^2+2g_1x+2f_1y+c_1=0$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$x^2+y^2+2g_2x+2f_2y+c_2=0$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orthogonal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$2g_1g_2+2f_1f_2=c_1+c_2$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$C_1C_2^2=r_1^2+r_2^2$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$2(-1)(-3)+2(-1)(-3)=12=-2+14$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orthogonal circles the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$PC_1QC_2$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common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$PQ=\dfrac{2r_1r_2}{\sqrt{r_1^2+r_2^2}}$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of two circles is the radical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always perpendicular to the line of centres.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the major axis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diameter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 x^2+9y^2=9$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the major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diameter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Ellipse and its intercepts on the axes, Line meeting a circle (circle on the major axis as diameter)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on the major axis as diameter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it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on the major axis as diameter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it again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$\frac12\cdot OA\cdot y_P$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positive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major axis runs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 \frac{x^2}{9}+y^2=1$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positive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major axis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major axis is a diameter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major axis is a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 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x3+\frac y1=1$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$x=3-3y$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$(3-3y)^2+y^2=9$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$10y^2-18y=0$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$x=3-\frac{27}{5}=-\frac{12}{5}$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APO=\frac12\cdot OA\cdot|y_P|=\frac12\cdot3\cdot\frac95=\frac{27}{10}$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$m=27,\ 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Power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the circle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locates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a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Power of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the circle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$BA\cdot BP$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locates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a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 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$0+1&lt;9$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$1-9=-8$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$BA\cdot BP=8$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$BA=\sqrt{9+1}=\sqrt{10}$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$BP=\frac{8}{\sqrt{10}}$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$AP=\sqrt{10}+\frac{8}{\sqrt{10}}=\frac{18}{\sqrt{10}}$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$AP=\frac95\,AB$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$P=A+\frac95(B-A)=(3,0)+\frac95(-3,1)=\left(-\frac{12}{5},\frac95\right)$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$=\frac12\cdot3\cdot\frac95=\frac{27}{10}$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$m-n=27-10=17$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positive axes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circle on its major axis as diameter is the auxiliary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positive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circle on its major axis as diameter is the auxiliary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$\left(\frac{a(b^2-a^2)}{a^2+b^2},\ \frac{2a^2b}{a^2+b^2}\right)$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$\left(-\frac{12}5,\frac95\right)$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a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a circle: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chord through it; the product of the two segments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with a vertex at the origin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one vertex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it is just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a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$P_0A\cdot P_0P=r^2-OP_0^2$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chord through it; the product of the two segments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with a vertex at the origin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$\frac12|x_1y_2-x_2y_1|$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one vertex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it is just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$\cdot|y|$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focus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parabola at two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focus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parabola at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Parabola: focus and a line meeting the parabola, Centroid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centroid condition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centroid condition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$y_1+y_2$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focus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$x=\frac{y-c}{m}$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$y^2=20\cdot\frac{y-c}{m}$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$y^2-\frac{20}{m}y+\frac{20c}{m}=0$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$y_1+y_2=\frac{20}{m}$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$\frac{y_1+y_2+0}{3}=10$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$\frac{20}{m}=30$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$c=\frac23+6=\frac{20}{3}$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of the centroid: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given).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$\frac{20c}{m}=\frac{20\cdot\frac{20}{3}}{\frac23}=200$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$y^2-30y+200=0$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$y=10\Rightarrow 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$y=20\Rightarrow x=20$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$Q(20,20)$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of the centroid: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$\frac{5+20+5}{3}=10$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given).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$(PQ)^2=15^2+10^2=225+100=325$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parametric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centroid equations alone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line condition is only a check).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parametric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$P(5p^2,10p)$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$Q(5q^2,10q)$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centroid equations alone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line condition is only a check).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$P(5p^2,10p)$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$Q(5q^2,10q)$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$\frac{10p+10q}{3}=10$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$\frac{5p^2+5q^2+5}{3}=10$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given condition: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$pq=\frac{9-5}{2}=2$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$u^2-3u+2=0$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$Q(20,20)$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given condition: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$m=\frac{20-10}{20-5}=\frac23$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$c=10-\frac23\cdot5=\frac{20}3$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$(PQ)^2=(15)^2+(10)^2=325$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Distance between parameters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ordinates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-form (not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when the parabola opens sideways.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question gives a centroid and a line condition together, count the unknowns: here the centroid alone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equations, two unknowns), so the other condition is consistent but redundant.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Distance between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$PQ=a|t_1-t_2|\sqrt{(t_1+t_2)^2+4}$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$a=5,\ t=1,2$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$my^2-4ay+4ac=0$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ordinates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$y_1+y_2=\frac{4a}m$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$y_1y_2=\frac{4ac}m$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-form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when the parabola opens sideways.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question gives a centroid and a line condition together, count the unknowns: here the centroid alone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equations, two unknowns), so the other condition is consistent but redundant.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straight line cuts off the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positive directions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respectively. If the perpendicular from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this line makes an angle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straight line cuts off the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positive directions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respectively. If the perpendicular from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this line makes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$\frac{98}{3}\sqrt3$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$\frac{392}{3}$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Intercept and normal forms of a straight line;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normal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is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so the normal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both intercepts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normal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so the normal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$x\cos\frac\pi3+y\sin\frac\pi3=p$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both intercepts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it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it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form of the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length of the perpendicular).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form of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$x\cos\frac\pi3+y\sin\frac\pi3=p$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x2+\frac{\sqrt3\,y}{2}=p$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length of the perpendicular).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$\frac{x}{2p}+\frac{y}{2p/\sqrt3}=1$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$b=\frac{2p}{\sqrt3}$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OAB=\frac12ab=\frac12\cdot2p\cdot\frac{2p}{\sqrt3}=\frac{98}{3}\sqrt3$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$\frac{2p^2}{\sqrt3}=\frac{98\sqrt3}{3}$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$a^2-b^2=4p^2-\frac{4p^2}{3}=\frac23\cdot4p^2=\frac{8p^2}{3}$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$a^2-b^2=\frac83\cdot49=\frac{392}{3}$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392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$\frac{392}{3}$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perpendicular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hypotenuse splits the angles,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normal form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perpendicular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hypotenuse splits the angles,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OBA=60^\circ$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$a=\sqrt3\,b$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normal form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OBH=90^\circ-30^\circ=60^\circ$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OBA=60^\circ$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$\tan60^\circ=\frac{OA}{OB}=\frac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$a=\sqrt3\,b$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$=\frac12ab=\frac{\sqrt3}{2}b^2=\frac{98\sqrt3}{3}$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$b^2=\frac{196}{3}$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$a^2-b^2=3b^2-b^2=2b^2=\frac{392}{3}$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392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$\frac{392}{3}$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form: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encloses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axes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the altitude to the hypotenuse makes with each leg the angle of the other leg's opposite vertex: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an angle 'with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-axis' carefully: convert it to the angle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form: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$x\cos\alpha+y\sin\alpha=p$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$\frac{p}{\cos\alpha}$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$\frac{p}{\sin\alpha}$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encloses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$\frac{p^2}{\sin2\alpha}$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axes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$\frac{49}{\sin120^\circ}=\frac{98}{\sqrt3}$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the altitude to the hypotenuse makes with each leg the angle of the other leg's opposite vertex: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OBA=90^\circ-\theta$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ab=\tan(90^\circ-\theta)=\cot\theta$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an angle 'with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-axis' carefully: convert it to the angle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$x\cos\alpha+y\sin\alpha=p$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with equal radii are intersecting at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tangent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one of the circles passes through the centre of the other circle. Then the distance between the centres of these circles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with equal radii are intersecting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tangent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one of the circles passes through the centre of the other circle. Then the distance between the centres of these circles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Two equal circles: common chord and tangent through the other centre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the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the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ABC=90^\circ$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$AB=BC=r$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$AC=r\sqrt2$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chord joins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mid-point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of centres is the perpendicular bisector of the common chord,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chord joins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mid-point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of centres is the perpendicular bisector of the common chord,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ABC=90^\circ$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and isosceles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and isosceles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$AC=\sqrt2\,r$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$AO=\frac{AC}{2}=\frac{r}{\sqrt2}$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$AB^2=AO^2+OB^2$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$r^2=\frac{r^2}{2}+1$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$AC=\sqrt2\cdot\sqrt2=2$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mid-point of the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radius is never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mid-point of the hypotenuse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right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$AC=2\cdot OB$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radius is never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radii: the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the common chord,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the median to the hypotenuse is half of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radii: the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the common chord,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$\perp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ABC=90^\circ$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the median to the hypotenuse is half of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$OB=\frac12AC$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circles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$AC=2\cdot1=2$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$AB=BC=\sqrt2$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$A,C=(\mp1,0)$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$(x\pm1)^2+y^2=2$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at a common point of two circles passes through the other circle's centre, then the radii at that point are perpendicular: the circles cut orthogonally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congruent circles are symmetric about their common chord: the line of centres bisects the chord at right angles, and the chord's mid-point is the mid-point of the centres.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triangle, the median to the hypotenuse equals half the hypotenuse - a quick way to read off a length when the mid-point is a known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at a common point of two circles passes through the other circle's centre, then the radii at that point are perpendicular: the circles cut orthogonally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$C_1C_2^2=r_1^2+r_2^2$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congruent circles are symmetric about their common chord: the line of centres bisects the chord at right angles, and the chord's mid-point is the mid-point of the centres.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triangle, the median to the hypotenuse equals half the hypotenuse - a quick way to read off a length when the mid-point is a known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two sides of a variable triangle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third side is a tangent to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locus of its circumcentre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two sides of a variable triangle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third side is a tangent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locus of its circumcentre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$4y^2-18y-3x+18=0$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$4y^2+18y+3x+18=0$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$4y^2-18y-3x-18=0$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$4y^2-18y+3x+18=0$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parabola in slope form, Circumcentre of a right triangle; locus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perpendicular, so the circumcentre is the mid-point of the hypotenuse cut off on the tangent.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perpendicular, so the circumcentre is the mid-point of the hypotenuse cut off on the tangent.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 (m\neq0)$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$y=mx+\frac{a}{m}=mx+\frac{3}{2m}$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right angle,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hypotenuse and the circumcentre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mid-point.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$U\left(0,\frac{3}{2m}\right)$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$V\left(\frac{6m-3}{2m^2},3\right)$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$3=mx+\frac{3}{2m}$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right angle,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hypotenuse and the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mid-point.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$h=\frac{6m-3}{4m^2}$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$k=\frac12\left(3+\frac{3}{2m}\right)=\frac{6m+3}{4m}$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$k=\frac{6+3u}{4}$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$u=\frac{4k-6}{3}$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$h=\frac{6u-3u^2}{4}$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$12h=6(4k-6)-(4k-6)^2=-16k^2+72k-72$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$3h=2(-2k^2+9k-9)$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$4y^2-18y+3x+18=0$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$4y^2-18y+3x+18=0$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circumcentre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as the mid-point: the hypotenuse then has end-points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tangency gives the locus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circumcentre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as the mid-point: the hypotenuse then has end-points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$(0,2k-3)$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$(2h,3)$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tangency gives the locus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circumcentre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mid-point of the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(mid-point formula).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circumcentre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mid-point of the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$U=(0,2k-3)$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$V=(2h,3)$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(mid-point formula).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$m=\frac{3-(2k-3)}{2h}=\frac{3-k}{h}$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$c=2k-3$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$(2k-3)\cdot\frac{3-k}{h}=\frac32$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$3h=2(2k-3)(3-k)=2(-2k^2+9k-9)$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$4k^2-18k+3h+18=0$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$4y^2-18y+3x+18=0$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$4y^2-18y+3x+18=0$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circumcentre of a right triangle is the mid-point of its hypotenuse - so a locus of the circumcentre becomes a locus of a mid-point.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form)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(parametric).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parabola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locus, express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unknown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eliminate; or, as in the alternate, write the unknown geometry in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no elimination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circumcentre of a right triangle is the mid-point of its hypotenuse - so a locus of the circumcentre becomes a locus of a mid-point.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form)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$ty=x+at^2$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(parametric).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parabola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locus, express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unknown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eliminate; or, as in the alternate, write the unknown geometry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no elimination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tangent to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mid points of such line segments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parabola with the: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length of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length of 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tangent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mid points of such line segments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parabola with the: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length of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$4x=-3$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length of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Tangent to a parabola, Mid-point of a chord of the rectangular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 = S1)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Tangent to a parabola, Mid-point of a chord of the rectangular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 = S1)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requiring it to touch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links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mid-point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requiring it to touch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$y^2=24x$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$c=\frac am$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links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$x_1,y_1$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mid-point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with a given mid-point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mid-point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with a given mid-point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$\frac{xy_1+yx_1}{2}-2=x_1y_1-2$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$xy_1+yx_1=2x_1y_1$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chord is a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the mid-point: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$y=-\frac{y_1}{x_1}\,x+2y_1$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$m=-\frac{y_1}{x_1}$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chord is a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 am=\frac{6}{m}$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$2y_1=\frac{6}{-y_1/x_1}=-\frac{6x_1}{y_1}$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$y_1^2=-3x_1$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the mid-point: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$4a'=3$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$y^2=-4a'x$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$x=a'=\frac34$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directrix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directrix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$4x=3$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parametric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Vieta on the intersection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mid-point appears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parametric 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$ty=x+6t^2$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$y^2=24x$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Vieta on the intersection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mid-point appears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mid-point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$(6t^2,12t)$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$ty=x+6t^2$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$x=ty-6t^2$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$(ty-6t^2)y=2$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$ty^2-6t^2y-2=0$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$y_A+y_B=6t$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mid-point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points: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mid-point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$x=ty-6t^2$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$x_A+x_B=t(6t)-12t^2=-6t^2$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mid-point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$y^2=9t^2=-3x$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directrix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directrix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$4x=3$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the conic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given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opens to the left,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 loci: either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parameter), or parametrise the line, use Vieta on the quadratic and read off the mid-point as half the sum of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the conic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given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$xy_1+x_1y=2x_1y_1$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$ty=x+at^2$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$y^2=-4a'x$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opens to the left,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$(-a',0)$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$4a'=3$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 loci: either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parameter), or parametrise the line, use Vieta on the quadratic and read off the mid-point as half the sum of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latus rectum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chord to the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of them having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distance between the centres of the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latus rectum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chord to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of them having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distance between the centres of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Latus rectum of a parabola, Common chord of two circles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centres lie on the perpendicular bisector of the common chord,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focus on opposite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centres lie on the perpendicular bisector of the common chord,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$\sqrt{R^2-2^2}=4$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focus on opposite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centres of both circles lie on the perpendicular bisector of this common chord, i.e. the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foot is the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$L'(1,-2)$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centres of both circles lie on the perpendicular bisector of this common chord, i.e. the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foot is the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$LL'$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are distinct with equal radii,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reflection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chord: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$C_1SL$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$C_1L=2\sqrt5$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$SL=2$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$C_1S=\sqrt{20-4}=4$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are distinct with equal radii,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reflection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$C_1C_2=2\,C_1S=2\cdot4=8$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 instead of geometry: a circle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one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 instead of geometry: a circle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$(1,\pm2)$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one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latus rectum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segment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circle through both has its centre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centres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centres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segment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circle through both has its centre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$(1-h)^2+2^2=20$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$(h-1)^2=16$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centres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$=5-(-3)=8$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mid-point is the focus.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of equal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common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centres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circle through the two end-points of a chord has its centre on the chord's perpendicular bisector.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$(a,-2a)$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mid-point is the focus.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of equal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common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centres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$2\sqrt{R^2-l^2}$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$2\sqrt{20-4}=8$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circle through the two end-points of a chord has its centre on the chord's perpendicular bisector.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points of intersections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points of intersections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$x^2+y^2=4b,\ b&gt;4$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Points of intersection of an ellipse, a circle and a pair of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circle to get the intersection points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force them onto the ellipse.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circle to get the intersection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$x^2=b,\ y^2=3b$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force them onto the ellipse.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points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$C_1:\ \frac{x^2}{16}+\frac{y^2}{b^2}=1$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$C_2:\ x^2+y^2=4b$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$C_3:\ y^2=3x^2$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$x^2+3x^2=4b$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points also lie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points also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$\frac{b}{16}+\frac{3b}{b^2}=1$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$\frac{b}{16}+\frac3b=1$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$b^2-16b+48=0$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$(b-4)(b-12)=0$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Homogenise the ellipse with the circle: 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pair of lines through the origin that carry the intersection points; compare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Homogenise the ellipse with the circle: replacing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$\frac{x^2+y^2}{4b}$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pair of lines through the origin that carry the intersection points; compare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circle,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the ellipse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pair of lines through the origin containing all four common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lines must be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circle,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$1=\frac{x^2+y^2}{4b}$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the ellipse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$\frac{x^2}{16}+\frac{y^2}{b^2}=\frac{x^2+y^2}{4b}$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$x^2\left(\frac1{16}-\frac1{4b}\right)+y^2\left(\frac1{b^2}-\frac1{4b}\right)=0$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pair of lines through the origin containing all four common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lines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$\frac{y^2}{x^2}=\frac{\frac1{4b}-\frac1{16}}{\frac1{b^2}-\frac1{4b}}=3$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 Check: the ratio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$\frac1{4b}-\frac1{16}=\frac3{b^2}-\frac3{4b}$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$\frac1b-\frac1{16}-\frac3{b^2}=0$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$b^2-16b+48=0$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 Check: the ratio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$\frac{1/48-1/16}{1/144-1/48}=\frac{-1/24}{-1/72}=3$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Homogenisation: to find the pair of lines joining the origin to the common points of a curve and 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lower-degree terms of the other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curves through the intersection of two conics lie in the pencil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such member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apply the stated restriction at the end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discards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makes the ellipse 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coinciding with the given circle).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Homogenisation: to find the pair of lines joining the origin to the common points of a curve and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$1=\frac{x^2+y^2}{k}$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lower-degree terms of the other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curves through the intersection of two conics lie in the pencil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$S_1+\lambda 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such member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apply the stated restriction at the end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makes the ellipse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coinciding with the given circle).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locus of centre of a variable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touches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 always passes through the points: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 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$S_2: (x-2)^2+y^2=1$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locus of centre of a variable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 always passes through the points: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$\left(2,\pm\frac32\right)$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$\left(0,\pm\sqrt3\right)$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$\left(\frac12,\pm\frac{\sqrt5}{2}\right)$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$(1,\pm2)$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Circles touching internally and externally, Ellipse as a locus (constant sum of focal distances)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Internal contact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external contact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constant: the locus is an ellipse.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Internal contact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external contact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$CC_1+CC_2=r_1+r_2$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constant: the locus is an ellipse.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contact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External contact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constant, so the locus is an ellipse with foci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contact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$CC_1=r_1-r=3-r$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External contact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$CC_2=r_2+r=1+r$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$CC_1+CC_2=r_1+r_2=4$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constant, so the locus is an ellipse with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the ellipse is the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foci: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the locus. The others do not: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$2a=4\Rightarrow 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$2ae=C_1C_2=2\Rightarrow e=\frac12$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$\frac14=1-\frac{b^2}{4}$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the ellipse is the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foci: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$\frac{(x-1)^2}{4}+\frac{y^2}{3}=1$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$\left(2,\pm\frac32\right)$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$\frac14+\frac{9/4}{3}=1$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the locus. The others do not: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$\frac14+1\neq1$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$\frac1{16}+\frac5{12}\neq1$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$0+\frac43\neq1$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$\left(2,\pm\frac32\right)$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the ellipse equation: test each option directly with the defining property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(distances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the ellipse equation: test each option directly with the defining property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$CC_1+CC_2=4$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(distances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contact conditions every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locus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contact conditions every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locus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$CC_1+CC_2=4$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$\frac52+\frac32=4$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$\sqrt3+\sqrt7\approx4.38\neq4$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$\left(\frac12,\frac{\sqrt5}2\right)$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$\sqrt{\frac32}+\sqrt{\frac{7}{2}}\approx3.10\neq4$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$2\sqrt5\approx4.47\neq4$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genuine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only (A) lies on the locus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genuine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$(2,\frac32)$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$r=3-\frac52=\frac12&gt;0$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$CC_2=\frac32=1+\frac12$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only (A) lies on the locus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$\left(2,\pm\frac32\right)$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touching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(ellipse). Touching both externally: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(hyperbola branch). Always write the two distance equations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from foci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half the focal distance,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= mid-point of the foci.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option-based locus question, plugging the options into the defining distance property is often faster than deriving the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$CC_1+CC_2=r_1+r_2$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(ellipse). Touching both externally: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$|CC_1-CC_2|=|r_1-r_2|$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(hyperbola branch). Always write the two distance equations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from foci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half the focal distance,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= mid-point of the foci.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option-based locus question, plugging the options into the defining distance property is often faster than deriving the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coordinate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circle is drawn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origin. Then the sum of perpendicular distances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tangent to the circle at the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coordinate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circle is drawn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origin. Then the sum of perpendicular distances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tangent to the circle at the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in diametral form and tangent at a point,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 and 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AOB=90^\circ$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 and the circle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diameter; 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the origin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AOB=90^\circ$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diameter;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$(x-1)(x-0)+(y-0)\left(y-\frac12\right)=0$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$x^2+y^2-x-\frac y2=0$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the origin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x2-\frac y4=0$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$l_1=\frac{|1/2|}{\sqrt5}=\frac{1}{2\sqrt5}$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$l_2=\frac{|2|}{\sqrt5}=\frac{2}{\sqrt5}$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$l_1+l_2=\frac{1}{2\sqrt5}+\frac{2}{\sqrt5}=\frac{5}{2\sqrt5}=\frac{\sqrt5}{2}$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$\frac{\sqrt5}{2}$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 on the same side of the tangent, so the sum of their distances is twice the distance of their mid-point, i.e. of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 on the same side of the tangent, so the sum of their distances is twice the distance of their mid-point, i.e. of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(right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lies entirely on one side of its tangent,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same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points on the same side of a line, the distance of the mid-point is the average of their distances (trapezoid mid-line):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(right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$M\left(\frac12,\frac14\right)$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lies entirely on one side of its tangent,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same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points on the same side of a line, the distance of the mid-point is the average of their distances (trapezoid mid-line):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$l_1+l_2=2\,d(M)$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$d(M)=\frac{|2\cdot\frac12+\frac14|}{\sqrt5}=\frac{5/4}{\sqrt5}=\frac{\sqrt5}{4}$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$l_1+l_2=2\cdot\frac{\sqrt5}{4}=\frac{\sqrt5}{2}$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$\frac{\sqrt5}{2}$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the diameter with ends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right angle at the origin between the axes makes the axis-intercepts the ends of a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point of the circle). So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sum of distances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(checked, also numerically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 at the origin).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the diameter with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$(x_1,y_1),(x_2,y_2)$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right angle at the origin between the axes makes the axis-intercepts the ends of a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$\frac{OP^2}{2R}$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point of the circle).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AOB=90^\circ$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sum of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$=\frac{OA^2+OB^2}{2R}=\frac{AB^2}{AB}=AB$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(checked, also numerically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$A(2,0),B(0,3)$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$gx+fy=0$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 at the origin).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is inscribed in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sides parallel to the coordinate axes. Then the distance of the vertex of this square which is nearest to the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137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is inscribed in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$x^2+y^2-6x+8y-103=0$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sides parallel to the coordinate axes. Then the distance of the vertex of this square which is nearest to the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$\sqrt{137}$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Circle: centre and radius from the general equation, Square inscribed in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square with sides parallel to the axes has vertices 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𝑐𝑒𝑛𝑡𝑟𝑒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coordinate, so there are only four candidates.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square with sides parallel to the axes has vertices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$\text{centre}\pm\frac{r}{\sqrt2}$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coordinate, so there are only four candidates.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of the inscribed square are diameters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sides parallel to the axes, the vertices are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$(x-3)^2+(y+4)^2=103+9+16=128$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of the inscribed square are diameters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$2r=16\sqrt2$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$\frac{16\sqrt2}{\sqrt2}=16$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sides parallel to the axes, the vertices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$\left(3\pm8,\ -4\pm8\right)$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$(11,4),\ (11,-12),\ (-5,4),\ (-5,-12)$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distances from the origin: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nearest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distances from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$11^2+4^2=137$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$11^2+12^2=265$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$5^2+4^2=41$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$5^2+12^2=169$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nearest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$\sqrt{41}$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choose the signs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make the dot product most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$|OV|^2=|OC|^2+|CV|^2+2\,\vec{OC}\cdot\vec{CV}$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choose the signs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$\vec{CV}=(\pm8,\pm8)$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make the dot product most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vertex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smallest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nearest vertex is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the other three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$\vec{OC}=(3,-4)$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$|OC|^2=25$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vertex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$|CV|^2=r^2=128$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$\vec{CV}=(8\epsilon_1,8\epsilon_2)$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$\epsilon_i=\pm1$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$|OV|^2=25+128+2\,\vec{OC}\cdot\vec{CV}=153+2(24\epsilon_1-32\epsilon_2)=153+48\epsilon_1-64\epsilon_2$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smallest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$\epsilon_1=-1,\ \epsilon_2=+1$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$|OV|^2=153-48-64=41$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nearest vertex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the other three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$137,\ 169,\ 265$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$\sqrt{41}$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Inscribed square with sides parallel to the axes in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vertices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Rotating the square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smallest 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opposite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Over the whole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 lies inside the circle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Inscribed square with sides parallel to the axes in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$\left(h\pm\frac r{\sqrt2},\,k\pm\frac r{\sqrt2}\right)$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Rotating the square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$(h\pm r,k),(h,k\pm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$|OV|^2=|OC|^2+r^2+2\,\vec{OC}\cdot\vec{CV}$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smallest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$\vec{CV}$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opposite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Over the whole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$|OV|\in[\,|r-|OC||,\ r+|OC|\,]$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$[8\sqrt2-5,\ 8\sqrt2+5]$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$\sqrt{41}\approx6.4$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 lies inside the circle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real numbers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$ax^2+2bx+cy=0$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$dx^2+2ex+fy=0$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$a,b,c,d,e,f$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real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da,\frac eb,\frac fc$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da,\frac eb,\frac fc$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$d,e,f$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$d,e,f$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Parabolas meeting on a given line, Geometric progression and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perfect square, so the common point has a single, explicit abscissa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$ax^2+2bx+c$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perfect square, so the common point has a single, explicit abscissa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$x=-\sqrt{c/a}$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where these have a common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$dx^2+2ex+f=0$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where these have a common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$ax^2+2\sqrt{ac}\,x+c=0$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root must satisfy the second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$\left(x\sqrt a+\sqrt c\right)^2=0$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$x=-\frac{\sqrt c}{\sqrt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root must satisfy the second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$d\cdot\frac ca+2e\left(-\sqrt{\frac ca}\right)+f=0$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$\frac{dc}{a}+f=2e\sqrt{\frac ca}$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-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da+\frac fc=2e\sqrt{\frac{1}{ac}}=\frac{2e}{\sqrt{ac}}$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da+\frac fc=\frac{2e}{b}$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da,\ \frac eb,\ \frac fc$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-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da,\frac eb,\frac fc$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G.P.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quadratic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common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square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G.P.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$a,\ ar,\ ar^2$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quadratic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$a(x+r)^2$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common root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square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(G.P. of positive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common point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(G.P. of positive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$ax^2+2arx+ar^2=a(x+r)^2=0$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common point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$dx^2+2ex+f=0$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$dr^2-2er+f=0$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$dr^2+f=2er$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da+\frac f{ar^2}=\frac{2e}{ar}$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da+\frac fc=\frac{2e}{b}$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da,\frac eb,\frac fc$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da,\frac eb,\frac fc$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with the double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general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'Intersect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equations and demand a common root. Two quadratics with a common root: eliminate the root, as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that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$ax^2+2bx+c=a\left(x+\frac ba\right)^2$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with the double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 ba=-\sqrt{\frac ca}$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'Intersect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equations and demand a common root. Two quadratics with a common root: eliminate the root, as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$p+r=2q$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da+\frac fc=\frac{2e}{b}$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that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da,\frac eb,\frac fc$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drawn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axis of the parabola. A line is now drawn through the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parallel to its axis which meets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drawn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axis of the parabola. A line is now drawn through the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parallel to its axis which meets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$MQ=\frac14$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Parametric points of a parabola; line through two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everything is explicit: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$P(3t^2,6t)$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everything is explicit: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$Q\left(\frac{3t^2}{4},3t\right)$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foot on the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$P(3t^2,6t)$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foot on the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$N(3t^2,0)$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$(3t^2,3t)$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$9t^2=12x$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$x=\frac34t^2$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$Q\left(\frac34t^2,3t\right)$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$\frac{3t-0}{\frac34t^2-3t^2}=\frac{3t}{-\frac94t^2}=-\frac{4}{3t}$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$y-0=-\frac{4}{3t}\left(x-3t^2\right)$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$\frac{4}{3t}\cdot3t^2=4t$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$P\left(\frac13,2\right)$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$Q\left(\frac1{12},1\right)$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$M\left(\frac13,1\right)$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$N\left(\frac13,0\right)$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(A) and (B) are false)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(A) and (B) are false)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$MQ=\frac13-\frac1{12}=\frac14$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$MQ=\frac14$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Drop the parameter: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(halving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similar triangles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its intercept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Drop the parameter: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$x_Q=\frac{x_P}{4}$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(halving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similar triangles on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its intercept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$\frac23y_P$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Horizontal distances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it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similar triangles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height where it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$y_0^2=12x_0$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$N(x_0,0)$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$M\left(x_0,\frac{y_0}2\right)$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$y_Q=\frac{y_0}{2}$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$x_Q=\frac{(y_0/2)^2}{12}=\frac{x_0}4$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Horizontal distances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$x_0-\frac{x_0}{4}=\frac{3x_0}{4}$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$\frac{y_0}2$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similar triangles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height where it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$\frac{y_0}{2}\cdot\frac{x_0}{3x_0/4}=\frac{2y_0}{3}$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$\frac{2y_0}{3}=\frac43$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$x_0=\frac{4}{12}=\frac13$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$MQ=x_M-x_Q=\frac{3x_0}{4}=\frac14$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$MQ=\frac14$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halving the ordinate divides the abscissa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horizontal line through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(similar triangles) -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parametrisation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points on a parabola when feet of perpendiculars and mid-points are involved: all the coordinates become monomials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$x=\frac{y^2}{4a}$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halving the ordinate divides the abscissa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horizontal line through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$x_Q=\frac{x_P}{4}$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$MQ=\frac34x_P$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$N(x_0,0)$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$Q\left(\frac{x_0}{4},\frac{y_0}{2}\right)$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(similar triangles) 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$\frac23\cdot2=\frac43$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parametrisation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points on a parabola when feet of perpendiculars and mid-points are involved: all the coordinates become monomials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four points on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mutually perpendicular and pass through the origin.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$P\left(\frac{2\sqrt3}{\sqrt7},\frac{6}{\sqrt7}\right)$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four points on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$9x^2+4y^2=36$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mutually perpendicular and pass through the origin.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$\frac1{(PQ)^2}+\frac1{(RS)^2}=\frac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7273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Ellipse: perpendicular chords through the centre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Chords through the centre are diameters,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Chords through the centre are diameters,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$PQ=2\,OP$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$RS=2\,OR$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$OP\perp OR$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its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$\frac{x^2}{4}+\frac{y^2}{9}=1$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$9\cdot\frac{12}{7}+4\cdot\frac{36}{7}=\frac{108+144}{7}=36$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$R(2\cos\theta,3\sin\theta)$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$OR\perp 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$\frac{3\sin\theta}{2\cos\theta}\cdot\frac{6/\sqrt7}{2\sqrt3/\sqrt7}=-1$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$\frac32\tan\theta\cdot\sqrt3=-1$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$\tan\theta=-\frac{2}{3\sqrt3}$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$\cos^2\theta=\frac{27}{31}$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$\sin^2\theta=\frac{4}{31}$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$R=\left(\frac{6\sqrt3}{\sqrt{31}},-\frac{6}{\sqrt{31}}\right)$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its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chords pass through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$OP^2=\frac{12}{7}+\frac{36}{7}=\frac{48}{7}$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$OR^2=\frac{108}{31}+\frac{36}{31}=\frac{144}{31}$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chords pass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$PQ=2\,OP$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$RS=2\,OR$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$(PQ)^2=4\,OP^2$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$(RS)^2=4\,OR^2$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$\frac1{(PQ)^2}+\frac1{(RS)^2}=\frac14\left(\frac7{48}+\frac{31}{144}\right)=\frac14\cdot\frac{21+31}{144}=\frac{13}{144}$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$p=13,\ q=144$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157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perpendicular radius vectors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not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perpendicular radius vectors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$\frac{x^2}{A}+\frac{y^2}{B}=1$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$\frac1{OP^2}+\frac1{OR^2}=\frac1A+\frac1B$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not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Polar form of the ellipse: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Polar form of the ellipse: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$\frac1{OP^2}=\frac{\cos^2\phi}{4}+\frac{\sin^2\phi}{9}$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$OR\perp 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$\phi+90^\circ$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$\frac1{OR^2}=\frac{\sin^2\phi}{4}+\frac{\cos^2\phi}{9}$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$\frac1{OP^2}+\frac1{OR^2}=\frac14+\frac19=\frac{13}{36}$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answer); the given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confirm the identity: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$PQ=2OP,\ RS=2OR$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$\frac1{PQ^2}+\frac1{RS^2}=\frac14\cdot\frac{13}{36}=\frac{13}{144}$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$p+q=13+144=157$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answer); the given coordinates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confirm the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$\frac7{48}+\frac{31}{144}=\frac{13}{36}$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157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perpendicular semi-diameters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Consequently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touches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through the centre of a central conic is a diameter,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turns chord lengths into semi-diameters.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perpendicular semi-diameters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$OP,OR$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$\frac1{OP^2}+\frac1{OR^2}=\frac1{a^2}+\frac1{b^2}$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$\frac1{a^2}-\frac1{b^2}$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$\frac14+\frac19=\frac{13}{36}$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Consequently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touches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$x^2+y^2=\frac{a^2b^2}{a^2+b^2}$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$\frac1{p^2}=\frac1{a^2}+\frac1{b^2}$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through the centre of a central conic is a diameter,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$PQ=2\,OP$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turns chord lengths into semi-diameters.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focal chord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making an acute angle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the ordinate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on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points does NOT lie on the line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perpendicular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focal chord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making an acute angle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the ordinate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on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$PM:MQ=3:1$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points does NOT lie on the line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perpendicular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$(-3,43)$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$(6,29)$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$(-6,45)$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Section formula; line perpendicular to a given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focal chord has parameters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length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focal chord has parameters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$t,-\frac1t$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$a\left(t+\frac1t\right)^2$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length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focal chord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positive (acute angle)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positive ordinate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$P(9t^2,18t)$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focal chord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$Q\left(\frac{9}{t^2},-\frac{18}{t}\right)$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$PQ=a\left(t+\frac1t\right)^2=9\left(t+\frac1t\right)^2=100$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$t+\frac1t=\frac{10}{3}$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$\frac{2}{t-1/t}$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positive (acute angle)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positive ordinate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$18t=54$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$P(81,54)$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$\sqrt{80^2+60^2}=100$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perpendicular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✗;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lie on the line: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$PM:MQ=3:1$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$M=\frac{3Q+P}{4}=\left(\frac{3+81}{4},\frac{-18+54}{4}\right)=(21,9)$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$PQ=\frac{60}{80}=\frac34$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perpendicular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$y-9=-\frac43(x-21)$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$12+99=111$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$-12+129=117\neq111$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$24+87=111$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$-24+135=111$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$(-3,43)$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lie on the line: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$(-3,43)$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focal-chord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polar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distances from the focus.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focal-chord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$\frac{4a}{\sin^2\theta}$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polar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$SP=\frac{2a}{1-\cos\theta}$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distances from the focus.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focal chord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(acute),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Measure positions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focal chord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$\frac{4a}{\sin^2\theta}=\frac{36}{\sin^2\theta}=100$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(acute),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Measure positions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$(\cos\theta,\sin\theta)$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$SP=\frac{2a}{1-\cos\theta}=\frac{18}{1/5}=90$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$SQ=\frac{2a}{1+\cos\theta}=\frac{18}{9/5}=10$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(ordinate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it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(ordinate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$90\cdot\frac35&gt;0$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$90-\frac34\cdot100=15$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$M=\left(9+15\cdot\frac45,\ 15\cdot\frac35\right)=(21,9)$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$4x+3y=4\cdot21+3\cdot9=111$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$(-3,43)$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it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$(-3,43)$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(parameters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inclination of the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radii: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a line of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it to test the options by substitution.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 a{t^2},-\frac{2a}{t}\right)$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$a\left(t+\frac1t\right)^2=\frac{4a}{\sin^2\theta}$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inclination of the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radii: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$SP=\frac{2a}{1-\cos\theta}$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$SQ=\frac{2a}{1+\cos\theta}$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$\frac1{SP}+\frac1{SQ}=\frac1a$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$\frac1{90}+\frac1{10}=\frac19$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$qx+py=qx_M+py_M$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it to test the options by substitution.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radius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$x^2+y^2+4x-6y=12$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$\sqrt{57}$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Circle touching another circle externally at a given point (family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Circle touching another circle externally at a given point (family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$S+\lambda 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touching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belongs to the family (point-circle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(common tangent).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touching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belongs to the family (point-circle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$+\ \lambda\times$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(common tangent).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point-circle plus the tangent: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$S_1:\ x^2+y^2+4x-6y-12=0$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$1+1+4+6=12$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$x\cdot1+y(-1)+2(x+1)-3(y-1)=12$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 3x-4y-7=0$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point-circle plus the 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$(x-1)^2+(y+1)^2+\lambda(3x-4y-7)=0$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expands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external contact: distance between centres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$9+1+\lambda(12-0-7)=0$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$10+5\lambda=0$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$(x-1)^2+(y+1)^2-2(3x-4y-7)=0$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$x^2+y^2-8x+10y+16=0$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$\sqrt{16+25-16}=5$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external contact: distance between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$=\sqrt{6^2+8^2}=10=5+5$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of centres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beyond the contact point; one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of centres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$(-2,3)$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beyond the contact point; one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of centres passes through the contact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external contact,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other side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distance from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of centres passes through the contact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external contact,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other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$(1,-1)+s(3,-4)$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distance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$(3s-3)^2+(4s+1)^2=25s^2$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$9s^2-18s+9+16s^2+8s+1=25s^2$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$-10s+10=0$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touching a given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the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common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(point-circle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point of contact the centres and the contact point are collinear; external contact: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internal: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touching a given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$S+\lambda 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common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(point-circle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 \lambda 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$xx_1+yy_1+g(x+x_1)+f(y+y_1)+c=0$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point of contact the centres and the contact point are collinear; external contact: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$C_1C_2=|r_1-r_2|$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points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on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this parabola,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vertex of this parabola, such that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maximum. Then this maximum area (in sq. units)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$Q(9,6)$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points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on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this parabola,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vertex of this parabola, such that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PXQ$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maximum. Then this maximum area (in sq. units)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$\frac{75}{2}$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Parabola: triangle of maximum area, Maxima and minima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maximum is at the vertex of that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$X=(t^2,2t)$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maximum is at the vertex of that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$Q(9,6)$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$-2&lt;t&lt;3$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PXQ=\frac12\left|\begin{matrix}4&amp;-4&amp;1\\9&amp;6&amp;1\\t^2&amp;2t&amp;1\end{matrix}\right|$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$4(6-2t)+4(9-t^2)+(18t-6t^2)=60+10t-10t^2$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$-2&lt;t&lt;3$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$-10(t-3)(t+2)$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$A(t)=\frac12\left(60+10t-10t^2\right)$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derivative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a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$60+10t-10t^2$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$10-20t=0$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a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$A_{\max}=\frac12\left(60+5-\frac{10}{4}\right)=\frac12\cdot\frac{125}{2}=\frac{125}{4}$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$\frac{125}{4}$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area of an inscribed triangle on a fixed chord is largest where the tangent is parallel to the chord; then use base times height.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fixed, the area is largest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farthest from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where the tangent to the parabola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fixed, the area is largest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farthest from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where the tangent to the parabola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$PQ=\frac{6+4}{9-4}=2$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$X\left(\frac14,1\right)$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$y-6=2(x-9)$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$PQ=\sqrt{5^2+10^2}=5\sqrt5$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$\frac{|\frac12-1-12|}{\sqrt5}=\frac{25}{2\sqrt5}$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$=\frac12\cdot5\sqrt5\cdot\frac{25}{2\sqrt5}=\frac{125}{4}$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$\frac{125}{4}$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with parameters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triangle's area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Max-area triangle on a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parabola has its third vertex where the tangent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with parameter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the parabolic segment cut off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that maximal inscribed triangle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with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$t_1,t_2,t_3$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triangle's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$a^2\left|(t_1-t_2)(t_2-t_3)(t_3-t_1)\right|$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$t=-2,3,\frac12$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$|(-5)\cdot\frac52\cdot\frac52|=\frac{125}{4}$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Max-area triangle on a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parabola has its third vertex where the tangent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with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$\frac{t_1+t_2}{2}$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$\frac{-2+3}{2}=\frac12$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the parabolic segment cut off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that maximal inscribed triangle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$\frac43\cdot\frac{125}{4}=\frac{125}{3}$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points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with respect to the origin.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equilateral triangle. Then, the area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points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with respect to the origin.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equilateral triangle. Then, the area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$\frac{10}{\sqrt3}$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Equilateral triangle with a vertex on a given line and two vertices symmetric about the origin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height.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mid-point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height.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the origin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the origin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$C(t,-t)$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equilateral triangle of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260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$h=AO=$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$=\frac{|-2-2|}{\sqrt2}=\frac{4}{\sqrt2}=2\sqrt2$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equilateral triangle of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$s=\frac{2h}{\sqrt3}$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$=\frac12sh=\frac{h^2}{\sqrt3}$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$\frac{\sqrt3}{4}\cdot\frac{h^2}{\sin^260^\circ}$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$=\frac{(2\sqrt2)^2}{\sqrt3}=\frac{8}{\sqrt3}$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$\frac{8}{\sqrt3}$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Complex numbers: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scaled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the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Complex numbers: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scaled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the mid-point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also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$C=t(1-i)$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$|OA|=\frac{\sqrt3}{2}|BC|=\sqrt3\,|C|$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$A=\pm i\sqrt3\,C=\pm\sqrt3\,t\,(1+i)$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also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$A=(-2,-2)$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$|C|=\frac{2\sqrt2}{\sqrt3}$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$BC=2|C|=\frac{4\sqrt2}{\sqrt3}$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$BC^2=\frac{32}{3}$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$=\frac{\sqrt3}{4}BC^2=\frac{\sqrt3}{4}\cdot\frac{32}{3}=\frac{8\sqrt3}{3}=\frac{8}{\sqrt3}$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$\frac{8}{\sqrt3}$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triangle: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an isosceles triangle the apex lies on the perpendicular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gives the line on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complex plane the third vertex of an equilateral triangle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triangle: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$h=\frac{\sqrt3}{2}s$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$=\frac{\sqrt3}{4}s^2=\frac{h^2}{\sqrt3}$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an isosceles triangle the apex lies on the perpendicular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gives the line on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complex plane the third vertex of an equilateral triangle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$\frac{B+C}{2}\pm i\frac{\sqrt3}{2}(C-B)$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Common tangents are drawn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one of these tangents touches the two curves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Common tangents are drawn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one of these tangents touches the two curves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$(QR)^2$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tangent to a circle and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parabola must also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circle; this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$y=mx+\frac4m$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parabola must also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$c^2=8(1+m^2)$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circle; this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tangents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meet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$y=mx+\frac4m$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$\frac{4/|m|}{\sqrt{1+m^2}}=2\sqrt2$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$\frac{16}{m^2}=8(1+m^2)$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$m^2(1+m^2)=2$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tangents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meet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of contact on the parabola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on the circle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mirror image and the same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of contact on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$\left(\frac{a}{m^2},\frac{2a}{m}\right)=(4,8)=R$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on the circle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$(QR)^2=(4+2)^2+(8-2)^2=36+36=72$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mirror image and the same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equating the inclination of the circle's tangent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parabola's tangent slope at the contact point, then subtract tangent lengths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$A=(-s,0)$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equating the inclination of the circle's tangent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parabola's tangent slope at the contact point, then subtract tangent lengths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$AR-AQ$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touch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the 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tangent slope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to the circle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touch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$R(s,y_1)$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$y_1^2=16s$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$A(-s,0)$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$(-x_1,0)$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tangent slope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$\frac{dy}{dx}=\frac{8}{y_1}=\frac{2}{\sqrt 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$y_1=4\sqrt s&gt;0$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to the circle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$\sin\phi=\frac{2\sqrt2}{s}$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$\tan\phi=\frac{2\sqrt2}{\sqrt{s^2-8}}$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length)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same ray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$\frac{2\sqrt2}{\sqrt{s^2-8}}=\frac{2}{\sqrt 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$2s=s^2-8$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$R=(4,8)$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$A=(-4,0)$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$AQ=\sqrt{OA^2-8}=2\sqrt2$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length)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$AR=\sqrt{8^2+8^2}=8\sqrt2$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same ray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$QR=AR-AQ=6\sqrt2$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$(QR)^2=72$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touches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Equate both for common tangents: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vertex bisects the subtangent); common tangents to a curve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meet in pairs on the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length from an external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 common tangent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difference of the two tangent lengths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$c^2=r^2(1+m^2)$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Equate both for common tangents: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$\frac{a^2}{m^2}=r^2(1+m^2)$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$(-x_1,0)$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vertex bisects the subtangent); common tangents to a curve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meet in pairs on the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length from an external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$\sqrt{OA^2-r^2}$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 common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difference of the two tangent lengths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$AR-AQ$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Coordinate Geometry (Paper 01) Questions 1–20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