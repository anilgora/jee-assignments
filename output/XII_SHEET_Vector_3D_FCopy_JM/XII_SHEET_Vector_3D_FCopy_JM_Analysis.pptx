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43" r:id="rId595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852" r:id="rId604"/>
    <p:sldId id="853" r:id="rId605"/>
    <p:sldId id="854" r:id="rId606"/>
    <p:sldId id="855" r:id="rId607"/>
    <p:sldId id="856" r:id="rId608"/>
    <p:sldId id="857" r:id="rId609"/>
    <p:sldId id="858" r:id="rId610"/>
    <p:sldId id="859" r:id="rId611"/>
    <p:sldId id="860" r:id="rId612"/>
    <p:sldId id="861" r:id="rId613"/>
    <p:sldId id="862" r:id="rId614"/>
    <p:sldId id="863" r:id="rId615"/>
    <p:sldId id="864" r:id="rId616"/>
    <p:sldId id="865" r:id="rId617"/>
    <p:sldId id="866" r:id="rId618"/>
    <p:sldId id="867" r:id="rId619"/>
    <p:sldId id="868" r:id="rId620"/>
    <p:sldId id="869" r:id="rId621"/>
    <p:sldId id="870" r:id="rId622"/>
    <p:sldId id="871" r:id="rId623"/>
    <p:sldId id="872" r:id="rId624"/>
    <p:sldId id="873" r:id="rId625"/>
    <p:sldId id="874" r:id="rId626"/>
    <p:sldId id="875" r:id="rId627"/>
    <p:sldId id="876" r:id="rId628"/>
    <p:sldId id="877" r:id="rId629"/>
    <p:sldId id="878" r:id="rId630"/>
    <p:sldId id="879" r:id="rId631"/>
    <p:sldId id="880" r:id="rId632"/>
    <p:sldId id="881" r:id="rId633"/>
    <p:sldId id="882" r:id="rId634"/>
    <p:sldId id="883" r:id="rId635"/>
    <p:sldId id="884" r:id="rId636"/>
    <p:sldId id="885" r:id="rId637"/>
    <p:sldId id="886" r:id="rId638"/>
    <p:sldId id="887" r:id="rId639"/>
    <p:sldId id="888" r:id="rId640"/>
    <p:sldId id="889" r:id="rId641"/>
    <p:sldId id="890" r:id="rId642"/>
    <p:sldId id="891" r:id="rId643"/>
    <p:sldId id="892" r:id="rId644"/>
    <p:sldId id="893" r:id="rId645"/>
    <p:sldId id="894" r:id="rId646"/>
    <p:sldId id="895" r:id="rId647"/>
    <p:sldId id="896" r:id="rId648"/>
    <p:sldId id="897" r:id="rId649"/>
    <p:sldId id="898" r:id="rId650"/>
    <p:sldId id="899" r:id="rId651"/>
    <p:sldId id="900" r:id="rId652"/>
    <p:sldId id="901" r:id="rId653"/>
    <p:sldId id="902" r:id="rId654"/>
    <p:sldId id="903" r:id="rId655"/>
    <p:sldId id="904" r:id="rId656"/>
    <p:sldId id="905" r:id="rId657"/>
    <p:sldId id="906" r:id="rId658"/>
    <p:sldId id="907" r:id="rId659"/>
    <p:sldId id="908" r:id="rId660"/>
    <p:sldId id="909" r:id="rId661"/>
    <p:sldId id="910" r:id="rId662"/>
    <p:sldId id="911" r:id="rId663"/>
    <p:sldId id="912" r:id="rId664"/>
    <p:sldId id="913" r:id="rId665"/>
    <p:sldId id="914" r:id="rId666"/>
    <p:sldId id="915" r:id="rId667"/>
    <p:sldId id="916" r:id="rId668"/>
    <p:sldId id="917" r:id="rId669"/>
    <p:sldId id="918" r:id="rId670"/>
    <p:sldId id="919" r:id="rId671"/>
    <p:sldId id="920" r:id="rId672"/>
    <p:sldId id="921" r:id="rId673"/>
    <p:sldId id="922" r:id="rId674"/>
    <p:sldId id="923" r:id="rId675"/>
    <p:sldId id="924" r:id="rId676"/>
    <p:sldId id="925" r:id="rId677"/>
    <p:sldId id="926" r:id="rId678"/>
    <p:sldId id="927" r:id="rId679"/>
    <p:sldId id="928" r:id="rId680"/>
    <p:sldId id="929" r:id="rId681"/>
    <p:sldId id="930" r:id="rId682"/>
    <p:sldId id="931" r:id="rId683"/>
    <p:sldId id="932" r:id="rId684"/>
    <p:sldId id="933" r:id="rId685"/>
    <p:sldId id="934" r:id="rId686"/>
    <p:sldId id="935" r:id="rId687"/>
    <p:sldId id="936" r:id="rId688"/>
    <p:sldId id="937" r:id="rId689"/>
    <p:sldId id="938" r:id="rId690"/>
    <p:sldId id="939" r:id="rId691"/>
    <p:sldId id="940" r:id="rId692"/>
    <p:sldId id="941" r:id="rId693"/>
    <p:sldId id="942" r:id="rId694"/>
    <p:sldId id="943" r:id="rId695"/>
    <p:sldId id="944" r:id="rId696"/>
    <p:sldId id="945" r:id="rId697"/>
    <p:sldId id="946" r:id="rId698"/>
    <p:sldId id="947" r:id="rId699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Relationship Id="rId495" Type="http://schemas.openxmlformats.org/officeDocument/2006/relationships/slide" Target="slides/slide488.xml"/><Relationship Id="rId496" Type="http://schemas.openxmlformats.org/officeDocument/2006/relationships/slide" Target="slides/slide489.xml"/><Relationship Id="rId497" Type="http://schemas.openxmlformats.org/officeDocument/2006/relationships/slide" Target="slides/slide490.xml"/><Relationship Id="rId498" Type="http://schemas.openxmlformats.org/officeDocument/2006/relationships/slide" Target="slides/slide491.xml"/><Relationship Id="rId499" Type="http://schemas.openxmlformats.org/officeDocument/2006/relationships/slide" Target="slides/slide492.xml"/><Relationship Id="rId500" Type="http://schemas.openxmlformats.org/officeDocument/2006/relationships/slide" Target="slides/slide493.xml"/><Relationship Id="rId501" Type="http://schemas.openxmlformats.org/officeDocument/2006/relationships/slide" Target="slides/slide494.xml"/><Relationship Id="rId502" Type="http://schemas.openxmlformats.org/officeDocument/2006/relationships/slide" Target="slides/slide495.xml"/><Relationship Id="rId503" Type="http://schemas.openxmlformats.org/officeDocument/2006/relationships/slide" Target="slides/slide496.xml"/><Relationship Id="rId504" Type="http://schemas.openxmlformats.org/officeDocument/2006/relationships/slide" Target="slides/slide497.xml"/><Relationship Id="rId505" Type="http://schemas.openxmlformats.org/officeDocument/2006/relationships/slide" Target="slides/slide498.xml"/><Relationship Id="rId506" Type="http://schemas.openxmlformats.org/officeDocument/2006/relationships/slide" Target="slides/slide499.xml"/><Relationship Id="rId507" Type="http://schemas.openxmlformats.org/officeDocument/2006/relationships/slide" Target="slides/slide500.xml"/><Relationship Id="rId508" Type="http://schemas.openxmlformats.org/officeDocument/2006/relationships/slide" Target="slides/slide501.xml"/><Relationship Id="rId509" Type="http://schemas.openxmlformats.org/officeDocument/2006/relationships/slide" Target="slides/slide502.xml"/><Relationship Id="rId510" Type="http://schemas.openxmlformats.org/officeDocument/2006/relationships/slide" Target="slides/slide503.xml"/><Relationship Id="rId511" Type="http://schemas.openxmlformats.org/officeDocument/2006/relationships/slide" Target="slides/slide504.xml"/><Relationship Id="rId512" Type="http://schemas.openxmlformats.org/officeDocument/2006/relationships/slide" Target="slides/slide505.xml"/><Relationship Id="rId513" Type="http://schemas.openxmlformats.org/officeDocument/2006/relationships/slide" Target="slides/slide506.xml"/><Relationship Id="rId514" Type="http://schemas.openxmlformats.org/officeDocument/2006/relationships/slide" Target="slides/slide507.xml"/><Relationship Id="rId515" Type="http://schemas.openxmlformats.org/officeDocument/2006/relationships/slide" Target="slides/slide508.xml"/><Relationship Id="rId516" Type="http://schemas.openxmlformats.org/officeDocument/2006/relationships/slide" Target="slides/slide509.xml"/><Relationship Id="rId517" Type="http://schemas.openxmlformats.org/officeDocument/2006/relationships/slide" Target="slides/slide510.xml"/><Relationship Id="rId518" Type="http://schemas.openxmlformats.org/officeDocument/2006/relationships/slide" Target="slides/slide511.xml"/><Relationship Id="rId519" Type="http://schemas.openxmlformats.org/officeDocument/2006/relationships/slide" Target="slides/slide512.xml"/><Relationship Id="rId520" Type="http://schemas.openxmlformats.org/officeDocument/2006/relationships/slide" Target="slides/slide513.xml"/><Relationship Id="rId521" Type="http://schemas.openxmlformats.org/officeDocument/2006/relationships/slide" Target="slides/slide514.xml"/><Relationship Id="rId522" Type="http://schemas.openxmlformats.org/officeDocument/2006/relationships/slide" Target="slides/slide515.xml"/><Relationship Id="rId523" Type="http://schemas.openxmlformats.org/officeDocument/2006/relationships/slide" Target="slides/slide516.xml"/><Relationship Id="rId524" Type="http://schemas.openxmlformats.org/officeDocument/2006/relationships/slide" Target="slides/slide517.xml"/><Relationship Id="rId525" Type="http://schemas.openxmlformats.org/officeDocument/2006/relationships/slide" Target="slides/slide518.xml"/><Relationship Id="rId526" Type="http://schemas.openxmlformats.org/officeDocument/2006/relationships/slide" Target="slides/slide519.xml"/><Relationship Id="rId527" Type="http://schemas.openxmlformats.org/officeDocument/2006/relationships/slide" Target="slides/slide520.xml"/><Relationship Id="rId528" Type="http://schemas.openxmlformats.org/officeDocument/2006/relationships/slide" Target="slides/slide521.xml"/><Relationship Id="rId529" Type="http://schemas.openxmlformats.org/officeDocument/2006/relationships/slide" Target="slides/slide522.xml"/><Relationship Id="rId530" Type="http://schemas.openxmlformats.org/officeDocument/2006/relationships/slide" Target="slides/slide523.xml"/><Relationship Id="rId531" Type="http://schemas.openxmlformats.org/officeDocument/2006/relationships/slide" Target="slides/slide524.xml"/><Relationship Id="rId532" Type="http://schemas.openxmlformats.org/officeDocument/2006/relationships/slide" Target="slides/slide525.xml"/><Relationship Id="rId533" Type="http://schemas.openxmlformats.org/officeDocument/2006/relationships/slide" Target="slides/slide526.xml"/><Relationship Id="rId534" Type="http://schemas.openxmlformats.org/officeDocument/2006/relationships/slide" Target="slides/slide527.xml"/><Relationship Id="rId535" Type="http://schemas.openxmlformats.org/officeDocument/2006/relationships/slide" Target="slides/slide528.xml"/><Relationship Id="rId536" Type="http://schemas.openxmlformats.org/officeDocument/2006/relationships/slide" Target="slides/slide529.xml"/><Relationship Id="rId537" Type="http://schemas.openxmlformats.org/officeDocument/2006/relationships/slide" Target="slides/slide530.xml"/><Relationship Id="rId538" Type="http://schemas.openxmlformats.org/officeDocument/2006/relationships/slide" Target="slides/slide531.xml"/><Relationship Id="rId539" Type="http://schemas.openxmlformats.org/officeDocument/2006/relationships/slide" Target="slides/slide532.xml"/><Relationship Id="rId540" Type="http://schemas.openxmlformats.org/officeDocument/2006/relationships/slide" Target="slides/slide533.xml"/><Relationship Id="rId541" Type="http://schemas.openxmlformats.org/officeDocument/2006/relationships/slide" Target="slides/slide534.xml"/><Relationship Id="rId542" Type="http://schemas.openxmlformats.org/officeDocument/2006/relationships/slide" Target="slides/slide535.xml"/><Relationship Id="rId543" Type="http://schemas.openxmlformats.org/officeDocument/2006/relationships/slide" Target="slides/slide536.xml"/><Relationship Id="rId544" Type="http://schemas.openxmlformats.org/officeDocument/2006/relationships/slide" Target="slides/slide537.xml"/><Relationship Id="rId545" Type="http://schemas.openxmlformats.org/officeDocument/2006/relationships/slide" Target="slides/slide538.xml"/><Relationship Id="rId546" Type="http://schemas.openxmlformats.org/officeDocument/2006/relationships/slide" Target="slides/slide539.xml"/><Relationship Id="rId547" Type="http://schemas.openxmlformats.org/officeDocument/2006/relationships/slide" Target="slides/slide540.xml"/><Relationship Id="rId548" Type="http://schemas.openxmlformats.org/officeDocument/2006/relationships/slide" Target="slides/slide541.xml"/><Relationship Id="rId549" Type="http://schemas.openxmlformats.org/officeDocument/2006/relationships/slide" Target="slides/slide542.xml"/><Relationship Id="rId550" Type="http://schemas.openxmlformats.org/officeDocument/2006/relationships/slide" Target="slides/slide543.xml"/><Relationship Id="rId551" Type="http://schemas.openxmlformats.org/officeDocument/2006/relationships/slide" Target="slides/slide544.xml"/><Relationship Id="rId552" Type="http://schemas.openxmlformats.org/officeDocument/2006/relationships/slide" Target="slides/slide545.xml"/><Relationship Id="rId553" Type="http://schemas.openxmlformats.org/officeDocument/2006/relationships/slide" Target="slides/slide546.xml"/><Relationship Id="rId554" Type="http://schemas.openxmlformats.org/officeDocument/2006/relationships/slide" Target="slides/slide547.xml"/><Relationship Id="rId555" Type="http://schemas.openxmlformats.org/officeDocument/2006/relationships/slide" Target="slides/slide548.xml"/><Relationship Id="rId556" Type="http://schemas.openxmlformats.org/officeDocument/2006/relationships/slide" Target="slides/slide549.xml"/><Relationship Id="rId557" Type="http://schemas.openxmlformats.org/officeDocument/2006/relationships/slide" Target="slides/slide550.xml"/><Relationship Id="rId558" Type="http://schemas.openxmlformats.org/officeDocument/2006/relationships/slide" Target="slides/slide551.xml"/><Relationship Id="rId559" Type="http://schemas.openxmlformats.org/officeDocument/2006/relationships/slide" Target="slides/slide552.xml"/><Relationship Id="rId560" Type="http://schemas.openxmlformats.org/officeDocument/2006/relationships/slide" Target="slides/slide553.xml"/><Relationship Id="rId561" Type="http://schemas.openxmlformats.org/officeDocument/2006/relationships/slide" Target="slides/slide554.xml"/><Relationship Id="rId562" Type="http://schemas.openxmlformats.org/officeDocument/2006/relationships/slide" Target="slides/slide555.xml"/><Relationship Id="rId563" Type="http://schemas.openxmlformats.org/officeDocument/2006/relationships/slide" Target="slides/slide556.xml"/><Relationship Id="rId564" Type="http://schemas.openxmlformats.org/officeDocument/2006/relationships/slide" Target="slides/slide557.xml"/><Relationship Id="rId565" Type="http://schemas.openxmlformats.org/officeDocument/2006/relationships/slide" Target="slides/slide558.xml"/><Relationship Id="rId566" Type="http://schemas.openxmlformats.org/officeDocument/2006/relationships/slide" Target="slides/slide559.xml"/><Relationship Id="rId567" Type="http://schemas.openxmlformats.org/officeDocument/2006/relationships/slide" Target="slides/slide560.xml"/><Relationship Id="rId568" Type="http://schemas.openxmlformats.org/officeDocument/2006/relationships/slide" Target="slides/slide561.xml"/><Relationship Id="rId569" Type="http://schemas.openxmlformats.org/officeDocument/2006/relationships/slide" Target="slides/slide562.xml"/><Relationship Id="rId570" Type="http://schemas.openxmlformats.org/officeDocument/2006/relationships/slide" Target="slides/slide563.xml"/><Relationship Id="rId571" Type="http://schemas.openxmlformats.org/officeDocument/2006/relationships/slide" Target="slides/slide564.xml"/><Relationship Id="rId572" Type="http://schemas.openxmlformats.org/officeDocument/2006/relationships/slide" Target="slides/slide565.xml"/><Relationship Id="rId573" Type="http://schemas.openxmlformats.org/officeDocument/2006/relationships/slide" Target="slides/slide566.xml"/><Relationship Id="rId574" Type="http://schemas.openxmlformats.org/officeDocument/2006/relationships/slide" Target="slides/slide567.xml"/><Relationship Id="rId575" Type="http://schemas.openxmlformats.org/officeDocument/2006/relationships/slide" Target="slides/slide568.xml"/><Relationship Id="rId576" Type="http://schemas.openxmlformats.org/officeDocument/2006/relationships/slide" Target="slides/slide569.xml"/><Relationship Id="rId577" Type="http://schemas.openxmlformats.org/officeDocument/2006/relationships/slide" Target="slides/slide570.xml"/><Relationship Id="rId578" Type="http://schemas.openxmlformats.org/officeDocument/2006/relationships/slide" Target="slides/slide571.xml"/><Relationship Id="rId579" Type="http://schemas.openxmlformats.org/officeDocument/2006/relationships/slide" Target="slides/slide572.xml"/><Relationship Id="rId580" Type="http://schemas.openxmlformats.org/officeDocument/2006/relationships/slide" Target="slides/slide573.xml"/><Relationship Id="rId581" Type="http://schemas.openxmlformats.org/officeDocument/2006/relationships/slide" Target="slides/slide574.xml"/><Relationship Id="rId582" Type="http://schemas.openxmlformats.org/officeDocument/2006/relationships/slide" Target="slides/slide575.xml"/><Relationship Id="rId583" Type="http://schemas.openxmlformats.org/officeDocument/2006/relationships/slide" Target="slides/slide576.xml"/><Relationship Id="rId584" Type="http://schemas.openxmlformats.org/officeDocument/2006/relationships/slide" Target="slides/slide577.xml"/><Relationship Id="rId585" Type="http://schemas.openxmlformats.org/officeDocument/2006/relationships/slide" Target="slides/slide578.xml"/><Relationship Id="rId586" Type="http://schemas.openxmlformats.org/officeDocument/2006/relationships/slide" Target="slides/slide579.xml"/><Relationship Id="rId587" Type="http://schemas.openxmlformats.org/officeDocument/2006/relationships/slide" Target="slides/slide580.xml"/><Relationship Id="rId588" Type="http://schemas.openxmlformats.org/officeDocument/2006/relationships/slide" Target="slides/slide581.xml"/><Relationship Id="rId589" Type="http://schemas.openxmlformats.org/officeDocument/2006/relationships/slide" Target="slides/slide582.xml"/><Relationship Id="rId590" Type="http://schemas.openxmlformats.org/officeDocument/2006/relationships/slide" Target="slides/slide583.xml"/><Relationship Id="rId591" Type="http://schemas.openxmlformats.org/officeDocument/2006/relationships/slide" Target="slides/slide584.xml"/><Relationship Id="rId592" Type="http://schemas.openxmlformats.org/officeDocument/2006/relationships/slide" Target="slides/slide585.xml"/><Relationship Id="rId593" Type="http://schemas.openxmlformats.org/officeDocument/2006/relationships/slide" Target="slides/slide586.xml"/><Relationship Id="rId594" Type="http://schemas.openxmlformats.org/officeDocument/2006/relationships/slide" Target="slides/slide587.xml"/><Relationship Id="rId595" Type="http://schemas.openxmlformats.org/officeDocument/2006/relationships/slide" Target="slides/slide588.xml"/><Relationship Id="rId596" Type="http://schemas.openxmlformats.org/officeDocument/2006/relationships/slide" Target="slides/slide589.xml"/><Relationship Id="rId597" Type="http://schemas.openxmlformats.org/officeDocument/2006/relationships/slide" Target="slides/slide590.xml"/><Relationship Id="rId598" Type="http://schemas.openxmlformats.org/officeDocument/2006/relationships/slide" Target="slides/slide591.xml"/><Relationship Id="rId599" Type="http://schemas.openxmlformats.org/officeDocument/2006/relationships/slide" Target="slides/slide592.xml"/><Relationship Id="rId600" Type="http://schemas.openxmlformats.org/officeDocument/2006/relationships/slide" Target="slides/slide593.xml"/><Relationship Id="rId601" Type="http://schemas.openxmlformats.org/officeDocument/2006/relationships/slide" Target="slides/slide594.xml"/><Relationship Id="rId602" Type="http://schemas.openxmlformats.org/officeDocument/2006/relationships/slide" Target="slides/slide595.xml"/><Relationship Id="rId603" Type="http://schemas.openxmlformats.org/officeDocument/2006/relationships/slide" Target="slides/slide596.xml"/><Relationship Id="rId604" Type="http://schemas.openxmlformats.org/officeDocument/2006/relationships/slide" Target="slides/slide597.xml"/><Relationship Id="rId605" Type="http://schemas.openxmlformats.org/officeDocument/2006/relationships/slide" Target="slides/slide598.xml"/><Relationship Id="rId606" Type="http://schemas.openxmlformats.org/officeDocument/2006/relationships/slide" Target="slides/slide599.xml"/><Relationship Id="rId607" Type="http://schemas.openxmlformats.org/officeDocument/2006/relationships/slide" Target="slides/slide600.xml"/><Relationship Id="rId608" Type="http://schemas.openxmlformats.org/officeDocument/2006/relationships/slide" Target="slides/slide601.xml"/><Relationship Id="rId609" Type="http://schemas.openxmlformats.org/officeDocument/2006/relationships/slide" Target="slides/slide602.xml"/><Relationship Id="rId610" Type="http://schemas.openxmlformats.org/officeDocument/2006/relationships/slide" Target="slides/slide603.xml"/><Relationship Id="rId611" Type="http://schemas.openxmlformats.org/officeDocument/2006/relationships/slide" Target="slides/slide604.xml"/><Relationship Id="rId612" Type="http://schemas.openxmlformats.org/officeDocument/2006/relationships/slide" Target="slides/slide605.xml"/><Relationship Id="rId613" Type="http://schemas.openxmlformats.org/officeDocument/2006/relationships/slide" Target="slides/slide606.xml"/><Relationship Id="rId614" Type="http://schemas.openxmlformats.org/officeDocument/2006/relationships/slide" Target="slides/slide607.xml"/><Relationship Id="rId615" Type="http://schemas.openxmlformats.org/officeDocument/2006/relationships/slide" Target="slides/slide608.xml"/><Relationship Id="rId616" Type="http://schemas.openxmlformats.org/officeDocument/2006/relationships/slide" Target="slides/slide609.xml"/><Relationship Id="rId617" Type="http://schemas.openxmlformats.org/officeDocument/2006/relationships/slide" Target="slides/slide610.xml"/><Relationship Id="rId618" Type="http://schemas.openxmlformats.org/officeDocument/2006/relationships/slide" Target="slides/slide611.xml"/><Relationship Id="rId619" Type="http://schemas.openxmlformats.org/officeDocument/2006/relationships/slide" Target="slides/slide612.xml"/><Relationship Id="rId620" Type="http://schemas.openxmlformats.org/officeDocument/2006/relationships/slide" Target="slides/slide613.xml"/><Relationship Id="rId621" Type="http://schemas.openxmlformats.org/officeDocument/2006/relationships/slide" Target="slides/slide614.xml"/><Relationship Id="rId622" Type="http://schemas.openxmlformats.org/officeDocument/2006/relationships/slide" Target="slides/slide615.xml"/><Relationship Id="rId623" Type="http://schemas.openxmlformats.org/officeDocument/2006/relationships/slide" Target="slides/slide616.xml"/><Relationship Id="rId624" Type="http://schemas.openxmlformats.org/officeDocument/2006/relationships/slide" Target="slides/slide617.xml"/><Relationship Id="rId625" Type="http://schemas.openxmlformats.org/officeDocument/2006/relationships/slide" Target="slides/slide618.xml"/><Relationship Id="rId626" Type="http://schemas.openxmlformats.org/officeDocument/2006/relationships/slide" Target="slides/slide619.xml"/><Relationship Id="rId627" Type="http://schemas.openxmlformats.org/officeDocument/2006/relationships/slide" Target="slides/slide620.xml"/><Relationship Id="rId628" Type="http://schemas.openxmlformats.org/officeDocument/2006/relationships/slide" Target="slides/slide621.xml"/><Relationship Id="rId629" Type="http://schemas.openxmlformats.org/officeDocument/2006/relationships/slide" Target="slides/slide622.xml"/><Relationship Id="rId630" Type="http://schemas.openxmlformats.org/officeDocument/2006/relationships/slide" Target="slides/slide623.xml"/><Relationship Id="rId631" Type="http://schemas.openxmlformats.org/officeDocument/2006/relationships/slide" Target="slides/slide624.xml"/><Relationship Id="rId632" Type="http://schemas.openxmlformats.org/officeDocument/2006/relationships/slide" Target="slides/slide625.xml"/><Relationship Id="rId633" Type="http://schemas.openxmlformats.org/officeDocument/2006/relationships/slide" Target="slides/slide626.xml"/><Relationship Id="rId634" Type="http://schemas.openxmlformats.org/officeDocument/2006/relationships/slide" Target="slides/slide627.xml"/><Relationship Id="rId635" Type="http://schemas.openxmlformats.org/officeDocument/2006/relationships/slide" Target="slides/slide628.xml"/><Relationship Id="rId636" Type="http://schemas.openxmlformats.org/officeDocument/2006/relationships/slide" Target="slides/slide629.xml"/><Relationship Id="rId637" Type="http://schemas.openxmlformats.org/officeDocument/2006/relationships/slide" Target="slides/slide630.xml"/><Relationship Id="rId638" Type="http://schemas.openxmlformats.org/officeDocument/2006/relationships/slide" Target="slides/slide631.xml"/><Relationship Id="rId639" Type="http://schemas.openxmlformats.org/officeDocument/2006/relationships/slide" Target="slides/slide632.xml"/><Relationship Id="rId640" Type="http://schemas.openxmlformats.org/officeDocument/2006/relationships/slide" Target="slides/slide633.xml"/><Relationship Id="rId641" Type="http://schemas.openxmlformats.org/officeDocument/2006/relationships/slide" Target="slides/slide634.xml"/><Relationship Id="rId642" Type="http://schemas.openxmlformats.org/officeDocument/2006/relationships/slide" Target="slides/slide635.xml"/><Relationship Id="rId643" Type="http://schemas.openxmlformats.org/officeDocument/2006/relationships/slide" Target="slides/slide636.xml"/><Relationship Id="rId644" Type="http://schemas.openxmlformats.org/officeDocument/2006/relationships/slide" Target="slides/slide637.xml"/><Relationship Id="rId645" Type="http://schemas.openxmlformats.org/officeDocument/2006/relationships/slide" Target="slides/slide638.xml"/><Relationship Id="rId646" Type="http://schemas.openxmlformats.org/officeDocument/2006/relationships/slide" Target="slides/slide639.xml"/><Relationship Id="rId647" Type="http://schemas.openxmlformats.org/officeDocument/2006/relationships/slide" Target="slides/slide640.xml"/><Relationship Id="rId648" Type="http://schemas.openxmlformats.org/officeDocument/2006/relationships/slide" Target="slides/slide641.xml"/><Relationship Id="rId649" Type="http://schemas.openxmlformats.org/officeDocument/2006/relationships/slide" Target="slides/slide642.xml"/><Relationship Id="rId650" Type="http://schemas.openxmlformats.org/officeDocument/2006/relationships/slide" Target="slides/slide643.xml"/><Relationship Id="rId651" Type="http://schemas.openxmlformats.org/officeDocument/2006/relationships/slide" Target="slides/slide644.xml"/><Relationship Id="rId652" Type="http://schemas.openxmlformats.org/officeDocument/2006/relationships/slide" Target="slides/slide645.xml"/><Relationship Id="rId653" Type="http://schemas.openxmlformats.org/officeDocument/2006/relationships/slide" Target="slides/slide646.xml"/><Relationship Id="rId654" Type="http://schemas.openxmlformats.org/officeDocument/2006/relationships/slide" Target="slides/slide647.xml"/><Relationship Id="rId655" Type="http://schemas.openxmlformats.org/officeDocument/2006/relationships/slide" Target="slides/slide648.xml"/><Relationship Id="rId656" Type="http://schemas.openxmlformats.org/officeDocument/2006/relationships/slide" Target="slides/slide649.xml"/><Relationship Id="rId657" Type="http://schemas.openxmlformats.org/officeDocument/2006/relationships/slide" Target="slides/slide650.xml"/><Relationship Id="rId658" Type="http://schemas.openxmlformats.org/officeDocument/2006/relationships/slide" Target="slides/slide651.xml"/><Relationship Id="rId659" Type="http://schemas.openxmlformats.org/officeDocument/2006/relationships/slide" Target="slides/slide652.xml"/><Relationship Id="rId660" Type="http://schemas.openxmlformats.org/officeDocument/2006/relationships/slide" Target="slides/slide653.xml"/><Relationship Id="rId661" Type="http://schemas.openxmlformats.org/officeDocument/2006/relationships/slide" Target="slides/slide654.xml"/><Relationship Id="rId662" Type="http://schemas.openxmlformats.org/officeDocument/2006/relationships/slide" Target="slides/slide655.xml"/><Relationship Id="rId663" Type="http://schemas.openxmlformats.org/officeDocument/2006/relationships/slide" Target="slides/slide656.xml"/><Relationship Id="rId664" Type="http://schemas.openxmlformats.org/officeDocument/2006/relationships/slide" Target="slides/slide657.xml"/><Relationship Id="rId665" Type="http://schemas.openxmlformats.org/officeDocument/2006/relationships/slide" Target="slides/slide658.xml"/><Relationship Id="rId666" Type="http://schemas.openxmlformats.org/officeDocument/2006/relationships/slide" Target="slides/slide659.xml"/><Relationship Id="rId667" Type="http://schemas.openxmlformats.org/officeDocument/2006/relationships/slide" Target="slides/slide660.xml"/><Relationship Id="rId668" Type="http://schemas.openxmlformats.org/officeDocument/2006/relationships/slide" Target="slides/slide661.xml"/><Relationship Id="rId669" Type="http://schemas.openxmlformats.org/officeDocument/2006/relationships/slide" Target="slides/slide662.xml"/><Relationship Id="rId670" Type="http://schemas.openxmlformats.org/officeDocument/2006/relationships/slide" Target="slides/slide663.xml"/><Relationship Id="rId671" Type="http://schemas.openxmlformats.org/officeDocument/2006/relationships/slide" Target="slides/slide664.xml"/><Relationship Id="rId672" Type="http://schemas.openxmlformats.org/officeDocument/2006/relationships/slide" Target="slides/slide665.xml"/><Relationship Id="rId673" Type="http://schemas.openxmlformats.org/officeDocument/2006/relationships/slide" Target="slides/slide666.xml"/><Relationship Id="rId674" Type="http://schemas.openxmlformats.org/officeDocument/2006/relationships/slide" Target="slides/slide667.xml"/><Relationship Id="rId675" Type="http://schemas.openxmlformats.org/officeDocument/2006/relationships/slide" Target="slides/slide668.xml"/><Relationship Id="rId676" Type="http://schemas.openxmlformats.org/officeDocument/2006/relationships/slide" Target="slides/slide669.xml"/><Relationship Id="rId677" Type="http://schemas.openxmlformats.org/officeDocument/2006/relationships/slide" Target="slides/slide670.xml"/><Relationship Id="rId678" Type="http://schemas.openxmlformats.org/officeDocument/2006/relationships/slide" Target="slides/slide671.xml"/><Relationship Id="rId679" Type="http://schemas.openxmlformats.org/officeDocument/2006/relationships/slide" Target="slides/slide672.xml"/><Relationship Id="rId680" Type="http://schemas.openxmlformats.org/officeDocument/2006/relationships/slide" Target="slides/slide673.xml"/><Relationship Id="rId681" Type="http://schemas.openxmlformats.org/officeDocument/2006/relationships/slide" Target="slides/slide674.xml"/><Relationship Id="rId682" Type="http://schemas.openxmlformats.org/officeDocument/2006/relationships/slide" Target="slides/slide675.xml"/><Relationship Id="rId683" Type="http://schemas.openxmlformats.org/officeDocument/2006/relationships/slide" Target="slides/slide676.xml"/><Relationship Id="rId684" Type="http://schemas.openxmlformats.org/officeDocument/2006/relationships/slide" Target="slides/slide677.xml"/><Relationship Id="rId685" Type="http://schemas.openxmlformats.org/officeDocument/2006/relationships/slide" Target="slides/slide678.xml"/><Relationship Id="rId686" Type="http://schemas.openxmlformats.org/officeDocument/2006/relationships/slide" Target="slides/slide679.xml"/><Relationship Id="rId687" Type="http://schemas.openxmlformats.org/officeDocument/2006/relationships/slide" Target="slides/slide680.xml"/><Relationship Id="rId688" Type="http://schemas.openxmlformats.org/officeDocument/2006/relationships/slide" Target="slides/slide681.xml"/><Relationship Id="rId689" Type="http://schemas.openxmlformats.org/officeDocument/2006/relationships/slide" Target="slides/slide682.xml"/><Relationship Id="rId690" Type="http://schemas.openxmlformats.org/officeDocument/2006/relationships/slide" Target="slides/slide683.xml"/><Relationship Id="rId691" Type="http://schemas.openxmlformats.org/officeDocument/2006/relationships/slide" Target="slides/slide684.xml"/><Relationship Id="rId692" Type="http://schemas.openxmlformats.org/officeDocument/2006/relationships/slide" Target="slides/slide685.xml"/><Relationship Id="rId693" Type="http://schemas.openxmlformats.org/officeDocument/2006/relationships/slide" Target="slides/slide686.xml"/><Relationship Id="rId694" Type="http://schemas.openxmlformats.org/officeDocument/2006/relationships/slide" Target="slides/slide687.xml"/><Relationship Id="rId695" Type="http://schemas.openxmlformats.org/officeDocument/2006/relationships/slide" Target="slides/slide688.xml"/><Relationship Id="rId696" Type="http://schemas.openxmlformats.org/officeDocument/2006/relationships/slide" Target="slides/slide689.xml"/><Relationship Id="rId697" Type="http://schemas.openxmlformats.org/officeDocument/2006/relationships/slide" Target="slides/slide690.xml"/><Relationship Id="rId698" Type="http://schemas.openxmlformats.org/officeDocument/2006/relationships/slide" Target="slides/slide691.xml"/><Relationship Id="rId699" Type="http://schemas.openxmlformats.org/officeDocument/2006/relationships/slide" Target="slides/slide692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0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0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1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1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2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2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Sheet1!$A$2:$A$125</c:f>
              <c:strCache>
                <c:ptCount val="124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  <c:pt idx="77">
                  <c:v>Q78</c:v>
                </c:pt>
                <c:pt idx="78">
                  <c:v>Q79</c:v>
                </c:pt>
                <c:pt idx="79">
                  <c:v>Q80</c:v>
                </c:pt>
                <c:pt idx="80">
                  <c:v>Q81</c:v>
                </c:pt>
                <c:pt idx="81">
                  <c:v>Q82</c:v>
                </c:pt>
                <c:pt idx="82">
                  <c:v>Q83</c:v>
                </c:pt>
                <c:pt idx="83">
                  <c:v>Q84</c:v>
                </c:pt>
                <c:pt idx="84">
                  <c:v>Q85</c:v>
                </c:pt>
                <c:pt idx="85">
                  <c:v>Q86</c:v>
                </c:pt>
                <c:pt idx="86">
                  <c:v>Q87</c:v>
                </c:pt>
                <c:pt idx="87">
                  <c:v>Q88</c:v>
                </c:pt>
                <c:pt idx="88">
                  <c:v>Q89</c:v>
                </c:pt>
                <c:pt idx="89">
                  <c:v>Q90</c:v>
                </c:pt>
                <c:pt idx="90">
                  <c:v>Q91</c:v>
                </c:pt>
                <c:pt idx="91">
                  <c:v>Q92</c:v>
                </c:pt>
                <c:pt idx="92">
                  <c:v>Q93</c:v>
                </c:pt>
                <c:pt idx="93">
                  <c:v>Q94</c:v>
                </c:pt>
                <c:pt idx="94">
                  <c:v>Q95</c:v>
                </c:pt>
                <c:pt idx="95">
                  <c:v>Q96</c:v>
                </c:pt>
                <c:pt idx="96">
                  <c:v>Q97</c:v>
                </c:pt>
                <c:pt idx="97">
                  <c:v>Q98</c:v>
                </c:pt>
                <c:pt idx="98">
                  <c:v>Q99</c:v>
                </c:pt>
                <c:pt idx="99">
                  <c:v>Q100</c:v>
                </c:pt>
                <c:pt idx="100">
                  <c:v>Q101</c:v>
                </c:pt>
                <c:pt idx="101">
                  <c:v>Q102</c:v>
                </c:pt>
                <c:pt idx="102">
                  <c:v>Q103</c:v>
                </c:pt>
                <c:pt idx="103">
                  <c:v>Q104</c:v>
                </c:pt>
                <c:pt idx="104">
                  <c:v>Q105</c:v>
                </c:pt>
                <c:pt idx="105">
                  <c:v>Q106</c:v>
                </c:pt>
                <c:pt idx="106">
                  <c:v>Q107</c:v>
                </c:pt>
                <c:pt idx="107">
                  <c:v>Q108</c:v>
                </c:pt>
                <c:pt idx="108">
                  <c:v>Q109</c:v>
                </c:pt>
                <c:pt idx="109">
                  <c:v>Q110</c:v>
                </c:pt>
                <c:pt idx="110">
                  <c:v>Q111</c:v>
                </c:pt>
                <c:pt idx="111">
                  <c:v>Q112</c:v>
                </c:pt>
                <c:pt idx="112">
                  <c:v>Q113</c:v>
                </c:pt>
                <c:pt idx="113">
                  <c:v>Q114</c:v>
                </c:pt>
                <c:pt idx="114">
                  <c:v>Q115</c:v>
                </c:pt>
                <c:pt idx="115">
                  <c:v>Q116</c:v>
                </c:pt>
                <c:pt idx="116">
                  <c:v>Q117</c:v>
                </c:pt>
                <c:pt idx="117">
                  <c:v>Q118</c:v>
                </c:pt>
                <c:pt idx="118">
                  <c:v>Q119</c:v>
                </c:pt>
                <c:pt idx="119">
                  <c:v>Q120</c:v>
                </c:pt>
                <c:pt idx="120">
                  <c:v>Q121</c:v>
                </c:pt>
                <c:pt idx="121">
                  <c:v>Q122</c:v>
                </c:pt>
                <c:pt idx="122">
                  <c:v>Q123</c:v>
                </c:pt>
                <c:pt idx="123">
                  <c:v>Q124</c:v>
                </c:pt>
              </c:strCache>
            </c:strRef>
          </c:cat>
          <c:val>
            <c:numRef>
              <c:f>Sheet1!$B$2:$B$125</c:f>
              <c:numCache>
                <c:formatCode>General</c:formatCode>
                <c:ptCount val="124"/>
                <c:pt idx="0">
                  <c:v>2.0</c:v>
                </c:pt>
                <c:pt idx="1">
                  <c:v>1.0</c:v>
                </c:pt>
                <c:pt idx="2">
                  <c:v>2.0</c:v>
                </c:pt>
                <c:pt idx="3">
                  <c:v>2.0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2.0</c:v>
                </c:pt>
                <c:pt idx="8">
                  <c:v>2.0</c:v>
                </c:pt>
                <c:pt idx="9">
                  <c:v>1.0</c:v>
                </c:pt>
                <c:pt idx="10">
                  <c:v>1.0</c:v>
                </c:pt>
                <c:pt idx="11">
                  <c:v>2.0</c:v>
                </c:pt>
                <c:pt idx="12">
                  <c:v>1.0</c:v>
                </c:pt>
                <c:pt idx="13">
                  <c:v>2.0</c:v>
                </c:pt>
                <c:pt idx="14">
                  <c:v>2.0</c:v>
                </c:pt>
                <c:pt idx="15">
                  <c:v>2.0</c:v>
                </c:pt>
                <c:pt idx="16">
                  <c:v>2.0</c:v>
                </c:pt>
                <c:pt idx="17">
                  <c:v>2.0</c:v>
                </c:pt>
                <c:pt idx="18">
                  <c:v>2.0</c:v>
                </c:pt>
                <c:pt idx="19">
                  <c:v>2.0</c:v>
                </c:pt>
                <c:pt idx="20">
                  <c:v>2.0</c:v>
                </c:pt>
                <c:pt idx="21">
                  <c:v>1.0</c:v>
                </c:pt>
                <c:pt idx="22">
                  <c:v>2.0</c:v>
                </c:pt>
                <c:pt idx="23">
                  <c:v>2.0</c:v>
                </c:pt>
                <c:pt idx="24">
                  <c:v>1.0</c:v>
                </c:pt>
                <c:pt idx="25">
                  <c:v>2.0</c:v>
                </c:pt>
                <c:pt idx="26">
                  <c:v>1.0</c:v>
                </c:pt>
                <c:pt idx="27">
                  <c:v>2.0</c:v>
                </c:pt>
                <c:pt idx="28">
                  <c:v>1.0</c:v>
                </c:pt>
                <c:pt idx="29">
                  <c:v>3.0</c:v>
                </c:pt>
                <c:pt idx="30">
                  <c:v>1.0</c:v>
                </c:pt>
                <c:pt idx="31">
                  <c:v>2.0</c:v>
                </c:pt>
                <c:pt idx="32">
                  <c:v>3.0</c:v>
                </c:pt>
                <c:pt idx="33">
                  <c:v>2.0</c:v>
                </c:pt>
                <c:pt idx="34">
                  <c:v>1.0</c:v>
                </c:pt>
                <c:pt idx="35">
                  <c:v>2.0</c:v>
                </c:pt>
                <c:pt idx="36">
                  <c:v>1.0</c:v>
                </c:pt>
                <c:pt idx="37">
                  <c:v>1.0</c:v>
                </c:pt>
                <c:pt idx="38">
                  <c:v>2.0</c:v>
                </c:pt>
                <c:pt idx="39">
                  <c:v>1.0</c:v>
                </c:pt>
                <c:pt idx="40">
                  <c:v>2.0</c:v>
                </c:pt>
                <c:pt idx="41">
                  <c:v>2.0</c:v>
                </c:pt>
                <c:pt idx="42">
                  <c:v>2.0</c:v>
                </c:pt>
                <c:pt idx="43">
                  <c:v>1.0</c:v>
                </c:pt>
                <c:pt idx="44">
                  <c:v>1.0</c:v>
                </c:pt>
                <c:pt idx="45">
                  <c:v>2.0</c:v>
                </c:pt>
                <c:pt idx="46">
                  <c:v>3.0</c:v>
                </c:pt>
                <c:pt idx="47">
                  <c:v>2.0</c:v>
                </c:pt>
                <c:pt idx="48">
                  <c:v>3.0</c:v>
                </c:pt>
                <c:pt idx="49">
                  <c:v>2.0</c:v>
                </c:pt>
                <c:pt idx="50">
                  <c:v>3.0</c:v>
                </c:pt>
                <c:pt idx="51">
                  <c:v>2.0</c:v>
                </c:pt>
                <c:pt idx="52">
                  <c:v>2.0</c:v>
                </c:pt>
                <c:pt idx="53">
                  <c:v>2.0</c:v>
                </c:pt>
                <c:pt idx="54">
                  <c:v>1.0</c:v>
                </c:pt>
                <c:pt idx="55">
                  <c:v>3.0</c:v>
                </c:pt>
                <c:pt idx="56">
                  <c:v>2.0</c:v>
                </c:pt>
                <c:pt idx="57">
                  <c:v>2.0</c:v>
                </c:pt>
                <c:pt idx="58">
                  <c:v>2.0</c:v>
                </c:pt>
                <c:pt idx="59">
                  <c:v>1.0</c:v>
                </c:pt>
                <c:pt idx="60">
                  <c:v>2.0</c:v>
                </c:pt>
                <c:pt idx="61">
                  <c:v>1.0</c:v>
                </c:pt>
                <c:pt idx="62">
                  <c:v>2.0</c:v>
                </c:pt>
                <c:pt idx="63">
                  <c:v>2.0</c:v>
                </c:pt>
                <c:pt idx="64">
                  <c:v>2.0</c:v>
                </c:pt>
                <c:pt idx="65">
                  <c:v>2.0</c:v>
                </c:pt>
                <c:pt idx="66">
                  <c:v>1.0</c:v>
                </c:pt>
                <c:pt idx="67">
                  <c:v>2.0</c:v>
                </c:pt>
                <c:pt idx="68">
                  <c:v>1.0</c:v>
                </c:pt>
                <c:pt idx="69">
                  <c:v>2.0</c:v>
                </c:pt>
                <c:pt idx="70">
                  <c:v>2.0</c:v>
                </c:pt>
                <c:pt idx="71">
                  <c:v>2.0</c:v>
                </c:pt>
                <c:pt idx="72">
                  <c:v>2.0</c:v>
                </c:pt>
                <c:pt idx="73">
                  <c:v>1.0</c:v>
                </c:pt>
                <c:pt idx="74">
                  <c:v>2.0</c:v>
                </c:pt>
                <c:pt idx="75">
                  <c:v>1.0</c:v>
                </c:pt>
                <c:pt idx="76">
                  <c:v>1.0</c:v>
                </c:pt>
                <c:pt idx="77">
                  <c:v>2.0</c:v>
                </c:pt>
                <c:pt idx="78">
                  <c:v>2.0</c:v>
                </c:pt>
                <c:pt idx="79">
                  <c:v>1.0</c:v>
                </c:pt>
                <c:pt idx="80">
                  <c:v>1.0</c:v>
                </c:pt>
                <c:pt idx="81">
                  <c:v>2.0</c:v>
                </c:pt>
                <c:pt idx="82">
                  <c:v>2.0</c:v>
                </c:pt>
                <c:pt idx="83">
                  <c:v>2.0</c:v>
                </c:pt>
                <c:pt idx="84">
                  <c:v>2.0</c:v>
                </c:pt>
                <c:pt idx="85">
                  <c:v>1.0</c:v>
                </c:pt>
                <c:pt idx="86">
                  <c:v>2.0</c:v>
                </c:pt>
                <c:pt idx="87">
                  <c:v>2.0</c:v>
                </c:pt>
                <c:pt idx="88">
                  <c:v>2.0</c:v>
                </c:pt>
                <c:pt idx="89">
                  <c:v>1.0</c:v>
                </c:pt>
                <c:pt idx="90">
                  <c:v>2.0</c:v>
                </c:pt>
                <c:pt idx="91">
                  <c:v>1.0</c:v>
                </c:pt>
                <c:pt idx="92">
                  <c:v>1.0</c:v>
                </c:pt>
                <c:pt idx="93">
                  <c:v>2.0</c:v>
                </c:pt>
                <c:pt idx="94">
                  <c:v>2.0</c:v>
                </c:pt>
                <c:pt idx="95">
                  <c:v>1.0</c:v>
                </c:pt>
                <c:pt idx="96">
                  <c:v>1.0</c:v>
                </c:pt>
                <c:pt idx="97">
                  <c:v>2.0</c:v>
                </c:pt>
                <c:pt idx="98">
                  <c:v>2.0</c:v>
                </c:pt>
                <c:pt idx="99">
                  <c:v>1.0</c:v>
                </c:pt>
                <c:pt idx="100">
                  <c:v>3.0</c:v>
                </c:pt>
                <c:pt idx="101">
                  <c:v>1.0</c:v>
                </c:pt>
                <c:pt idx="102">
                  <c:v>2.0</c:v>
                </c:pt>
                <c:pt idx="103">
                  <c:v>2.0</c:v>
                </c:pt>
                <c:pt idx="104">
                  <c:v>3.0</c:v>
                </c:pt>
                <c:pt idx="105">
                  <c:v>1.0</c:v>
                </c:pt>
                <c:pt idx="106">
                  <c:v>2.0</c:v>
                </c:pt>
                <c:pt idx="107">
                  <c:v>2.0</c:v>
                </c:pt>
                <c:pt idx="108">
                  <c:v>1.0</c:v>
                </c:pt>
                <c:pt idx="109">
                  <c:v>2.0</c:v>
                </c:pt>
                <c:pt idx="110">
                  <c:v>2.0</c:v>
                </c:pt>
                <c:pt idx="111">
                  <c:v>2.0</c:v>
                </c:pt>
                <c:pt idx="112">
                  <c:v>2.0</c:v>
                </c:pt>
                <c:pt idx="113">
                  <c:v>3.0</c:v>
                </c:pt>
                <c:pt idx="114">
                  <c:v>2.0</c:v>
                </c:pt>
                <c:pt idx="115">
                  <c:v>2.0</c:v>
                </c:pt>
                <c:pt idx="116">
                  <c:v>2.0</c:v>
                </c:pt>
                <c:pt idx="117">
                  <c:v>1.0</c:v>
                </c:pt>
                <c:pt idx="118">
                  <c:v>3.0</c:v>
                </c:pt>
                <c:pt idx="119">
                  <c:v>2.0</c:v>
                </c:pt>
                <c:pt idx="120">
                  <c:v>3.0</c:v>
                </c:pt>
                <c:pt idx="121">
                  <c:v>3.0</c:v>
                </c:pt>
                <c:pt idx="122">
                  <c:v>3.0</c:v>
                </c:pt>
                <c:pt idx="123">
                  <c:v>2.0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3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9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6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1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8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5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1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7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1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7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3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4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9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4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9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5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1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2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6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0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5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7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2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9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5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1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5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0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7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3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7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2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6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0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6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2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6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6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0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5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2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8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2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4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9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6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1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7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1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8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1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7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7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1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8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2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8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3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5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2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9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3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7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3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7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1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7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2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8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2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verifies only options (A) and (B) (its check of (A) is garbled: it writes sin and cos of an unspecified angle) and never checks (C) and (D). Its derivation of orthogonality and |b|=1, |c|=2 and its verdict on (B) are correct; (A) was re-derived simply as a.a/|a|=2 and (C), (D) were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outline (expand by BAC-CAB, dot with b, a and c) is right but it has errors: it writes 'cos^2(theta) = +-1/sqrt2' where cos^2(theta)=1/2 (cos(theta)=1/sqrt2) is correct, it states a.b=0 without reason, and it drops the -|c|^2 term when dotting with c ('2 = 4cos^2(theta)' is correct only after moving the -4). Steps were re-derived and written out cleanly.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$\vec{b}\cdot\vec{c}$ as $3\alpha-2\beta-\alpha$ and $\vec{c}$ as $-\alpha\hat{j}-2\hat{j}+\hat{k}$ (typos). Correct: $\vec{c}=-\alpha\hat{i}-2\hat{j}+\hat{k}$ and $\vec{b}\cdot\vec{c}=-3\alpha-2\beta-\alpha=-4\alpha-2\beta$; the PDF's equation (2) and answer 9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expansion line '$3b-4a+4ab=3$' is wrong (the determinant simplifies to $\frac{b-1}{ab}=0$); it only happens to be satisfied by $b=1$ for all $a$. Final answer (A) $b=1,\ a\in\mathbb{R}-\{0\}$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image coordinates as $\beta=2,\gamma=2$ (typo); the midpoint equations give $\beta=-2$, $\gamma=4$, $Q=(2,-2,4)$, which is what the PDF's plane $2x+y+z=6$ actually uses. Also options (A) and (C) are both printed as $(1,1,2)$ in the paper.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final line gives $Q(-1,0,-1)$, which is not on $L$; the correct point is $Q(-1,0,1)$ (i.e. $\lambda=-1$ in $(\lambda,0,-\lambda)$). The PDF's $\overrightarrow{PQ}=(-2,-2,2)$ and answer $\frac{1}{\sqrt{3}}$ are correct. The English text layer also loses the minus sign of $z/(-1)$; the Hindi stem shows $\frac{z}{-1}$.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last lines read '$1+\alpha+6-4=8,\ \alpha=5,\ \beta=2,\ \alpha-\beta=7$'. With $\alpha+\beta=3$ and $\alpha=5$, $\beta=-2$ (not $2$); then $\alpha-\beta=7$. The PDF's answer (B) $7$ is correct; the stated $\beta=2$ was a slip.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says '$\overrightarrow{AR},\overrightarrow{AB},\vec{P}$ are collinear vectors'; it should be coplanar (the determinant is the coplanarity condition). The working and answer $3$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labels the parameter value as $d=-\frac12$; it is $\lambda=-\frac12$ (the parameter of the family). It also stops at the dot-product condition and omits the final substitution into the family; the substitution is shown here and gives $y-3z+6=0$.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$\alpha+\beta+\gamma=-11-4-8=-23$ before it has found the plane (the line appears twice) and never shows the determination of $\lambda$ from the point $(1,4,-3)$. $\lambda=\frac23$ is derived above; the plane and answer $-23$ are as in the PDF.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foot as $R=\left(-\frac12,0,-\frac12\right)$. With $\lambda=\frac1{14}$ and $R=(7\lambda,0,-7\lambda)$ it is $\left(\frac12,0,-\frac12\right)$. The distance $\sqrt{17/2}=\sqrt{34}/2$ and the answer (B) are unaffected (the PDF's distance uses the correct vector $\left(\frac32,-2,\frac32\right)$).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first line writes $\hat b=\vec c+(\vec c\times\hat a)$ without the factor 2; the next lines (and the question) use $\hat b=\vec c+2(\vec c\times\hat a)$ and are correct. Restored the factor 2 and the intermediate $4\sin^2 15^\circ=2-\sqrt3$ step.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last line shows $\pm\frac{5}{\sqrt2}\cdot\frac{-6+4}{5}=\pm\sqrt2$, but the arithmetic gives $\mp\sqrt2$ (the factor $\frac{-6+4}{5}=-\frac25$ flips the sign). The set of values $\{\sqrt2,-\sqrt2\}$ and the answer (B) are unchanged. Also noted that the question does not fix the rotation sense, so $-\sqrt2$ is equally possible; only $\sqrt2$ is among the options.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line reads $\frac{\vec v\cdot\vec c}{|\vec c|}=2\sqrt3$, but the question gives the projection as $\frac{2}{\sqrt3}$ (and the next line correctly uses $\vec v\cdot\vec c=2$). Corrected to $\frac{2}{\sqrt3}$ with $|\vec c|=\sqrt3$; the answer 9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says '$\vec b\times\vec c\parallel\vec a$ $\Rightarrow$ $\vec c\perp\vec a$' and ends 'no of vectors $\vec b=0$'. The condition is an equality $\vec b\times\vec c=\vec a$ (not just parallel), and the last line means the NUMBER of vectors is 0, not that $\vec b$ is the zero vector. Wording fixed; conclusion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wrote the perpendicularity condition with a minus sign, 3i - (1/2)j + 2k, giving 6a1 - a2 + 4a3 = 0 as equation (1); the stem has +1/2, so (1) must be 6a1 + a2 + 4a3 = 0. With the wrong sign the quoted solution a=(3,2,-5) does not satisfy (1) (gives -4). Corrected sign; a and the answer 5/3 are unchanged. PDF also skipped the substitution step.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first line wrote a x (b x c) = 0 and then 'c.a + c.(a x c) = 0', which does not follow from the stem (the stem is a + (b x c) = 0, a sum, not a cross product). Replaced by dotting a + b x c = 0 with c and using c.(b x c) = 0. Answer 0 unchanged. Question data is inconsistent (a.b = 2, not 0).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perpendicularity line was printed as $2(2+3\lambda)+1-(1-\lambda)-5(-5+4\lambda)-7\lambda=0$: it wrongly includes the constant term $-7\lambda$ (a perpendicularity test uses only the normal) and has a sign slip on the $y$-term; that expression does not simplify to the printed $30=15\lambda$. Corrected to $2(2+3\lambda)+(1-\lambda)-5(-5+4\lambda)=30-15\lambda=0$. Also the PDF prints the final plane as '8x - y + 32 - 14' (the $3z$ lost its symbol). Result $\lambda=2$ and answer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distance equation as $(k-2)^2+(k+2)^2+(k-3)^2=18$; the first term should be $(k-1)^2$ because $P=(1,-2,3)$ (with $(k-2)^2$ the equation would be $3k^2-6k+17=18$, not $3k^2-4k-4=0$). Corrected. Everything after it is unchanged. The PDF also states $R(k,k,k)$ and the direction $(1,1,1)$ without derivation; the derivation is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last steps are wrong as printed: it simplifies the plane $2(x-0)+0(y-0)-1(z+1)=0$ to '$2x-2=0$' (it should be $2x-z-1=0$; '$2x-2=0$' would make $z$ irrelevant and give $x=1$ for every point) and labels $Q$ as '$a=(3,8,5)$' in one line ($Q=(3,6,5)$). With the correct plane only $(1,2,1)$ lies on $T$ among the options. Answer (B)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takes $\vec q=3\sqrt3\hat i+4\hat k$ for $l_2$, but the printed $z$-intercept $-\frac{1}{6\sqrt3}$ gives $\vec q=3\sqrt3\hat i-4\hat k$; its $p\times q$ line is also garbled. The sign change does not alter $d$ (only the $\hat i$-component of $p\times q$ and its magnitude matter), so the answer 51 stands.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own working shows (S1) false (value $-6$) and gets $\cos\angle ACB=\sqrt{2/3}$, so (S2) is true, but it prints the answer (D) 'both false'. The correct option is (C) 'only (S2) is true'; the working is reproduced and the final answer fixed.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$\vec n_1=\hat i\times(\hat i+\hat j)=\hat i$ (it is $\hat k$; its next line does use $\hat k$) and writes $\vec n_2$ as $(\hat i+\hat j)\times(\hat i-\hat j)$, which is not the product of the plane's two vectors; the intended product $(\hat i+\hat k)\times(\hat i-\hat j)=\hat i+\hat j-\hat k$ matches its result. Answer (A)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working line says 'projection of $(2\vec b-2\vec a)$' by a typo (it computes the projection of $\vec b-2\vec a$, as in the question) and writes $|\vec b|^2-2|\vec a|^2-\vec a\cdot\vec b$ correctly; only the notation was fixed. Answer (D)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takes the factor 2 out of $C_2$ but still prints 2 in that column, and its expansion line $2[(1+t)-(1-t)+t]$ does not match the determinant it shows (the value $6t$ is right). The expansion was rewritten correctly; the answer (C)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drops the factor 6 in front of $(\vec a\cdot\vec b)(y^2-3x^2)$ and writes the last step garbled ('$\vec a\cdot|\vec a|^2/3$'); the corrected grouping $6xy(|\vec a|^2-3|\vec b|^2)+6(\vec a\cdot\vec b)(y^2-3x^2)$ gives the same conditions. Answer (B)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expansion line ends with '=8' (3(-6lambda+17)-8(-lambda^2+5lambda-5)+(lambda+4)=8) although the equation being solved is [AB AC AD]=0; the right side must be 0 (the left side simplifies to 8lambda^2-57lambda+95). The expansion is rewritten with the right side 0. Quadratic and answer 95/8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first writes the sum condition as |a|+|b|+|c| = 1/36 (a misreading of 36), gets a negative |a| = -43/18 and declares the data wrong; it then redoes it with 36. The data are fine. The wrong 1/36 attempt is removed, and the step |b| = 6 (not derived in the PDF) is derived from |b||c| = 9|a|. Final answer 36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cross-multiplication for the normal of P prints denominators -5-5, -45-55, -11-9, which would give &lt;-10,-100,-20&gt;; the correct middle value is -45+55 = 10, giving &lt;-10,10,-20&gt; ~ &lt;1,-1,2&gt; (the PDF's stated final direction). Its distance step is printed as |2+5+22-2|/sqrt6 = 27/sqrt6 but must be |2+5+22-21|/sqrt6 = 8/sqrt6 (the plane has constant -21). The final d^2 = 32/3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point as Q = (+-3, +-3, 2) (suggesting independent signs; the two signs must agree since Q = (a,a,2)) and writes 'Distance 7Q = sqrt21' (a typo for PQ). Rewritten with Q = (a,a,2) and PQ^2 = 2a^2 + 3 = 21 for a = +-3. Answer 21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prints the cross product as (1,4,-3) (the correct j-component is -4, as its own line equation (y-2)/(-4) uses), writes the through-point as P(1,2,3) instead of (1,2,4) in one line, and the dot product with (1,4,-3) would not give lambda = 1/2. With b = (1,-4,-3) the condition is 26*lambda - 13 = 0, lambda = 1/2, so the final length sqrt(21/2)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$b=\pm a$ and then lists only $\pm(1/\sqrt2,-1/\sqrt2,0)$; $b=-a$ actually gives $\pm(1/\sqrt2,1/\sqrt2,0)$ (option A) as well, so the question has two valid options. Remark added; intended key (B) kept.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computes $\cos\alpha=\frac{5}{3\sqrt3}$ (wrong: the dot product is $-a$, not 5), reaches $3a^2=25a^2+50$ and writes 'No value of a', yet gives answer 3. As printed ('angle with the plane has cosine $\sqrt{2/27}$') no $a$ exists; reading the given cosine as that of the angle with the normal gives $a=2$ and the key 3. Written out the intended working.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ends with 'beta = -15, alpha = -15' (both negative), which does not satisfy $45\alpha+47\beta=30$; the correct pair is $\alpha=-15,\ \beta=15$. The sum of squares $450$ is unaffected. The PDF's garbled line $\beta=\frac{3\alpha-2}{47}$ was written out as the divisibility condition.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1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2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3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4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5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7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8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9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0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1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2.xml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3.xml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4.xml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5.xml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6.xml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7.xml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8.xml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9.xml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0.xml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1.xml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2.xml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3.xml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4.xml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5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6.xml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7.xml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8.xml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9.xml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0.xml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1.xml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2.xml"/></Relationships>
</file>

<file path=ppt/slides/_rels/slide6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3.xml"/></Relationships>
</file>

<file path=ppt/slides/_rels/slide6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4.xml"/></Relationships>
</file>

<file path=ppt/slides/_rels/slide6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5.xml"/></Relationships>
</file>

<file path=ppt/slides/_rels/slide6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6.xml"/></Relationships>
</file>

<file path=ppt/slides/_rels/slide6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7.xml"/></Relationships>
</file>

<file path=ppt/slides/_rels/slide6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8.xml"/></Relationships>
</file>

<file path=ppt/slides/_rels/slide6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9.xml"/></Relationships>
</file>

<file path=ppt/slides/_rels/slide6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0.xml"/></Relationships>
</file>

<file path=ppt/slides/_rels/slide6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1.xml"/></Relationships>
</file>

<file path=ppt/slides/_rels/slide6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2.xml"/></Relationships>
</file>

<file path=ppt/slides/_rels/slide6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3.xml"/></Relationships>
</file>

<file path=ppt/slides/_rels/slide6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4.xml"/></Relationships>
</file>

<file path=ppt/slides/_rels/slide6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6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Vector &amp; 3D Geometry (Exercise J-M)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XII Sheet Vector 3D · Exercise J-M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Mixed Types (JEE Main previous-year questions)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Q124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marks printed - JEE Main default assumed: 4 marks for every question (single correct and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Question types are interleaved in the sheet; type and marks are shown on each question slide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$\vec{a}=2\hat{i}+\hat{j}-2\hat{k}$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$|\vec{c}-\vec{a}|=2\sqrt{2}$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$|(\vec{a}\times\vec{b})\times\vec{c}|$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perfect square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$|\vec{c}-\vec{a}|^2$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$\vec{a}\cdot\vec{c}=|\vec{c}|$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perfect square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$(|\vec{c}|-1)^2=0$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$|\vec{c}|=1$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$\vec{a}\times\vec{b}=\left|\begin{matrix}\hat{i}&amp;\hat{j}&amp;\hat{k}\\2&amp;1&amp;-2\\1&amp;1&amp;0\end{matrix}\right|=2\hat{i}-2\hat{j}+\hat{k}$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$|\vec{c}-\vec{a}|=2\sqrt{2}$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$|\vec{c}|^2+|\vec{a}|^2-2\,\vec{a}\cdot\vec{c}=8$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$|\vec{c}|^2+9-2|\vec{c}|=8$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$|\vec{c}|^2-2|\vec{c}|+1=0$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$(|\vec{c}|-1)^2=0$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$|(\vec{a}\times\vec{b})\times\vec{c}|=|\vec{a}\times\vec{b}|\,|\vec{c}|\sin\frac{\pi}{6}$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$=3\cdot1\cdot\frac{1}{2}=\frac{3}{2}$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condition mixing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becomes a perfect square.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$|\vec{u}-\vec{v}|^2=|\vec{u}|^2+|\vec{v}|^2-2\,\vec{u}\cdot\vec{v}$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condition mixing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becomes a perfect square.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$|\vec{u}\times\vec{v}|=|\vec{u}||\vec{v}|\sin\theta$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$|\vec{a}\times\vec{b}|^2=|\vec{a}|^2|\vec{b}|^2-(\vec{a}\cdot\vec{b})^2$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$9\cdot2-9=9$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projection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$|\overrightarrow{BC}|=3$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$|\overrightarrow{CA}|=5$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$|\overrightarrow{BA}|=7$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projection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vector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vectors start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projection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cosine rule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vectors start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projection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$|\overrightarrow{BA}|\cos\angle 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cosine rule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$\cos\angle 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both vectors issue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side opposite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adjacent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$=|\overrightarrow{BA}|\cos\angle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both vectors issue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side opposite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adjacent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$\cos\angle ABC=\frac{3^2+7^2-5^2}{2\times3\times7}$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$=\frac{9+49-25}{42}=\frac{33}{42}=\frac{11}{14}$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$=7\times\frac{11}{14}=\frac{11}{2}$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origin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-axis; the 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-coordinate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origin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-axis; the projection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$\overrightarrow{BC}$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-coordinate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points along the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$(x-3)^2+y^2=25$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$x^2-(x-3)^2=24$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$6x-9=24$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points along the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(scalar)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 in dot-product form);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care that vectors start at the same point before reading the angle between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(scalar)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$\frac{\vec{u}\cdot\vec{v}}{|\vec{v}|}$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$\frac{\vec{u}\cdot\vec{v}}{|\vec{v}|^2}\vec{v}$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$\overrightarrow{BA}\cdot\overrightarrow{BC}=\frac{BA^2+BC^2-CA^2}{2}$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 in dot-product form);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$\frac{49+9-25}{2}=\frac{33}{2}$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$|BC|=3$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care that vectors start at the same point before reading the angle between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 with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 possible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 with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$\vec{d}=3\hat{i}+2\hat{j}+6\hat{k}$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 possible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\vec{c}]+[\vec{a}\ \vec{b}\ \vec{d}]+[\vec{a}\ \vec{c}\ \vec{d}]$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vectors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fix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$\vec{a}=\lambda\vec{b}+\mu\vec{c}$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$[\vec{a}\ \vec{b}\ \vec{c}]=0$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$\vec{a}\perp\vec{d}$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$|\vec{a}|=\sqrt{10}$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$\vec{a}=\pm(3\hat{j}-\hat{k})$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$\vec{a}=\lambda\vec{b}+\mu\vec{c}=(2\lambda+\mu)\hat{i}+(\lambda-\mu)\hat{j}+(\lambda+\mu)\hat{k}$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$\vec{a}\cdot\vec{d}=0$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$3(2\lambda+\mu)+2(\lambda-\mu)+6(\lambda+\mu)=0$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$14\lambda+7\mu=0$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$(2\lambda+\mu)^2+(\lambda-\mu)^2+(\lambda+\mu)^2=6\lambda^2+3\mu^2+4\lambda\mu=10$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$6\lambda^2+12\lambda^2-8\lambda^2=10\lambda^2=10$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$\lambda=1,\mu=-2$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$\vec{a}=3\hat{j}-\hat{k}$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$\lambda=-1,\mu=2$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$\vec{a}=-3\hat{j}+\hat{k}$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would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among the options).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$\vec{a}=3\hat{j}-\hat{k}$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\vec{d}]=\left|\begin{matrix}0&amp;3&amp;-1\\2&amp;1&amp;1\\3&amp;2&amp;6\end{matrix}\right|=-28$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\vec{c}\ \vec{d}]=\left|\begin{matrix}0&amp;3&amp;-1\\1&amp;-1&amp;1\\3&amp;2&amp;6\end{matrix}\right|=-14$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$=0-28-14=-42$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would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among the options).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$-42$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(perpendicular to the plane normal and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and combine the last two triple products into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$\vec{a}\parallel(\vec{b}\times\vec{c})\times\vec{d}$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(perpendicular to the plane normal and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and combine the last two triple products into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normal to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that plane,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$\vec{b}\times\vec{c}=2\hat{i}-\hat{j}-3\hat{k}$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normal to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that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$\vec{a}\parallel(\vec{b}\times\vec{c})\times\vec{d}=(0,-21,7)\parallel(0,-3,1)$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$\vec{a}=\pm(3\hat{j}-\hat{k})$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attained,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\vec{d}]+[\vec{a}\ \vec{c}\ \vec{d}]=\vec{a}\cdot\big((\vec{b}+\vec{c})\times\vec{d}\big)$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$\vec{b}+\vec{c}=(3,0,2)$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$(3,0,2)\times(3,2,6)=(-4,-12,6)$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$\vec{a}\cdot(-4,-12,6)=\pm(0-36-6)=\mp42$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attained,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$-42$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(non-parallel)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the triple product is linear in each slot.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to find the line of a plane vector perpendicular to a given direction.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(non-parallel)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$\iff\vec{a}=\lambda\vec{b}+\mu\vec{c}\iff[\vec{a}\ \vec{b}\ \vec{c}]=0$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\vec{d}]+[\vec{a}\ \vec{c}\ \vec{d}]=[\vec{a}\ (\vec{b}+\vec{c})\ \vec{d}]$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the triple product is linear in each slot.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$\vec{n}\times\vec{d}$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to find the line of a plane vector perpendicular to a given direction.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three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is not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three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is not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$|3\vec{a}+\vec{b}-2\vec{c}|^2=51$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$\vec{a}\times\big((\vec{b}+\vec{c})\times(\vec{b}-\vec{c})\big)=\vec{0}$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\vec{c}]+[\vec{c}\ \vec{a}\ \vec{b}]=8$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and scalar triple products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two cross-product relations force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be mutually perpendicular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every option is a one-line check.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two cross-product relations force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be mutually perpendicular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$|\vec{c}|=2$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every option is a one-line check.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$\vec{c}\perp\vec{a},\vec{b}$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$\vec{a}\cdot\vec{b}=\vec{b}\cdot\vec{c}=\vec{c}\cdot\vec{a}=0$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$4|\vec{b}|^2=|\vec{c}|^2$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(3) and (4):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by orthogonality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$|\vec{b}\times\vec{c}|=|\vec{a}|$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$|\vec{b}|^2|\vec{c}|^2=4$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(3) and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$4|\vec{b}|^4=4$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$\frac{\vec{a}\cdot\vec{a}}{|\vec{a}|}=|\vec{a}|=2$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by orthogonality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$|3\vec{a}+\vec{b}-2\vec{c}|^2=9|\vec{a}|^2+|\vec{b}|^2+4|\vec{c}|^2=36+1+16=53\neq51$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$(\vec{b}+\vec{c})\times(\vec{b}-\vec{c})=-2\,\vec{b}\times\vec{c}=-2\vec{a}$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$\vec{a}\times(-2\vec{a})=\vec{0}$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\vec{c}]=\vec{a}\cdot(\vec{b}\times\vec{c})=|\vec{a}|^2=4$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$[\vec{c}\ \vec{a}\ \vec{b}]=[\vec{a}\ \vec{b}\ \vec{c}]=4$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Hence the statement that is not true is (B).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$|3\vec{a}+\vec{b}-2\vec{c}|^2=51$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relations describe a right-handed orthogonal triad, so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compute each option in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relations describe a right-handed orthogonal triad, so 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$\vec{a}=2\hat{i}$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$\vec{b}=\hat{j}$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$\vec{c}=2\hat{k}$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compute each option in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mutually perpendicular vectors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main solution); choose axes along them: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mutually perpendicular vectors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$|\vec{b}|=1,|\vec{c}|=2$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main solution); choose axes along them: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$\vec{a}\times\vec{b}=2\hat{k}=\vec{c}$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$\vec{b}\times\vec{c}=2\hat{i}=\vec{a}$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$\vec{b}\times\vec{c}=2\hat{i}$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cross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(cyclic);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The untrue statement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$3\vec{a}+\vec{b}-2\vec{c}=(6,1,-4)$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$|\cdot|^2=36+1+16=53$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$(\vec{b}+\vec{c})\times(\vec{b}-\vec{c})=(0,1,2)\times(0,1,-2)=(-4,0,0)$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cross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\vec{c}]=\left|\begin{matrix}2&amp;0&amp;0\\0&amp;1&amp;0\\0&amp;0&amp;2\end{matrix}\right|=4$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$[\vec{c}\ \vec{a}\ \vec{b}]=4$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(cyclic);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 The untrue statement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$|3\vec{a}+\vec{b}-2\vec{c}|^2=51$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triple product is unchanged by cyclic permutation: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(expand;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mutually perpendicular vectors,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$\vec{u}\times\vec{v}=\vec{w}$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$\vec{v}\times\vec{w}=\vec{u}$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$\vec{u},\vec{v},\vec{w}$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$|\vec{w}|=|\vec{u}||\vec{v}|$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$|\vec{u}|=|\vec{v}||\vec{w}|$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$|\vec{v}|=1$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triple product is unchanged by cyclic permutation: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\vec{c}]=[\vec{c}\ \vec{a}\ \vec{b}]=[\vec{b}\ \vec{c}\ \vec{a}]$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$(\vec{b}+\vec{c})\times(\vec{b}-\vec{c})=-2\,\vec{b}\times\vec{c}$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(expand;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$\vec{b}\times\vec{b}=\vec{0}$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$\vec{c}\times\vec{b}=-\vec{b}\times\vec{c}$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mutually perpendicular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$|x\vec{a}+y\vec{b}+z\vec{c}|^2=x^2|\vec{a}|^2+y^2|\vec{b}|^2+z^2|\vec{c}|^2$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co-planar. Then which of the following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$(2+a+b)\hat{i}+(a+2b+c)\hat{j}-(b+c)\hat{k}$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$(1+b)\hat{i}+2b\hat{j}-b\hat{k}$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$(2+b)\hat{i}+2b\hat{j}+(1-b)\hat{k}$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co-planar. Then which of the following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$2b=a+c$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$a=b+2c$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$3c=a+b$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$2a=b+c$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vectors and scalar triple product, Properties of determinants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means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determinant of components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row/column operations reduce it to one non-zero cofactor.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means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determinant of components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row/column operations reduce it to one non-zero cofactor.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vectors have scalar triple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third row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column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column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vectors have scalar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$\left|\begin{matrix}2+a+b&amp;a+2b+c&amp;-b-c\\1+b&amp;2b&amp;-b\\2+b&amp;2b&amp;1-b\end{matrix}\right|=0$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$R_3\to R_3-R_2$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third row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$(1,\,0,\,1)$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$C_1\to C_1-C_3$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column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$(2+a+2b+c,\ 1+2b,\ 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$C_1\to C_1-C_2$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column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 1,\ 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is now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is 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$\left|\begin{matrix}2&amp;a+2b+c&amp;-b-c\\1&amp;2b&amp;-b\\0&amp;0&amp;1\end{matrix}\right|=0$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$1\cdot\big(4b-(a+2b+c)\big)=0$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$2b-a-c=0$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$2b=a+c$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$2b=a+c$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determinant of their components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and column operations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change a determinant; use them to create zeros before expanding.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Look for rows that differ by a simple vector (here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shorten the work.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determinant of their components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and column operations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$R_i\to R_i-R_j$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$C_i\to C_i-C_j$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change a determinant; use them to create zeros before expanding.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Look for rows that differ by a simple vector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$R_3-R_2=(1,0,1)$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shorten the work.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distinct positive numbers. If the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co-planar,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distinct positive numbers. If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$a\hat{i}+a\hat{j}+c\hat{k}$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$c\hat{i}+c\hat{j}+b\hat{k}$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co-planar,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$\dfrac{2}{\frac{1}{a}+\frac{1}{b}}$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$\frac{1}{a}+\frac{1}{b}$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vectors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Co-planarity gives a zero determinant that collapses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geometric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Co-planarity gives a zero determinant that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$c^2=ab$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geometric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Co-planar vectors: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Co-planar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$\left|\begin{matrix}a&amp;a&amp;c\\1&amp;0&amp;1\\c&amp;c&amp;b\end{matrix}\right|=0$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$a(0\cdot b-1\cdot c)-a(1\cdot b-1\cdot c)+c(1\cdot c-0\cdot 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$-ac-ab+ac+c^2=0$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$c=\sqrt{ab}$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$\sqrt{ab}$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first vector as a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 decouples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first vector as a combination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$\alpha(\hat{i}+\hat{k})+\beta(c\hat{i}+c\hat{j}+b\hat{k})$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 decouples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coplanarity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$c\hat{i}+c\hat{j}+b\hat{k}$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$a\hat{i}+a\hat{j}+c\hat{k}=\alpha(\hat{i}+\hat{k})+\beta(c\hat{i}+c\hat{j}+b\hat{k})$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$a=\beta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$a=\alpha+\beta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$c=\alpha+\beta b=\beta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$\beta=\frac{c}{b}$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$a=\beta c=\frac{c^2}{b}$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$c=\sqrt{ab}$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$\sqrt{ab}$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is a combination of the other two (when those two are not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vector has a zero component, the corresponding scalar equation often fixes a coefficient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a condition typically produces the geometric mean: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(distinct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$[\vec{u}\ \vec{v}\ \vec{w}]=0\iff$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is a combination of the other two (when those two are not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vector has a zero component, the corresponding scalar equation often fixes a coefficient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a condition typically produces the geometric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(distinct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$\min&lt;c&lt;\max$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$|\vec{a}\times\vec{b}|$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$\sin\theta=\frac{4}{5}$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$|\cos\theta|=\frac{3}{5}$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$|\vec{a}\cdot\vec{b}|=|\vec{a}||\vec{b}||\cos\theta|$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triangle (or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$|\vec{a}\times\vec{b}|=|\vec{a}||\vec{b}|\sin\theta\Rightarrow8=2\times5\times\sin\theta$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triangle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$\cos^2\theta=1-\frac{16}{25}$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$|\cos\theta|=\frac{3}{5}$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$|\vec{a}\cdot\vec{b}|=|\vec{a}||\vec{b}||\cos\theta|=2\times5\times\frac{3}{5}=6$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answer without any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$|\vec{a}\times\vec{b}|^2+(\vec{a}\cdot\vec{b})^2=|\vec{a}|^2|\vec{b}|^2$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answer without any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$|\vec{a}|^2|\vec{b}|^2=4\times25=100$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$(\vec{a}\cdot\vec{b})^2=100-64=36$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 (check: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determined, because the sign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fixed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(Pythagorean triple) to save time.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$|\vec{a}\times\vec{b}|^2+(\vec{a}\cdot\vec{b})^2=|\vec{a}|^2|\vec{b}|^2$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$1+1=1\cdot2$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determined, because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fixed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$\sin\theta=\frac{4}{5}\leftrightarrow\cos\theta=\pm\frac{3}{5}$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(Pythagorean triple) to save time.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vector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$\vec{b}=-\hat{i}+2\hat{j}+3\hat{k}$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vector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$(\vec{a}+\vec{b})\times\Big(\big(\vec{a}\times((\vec{a}-\vec{b})\times\vec{b})\big)\times\vec{b}\Big)$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$7(30\hat{i}-5\hat{j}+7\hat{k})$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$7(34\hat{i}-5\hat{j}+3\hat{k})$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$5(30\hat{i}-5\hat{j}+7\hat{k})$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$5(34\hat{i}-5\hat{j}+3\hat{k})$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collapses the nesting; then repeated BAC-CAB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$(\vec{a}-\vec{b})\times\vec{b}=\vec{a}\times\vec{b}$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collapses the nesting; then repeated BAC-CAB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$|\vec{a}|^2=6$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$|\vec{b}|^2=14$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$(\vec{a}-\vec{b})\times\vec{b}=\vec{a}\times\vec{b}-\vec{b}\times\vec{b}=\vec{a}\times\vec{b}$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$(\vec{a}+\vec{b})\times\big((\vec{a}\times(\vec{a}\times\vec{b}))\times\vec{b}\big)$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Expression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$\vec{a}\times(\vec{a}\times\vec{b})=(\vec{a}\cdot\vec{b})\vec{a}-(\vec{a}\cdot\vec{a})\vec{b}$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$\vec{a}\cdot\vec{b}=-1+2+6=7$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$7\vec{a}-6\vec{b}$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$(7\vec{a}-6\vec{b})\times\vec{b}=7\,\vec{a}\times\vec{b}$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$=7(\vec{a}+\vec{b})\times(\vec{a}\times\vec{b})=7\{\vec{a}\times(\vec{a}\times\vec{b})+\vec{b}\times(\vec{a}\times\vec{b})\}$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$\vec{b}\times(\vec{a}\times\vec{b})=(\vec{b}\cdot\vec{b})\vec{a}-(\vec{b}\cdot\vec{a})\vec{b}=14\vec{a}-7\vec{b}$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$7\{(7\vec{a}-6\vec{b})+(14\vec{a}-7\vec{b})\}=7(21\vec{a}-13\vec{b})$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$=7\{21(\hat{i}+\hat{j}+2\hat{k})-13(-\hat{i}+2\hat{j}+3\hat{k})\}=7(34\hat{i}-5\hat{j}+3\hat{k})$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34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$7(34\hat{i}-5\hat{j}+3\hat{k})$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Skip the identities and evaluate each cross product in components, starting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Skip the identities and evaluate each cross product in components, starting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$(\vec{a}-\vec{b})\times\vec{b}$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$\vec{a}-\vec{b}=(2,-1,-1)$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$(\vec{a}-\vec{b})\times\vec{b}=(-1,-5,3)$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$\vec{a}\times(-1,-5,3)=(13,-5,-4)$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$(13,-5,-4)\times\vec{b}=(13,-5,-4)\times(-1,2,3)=(-7,-35,21)=7(-1,-5,3)$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$\vec{a}+\vec{b}=(0,3,5)$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$(0,3,5)\times(-7,-35,21)=(238,-35,21)$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$=7(34,-5,3)=7(34\hat{i}-5\hat{j}+3\hat{k})$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34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$7(34\hat{i}-5\hat{j}+3\hat{k})$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triple product is not associative.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subtracting a multiple of the second factor does not change a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first factor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$\vec{a}\times(\vec{b}\times\vec{c})=(\vec{a}\cdot\vec{c})\vec{b}-(\vec{a}\cdot\vec{b})\vec{c}$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$(\vec{a}\times\vec{b})\times\vec{c}=(\vec{a}\cdot\vec{c})\vec{b}-(\vec{b}\cdot\vec{c})\vec{a}$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triple product is not associative.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$(\vec{u}-\vec{v})\times\vec{v}=\vec{u}\times\vec{v}$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subtracting a multiple of the second factor does not change a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$(\vec{a}+\vec{b})\times(\vec{a}\times\vec{b})=(\vec{a}\cdot\vec{b}+|\vec{b}|^2)\vec{a}-(|\vec{a}|^2+\vec{a}\cdot\vec{b})\vec{b}$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$21\vec{a}-13\vec{b}$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$(x\vec{a}+y\vec{b})\times\vec{b}=x\,\vec{a}\times\vec{b}$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first factor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magnitudes of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magnitudes of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$\sqrt{2},1$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$\left(0&lt;\theta&lt;\frac{\pi}{2}\right)$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$\frac{\sqrt{3}+1}{\sqrt{3}}$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product,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BAC-CAB turns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fix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BAC-CAB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$2\cos\theta\,\vec{b}-\vec{c}$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$|\vec{a}|^2=2$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$\vec{a}=\vec{b}\times(\vec{b}\times\vec{c})=(\vec{b}\cdot\vec{c})\vec{b}-(\vec{b}\cdot\vec{b})\vec{c}$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$\vec{b}\cdot\vec{c}=2\cos\theta$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$\vec{a}=2\cos\theta\,\vec{b}-\vec{c}$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$\vec{a}=\vec{b}\times(\cdots)$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$\vec{a}=2\cos\theta\,\vec{b}-\vec{c}$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$|\vec{a}|^2=2\cos\theta\,(\vec{b}\cdot\vec{a})-\vec{c}\cdot\vec{a}$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$2=-\vec{c}\cdot\vec{a}$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$\vec{a}\cdot\vec{c}=2\cos\theta(\vec{b}\cdot\vec{c})-|\vec{c}|^2=4\cos^2\theta-4$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$4\cos^2\theta-4=-2$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$0&lt;\theta&lt;\frac{\pi}{2}$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$1+\tan\theta=1+\tan45^\circ=2$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$\vec{b}\perp(\vec{b}\times\vec{c})$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$|\vec{a}|=|\vec{b}|\,|\vec{b}\times\vec{c}|$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$|\vec{b}\times(\vec{b}\times\vec{c})|=|\vec{b}||\vec{b}\times\vec{c}|$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$|\vec{b}\times\vec{c}|=|\vec{b}||\vec{c}|\sin\theta=2\sin\theta$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$|\vec{a}|=1\cdot2\sin\theta=\sqrt{2}$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$0&lt;\theta&lt;\frac{\pi}{2}$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$1+\tan\theta=2$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a vector identity with the vectors that appear in it (here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scalar equations in the unknown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$|\vec{b}\times(\vec{b}\times\vec{c})|=|\vec{b}|^2|\vec{c}|\sin\theta$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a vector identity with the vectors that appear in it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scalar equations in the unknown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$\vec{r}_1=\alpha\hat{i}+2\hat{j}+2\hat{k}+\lambda(\hat{i}-2\hat{j}+2\hat{k})$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$\vec{r}_2=-4\hat{i}-\hat{k}+\mu(3\hat{i}-2\hat{j}-2\hat{k})$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shortest distance is the projection of the joining vector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linear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shortest distance is the projection of the joining vector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linear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$|2\alpha+15|=27$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$\vec{a}=(\alpha,2,2)$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$\vec{p}=(1,-2,2)$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$\vec{b}=(-4,0,-1)$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$\vec{q}=(3,-2,-2)$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$\vec{p}\times\vec{q}=8\hat{i}+8\hat{j}+4\hat{k}$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$|\vec{p}\times\vec{q}|=12$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$=\dfrac{|(\vec{a}-\vec{b})\cdot(\vec{p}\times\vec{q})|}{|\vec{p}\times\vec{q}|}=9$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$\vec{a}-\vec{b}=(\alpha+4)\hat{i}+2\hat{j}+3\hat{k}$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$\frac{\vec{p}\times\vec{q}}{|\vec{p}\times\vec{q}|}=\frac{2\hat{i}+2\hat{j}+\hat{k}}{3}$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$\left|\dfrac{2(\alpha+4)+4+3}{3}\right|=9$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$|2\alpha+15|=27$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$2\alpha+15=27\Rightarrow\alpha=6$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$2\alpha+15=-27\Rightarrow\alpha=-21$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equals the distance from 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equals the distance from a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the 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$(-4,0,-1)$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$\vec{p}\times\vec{q}\parallel(2,2,1)$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$2(x+4)+2y+(z+1)=0$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$2x+2y+z+9=0$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this plane, so every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distance;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this plane, so every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$=\frac{|2\alpha+4+2+9|}{3}=\frac{|2\alpha+15|}{3}=9$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$2\alpha+15=\pm27$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intersect (or are coplanar)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that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 common factor first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keeps the numbers small.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$\vec{r}=\vec{a}+\lambda\vec{p}$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$\vec{r}=\vec{b}+\mu\vec{q}$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$\frac{|(\vec{a}-\vec{b})\cdot(\vec{p}\times\vec{q})|}{|\vec{p}\times\vec{q}|}=\frac{|[\vec{a}-\vec{b}\ \ \vec{p}\ \ \vec{q}]|}{|\vec{p}\times\vec{q}|}$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intersect (or are coplanar)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$[\vec{a}-\vec{b}\ \ \vec{p}\ \ \vec{q}]=0$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that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$\frac{|(\vec{a}-\vec{b})\times\vec{p}|}{|\vec{p}|}$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 common factor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keeps the numbers small.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mutually perpendicular vectors of the same magnitude and equally inclined at an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mutually perpendicular vectors of the same magnitude and equally inclined at an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$\vec{a}+\vec{b}+\vec{c}$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$36\cos^2 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mutually perpendicular equal vectors,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mutually perpendicular equal vectors,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$|\vec{a}+\vec{b}+\vec{c}|=r\sqrt{3}$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$\cos\theta=\frac{1}{\sqrt{3}}$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each vector have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perpendicularity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each vector have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$\cos\theta=\dfrac{(\vec{a}+\vec{b}+\vec{c})\cdot\vec{a}}{|\vec{a}+\vec{b}+\vec{c}||\vec{a}|}$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$|\vec{a}|^2+\vec{b}\cdot\vec{a}+\vec{c}\cdot\vec{a}=r^2$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perpendicularity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$|\vec{a}+\vec{b}+\vec{c}|^2=3r^2$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$|\vec{a}+\vec{b}+\vec{c}|=r\sqrt{3}$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$\cos\theta=\dfrac{r^2}{r\sqrt{3}\cdot r}=\dfrac{1}{\sqrt{3}}$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$\cos2\theta=2\cos^2\theta-1=\frac{2}{3}-1=-\frac{1}{3}$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$36\cos^22\theta=36\cdot\frac{1}{9}=4$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axes; the angle is that of the diagonal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an axis, and direction cosines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axes; the angle is that of the diagonal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an axis, and direction cosines satisfy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$\sum\cos^2=1$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axes along the three vectors: they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along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makes equal 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all three axes,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cosines).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axes along the three vectors: they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$r\hat{i},r\hat{j},r\hat{k}$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makes equal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all three axes,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$\cos^2\theta+\cos^2\theta+\cos^2\theta=1$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cosines).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$\cos2\theta=2\cos^2\theta-1=-\frac{1}{3}$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$36\cos^22\theta=36\cdot\frac{1}{9}=4$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any line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equal angles with three perpendicular axes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mutually perpendicular vectors,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cross terms vanish).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any line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equal angles with three perpendicular axes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mutually perpendicular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$|\vec{a}+\vec{b}+\vec{c}|^2=|\vec{a}|^2+|\vec{b}|^2+|\vec{c}|^2$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cross terms vanish).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$\cos2\theta=2\cos^2\theta-1$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vector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obtained by rotating the vector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an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origin in counter clockwise direction.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$\vec{v}_2=2\hat{i}+(p+1)\hat{j}$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obtained by rotating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$\vec{v}_1=\sqrt{3}p\hat{i}+\hat{j}$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an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origin in counter clockwise direction.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$\tan\theta=\dfrac{\alpha\sqrt{3}-2}{4\sqrt{3}+3}$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Rotation preserves length,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𝑐𝑟𝑜𝑠𝑠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𝑑𝑜𝑡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Rotation preserves length,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$\tan\theta=\frac{\text{cross}}{\text{dot}}$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$\vec{v}_1,\vec{v}_2$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preserves magnitude: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preserves magnitude: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$|\vec{v}_1|=|\vec{v}_2|$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$3p^2+1=4+(p+1)^2$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$2p^2-2p-4=0\Rightarrow p^2-p-2=0\Rightarrow 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$\vec{v}_1=2\sqrt{3}\hat{i}+\hat{j}$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$\vec{v}_2=2\hat{i}+3\hat{j}$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$|\vec{v}_1|=|\vec{v}_2|=\sqrt{13}$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Counter-clockwise,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$\cos\theta=\dfrac{\vec{v}_1\cdot\vec{v}_2}{|\vec{v}_1||\vec{v}_2|}=\dfrac{4\sqrt{3}+3}{13}$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Counter-clockwise,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$\sin\theta=\dfrac{v_{1x}v_{2y}-v_{1y}v_{2x}}{13}=\dfrac{6\sqrt{3}-2}{13}$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$(4\sqrt{3}+3)^2+(6\sqrt{3}-2)^2=169$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$\tan\theta=\dfrac{6\sqrt{3}-2}{4\sqrt{3}+3}$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$\frac{\alpha\sqrt{3}-2}{4\sqrt{3}+3}$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the vectors as complex numbers: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∝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ba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argument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the vectors as complex numbers: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$e^{i\theta}\propto\vec{v}_2\,\overline{\vec{v}_1}$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argument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ba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positive real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$z_1=2\sqrt{3}+i$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$z_2=2+3i$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$z_2=z_1e^{i\theta}$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$e^{i\theta}\propto z_2\overline{z_1}$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positive real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$\frac{1}{|z_1|^2}$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$z_2\overline{z_1}=(2+3i)(2\sqrt{3}-i)=(4\sqrt{3}+3)+i(6\sqrt{3}-2)$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$\tan\theta=\frac{6\sqrt{3}-2}{4\sqrt{3}+3}$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rotation about the origin preserves magnitude; equal-length conditions often fix an unknown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plane vectors,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tangent of the anticlockwise angle from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product over dot 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complex form, the angle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arg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bar>
                          <m:barPr>
                            <m:pos m:val="top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bar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ba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rotation about the origin preserves magnitude; equal-length conditions often fix an unknown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plane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$\tan\theta=\frac{x_1y_2-x_2y_1}{x_1x_2+y_1y_2}$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tangent of the anticlockwise angle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product over dot 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complex form, the angle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$\arg\big(z_2\overline{z_1}\big)$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vectors. If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each of the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$\vec{p}=2\hat{i}+3\hat{j}+\hat{k}$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vectors. If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$\vec{r}=\alpha\hat{i}+\beta\hat{j}+\gamma\hat{k}$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each of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$(\vec{p}+\vec{q})$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$(\vec{p}-\vec{q})$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$|\vec{r}|=\sqrt{3}$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$|\alpha|+|\beta|+|\gamma|$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Two perpendicularity conditions give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Two perpendicularity conditions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$\vec{r}=\alpha(\hat{i}-\hat{j}+\hat{k})$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$|\vec{r}|=\sqrt{3}$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$|\alpha|=1$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$\vec{p}+\vec{q}=(3,5,2)$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$\vec{p}-\vec{q}=(1,1,0)$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$\vec{r}\cdot(\vec{p}+\vec{q})=0$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$3\alpha+5\beta+2\gamma=0$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$\vec{r}\cdot(\vec{p}-\vec{q})=0$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$3\alpha-5\alpha+2\gamma=0$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$\vec{r}=\alpha\hat{i}-\alpha\hat{j}+\alpha\hat{k}$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$|\vec{r}|=\sqrt{3\alpha^2}=\sqrt{3}$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$|\alpha|+|\beta|+|\gamma|=3|\alpha|=3$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their cross product, which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perpendicular to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$\vec{p}+\vec{q}$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$\vec{p}-\vec{q}$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their cross product, which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$-2\,\vec{p}\times\vec{q}$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$(\vec{p}+\vec{q})\times(\vec{p}-\vec{q})=-2\,\vec{p}\times\vec{q}$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$\vec{r}\parallel\vec{p}\times\vec{q}$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$\vec{p}\times\vec{q}=\left|\begin{matrix}\hat{i}&amp;\hat{j}&amp;\hat{k}\\2&amp;3&amp;1\\1&amp;2&amp;1\end{matrix}\right|=\hat{i}-\hat{j}+\hat{k}$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$|\hat{i}-\hat{j}+\hat{k}|=\sqrt{3}=|\vec{r}|$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$\vec{r}=\pm(\hat{i}-\hat{j}+\hat{k})$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$|\alpha|+|\beta|+|\gamma|=3$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two non-parallel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magnitude given, a direction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exactly two possibilities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for both.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two non-parallel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$\vec{u},\vec{v}$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$\vec{u}\times\vec{v}$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$(\vec{p}+\vec{q})\times(\vec{p}-\vec{q})=-2\,\vec{p}\times\vec{q}$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magnitude given, a direction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exactly two possibilities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$|\alpha|+|\beta|+|\gamma|$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for both.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degrees)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$(\vec{a}+3\vec{b})$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$(7\vec{a}-5\vec{b})$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$(\vec{a}-4\vec{b})$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$(7\vec{a}-2\vec{b})$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degrees)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products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perpendicularity is a relation among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of them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perpendicularity is a relation among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of them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$|\vec{a}|=|\vec{b}|$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$\vec{a}\cdot\vec{b}=\frac{|\vec{b}|^2}{2}$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$(\vec{a}+3\vec{b})\cdot(7\vec{a}-5\vec{b})=0\Rightarrow7|\vec{a}|^2+16\,\vec{a}\cdot\vec{b}-15|\vec{b}|^2=0$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$(\vec{a}-4\vec{b})\cdot(7\vec{a}-2\vec{b})=0\Rightarrow7|\vec{a}|^2-30\,\vec{a}\cdot\vec{b}+8|\vec{b}|^2=0$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$46\,\vec{a}\cdot\vec{b}-23|\vec{b}|^2=0$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$\vec{a}\cdot\vec{b}=\dfrac{|\vec{b}|^2}{2}$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$2\,\vec{a}\cdot\vec{b}$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$7|\vec{a}|^2+16\,\vec{a}\cdot\vec{b}-30\,\vec{a}\cdot\vec{b}=0$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$7|\vec{a}|^2=14\,\vec{a}\cdot\vec{b}$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$|\vec{a}|^2=2\,\vec{a}\cdot\vec{b}=|\vec{b}|^2$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$\cos\theta=\dfrac{\vec{a}\cdot\vec{b}}{|\vec{a}||\vec{b}|}=\dfrac{|\vec{b}|^2/2}{|\vec{b}|^2}=\dfrac{1}{2}$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dot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expanding gives homogeneous equations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such equations determine the ratios,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even though the lengths are unknown.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Remember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dot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expanding gives homogeneous equations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such equations determine the ratios,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even though the lengths are unknown.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Remember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$(x\vec{a}+y\vec{b})\cdot(u\vec{a}+v\vec{b})=xu|\vec{a}|^2+(xv+yu)\,\vec{a}\cdot\vec{b}+yv|\vec{b}|^2$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length of the projection vector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length of the projection vector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ever finding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triple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$[\vec{a},\vec{b},\vec{c}]=|\vec{c}|^2$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ever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length of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the dot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length of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$l=\frac{|\vec{b}\cdot(\vec{a}\times\vec{c})|}{|\vec{a}\times\vec{c}|}=\frac{|[\vec{b},\vec{a},\vec{c}]|}{|\vec{a}\times\vec{c}|}=\frac{|[\vec{a},\vec{b},\vec{c}]|}{|\vec{a}\times\vec{c}|}$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$\vec{a}\times\vec{c}=\left|\begin{matrix}\hat{i}&amp;\hat{j}&amp;\hat{k}\\1&amp;1&amp;1\\0&amp;1&amp;-1\end{matrix}\right|=-2\hat{i}+\hat{j}+\hat{k}$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$|\vec{a}\times\vec{c}|=\sqrt{6}$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the dot product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$(\vec{a}\times\vec{b})\cdot\vec{c}=\vec{c}\cdot\vec{c}$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$[\vec{a},\vec{b},\vec{c}]=|\vec{c}|^2=1+1=2$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Interchanging two vectors only changes the sign of a triple product,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Interchanging two vectors only changes the sign of a triple product,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$|[\vec{b},\vec{a},\vec{c}]|=|[\vec{a},\vec{b},\vec{c}]|=2$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$l=\frac{2}{\sqrt{6}}$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$3l^2=3\times\frac{4}{6}=2$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$\vec{a}\times(\vec{a}\times\vec{b})$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dot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$\vec{a}\times(\vec{a}\times\vec{b})=(\vec{a}\cdot\vec{b})\vec{a}-|\vec{a}|^2\vec{b}=\vec{a}\times\vec{c}$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$\vec{a}-3\vec{b}=\vec{a}\times\vec{c}$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$\vec{b}=\frac{\vec{a}-\vec{a}\times\vec{c}}{3}$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$\vec{a}\times\vec{c}=-2\hat{i}+\hat{j}+\hat{k}$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$\vec{b}=\frac{1}{3}(3\hat{i}+0\hat{j}+0\hat{k})=\hat{i}$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$\vec{a}\times\hat{i}=\hat{j}-\hat{k}=\vec{c}$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$\vec{b}\cdot(\vec{a}\times\vec{c})=-2$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$|\vec{a}\times\vec{c}|=\sqrt{6}$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$l=\frac{2}{\sqrt{6}}$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$3l^2=3\times\frac{4}{6}=2$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Interchanging any two vectors in a scalar triple product changes only its sign; a cyclic shift changes nothing.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$(\vec{a}\times\vec{b})\cdot\vec{c}=[\vec{a},\vec{b},\vec{c}]$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Interchanging any two vectors in a scalar triple product changes only its sign; a cyclic shift changes nothing.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$\frac{|\vec{u}\cdot\vec{v}|}{|\vec{v}|}$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$\vec{a}\times(\vec{a}\times\vec{b})=(\vec{a}\cdot\vec{b})\vec{a}-|\vec{a}|^2\vec{b}$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$\vec{a}=\hat{i}-\alpha\hat{j}+\beta\hat{k}$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$\vec{b}=3\hat{i}+\beta\hat{j}-\alpha\hat{k}$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$\vec{c}=-\alpha\hat{i}-2\hat{j}+\hat{k}$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 and scalar triple product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two dot-product conditions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integrality picks one root, then expand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two dot-product conditions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$\alpha\beta=2$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$2\alpha+\beta=-5$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integrality picks one root, then expand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$3-\alpha\beta-\alpha\beta=-1$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$-3\alpha-2\beta-\alpha=10$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$-4\alpha-2\beta=10$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$\beta=-5-2\alpha$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$2\alpha^2+5\alpha+2=0$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$\vec{b}=(3,-1,2)$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$\vec{c}=(2,-2,1)$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$(\vec{a}\times\vec{b})\cdot\vec{c}=\left|\begin{matrix}1&amp;2&amp;-1\\3&amp;-1&amp;2\\2&amp;-2&amp;1\end{matrix}\right|$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$=1(-1+4)-2(3-4)-1(-6+2)$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$=3+2+4=9$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etc.,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the three coefficient rows (in that order).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pair of conditions of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quadratic; the word 'integers' discards the non-integral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substitute the solved parameters back and recheck both given dot products before expanding the determinant.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$\vec{u}=(u_1,u_2,u_3)$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etc.,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$(\vec{u}\times\vec{v})\cdot\vec{w}$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the three coefficient rows (in that order).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pair of conditions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$p\alpha+q\beta=n$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quadratic; the word 'integers' discards the non-integral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substitute the solved parameters back and recheck both given dot products before expanding the determinant.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if: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$x=ay-1=z-2$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$x=3y-2=bz-2$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$(ab\neq0)$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if: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$b=1,\ a\in\mathbb{R}-\{0\}$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$a=2,\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$a=2,\ 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$a=1,\ b\in\mathbb{R}-\{0\}$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two lines in space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both lines in symmetric form (dividing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parts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denominator 1), then use the coplanarity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both lines in symmetric form (dividing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parts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denominator 1), then use the coplanarity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iff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den>
                              </m:f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den>
                              </m:f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den>
                              </m:f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$\frac{x-0}{1}=\frac{y-\frac{1}{a}}{\frac{1}{a}}=\frac{z-2}{1}$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$\left(0,\frac{1}{a},2\right)$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$\left(1,\frac{1}{a},1\right)$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$\frac{x-0}{1}=\frac{y-\frac{2}{3}}{\frac{1}{3}}=\frac{z-\frac{2}{b}}{\frac{1}{b}}$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$\left(0,\frac{2}{3},\frac{2}{b}\right)$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$\left(1,\frac{1}{3},\frac{1}{b}\right)$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$\left|\begin{matrix}0&amp;\frac{2}{3}-\frac{1}{a}&amp;\frac{2}{b}-2\\1&amp;\frac{1}{a}&amp;1\\1&amp;\frac{1}{3}&amp;\frac{1}{b}\end{matrix}\right|=0$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cancel: this simplifies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arbitrary).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third row becomes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first row has only a middle entry, giving 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(B), (C):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coplanar; option (D) allows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wrong. Answer: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$-\left(\frac{2}{3}-\frac{1}{a}\right)\left(\frac{1}{b}-1\right)+\left(\frac{2}{b}-2\right)\left(\frac{1}{3}-\frac{1}{a}\right)=0$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cancel: 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$\frac{b-1}{ab}=0$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arbitrary).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third row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$\left(1,\frac{1}{3},1\right)$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first row has only a middle entry, giving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$\propto(1\cdot1-1\cdot1)=0$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(B),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coplanar; option (D) allows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wrong. Answer: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$b=1,\ a\in\mathbb{R}-\{0\}$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lines either meet or are parallel, so equate the points for the 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see what is forced.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lines either meet or are parallel, so equate the points for the same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see what is forced.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1: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2: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same parameter).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impossible.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$\left(t,\frac{t+1}{a},t+2\right)$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$\left(t,\frac{t+2}{3},\frac{t+2}{b}\right)$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same parameter).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$t+2=\frac{t+2}{b}$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$(t+2)\left(1-\frac{1}{b}\right)=0$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$\frac{-1}{a}=0$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impossible.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a solution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(lines meet).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directions coincide, so the lines are parallel and still coplanar.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$\frac{t+1}{a}=\frac{t+2}{3}$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a solution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(lines meet).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directions coincide, so the lines are parallel and still coplanar.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$a\in\mathbb{R}-\{0\}$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$b=1,\ a\in\mathbb{R}-\{0\}$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(they meet, or are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a line given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dividing: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ratios are the reciprocals of the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lines are skew the shortest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$[\overrightarrow{AB},\vec{p},\vec{q}]=0$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(they meet, or are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a line given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$x=ay-1=z-2$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dividing: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$\frac{x}{1}=\frac{y-1/a}{1/a}=\frac{z-2}{1}$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ratios are the reciprocals of the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lines are skew the shortest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$\frac{|[\overrightarrow{AB},\vec{p},\vec{q}]|}{|\vec{p}\times\vec{q}|}\neq0$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it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is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$\frac{x-3}{2}=\frac{y-1}{1}=\frac{z-2}{1}$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is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line, Equation of a plane perpendicular to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its normal;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(via the foot of the perpendicular) and substitute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$2x+y+z=d$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its normal;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(via the foot of the perpendicular) and substitute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$B=(2\lambda+3,\lambda+1,\lambda+2)$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$\overrightarrow{AB}=(2\lambda+1)\hat{i}+(\lambda-2)\hat{j}+(\lambda+3)\hat{k}$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$\overrightarrow{AB}\cdot\vec{p}=0$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$2(2\lambda+1)+\lambda-2+\lambda+3=0\Rightarrow 6\lambda=-3\Rightarrow\lambda=-\frac{1}{2}$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$B=\left(2,\frac{1}{2},\frac{3}{2}\right)$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$\frac{\alpha+2}{2}=2$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$\frac{\beta+3}{2}=\frac{1}{2}$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$\frac{\gamma-1}{2}=\frac{3}{2}$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$2(x-2)+(y+2)+(z-4)=0$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$2+2+2=6$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$(1,1,2)\to5$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$(-1,1,2)\to1$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$(1,2,2)$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rotation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(reflection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maps every plane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itself,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rotation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$180^\circ$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(reflection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maps every plane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itself,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half-turn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keeps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 (as a set).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exactly that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half-turn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keeps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 (as a set).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exactly that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(B);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had to be computed.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$2x+y+z=4+3-1=6$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(B);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had to be computed.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$(1,2,2)$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in a line is 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rotation about it, so each plane perpendicular to the line is mapped into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a general point and impose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line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in a line is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rotation about it, so each plane perpendicular to the line is mapped into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$\frac{x-x_1}{l}=\frac{y-y_1}{m}=\frac{z-z_1}{n}$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a general point and impose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$\overrightarrow{AB}\cdot(l,m,n)=0$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$l(x-x_0)+m(y-y_0)+n(z-z_0)=0$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of intersection of the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$\vec{r}\cdot(\hat{i}-\hat{j}+2\hat{k})=2$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$\vec{r}\cdot(2\hat{i}+\hat{j}-\hat{k})=2$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$35(\alpha+\beta+\gamma)$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two planes, Foot of perpendicular from a point to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take a 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perpendicularity of the join to the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take a general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perpendicularity of the join to the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planes: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$\vec{p}=\vec{n}_1\times\vec{n}_2=\left|\begin{matrix}\hat{i}&amp;\hat{j}&amp;\hat{k}\\1&amp;-1&amp;2\\2&amp;1&amp;-1\end{matrix}\right|=-\hat{i}+5\hat{j}+3\hat{k}$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$x-y+2z=2$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$\left(\frac{4}{3},-\frac{2}{3},0\right)$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$\vec{r}=\frac{4}{3}\hat{i}-\frac{2}{3}\hat{j}+\lambda(-\hat{i}+5\hat{j}+3\hat{k})$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$N=\left(\frac{4}{3}-\lambda,\,-\frac{2}{3}+5\lambda,\,3\lambda\right)$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$\overrightarrow{PN}=\left(\frac{1}{3}-\lambda\right)\hat{i}+\left(5\lambda-\frac{8}{3}\right)\hat{j}+3\lambda\hat{k}$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$\overrightarrow{PN}\cdot\vec{p}=0$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$-\left(\frac{1}{3}-\lambda\right)+5\left(5\lambda-\frac{8}{3}\right)+9\lambda=0$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$35\lambda=\frac{41}{3}$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$\lambda=\frac{41}{105}$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$\alpha+\beta+\gamma=\frac{4}{3}-\lambda-\frac{2}{3}+5\lambda+3\lambda=\frac{2}{3}+7\lambda=\frac{2}{3}+\frac{41}{15}=\frac{51}{15}$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$35(\alpha+\beta+\gamma)=35\times\frac{51}{15}=119$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span of the two normals,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both planes.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$\overrightarrow{PN}\perp 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span of the two normals,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$N=P+u\vec{n}_1+v\vec{n}_2$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both planes.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plane 1: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plane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$|\vec{n}_1|^2=6$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$|\vec{n}_2|^2=6$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$\vec{n}_1\cdot\vec{n}_2=-1$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 P=-1$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$\vec{n}_2\cdot P=4$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$\overrightarrow{PN}\perp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$L\perp\vec{n}_1,\vec{n}_2$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$\overrightarrow{PN}=u\vec{n}_1+v\vec{n}_2$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$N=P+u\vec{n}_1+v\vec{n}_2$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plane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$-1+6u-v=2$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$6u-v=3$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plane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$4-u+6v=2$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$-u+6v=-2$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$u=\frac{16}{35}$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$v=-\frac{9}{35}$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$N=\left(1+\frac{16-18}{35},\,2+\frac{-16-9}{35},\,\frac{32+9}{35}\right)=\left(\frac{33}{35},\frac{45}{35},\frac{41}{35}\right)$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$35(\alpha+\beta+\gamma)=33+45+41=119$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the line of intersection of two planes lies in the span of their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get a point on the line of intersection, set one coordinate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the two plane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the line of intersection of two planes lies in the span of their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$\vec{n}_1,\vec{n}_2$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$L\parallel\vec{n}_1\times\vec{n}_2$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get a point on the line of intersection, set one coordinate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the two plane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$N=A+\frac{(P-A)\cdot\vec{p}}{|\vec{p}|^2}\vec{p}$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straight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integral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straight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$3(x-1)=6(y-2)=2(z-1)$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$4(x-2)=2(y-\lambda)=(z-3)$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integral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to symmetric form to read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points, then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to symmetric form to read directions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$\vec{p},\vec{q}$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points,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$d=\frac{|\overrightarrow{AB}\cdot(\vec{p}\times\vec{q})|}{|\vec{p}\times\vec{q}|}$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$3(x-1)=6(y-2)=2(z-1)\Rightarrow\frac{x-1}{2}=\frac{y-2}{1}=\frac{z-1}{3}$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$\vec{p}=2\hat{i}+\hat{j}+3\hat{k}$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$4(x-2)=2(y-\lambda)=(z-3)\Rightarrow\frac{x-2}{1}=\frac{y-\lambda}{2}=\frac{z-3}{4}$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$\vec{q}=\hat{i}+2\hat{j}+4\hat{k}$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$(2,\lambda,3)$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$\overrightarrow{AB}=\hat{i}+(\lambda-2)\hat{j}+2\hat{k}$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$\vec{p}\times\vec{q}=\left|\begin{matrix}\hat{i}&amp;\hat{j}&amp;\hat{k}\\2&amp;1&amp;3\\1&amp;2&amp;4\end{matrix}\right|=-2\hat{i}-5\hat{j}+3\hat{k}$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$|\vec{p}\times\vec{q}|=\sqrt{4+25+9}=\sqrt{38}$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$d=\frac{|-2-5(\lambda-2)+6|}{\sqrt{38}}=\frac{|14-5\lambda|}{\sqrt{38}}$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$d=\frac{1}{\sqrt{38}}$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$|5\lambda-14|=1$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$5\lambda-14=\pm1$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$\lambda=\frac{13}{5}$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between two parallel planes: the plane through each line, both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between two parallel planes: the plane through each line, both with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1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2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$\vec{n}=\vec{p}\times\vec{q}\propto(2,5,-3)$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1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$2x+5y-3z=2+10-3=9$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2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$(2,\lambda,3)$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$2x+5y-3z=4+5\lambda-9=5\lambda-5$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planes contain a line each and are parallel,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(integer)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planes contain a line each and are parallel,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$d=\frac{|(5\lambda-5)-9|}{\sqrt{38}}=\frac{|5\lambda-14|}{\sqrt{38}}$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$|5\lambda-14|=1\Rightarrow\lambda=3$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(integer)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distance between the two parallel planes containing the lines, both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direction ratios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using the formula.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$\vec{r}=\vec{a}_1+s\vec{p}$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$\vec{r}=\vec{a}_2+t\vec{q}$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$\frac{|(\vec{a}_2-\vec{a}_1)\cdot(\vec{p}\times\vec{q})|}{|\vec{p}\times\vec{q}|}$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distance between the two parallel planes containing the lines, both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$a(x-x_1)=b(y-y_1)=c(z-z_1)$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$\left(\frac{1}{a},\frac{1}{b},\frac{1}{c}\right)$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using the formula.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542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perpendicular from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straight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line be drawn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acute angle between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542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perpendicular from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straight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$L:\frac{x}{1}=\frac{y}{0}=\frac{z}{-1}$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line be drawn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acute angle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$\frac{1}{2\sqrt{3}}$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and line parallel to a plane, Angle between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alternatively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$PN\perp 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$\triangle PNQ$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right-angled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angle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$\cos\alpha=\frac{PN}{PQ}$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alternatively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$\angle PQN=90^\circ-\alpha$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385816"/>
                <a:ext cx="10725912" cy="12893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385816"/>
                <a:ext cx="10725912" cy="12893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$Q=(\lambda,0,-\lambda)$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$\vec{p}_1=(1,0,-1)$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$\overrightarrow{PQ}=(\lambda-1,-2,-\lambda+1)$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$\overrightarrow{PQ}\cdot(1,1,2)=0$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$\lambda-1-2-2\lambda+2=0\Rightarrow-\lambda-1=0\Rightarrow\lambda=-1$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$\overrightarrow{PQ}=(-2,-2,2)$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$PN\perp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$\cos(90^\circ-\alpha)=\sin\alpha=\frac{|\overrightarrow{PQ}\cdot\vec{p}_1|}{|\overrightarrow{PQ}||\vec{p}_1|}$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$\sin\alpha=\frac{|-2+0-2|}{\sqrt{4+4+4}\,\sqrt{2}}=\frac{4}{2\sqrt{3}\sqrt{2}}=\frac{\sqrt{2}}{\sqrt{3}}$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$\cos\alpha=\sqrt{1-\frac{2}{3}}=\frac{1}{\sqrt{3}}$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$\frac{1}{\sqrt{3}}$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and use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and use the right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$PNQ$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$\cos\alpha=\frac{PN}{PQ}$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main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$N=(t,0,-t)$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$\overrightarrow{PN}=(t-1,-2,1-t)$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$\overrightarrow{PN}\cdot(1,0,-1)=0$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$\overrightarrow{PN}=(0,-2,0)$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main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$\overrightarrow{PQ}=(-2,-2,2)$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$PQ=2\sqrt{3}$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right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$NQ^2=8$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$PN^2+NQ^2=4+8=12=PQ^2$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$\cos\alpha=\frac{PN}{PQ}=\frac{2}{2\sqrt{3}}=\frac{1}{\sqrt{3}}$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$\frac{1}{\sqrt{3}}$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a plane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of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a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$\overrightarrow{PQ}\cdot\vec{n}=0$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$PN\perp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$N,Q\in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PNQ$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$\cos\angle NPQ=\frac{PN}{PQ}$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$\sin\angle NPQ=\frac{NQ}{PQ}$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of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$\cos\theta=\frac{|\overrightarrow{PQ}\cdot\vec{p}|}{|\overrightarrow{PQ}||\vec{p}|}$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each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each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perpendicular to two given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normal of a plane perpendicular to two planes is the cross product of their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plane is perpendicular to both, so its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$P_1:2x+y-z=2$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$\vec{n}_1=2\hat{i}+\hat{j}-\hat{k}$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$P_2:x-y-z=3$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$\vec{n}_2=\hat{i}-\hat{j}-\hat{k}$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plane is perpendicular to both,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$\vec{n}=\left|\begin{matrix}\hat{i}&amp;\hat{j}&amp;\hat{k}\\2&amp;1&amp;-1\\1&amp;-1&amp;-1\end{matrix}\right|=-2\hat{i}+\hat{j}-3\hat{k}$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the normal: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the normal: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$2,-1,3$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$2(x+1)-1(y-0)+3(z+2)=0$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$\Rightarrow2x-y+3z+8=0$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two planes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parallel to both normals); the same vector is the direction of their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scale it so the constant term is the one asked for.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two planes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parallel to both normals); the same vector is the direction of their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$l(x-x_0)+m(y-y_0)+n(z-z_0)=0$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scale it so the constant term is the one asked for.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point of intersection of the straight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point of intersection of the straight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$\frac{x-\alpha}{1}=\frac{y-1}{2}=\frac{z-1}{3}$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$\frac{x-4}{\beta}=\frac{y-6}{3}=\frac{z-7}{3}$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$x+2y-z=8$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Point of intersection of two lines, Point lying on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the general points of the two lines;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equations fix both parameters, then use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the general points of the two lines;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equations fix both parameters, then use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intersection: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(ii) from (iii):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(ii)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...(iv).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$(\alpha+t_1,\,1+2t_1,\,1+3t_1)$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$(4+\beta t_2,\,6+3t_2,\,7+3t_2)$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$\alpha+t_1=4+\beta 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$1+2t_1=6+3t_2$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$1+3t_1=7+3t_2$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(ii) from (iii):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(ii)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$\alpha+1=4-\beta$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...(iv).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intersection point in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(iv):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intersection point in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$(\alpha+1,\,3,\,4)$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$x+2y-z=8$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$\alpha+1+6-4=8\Rightarrow\alpha=5$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(iv):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$\beta=3-5=-2$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$\alpha-\beta=5-(-2)=7$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immediately fixes the parameter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$z-y=1$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immediately fixes the parameter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every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at the common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$y-6=z-7$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every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$z-y=(1+3t_1)-(1+2t_1)=t_1$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at the common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$\alpha+1+6-4=8$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$y=3\Rightarrow t_2=-1$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$x=4+\beta t_2=4-\beta=6$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$\alpha-\beta=5+2=7$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lines have direction ratios with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-components, 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on that line; look for such invariants to cut down the elimination.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meeting at a point, use separate parameters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any two coordinate equations first; the third is then a consistency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finding the point, substitute it in the plane to fix the remaining unknown.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lines have direction ratios with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-components, the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on that line; look for such invariants to cut down the elimination.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meeting at a point, use separate parameters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$t_1,t_2$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any two coordinate equations first; the third is then a consistency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finding the point, substitute it in the plane to fix the remaining unknown.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$\vec{a}=\alpha\hat{i}+\beta\hat{j}+\gamma\hat{k}$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$(\hat{i}+2\hat{j}+3\hat{k})$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$\vec{a}\cdot(\hat{i}+\hat{j}+2\hat{k})=2$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$(\alpha-\beta+\gamma)^2$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three points,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$\vec{p},\vec{q}$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$\vec{a}=\lambda\,(\vec{p}\times\vec{q})\times\vec{r}$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directions matter, so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(in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$C(0,1,-2)$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$\overrightarrow{AB}=-2\hat{j}$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$\overrightarrow{AC}=-\hat{i}+\hat{j}-3\hat{k}$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directions matter, so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$\vec{p}=2\hat{j}$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$\vec{q}=-\hat{i}+\hat{j}-3\hat{k}$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(in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$\vec{p},\vec{q}$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$\vec{p},\vec{q}$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$\vec{a}=\lambda(\vec{p}\times\vec{q})\times\vec{r}$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$(\vec{p}\times\vec{q})\times\vec{r}=(\vec{p}\cdot\vec{r})\vec{q}-(\vec{q}\cdot\vec{r})\vec{p}=4\vec{q}+8\vec{p}$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$\vec{p}\cdot\vec{r}=4$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$\vec{q}\cdot\vec{r}=-1+2-9=-8$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$\vec{a}=\lambda(4\vec{q}+8\vec{p})=\lambda(-4\hat{i}+4\hat{j}-12\hat{k}+16\hat{j})=\lambda(-4\hat{i}+20\hat{j}-12\hat{k})$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$\vec{a}\cdot(\hat{i}+\hat{j}+2\hat{k})=2$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$-4\lambda+20\lambda-24\lambda=2$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$\alpha-\beta+\gamma=-4\lambda-20\lambda-12\lambda=-36\lambda=9$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$(\alpha-\beta+\gamma)^2=81$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plane: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plain linear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$\vec{n}=\vec{p}\times\vec{q}$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plane: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$\vec{a}\cdot\vec{n}=0$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plain linear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$\vec{p}\times\vec{q}=2\hat{j}\times(-\hat{i}+\hat{j}-3\hat{k})=-6\hat{i}+2\hat{k}$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$\vec{n}\propto(-3,0,1)$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$\vec{a}\parallel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$\vec{a}\cdot\vec{n}=0\Rightarrow-3\alpha+\gamma=0$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$\gamma=3\alpha$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$\alpha+2\beta+3\gamma=0\Rightarrow\alpha+2\beta+9\alpha=0$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$\vec{a}\cdot(1,1,2)=2$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$\alpha-5\alpha+6\alpha=2\alpha=2$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$(\alpha-\beta+\gamma)^2=(1+5+3)^2=81$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spanning a plane and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that plane and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is parallel to a plane iff it is perpendicular to the plane's normal, which gives a linear equation; three independent conditions fix the vector.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$\vec{p},\vec{q}$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spanning a plane and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$(\vec{p}\times\vec{q})\times\vec{r}$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that plane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$(\vec{x}\times\vec{y})\times\vec{z}=(\vec{x}\cdot\vec{z})\vec{y}-(\vec{y}\cdot\vec{z})\vec{x}$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is parallel to a plane iff it is perpendicular to the plane's normal, which gives a linear equation; three independent conditions fix the vector.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co-planar,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$\frac{x-k}{1}=\frac{y-2}{2}=\frac{z-3}{3}$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$\frac{x+1}{3}=\frac{y+2}{2}=\frac{z+3}{1}$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co-planar,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two lines in space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is the single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is the single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$[\overrightarrow{AB},\vec{p},\vec{q}]=0$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does not matter).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$A(k,2,3)$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$B(-1,-2,-3)$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$\overrightarrow{AB}=-(k+1)\hat{i}-4\hat{j}-6\hat{k}$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$\vec{d}=(k+1)\hat{i}+4\hat{j}+6\hat{k}$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does not matter).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$\left|\begin{matrix}1&amp;2&amp;3\\3&amp;2&amp;1\\k+1&amp;4&amp;6\end{matrix}\right|=0$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$1(12-4)-2(18-k-1)+3(12-2k-2)=0$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$8-34+2k+30-6k=0\Rightarrow4-4k=0$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Coplanar non-parallel lines must meet: solve for the common point.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lines are not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(common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$(k+\lambda,\,2+2\lambda,\,3+3\lambda)$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$(-1+3\mu,\,-2+2\mu,\,-3+\mu)$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lines are not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$2+2\lambda=-2+2\mu\Rightarrow\mu=\lambda+2$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$3+3\lambda=-3+\mu=\lambda-1\Rightarrow\lambda=-2$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$k+\lambda=-1+3\mu\Rightarrow k-2=-1$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(common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non-parallel lines are coplanar iff they intersect; the determinant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compact test.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one unknown appears in the determinant, the condition is linear in it, so exactly one value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is unaffected by the sign or scale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non-parallel lines are coplanar iff they intersect; the determinant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$[\overrightarrow{AB},\vec{p},\vec{q}]=0$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compact test.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one unknown appears in the determinant, the condition is linear in it, so exactly one value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is unaffected by the sign or scale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$(3,7,-7)$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$\frac{x-2}{-3}=\frac{y-3}{2}=\frac{z+2}{1}$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containing a line and a point,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contains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line's direction, so its normal is their cross product; then use the point-plane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contains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line's direction, so its normal is their cross product; then use the point-plane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general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plane,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$\vec{p}=-3\hat{i}+2\hat{j}+\hat{k}$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$B=(3,7,-7)$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$\overrightarrow{AB}=\hat{i}+4\hat{j}-5\hat{k}$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general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plane,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$\left|\begin{matrix}x-2&amp;y-3&amp;z+2\\1&amp;4&amp;-5\\-3&amp;2&amp;1\end{matrix}\right|=0$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$(x-2)(14)-(y-3)(-14)+(z+2)(14)=0$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lie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x+y+z-3=0$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$2+3-2=3$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$3+7-7=3$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lie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$d=\frac{|0+0+0-3|}{\sqrt{3}}=\sqrt{3}$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a line (point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origin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is the same as the cross product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a line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$\vec{n}=\overrightarrow{AB}\times\vec{p}$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origin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$ax+by+cz+e=0$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$\frac{|e|}{\sqrt{a^2+b^2+c^2}}$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is the same as the cross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of intersection of the line joining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of intersection of the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$Q(3,-4,-5)$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$R(2,-3,1)$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a line and a plane, Distance between two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the general point of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 to find the intersection, then take the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the general point of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 to find the intersection, then take the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$(2-3,\,-3+4,\,1+5)=\langle-1,1,6\rangle$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$(3-t,\,-4+t,\,-5+6t)$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$2(3-t)+(-4+t)+(-5+6t)=7$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$6-2t-9+7t=7$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$5t=10$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of intersection: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$(3-2,\,-4+2,\,-5+12)=(1,-2,7)$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$=\sqrt{(3-1)^2+(4+2)^2+(4-7)^2}$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$=\sqrt{4+36+9}=7$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Section formula with signed plane values: the point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of the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Section formula with signed plane values: the point divides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of the values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$f=2x+y+z-7$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sign, so the point lies outside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intersection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externally in the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$f(Q)=6-4-5-7=-10$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$f(R)=4-3+1-7=-5$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sign, so the point lies outside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intersection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externally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$|f(Q)|:|f(R)|=10:5=2:1$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$T=2R-Q$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$T=(4-3,\,-6+4,\,2+5)=(1,-2,7)$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$PT=\sqrt{4+36+9}=7$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meets 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its general point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linear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a single linear equation in the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negative ratio means external division).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meets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$f(x,y,z)=0$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its general point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linear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a single linear equation in the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$-f(Q):f(R)$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negative ratio means external division).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$(x_2,y_2,z_2)$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$\sqrt{\sum(x_1-x_2)^2}$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express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via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$\vec{a}\times\vec{c}=\vec{b}$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express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via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dot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$\vec{a}\times\vec{b}=\left|\begin{matrix}\hat{i}&amp;\hat{j}&amp;\hat{k}\\1&amp;1&amp;1\\0&amp;1&amp;-1\end{matrix}\right|=-2\hat{i}+\hat{j}+\hat{k}$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$\vec{a}\times(\vec{a}\times\vec{c})=\vec{a}\times\vec{b}$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$(\vec{a}\cdot\vec{c})\vec{a}-(\vec{a}\cdot\vec{a})\vec{c}=\vec{a}\times\vec{b}$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$3\vec{a}-3\vec{c}=\vec{a}\times\vec{b}$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$3\vec{c}=3\vec{a}-\vec{a}\times\vec{b}$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$3(\vec{a}\times\vec{b})\cdot\vec{c}=0-|\vec{a}\times\vec{b}|^2$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$3(\vec{a}\times\vec{b})\cdot\vec{c}=-6$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$(\vec{a}\times\vec{b})\cdot\vec{c}=-2$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$\vec{a}\cdot(\vec{b}\times\vec{c})=(\vec{a}\times\vec{b})\cdot\vec{c}=-2$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Cyclic property of the scalar triple product: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Cyclic property of the scalar triple product: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$\vec{a}\cdot(\vec{b}\times\vec{c})=\vec{b}\cdot(\vec{c}\times\vec{a})=-\vec{b}\cdot(\vec{a}\times\vec{c})$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$\vec{a}\cdot(\vec{b}\times\vec{c})=[\vec{a},\vec{b},\vec{c}]=[\vec{b},\vec{c},\vec{a}]=\vec{b}\cdot(\vec{c}\times\vec{a})$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$\vec{c}\times\vec{a}=-(\vec{a}\times\vec{c})=-\vec{b}$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such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e.g.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$\vec{a}\cdot(\vec{b}\times\vec{c})=\vec{b}\cdot(-\vec{b})=-|\vec{b}|^2=-2$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$\vec{c}=\left(\frac{5}{3},\frac{2}{3},\frac{2}{3}\right)$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by cyclic permutation and changes sign on swapping two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only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$[\vec{a},\vec{b},\vec{c}]$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by cyclic permutation and changes sign on swapping two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$[\vec{a},\vec{b},\vec{c}]=\vec{b}\cdot(\vec{c}\times\vec{a})=-|\vec{b}|^2$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$\vec{c}=\frac{(\vec{a}\cdot\vec{c})\vec{a}-\vec{a}\times\vec{b}}{|\vec{a}|^2}$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$\vec{a}\times(\vec{a}\times\vec{x})=(\vec{a}\cdot\vec{x})\vec{a}-|\vec{a}|^2\vec{x}$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4   (C) 8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$|2\vec{a}+3\vec{b}|=|3\vec{a}+\vec{b}|$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$\frac{1}{8}\vec{a}$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4   (C) 8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 and magnitude of a sum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Square the equal-magnitude condition and 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Square the equal-magnitude condition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$\vec{a}\cdot\vec{b}=|\vec{a}||\vec{b}|\cos60^\circ$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between them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the given condition: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both sides: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$\frac{1}{8}\vec{a}$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between them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$\vec{a}\cdot\vec{b}=ab\cos60^\circ$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the given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$|2\vec{a}+3\vec{b}|^2=|3\vec{a}+\vec{b}|^2$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$4a^2+12ab\cos60^\circ+9b^2=9a^2+6ab\cos60^\circ+b^2$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$8b^2+6ab\cos60^\circ-5a^2=0$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$8b^2+3ab-5a^2=0$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$8b^2+24b-320=0$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$b^2+3b-40=0$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$(b+8)(b-5)=0$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difference of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difference of squares: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$|\vec{u}|^2=|\vec{v}|^2\iff(\vec{u}-\vec{v})\cdot(\vec{u}+\vec{v})=0$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magnitudes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$\vec{u}=2\vec{a}+3\vec{b}$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$\vec{v}=3\vec{a}+\vec{b}$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$\vec{u}-\vec{v}=2\vec{b}-\vec{a}$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$\vec{u}+\vec{v}=5\vec{a}+4\vec{b}$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magnitudes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$(2\vec{b}-\vec{a})\cdot(5\vec{a}+4\vec{b})=0$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$10\,\vec{a}\cdot\vec{b}+8b^2-5a^2-4\,\vec{a}\cdot\vec{b}=0$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$8b^2+6\,\vec{a}\cdot\vec{b}-5a^2=0$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rejected),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$\vec{a}\cdot\vec{b}=8b\cdot\frac12=4b$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$8b^2+24b-320=0$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$b^2+3b-40=0$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rejected),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diagonals of the 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exactly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most magnitude conditions into one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unit-vector hint such as '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vector' simply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reject the negative root of a length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$|\vec{u}|=|\vec{v}|\iff(\vec{u}+\vec{v})\cdot(\vec{u}-\vec{v})=0$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diagonals of the 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$\vec{u},\vec{v}$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$|\vec{u}|=|\vec{v}|$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$|\vec{x}+\vec{y}|^2=|\vec{x}|^2+|\vec{y}|^2+2\,\vec{x}\cdot\vec{y}$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$\vec{x}\cdot\vec{y}=|\vec{x}||\vec{y}|\cos\theta$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most magnitude conditions into one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unit-vector hint such as '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$\frac{1}{8}\vec{a}$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vector' simply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reject the negative root of a length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mutually perpendicular to each other and have the same magnitude. If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mutually perpendicular to each other and have the same magnitude. If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$\vec{a}\times\{(\vec{r}-\vec{b})\times\vec{a}\}+\vec{b}\times\{(\vec{r}-\vec{c})\times\vec{b}\}+\vec{c}\times\{(\vec{r}-\vec{a})\times\vec{c}\}=\vec{0}$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$\frac{1}{2}(\vec{a}+\vec{b}+2\vec{c})$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$\frac{1}{3}(2\vec{a}+\vec{b}-\vec{c})$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$\frac{1}{3}(\vec{a}+\vec{b}+\vec{c})$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$\frac{1}{2}(\vec{a}+\vec{b}+\vec{c})$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product, Linear combination of mutually perpendicular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part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expand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triad.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$\vec{a}\times(\vec{x}\times\vec{a})=|\vec{a}|^2\vec{x}-(\vec{a}\cdot\vec{x})\vec{a}$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part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triad.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$\vec{r}=x\vec{a}+y\vec{b}+z\vec{c}$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$|\vec{a}|=|\vec{b}|=|\vec{c}|=k$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first term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same way the second term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third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three terms and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$\vec{a}\times\{(\vec{r}-\vec{b})\times\vec{a}\}=|\vec{a}|^2(\vec{r}-\vec{b})-\{\vec{a}\cdot(\vec{r}-\vec{b})\}\vec{a}$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$\vec{a}\cdot(\vec{r}-\vec{b})=\vec{a}\cdot\vec{r}=\vec{a}\cdot(x\vec{a}+y\vec{b}+z\vec{c})=xk^2$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$k^2(\vec{r}-\vec{b})-k^2x\vec{a}$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same way the second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$k^2(\vec{r}-\vec{c})-k^2y\vec{b}$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third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$k^2(\vec{r}-\vec{a})-k^2z\vec{c}$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three terms and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$(\vec{r}-\vec{b})-x\vec{a}+(\vec{r}-\vec{c})-y\vec{b}+(\vec{r}-\vec{a})-z\vec{c}=\vec{0}$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$3\vec{r}-(\vec{a}+\vec{b}+\vec{c})-(x\vec{a}+y\vec{b}+z\vec{c})=\vec{0}$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$x\vec{a}+y\vec{b}+z\vec{c}=\vec{r}$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$2\vec{r}=\vec{a}+\vec{b}+\vec{c}$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$\vec{r}=\frac{1}{2}(\vec{a}+\vec{b}+\vec{c})$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$\frac{1}{2}(\vec{a}+\vec{b}+\vec{c})$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work in coordinates along the triad.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$\vec{a}\times(\vec{x}\times\vec{a})$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work in coordinates along the triad.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orthonormal triad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triad (components in units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its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deleted.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deleting the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$\vec{a}=k\vec{e}_1$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$\vec{b}=k\vec{e}_2$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$\vec{c}=k\vec{e}_3$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orthonormal triad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triad (components in units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$\vec{e}_i$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$\vec{a}\times\{\vec{p}\times\vec{a}\}=k^2\times$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$\vec{e}_1$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$\vec{e}_1$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deleted.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$\vec{r}-\vec{b}=(x,y-k,z)$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deleting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$\vec{e}_1$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$(0,y-k,z)$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deleting the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deleting the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$\vec{r}-\vec{c}=(x,y,z-k)$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deleting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$\vec{e}_2$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$(x,0,z-k)$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$\vec{r}-\vec{a}=(x-k,y,z)$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deleting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$\vec{e}_3$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$(x-k,y,0)$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$(2x-k,\,2y-k,\,2z-k)=\vec{0}$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$x=y=z=\frac{k}{2}$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$\vec{r}=\frac{k}{2}(\vec{e}_1+\vec{e}_2+\vec{e}_3)=\frac12(\vec{a}+\vec{b}+\vec{c})$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$\frac{1}{2}(\vec{a}+\vec{b}+\vec{c})$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the plane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 rule: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middle vector times the dot of the outer two, minus the other).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mutually perpendicular vectors, expand an unknown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 products then isolate the coefficients.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$\vec{a}\times(\vec{x}\times\vec{a})=|\vec{a}|^2\vec{x}-(\vec{a}\cdot\vec{x})\vec{a}$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the plane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$\vec{a}\times(\vec{b}\times\vec{c})=(\vec{a}\cdot\vec{c})\vec{b}-(\vec{a}\cdot\vec{b})\vec{c}$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middle vector times the dot of the outer two, minus the other).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mutually perpendicular vectors, expand an unknown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$x\vec{a}+y\vec{b}+z\vec{c}$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 products then isolate the coefficients.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projection of the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sum of the two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projection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sum of the two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$2\hat{i}+4\hat{j}-5\hat{k}$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$-\lambda\hat{i}+2\hat{j}+3\hat{k}$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 the two vectors, then use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squared equation turns out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 the two vectors, then use projection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$=\frac{\vec{p}\cdot\vec{q}}{|\vec{q}|}$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squared equation turns out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$\vec{v}_1=\hat{i}+2\hat{j}+\hat{k}$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$\vec{v}_2=2\hat{i}+4\hat{j}-5\hat{k}$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$\vec{v}_3=-\lambda\hat{i}+2\hat{j}+3\hat{k}$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$\vec{v}_4=\vec{v}_2+\vec{v}_3=(2-\lambda)\hat{i}+6\hat{j}-2\hat{k}$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$\vec{v}_1\cdot\frac{\vec{v}_4}{|\vec{v}_4|}$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root is lost or added.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$\frac{1\times(2-\lambda)+2\times6+1\times(-2)}{\sqrt{(2-\lambda)^2+6^2+(-2)^2}}=1$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$\frac{12-\lambda}{\sqrt{(2-\lambda)^2+40}}=1$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$(12-\lambda)^2=(2-\lambda)^2+40$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$144-24\lambda=4-4\lambda+40$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$20\lambda=100$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$12-\lambda=7&gt;0$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root is lost or added.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(signed); the vector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a projection equation can bring in the wrong sign: always check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the required projection.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unknown appears in both numerator and under the root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same coefficient,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and the equation is linear.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$\frac{\vec{p}\cdot\vec{q}}{|\vec{q}|}$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(signed); the vector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$\frac{\vec{p}\cdot\vec{q}}{|\vec{q}|^2}\vec{q}$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a projection equation can bring in the wrong sign: always check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$\vec{p}\cdot\vec{q}$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the required projection.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unknown appears in both numerator and under the root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same coefficient,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and the equation is linear.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greatest amongst the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$\vec{a}=\hat{i}+5\hat{j}+\alpha\hat{k}$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$\vec{b}=\hat{i}+3\hat{j}+\beta\hat{k}$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$\vec{c}=-\hat{i}+2\hat{j}-3\hat{k}$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$|\vec{b}\times\vec{c}|=5\sqrt{3}$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greatest amongst the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magnitude (Lagrange identity), Perpendicular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$|\vec{b}\times\vec{c}|^2=|\vec{b}|^2|\vec{c}|^2-(\vec{b}\cdot\vec{c})^2$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$|\vec{b}\times\vec{c}|=5\sqrt{3}$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$|\vec{b}\times\vec{c}|^2=75$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$|\vec{b}\times\vec{c}|^2=|\vec{b}|^2|\vec{c}|^2-(\vec{b}\cdot\vec{c})^2$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$|\vec{b}|^2=10+\beta^2$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$\vec{b}\cdot\vec{c}=-1+6-3\beta=5-3\beta$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$(10+\beta^2)\cdot14-(5-3\beta)^2=75$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$5\beta^2+30\beta+40=0$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$\beta^2+6\beta+8=0$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greatest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$\vec{a}\cdot\vec{b}=1+15+\alpha\beta=0$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$\alpha=-\frac{16}{\beta}$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$|\vec{a}|^2=1+25+\alpha^2=26+\alpha^2$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greatest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a determinant instead of using the Lagrange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a determinant instead of using the Lagrange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$\vec{b}\times\vec{c}=\left|\begin{matrix}\hat{i}&amp;\hat{j}&amp;\hat{k}\\1&amp;3&amp;\beta\\-1&amp;2&amp;-3\end{matrix}\right|=(-9-2\beta)\hat{i}+(3-\beta)\hat{j}+5\hat{k}$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$|\vec{b}\times\vec{c}|^2=(9+2\beta)^2+(3-\beta)^2+25=5\beta^2+30\beta+115$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$5\beta^2+30\beta+40=0$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greatest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$\vec{a}\cdot\vec{b}=16+\alpha\beta=0$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$|\vec{a}|^2=26+\alpha^2\in\{90,42\}$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greatest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avoids computing the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in the unknown component usually gives two values; 'greatest' or 'least' in the stem is the signal to carry both branches to the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the unknown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fixed.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$|\vec{b}\times\vec{c}|^2=|\vec{b}|^2|\vec{c}|^2-(\vec{b}\cdot\vec{c})^2$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$(|\vec{b}||\vec{c}|\sin\theta)^2$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avoids computing the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in the unknown component usually gives two values; 'greatest' or 'least' in the stem is the signal to carry both branches to the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$\vec{a}\perp\vec{b}\iff\vec{a}\cdot\vec{b}=0$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the unknown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fixed.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the plane containing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vector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$\vec{a}=2\hat{i}-\hat{j}+2\hat{k}$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the plane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$3\hat{i}+2\hat{j}-\hat{k}$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$|2\vec{v}|^2$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in the plane of two vectors (triple product),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$\vec{c}\times(\vec{a}\times\vec{b})=(\vec{c}\cdot\vec{b})\vec{a}-(\vec{c}\cdot\vec{a})\vec{b}$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$\vec{a}\times\vec{b}=\left|\begin{matrix}\hat{i}&amp;\hat{j}&amp;\hat{k}\\2&amp;-1&amp;2\\1&amp;2&amp;-1\end{matrix}\right|=-3\hat{i}+4\hat{j}+5\hat{k}$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$\vec{c}=3\hat{i}+2\hat{j}-\hat{k}$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$\vec{v}=\lambda\{\vec{c}\times(\vec{a}\times\vec{b})\}$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$\vec{v}=\lambda\{(\vec{c}\cdot\vec{b})\vec{a}-(\vec{c}\cdot\vec{a})\vec{b}\}=\lambda(8\vec{a}-2\vec{b})$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$\vec{c}\cdot\vec{b}=8$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$\vec{v}=\lambda(14\hat{i}-12\hat{j}+18\hat{k})$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$\vec{v}\cdot\hat{a}=\lambda(14\hat{i}-12\hat{j}+18\hat{k})\cdot\frac{2\hat{i}-\hat{j}+2\hat{k}}{3}=19$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$\lambda\cdot\frac{28+12+36}{3}=19$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$\lambda\cdot\frac{76}{3}=19$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$\vec{v}=\frac{3}{4}(14\hat{i}-12\hat{j}+18\hat{k})=\frac{3}{2}(7\hat{i}-6\hat{j}+9\hat{k})$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$2\vec{v}=3(7\hat{i}-6\hat{j}+9\hat{k})$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$|2\vec{v}|^2=9(49+36+81)=9\times166=1494$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1494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two conditions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$\vec{v}=p\vec{a}+q\vec{b}$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two conditions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Dot products: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$\vec{v}=p\vec{a}+q\vec{b}$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Dot products: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$\vec{a}\cdot\vec{a}=9$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$\vec{c}\cdot\vec{b}=8$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$\vec{c}=3\hat{i}+2\hat{j}-\hat{k}$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$2p+8q=0$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$p=-4q$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$\vec{v}\cdot\vec{a}=57$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$9p-2q=57$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$p=-4q$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$-38q=57$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$\vec{v}=6\vec{a}-\frac32\vec{b}=\left(\frac{21}{2},-9,\frac{27}{2}\right)$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$2\vec{v}=(21,-18,27)$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$|2\vec{v}|^2=441+324+729=1494$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1494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also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it as a shortcut for the direction).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given value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$p\vec{a}+q\vec{b}$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also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$\vec{c}\times(\vec{a}\times\vec{b})=(\vec{c}\cdot\vec{b})\vec{a}-(\vec{c}\cdot\vec{a})\vec{b}$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(use it as a shortcut for the direction).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$\vec{v}\cdot\hat{a}$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given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$\vec{v}\cdot\vec{a}/|\vec{a}|$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is perpendicular to the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$x+2y+3z+1=0=x-y-z-6$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is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$-2x+y+z+8=0$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line, Perpendicular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perpendicularity of normals to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family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$\pi_1+\lambda\pi_2=0$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perpendicularity of normals to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given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given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$x+2y+3z+1+\lambda(x-y-z-6)=0$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$(1+\lambda,\,2-\lambda,\,3-\lambda)$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$-2x+y+z+8=0$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$(1+\lambda)(-2)+(2-\lambda)+(3-\lambda)=0$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$-2-2\lambda+2-\lambda+3-\lambda=0$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$3-4\lambda=0$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$x+2y+3z+1+\frac{3}{4}(x-y-z-6)=0$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$7x+5y+9z-14=0$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$5+9-14=0$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$(0,1,1)$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both to the line direction and to the normal of the given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both to the line direction and to the normal of the given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line, so its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$(1,2,3)\times(1,-1,-1)=(1,4,-3)$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line, so its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$\perp(-2,1,1)$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$=(-2,1,1)\times(1,4,-3)=(-7,-5,-9)\parallel(7,5,9)$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$\left(\frac{11}{3},-\frac{7}{3},0\right)$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$7x+5y+9z=7\cdot\frac{11}{3}-5\cdot\frac{7}{3}=14$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$7x+5y+9z=14$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$(0,1,1)$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form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(excluding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are perpendicular iff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normal of the family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and perpendicular to another plane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𝑔𝑖𝑣𝑒𝑛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𝑙𝑖𝑛𝑒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$\pi_1+\lambda\pi_2=0$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(excluding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$\vec{n}_1\cdot\vec{n}_2=0$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normal of the family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$\vec{n}_1+\lambda\vec{n}_2$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and perpendicular to another plane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$\vec{n}_{\text{given}}\times\vec{d}_{\text{line}}$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of intersection of the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does NOT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$\vec{r}\cdot(\hat{i}+\hat{j}+4\hat{k})=16$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$\vec{r}\cdot(-\hat{i}+\hat{j}+\hat{k})=6$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does NOT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$(6,-6,2)$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$(-8,8,6)$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plane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the given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plane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$\pi_1+\lambda\pi_2=0$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the given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form of the two planes: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their line of intersection: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form of the two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$x+y+4z-16=0$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$-x+y+z-6=0$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their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$(x+y+4z-16)+\lambda(-x+y+z-6)=0$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$(1+2+12-16)+\lambda(-1+2+3-6)=0$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$-1-2\lambda=0$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does not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$2(x+y+4z-16)-(-x+y+z-6)=0$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$3x+y+7z=26$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$9+3+14=26$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$(6,-6,2)$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$18-6+14=26$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$(-8,8,6)$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$-24+8+42=26$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$12+2+14=28\neq26$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does not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$(4,2,2)$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three points that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given point and two points on the line) and find the normal by a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three points that lie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given point and two points on the line) and find the normal by a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two plane equations: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points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lie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two plane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$2y+5z=22$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$(5,11,0)$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points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$x+y+4z=16$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lie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$\overrightarrow{AB}=(4,9,-3)$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$\overrightarrow{AC}=(1,4,-1)$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 it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$=\overrightarrow{AB}\times\overrightarrow{AC}=(9(-1)-(-3)4,\,(-3)(1)-4(-1),\,16-9)=(3,1,7)$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$3x+y+7z=3+2+21=26$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 it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$(4,2,2)$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given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point is given, the family trick is faster than finding a point and the direction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the same ratio) - useful for testing options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given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$\pi_1+\lambda\pi_2=0$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$\lambda=-\pi_1(Q)/\pi_2(Q)$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point is given, the family trick is faster than finding a point and the direction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$\pi_1(X)/\pi_2(X)=\pi_1(Q)/\pi_2(Q)$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the same ratio) - useful for testing options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of a plane at a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origin, which contains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of a plane at a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$\sqrt{\frac{2}{21}}$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origin, which contains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$2x+y-3z+4=0$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$-x+2y+2z-3=0$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$4x-y-5z+2=0$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$3x-y-5z+2=0$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plane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equate its distance from the origin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plane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equate its distance from the origin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$\sqrt{2/21}$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Required plane: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Squaring: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$P_1:x-y-z-1=0$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$P_2:2x+y-3z+4=0$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Required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$(1+2\lambda)x+(-1+\lambda)y+(-1-3\lambda)z-1+4\lambda=0$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$\sqrt{\frac{2}{21}}$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$\left|\frac{-1+4\lambda}{\sqrt{(1+2\lambda)^2+(\lambda-1)^2+(1+3\lambda)^2}}\right|=\sqrt{\frac{2}{21}}$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$\sqrt{14\lambda^2+8\lambda+3}$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$21(4\lambda-1)^2=2(14\lambda^2+8\lambda+3)$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second valid plane that is not among the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$308\lambda^2-184\lambda+15=0$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$(2\lambda-1)(154\lambda-15)=0$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$\lambda=\frac{15}{154}$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$(x-y-z-1)+\frac12(2x+y-3z+4)=0$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$4x-y-5z+2=0$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$\lambda=\frac{15}{154}$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second valid plane that is not among the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$4x-y-5z+2=0$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options: keep only planes that contain the line (normal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 direction, a point of the line on it), then check the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options: keep only planes that contain the line (normal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 direction, a point of the line on it), then check the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must be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ok;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no;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ok;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and (C) both contain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contain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$(1,-1,-1)\times(2,1,-3)=(4,1,3)$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must be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ok;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$-4+2+6=4$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no;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$16-1-15=0$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ok;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and (C) both contain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$-4+2+2=0$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contain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origin: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origin: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$\frac{2}{\sqrt{16+1+25}}=\frac{2}{\sqrt{42}}=\sqrt{\frac{2}{21}}$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$4x-y-5z+2=0$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condition gives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are generally two planes in the family at the required distance; options (or extra conditions) pick one.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test whether a plane contains a line: its normal is perpendicular to the line direction AND one point of the line lies on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condition gives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are generally two planes in the family at the required distance; options (or extra conditions) pick one.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test whether a plane contains a line: its normal is perpendicular to the line direction AND one point of the line lies on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parallel to a line, whose direction ratios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   (B) 2   (C) 5   (D) 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parallel to a line, whose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   (B) 2   (C) 5   (D) 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plane measured along a direction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Move from the point along the given direction until the plane is hit; the parameter times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Move from the point along the given direction until the plane is hit; the parameter times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$|(2,3,-6)|=7$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where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where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$\frac{x-1}{2}=\frac{y+2}{3}=\frac{z-3}{-6}=\lambda$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$B=(1+2\lambda,-2+3\lambda,3-6\lambda)$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$(1+2\lambda)-(-2+3\lambda)+(3-6\lambda)=5$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$6-7\lambda=5$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$\overrightarrow{AB}=2\lambda\hat{i}+3\lambda\hat{j}-6\lambda\hat{k}$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$|\overrightarrow{AB}|=|\lambda|\sqrt{4+9+36}=7|\lambda|$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$d=\frac17\cdot7=1$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slant-distance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slant-distance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$\dfrac{|\vec{n}\cdot A-p|\,|\vec{d}|}{|\vec{n}\cdot\vec{d}|}$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$\vec{n}\cdot\vec{r}=p$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of the angle between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$\frac{|1+2+3-5|}{\sqrt3}=\frac{1}{\sqrt3}$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of the angle between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$\frac{|2-3-6|}{7\sqrt3}=\frac{1}{\sqrt3}$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along the direction = perpendicular distance divided by this cosine: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along the direction = perpendicular distance divided by this cosine: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$\frac{1/\sqrt3}{1/\sqrt3}=1$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perpendicular distance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normal; it is never less than the perpendicular distance.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direction is parallel to the plane and the distance is undefined (infinite).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$\frac{|\vec{n}\cdot\vec{a}-p|\,|\vec{d}|}{|\vec{n}\cdot\vec{d}|}$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perpendicular distance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normal; it is never less than the perpendicular distance.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$\vec{n}\cdot\vec{d}=0$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direction is parallel to the plane and the distance is undefined (infinite).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the plane passing through the line of intersection of the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of the plane passing through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$\vec{r}\cdot(\hat{i}+\hat{j}+\hat{k})=1$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$\vec{r}\cdot(2\hat{i}+3\hat{j}-\hat{k})+4=0$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$\vec{r}\cdot(\hat{j}-3\hat{k})+6=0$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$\vec{r}\cdot(\hat{j}-3\hat{k})-6=0$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$\vec{r}\cdot(\hat{i}-3\hat{k})+6=0$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$\vec{r}\cdot(\hat{i}+3\hat{k})+6=0$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line, Plane parallel to a coordinate axis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has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term, so choose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family to kill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-coefficient.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parallel to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has no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term, so choose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family to kill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-coefficient.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$(x+y+z-1)+\lambda(2x+3y-z+4)=0$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$(1+2\lambda)x+(1+3\lambda)y+(1-\lambda)z+4\lambda-1=0$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means its normal is perpendicular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vector form this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means its normal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$(1+2\lambda)\cdot1+(1+3\lambda)\cdot0+(1-\lambda)\cdot0=0$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$-\frac12y+\frac32z-3=0$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$y-3z+6=0$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vector form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$\vec{r}\cdot(\hat{j}-3\hat{k})+6=0$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$\vec{r}\cdot(\hat{j}-3\hat{k})+6=0$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between the two plane equations; the result is a plane through the line of intersection with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between the two plane equations; the result is a plane through the line of intersection with no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(first)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(second):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has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term, so it is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and it passes through the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form: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(first)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(second):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$2x+2y+2z-2-2x-3y+z-4=0$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$-y+3z-6=0$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$y-3z+6=0$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has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term, so it is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and it passes through the line of intersection.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$\vec{r}\cdot(\hat{j}-3\hat{k})+6=0$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$\vec{r}\cdot(\hat{j}-3\hat{k})+6=0$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similarly for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line of intersection of two planes that is parallel to a coordinate axis is found by eliminating that variable between the two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similarly for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line of intersection of two planes that is parallel to a coordinate axis is found by eliminating that variable between the two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$\parallel$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$\vec{n}\cdot\vec{d}=0$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the straight lines, whose direction cosines are given by the equations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the straight lines, whose direction cosines are given by the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$2l+2m-n=0$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$mn+nl+lm=0$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$\cos^{-1}\left(\frac{8}{9}\right)$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$\pi-\cos^{-1}\left(\frac{4}{9}\right)$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cosines of a line, Angle between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factorises into two lines; find their direction ratios and the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$2l^2+5lm+2m^2=0$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factorises into two lines; find their direction ratios and the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 The second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(1) in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I,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$2l+2m-n=0$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$n=2(l+m)$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 The second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$n(m+l)+lm=0$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(1) in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$2(l+m)^2+lm=0$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$2l^2+5lm+2m^2=0$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$(l+2m)(2l+m)=0$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$l=-2m$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$l=-\frac{m}{2}$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I,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$l=-2m$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$n=2(l+m)=-2m$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$(-2m,m,-2m)\sim(-2,1,-2)$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II,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ratios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II,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$l=-\frac{m}{2}$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$n=2\left(\frac m2\right)=m$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 m2,m,m\right)\sim(-1,2,2)$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$\cos\theta=\frac{(-2)(-1)+(1)(2)+(-2)(2)}{\sqrt9\sqrt9}=\frac{2+2-4}{9}=0$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unknown: the two roots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quadratic give the lines, and Vieta's relations give the dot product without solving.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$r=l/m$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unknown: the two roots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$r_1,r_2$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quadratic give the lines, and Vieta's relations give the dot product without solving.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 root, a direction ratio vector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$2l^2+5lm+2m^2=0$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$2r^2+5r+2=0$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 lm$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$r_1+r_2=-\frac52$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$r_1r_2=1$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 root, a direction ratio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$(r,1,2(r+1))$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$n=2(l+m)$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$r_1r_2+1+4(r_1+1)(r_2+1)=1+1+4\left(r_1r_2+r_1+r_2+1\right)$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lines are perpendicular: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$=2+4\left(1-\frac52+1\right)=2-2=0$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lines are perpendicular: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their ratios matter for the angle, so use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one variable from a linear and a homogeneous quadratic condition gives a homogeneous quadratic in the other two, i.e. two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lines with direction ratios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the acute angle).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their ratios matter for the angle, so use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$(l:m:n)$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one variable from a linear and a homogeneous quadratic condition gives a homogeneous quadratic in the other two, i.e. two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lines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$\vec{d}_1,\vec{d}_2$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$\cos\theta=\frac{|\vec{d}_1\cdot\vec{d}_2|}{|\vec{d}_1||\vec{d}_2|}$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the acute angle).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plane, that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contains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15   (B) 23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plane, that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contains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$3x-2y+4z-7=0$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$x+5y-2z+9=0$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15   (B) 23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the given point, then rescale so the constant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Family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the given point, then rescale so the constant term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Required plane: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$P_1:3x-2y+4z-7=0$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$P_2:x+5y-2z+9=0$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Required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$P_1=3-8-12-7=-24$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$P_2=1+20+6+9=36$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$-24+36\lambda=0$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$(3x-2y+4z-7)+\frac23(x+5y-2z+9)=0$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form has constant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$11x+4y+8z-3=0$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form has constant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$-11x-4y-8z+3=0$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$\alpha+\beta+\gamma=-23$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plane's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line's direction, and one point on the line, together with the given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plane's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line's direction, and one point on the line, together with the given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point on the line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contains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perpendicular to the line direction: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$(3,-2,4)\times(1,5,-2)=(-16,10,17)$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point on the line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$x+5y=-9$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$\alpha+4\beta-3\gamma+3=0$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perpendicular to the line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$-16\alpha+10\beta+17\gamma=0$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then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$\alpha=2\beta-3$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then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$6\beta-3\gamma=0$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$-16(2\beta-3)+10\beta+34\beta=12\beta+48=0$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$\alpha+\beta+\gamma=-23$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pencil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covers every plane through the line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target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use it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fixed by the constant 3, rescale the plane found (including a sign flip) before reading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pencil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covers every plane through the line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target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use it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fixed by the constant 3, rescale the plane found (including a sign flip) before reading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$\vec{n}_1\cdot\vec{r}=p_1$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$\vec{n}_2\cdot\vec{r}=p_2$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$\frac{\sqrt{42}}{2}$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as intersection of two planes,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of the line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foot of the perpendicular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of the line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foot of the perpendicular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$\overrightarrow{PR}\cdot\vec{b}=0$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origin satisfies both plane equations, so the line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$\vec{n}_1=2\hat{i}+3\hat{j}+2\hat{k}$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$\vec{n}_2=\hat{i}-2\hat{j}+\hat{k}$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$\vec{b}=\left|\begin{matrix}\hat{i}&amp;\hat{j}&amp;\hat{k}\\2&amp;3&amp;2\\1&amp;-2&amp;1\end{matrix}\right|=7\hat{i}-7\hat{k}$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origin satisfies both plane equations, so 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$\vec{r}=\lambda(7\hat{i}-7\hat{k})=7\lambda(\hat{i}-\hat{k})$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$P=(-1,2,-2)$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$R=(7\lambda,0,-7\lambda)$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$\overrightarrow{PR}=(7\lambda+1)\hat{i}-2\hat{j}+(2-7\lambda)\hat{k}$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$7(7\lambda+1)-7(2-7\lambda)=0$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$R=\left(\frac12,0,-\frac12\right)$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$\overrightarrow{PR}=\left(\frac32,-2,\frac32\right)$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$PR=\sqrt{\frac94+4+\frac94}=\sqrt{\frac{17}{2}}=\frac{\sqrt{34}}{2}$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$\frac{\sqrt{34}}{2}$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through the origin: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through the origin: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$\dfrac{|\overrightarrow{OP}\times\vec{b}|}{|\vec{b}|}$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(from the cross product of normals):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(from the cross product of normals):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$\vec{b}\parallel(1,0,-1)$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$\overrightarrow{OP}=(-1,2,-2)$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$\overrightarrow{OP}\times(1,0,-1)=(2\cdot(-1)-(-2)\cdot0,\;-[(-1)(-1)-(-2)(1)],\;(-1)\cdot0-2\cdot1)=(-2,-3,-2)$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$|\overrightarrow{OP}\times\vec{b}|=\sqrt{4+9+4}=\sqrt{17}$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$=\frac{\sqrt{17}}{\sqrt2}=\frac{\sqrt{34}}{2}$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$\frac{\sqrt{34}}{2}$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 of two planes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both planes are homogeneous (constant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line passes through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the point of the line closest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 of two planes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both planes are homogeneous (constant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line passes through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$\frac{|\overrightarrow{AP}\times\vec{b}|}{|\vec{b}|}$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the point of the line closest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$3y-2z-1=0=3x-z+4$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as intersection of two planes,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Find the direction ratios and a point of the line, then use the foot of the perpendicular (or the cross-product formula).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direction ratios of the line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in both planes,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multiplication: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direction ratios of the line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 a,b,c\rangle$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lies in both planes,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$0a+3b-2c=0$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$3a+0b-c=0$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multiplication: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$\frac{a}{-3-0}=\frac{b}{-6-0}=\frac{c}{0-9}$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$\frac{a}{1}=\frac{b}{2}=\frac{c}{3}$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$3y-2z-1=0$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general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$\frac{x-0}{1}=\frac{y-3}{2}=\frac{z-4}{3}$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$P=(t,\,3+2t,\,4+3t)$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$Q=(2,-1,6)$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$(2-t,\,-4-2t,\,2-3t)$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$1(2-t)+2(-4-2t)+3(2-3t)=0$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$2-t-8-4t+6-9t=0$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$-14t=0$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$P=(0,3,4)$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$PQ=\sqrt{2^2+4^2+2^2}=\sqrt{24}=2\sqrt6$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point-to-line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point-to-line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$\dfrac{|\overrightarrow{AQ}\times\vec{d}|}{|\vec{d}|}$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$A=(0,3,4)$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$(0,3,-2)\times(3,0,-1)=(-3,-6,-9)\parallel(1,2,3)$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$A=(0,3,4)$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$9-8-1=0$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$0-4+4=0$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$\overrightarrow{AQ}=(2,-4,2)$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$Q=(2,-1,6)$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$\overrightarrow{AQ}\times(1,2,3)=(-4\cdot3-2\cdot2,\;2\cdot1-2\cdot3,\;2\cdot2-(-4)\cdot1)=(-16,-4,8)$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336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$=\sqrt{256+16+64}=\sqrt{336}$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$|(1,2,3)|=\sqrt{14}$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$=\sqrt{\frac{336}{14}}=\sqrt{24}=2\sqrt6$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𝑄</m:t>
                                        </m:r>
                                      </m:e>
                                    </m:acc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⋅</m:t>
                                    </m:r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</m:acc>
                                  </m:num>
                                  <m:den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|</m:t>
                                    </m:r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</m:acc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|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 given as two planes, its direction is the cross product of the normals and a point is found by setting one coordinate to a convenient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chosen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already the foot of the perpendicular.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$\frac{|\overrightarrow{AQ}\times\vec{d}|}{|\vec{d}|}$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$\sqrt{|\overrightarrow{AQ}|^2-\left(\frac{\overrightarrow{AQ}\cdot\vec{d}}{|\vec{d}|}\right)^2}$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 given as two planes, its direction is the cross product of the normals and a point is found by setting one coordinate to a convenient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$\overrightarrow{AQ}\cdot\vec{d}=2-8+6=0$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chosen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$A=(0,3,4)$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already the foot of the perpendicular.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acute angle bisector of the two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acute angle bisector of the two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$x-2y-2z+1=0$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$2x-3y-6z+1=0$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$\left(-2,0,-\frac{1}{2}\right)$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$\left(3,1,-\frac{1}{2}\right)$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$(4,0,-2)$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bisectors of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Bisector: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minus sign the acute bisector.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Bisector: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$\frac{L_1}{|n_1|}=\pm\frac{L_2}{|n_2|}$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n_1\cdot\vec n_2&gt;0$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minus sign the acute bisector.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bisector planes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negative sign gives the acute angle bisector.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x-2y-2z+1=0$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2x-3y-6z+1=0$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$|n_1|=\sqrt{1+4+4}=3$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$|n_2|=\sqrt{4+9+36}=7$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bisector planes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$\frac{x-2y-2z+1}{3}=\pm\frac{2x-3y-6z+1}{7}$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$a_1a_2+b_1b_2+c_1c_2=2+6+12=20&gt;0$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negative sign gives the acute angle bisector.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$\frac{x-2y-2z+1}{3}=-\frac{2x-3y-6z+1}{7}\Rightarrow 7x-14y-14z+7=-6x+9y+18z-3$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options do not: (B)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all non-zero.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the required point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13x-23y-32z+10=0$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$13(-2)-23(0)-32\left(-\frac12\right)+10=-26+16+10=0$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$\left(-2,0,-\frac12\right)$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options do not: (B)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$-46+128+10=92$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$39-23+16+10=42$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$52+64+10=126$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all non-zero.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the required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$\left(-2,0,-\frac12\right)$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$\left(-2,0,-\frac{1}{2}\right)$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Any bisector plane contains the line of intersection of the two planes, so a point lying on both planes is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whichever bisector it is.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Any bisector plane contains the line of intersection of the two planes, so a point lying on both planes is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whichever bisector it is.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bisector planes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common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every point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acute or obtuse.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(A) lies on both planes, hence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(C):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(D):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none lies on the common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bisector planes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common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every point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acute or obtuse.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$\left(-2,0,-\frac12\right)$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$L_1=-2-0+1+1=0$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$L_2=-4-0+3+1=0$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(A) lies on both planes, hence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$L_1=0-4+8+1=5\neq0$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$L_1=3-2+1+1=3\neq0$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$L_1=4+0+4+1=9\neq0$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none lies on the common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exactly one option is correct and (A) is certain to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answer is (A); no need to decide which bisector is acute.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the full result: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(A)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 agreement.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exactly one option is correct and (A) is certain to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answer is (A); no need to decide which bisector is acute.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the full result: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$13x-23y-32z+10$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(A)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$-26+16+10=0$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 agreement.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$\left(-2,0,-\frac{1}{2}\right)$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Bisector planes: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two bisectors are perpendicular to each other and both contain the common line of the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normal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plane bisects the acute angle 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obtuse angle 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Bisector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$\frac{a_1x+b_1y+c_1z+d_1}{\sqrt{a_1^2+b_1^2+c_1^2}}=\pm\frac{a_2x+b_2y+c_2z+d_2}{\sqrt{a_2^2+b_2^2+c_2^2}}$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two bisectors are perpendicular to each other and both contain the common line of the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$\frac{L_1}{|n_1|}=-\frac{L_2}{|n_2|}$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n_1+\hat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plane bisects the acute angle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n_2&gt;0$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obtuse angle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n_2&lt;0$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normals; the acute bisector makes 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each plane (about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8.9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obtuse one about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81.1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common line of the two planes lie on every bisector plane, a quick way to eliminate or confirm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$\cos\theta=\frac{20}{21}$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normals; the acute bisector makes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$\frac{\theta}{2}$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each plane (about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$8.9^\circ$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obtuse one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$81.1^\circ$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common line of the two planes lie on every bisector plane, a quick way to eliminate or confirm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$\frac{x-2}{\alpha}=\frac{y-2}{-5}=\frac{z+2}{2}$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$x+3y-2z+\beta=0$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lying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Line in plane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given point of the line satisfies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Line in plane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b\cdot\vec n=0$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given point of the line satisfies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Normal of the plane: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lies in the plane,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b=\alpha\hat i-5\hat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Normal of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n=\hat i+3\hat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lies in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$\alpha-15-4=0\Rightarrow\alpha=19$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line must satisfy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line must satisfy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$2+6+4+\beta=0$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$\alpha+\beta=19-12=7$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is parallel to the plane and not in it;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meets the plane at exactly one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check: substitute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plane; the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constant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r_0+\lambda\vec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r_0\cdot\vec n=d$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r_0\cdot\vec n\neq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is parallel to the plane and not in it;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n\neq0$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meets the plane at exactly one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check: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$(2+\alpha t,\,2-5t,\,-2+2t)$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plane;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constant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distance of the point of intersection of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distance of the point of intersection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$\frac{x-1}{2}=\frac{y-2}{3}=\frac{z+1}{6}$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a line and a plane, Distance between two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substitute it in the plane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$(1+2\lambda,2+3\lambda,-1+6\lambda)$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substitute it in the plane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general point of the line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$\frac{x-1}{2}=\frac{y-2}{3}=\frac{z+1}{6}=\lambda$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general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$A(1+2\lambda,\,2+3\lambda,\,-1+6\lambda)$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$2+4\lambda-2-3\lambda-1+6\lambda=6$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$7\lambda-1=6\Rightarrow\lambda=1$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point of intersection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point of intersection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$A(3,5,5)$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$B=(-1,-1,2)$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$AB^2=(3+1)^2+(5+1)^2+(5-2)^2=16+36+9$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Line-plane intersection: substitute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distance avoids the square root: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usual integer answer in numerical-type questions.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Line-plane intersection: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r_0+\lambda\vec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$\lambda=\frac{d-\vec n\cdot\vec r_0}{\vec n\cdot\vec 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b\neq0$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$\lambda=\frac{6-(2-2-1)}{7}=1$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distance avoids the square root: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$AB^2=\sum(\Delta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usual integer answer in numerical-type questions.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of this plane. Then the square of the length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$R(3,5,\lambda)$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of this plane. Then the square of the length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mirror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alternatively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foot of the perpendicular and midpoint.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mirror plane,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$RS=RQ$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alternatively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foot of the perpendicular and midpoint.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general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$R(3,5,\lambda)$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$2(3)-5+\lambda+3=0$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$R(3,5,-4)$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r=(1,3,4)+t(2,-1,1)$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$P(1+2t,\,3-t,\,4+t)$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$2(1+2t)+t-3+4+t+3=0$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$2+4t+t-3+4+t+3=0$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$6t+6=0\Rightarrow 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$P(-1,4,3)$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$\frac{a+1}{2}=-1$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$\frac{b+3}{2}=4$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$\frac{c+4}{2}=3$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$S(-3,5,2)$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$RS^2=(3+3)^2+(5-5)^2+(-4-2)^2=36+0+36$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$RS^2=72$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point of a mirror plane is equidistant from an object point and its image,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point of a mirror plane is equidistant from an object point and its image,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$SR=QR$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perpendicular bisector plane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perpendicular bisector plane of a segment is equidistant from its ends,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perpendicular bisector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perpendicular bisector plane of a segment is equidistant from its ends,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$RS=RQ$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$R(3,5,\lambda)$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$6-5+\lambda+3=0$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$R=(3,5,-4)$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direct computation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$RQ^2=(3-1)^2+(5-3)^2+(-4-4)^2=4+4+64=72$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$SR^2=RQ^2=72$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direct computation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$S(-3,5,2)$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mirror plane is the perpendicular bisector plane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every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it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$S=Q-\frac{2(\vec n\cdot Q+d)}{|\vec n|^2}\,\vec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Q+d=6$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$S=Q-2\vec n=(-3,5,2)$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mirror plane is the perpendicular bisector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every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it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$RQ=RS$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 Q+d|}{|\vec n|}=\sqrt6$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projection of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projection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$\frac{x-1}{2}=\frac{y-3}{1}=\frac{z-4}{2}$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line on a plane,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projection passes through the point where the line meets the plane and the foot of a perpendicular from the line.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of the given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general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point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satisfies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of the given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$(1+2\gamma,\,3+\gamma,\,4+2\gamma)$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point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$1+2\gamma-2(3+\gamma)-(4+2\gamma)=3$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$-9-2\gamma=3$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$R(-11,-3,-8)$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$Q(1+\mu,\,3-2\mu,\,4-\mu)$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satisfies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$1+\mu-2(3-2\mu)-(4-\mu)=3\Rightarrow 6\mu-9=3$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1849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1950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75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$\overrightarrow{QR}=(-14,-2,-10)\parallel(7,1,5)$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 \vec r=(3,-1,2)+t(7,1,5)$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$S(0,0,6)$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$\overrightarrow{SQ}=(3,-1,-4)$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$\overrightarrow{SQ}\times(7,1,5)=(-1,-43,10)$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$d=\frac{|\overrightarrow{SQ}\times\vec v|}{|\vec v|}=\frac{\sqrt{1+1849+100}}{\sqrt{75}}=\sqrt{\frac{1950}{75}}=\sqrt{26}$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intersection of two perpendicular planes,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sum of the squared distances of the point from those planes.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intersection of two perpendicular planes,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sum of the squared distances of the point from those planes.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point and the line of intersection of two perpendicular planes,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(distances to the two planes).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$\Pi_1: x-2y-z=3$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n=(3,4,-5)$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$3x+4y-5z=-5$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$L=\Pi_1\cap\Pi_2$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$\Pi_1\perp\Pi_2$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$(1,-2,-1)\cdot(3,4,-5)=3-8+5=0$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point and the line of intersection of two perpendicular planes,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$d^2=d_1^2+d_2^2$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(distances to the two planes).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$d_1^2=\frac{(0-0-6-3)^2}{6}=\frac{81}{6}=\frac{27}{2}$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$S(0,0,6)$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$d_2^2=\frac{(0+0-30+5)^2}{50}=\frac{625}{50}=\frac{25}{2}$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$d^2=\frac{27}{2}+\frac{25}{2}=26$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a line on a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intersection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containing the line and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from a 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any point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is the intersection of two perpendicular planes, the distance of a point from it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its distances from the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a line on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containing the line and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from a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$\frac{|\overrightarrow{AS}\times\vec v|}{|\vec v|}$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any point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is the intersection of two perpendicular planes, the distance of a point from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$\sqrt{d_1^2+d_2^2}$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$d_1,d_2$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its distances from the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$P-\frac{\vec n\cdot P-k}{|\vec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P-k=-12$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$Q=P+2\vec n=(3,-1,2)$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containing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$P(7,-2,13)$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containing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$\frac{x+1}{6}=\frac{y-1}{7}=\frac{z-3}{8}$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$\frac{x-1}{3}=\frac{y-2}{5}=\frac{z-3}{7}$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$(PQ)^2$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containing two lines,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through two coplanar lines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point-plane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through two coplanar lines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point-plane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equation: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$(6,7,8)$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$\left|\begin{matrix}x-1&amp;y-2&amp;z-3\\6&amp;7&amp;8\\3&amp;5&amp;7\end{matrix}\right|=0$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$(x-1)(49-40)-(y-2)(42-24)+(z-3)(30-21)=0$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$9(x-1)-18(y-2)+9(z-3)=0$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perpendicular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this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perpendicular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$P(7,-2,13)$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this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$PQ=\frac{|7+4+13|}{\sqrt{1+4+1}}=\frac{24}{\sqrt6}$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$(PQ)^2=\frac{576}{6}=96$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two coplanar lines with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needed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coplanarity: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two coplanar lines with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r-\vec A)\cdot(\vec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 P-k|}{|\vec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needed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$(PQ)^2$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$PQ=\frac{|[\overrightarrow{AP},\vec d_1,\vec d_2]|}{|\vec d_1\times\vec d_2|}$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 ]=-216$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d_1\times\vec d_2|=9\sqrt6$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$PQ^2=\frac{216^2}{486}=96$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coplanarity: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unit vectors.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the angle between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a,\hat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unit vectors.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b=\vec c+2(\vec c\times\hat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$|6\vec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$6\left(3-\sqrt3\right)$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$6\left(3+\sqrt3\right)$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$6\left(\sqrt3+1\right)$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magnitude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cross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c\times\hat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$|\hat b|^2=|\vec c|^2+4|\vec c\times\hat a|^2$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cross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∘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b=\vec c+2(\vec c\times\hat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c|^2+4|\vec c\times\hat a|^2+4\,\vec c\cdot(\vec c\times\hat a)=1$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c\times\hat 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c\times\hat a|=x\sin15^\circ$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$x^2+4x^2\sin^2 15^\circ=1$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 15^\circ=\frac{1-\cos30^\circ}{2}=\frac{1}{2}\left(1-\frac{\sqrt3}{2}\right)$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$4\sin^2 15^\circ=2\left(1-\frac{\sqrt3}{2}\right)=2-\sqrt3$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$x^2+x^2(2-\sqrt3)=1\Rightarrow x^2(3-\sqrt3)=1$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$x^2=\frac{1}{3-\sqrt3}=\frac{3+\sqrt3}{6}$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$|6\vec c|^2=36x^2=6\left(3+\sqrt3\right)$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$6\left(3+\sqrt3\right)$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unit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Half-angle values: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0.789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0.789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0.0670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c\perp(\vec c\times\hat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c+k(\vec c\times\hat a)|^2=|\vec c|^2+k^2|\vec c\times\hat a|^2=|\vec c|^2\left(1+k^2\sin^2\phi\right)$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unit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Half-angle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 15^\circ=\frac{2-\sqrt3}{4}$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 15^\circ=\frac{2+\sqrt3}{4}$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$\frac{1}{3-\sqrt3}=\frac{3+\sqrt3}{6}$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c|^2=\frac{3+\sqrt3}{6}\approx0.789$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$0.789\left(1+4\cdot0.0670\right)=1.000$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unit vectors such that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among the statements: (S1)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(S2) the projection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only (S1)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(S2)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both (S1) and (S2)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(S1) and (S2) are false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unit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$\left|(\hat a+\hat b)+2(\hat a\times\hat b)\right|=2$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among the statements: (S1)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$2|\hat a\times\hat b|=|\hat a-\hat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(S2)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$(\hat a+\hat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only (S1)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(S2)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both (S1) and (S2)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(S1) and (S2) are false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and cross product of unit vectors,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cross term vanishes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a+\hat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a\times\hat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cross term vanishes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$\cos\theta=-\frac12$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the given relation: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the given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a+\hat b|^2+4|\hat a\times\hat b|^2+4(\hat a+\hat b)\cdot(\hat a\times\hat b)=4$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Equal, so (S1)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projection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$(\hat a+\hat b)\cdot(\hat a\times\hat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a+\hat b|^2=1+1+2\cos\theta$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a\times\hat b|^2=\sin^2\theta$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$2+2\cos\theta+4\sin^2\theta=4$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$1+\cos\theta+2(1-\cos^2\theta)=2$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$2\cos^2\theta-\cos\theta-1=0$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$(2\cos\theta+1)(\cos\theta-1)=0$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$2|\hat a\times\hat b|=2\sin\frac{2\pi}{3}=\sqrt3$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a-\hat b|=\sqrt{1+1-2\cos\theta}=\sqrt{1+1+1}=\sqrt3$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Equal, so (S1)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a+\hat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$\frac{\hat a\cdot(\hat a+\hat b)}{|\hat a+\hat b|}=\frac{1+\cos\theta}{\sqrt{2+2\cos\theta}}$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(S2)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a+\hat b|=\sqrt{2-1}=1$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a\cdot(\hat a+\hat b)=1-\frac12=\frac12$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(S2)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both (S1) and (S2)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at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projection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(S1) and (S2) are equivalent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what the given condition forces.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quadratic is rejected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$|p(\vec a+\vec b)+q(\vec a\times\vec b)|^2=p^2|\vec a+\vec b|^2+q^2|\vec a\times\vec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at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a+\hat b|=2\cos\frac\theta2$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a-\hat b|=2\sin\frac\theta2$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a\times\hat b|=\sin\theta$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a+\hat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(S1) and (S2) are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$\cos\frac\theta2=\frac12$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what the given condition forces.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quadratic is rejected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which makes equal angles with the coordinate axes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let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obtained by rotating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are coplanar, then the projection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a=a_1\hat i+a_2\hat j+a_3\hat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which makes equal angles with the coordinate axes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let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 i+4\hat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obtained by rotating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are coplanar, then the projection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 i+4\hat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cosines and projection of a vector, Coplanar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has the same length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has the same length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angles with the axes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angles with the axes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a=\lambda\left(\frac{1}{\sqrt3}\hat i+\frac{1}{\sqrt3}\hat j+\frac{1}{\sqrt3}\hat k\right)=\frac{\lambda}{\sqrt3}(\hat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c=3\hat i+4\hat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a\cdot\vec c}{|\vec c|}=7$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$\frac{\lambda}{\sqrt3}\cdot\frac{3+4}{5}=7$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a=5(\hat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b=5\alpha(\hat i+\hat j+\hat k)+\beta\hat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(rotation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preserves length: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(rotation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$25\alpha\cdot3+5\beta=0$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b=5\alpha(\hat i+\hat j+\hat k)-15\alpha\hat i=5\alpha(-2\hat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preserves 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b|=|\vec a|=5\sqrt3$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$5|\alpha|\sqrt6=5\sqrt3$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$\alpha=\pm\frac{1}{\sqrt2}$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directions of rotation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value that appears among the options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b=\pm\frac{5}{\sqrt2}(-2\hat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 i+4\hat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b\cdot(3\hat i+4\hat j)}{5}=\pm\frac{5}{\sqrt2}\cdot\frac{-6+4}{5}=\mp\sqrt2$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directions of rotation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value that appears among the options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the component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(Gram-Schmidt), scaled to length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the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(Gram-Schmidt), scaled to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component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a=5(\hat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i-\frac{\hat i\cdot\vec a}{|\vec a|^2}\vec a=\hat i-\frac{5}{75}\cdot5(\hat i+\hat j+\hat k)=\hat i-\frac13(\hat i+\hat j+\hat k)=\frac13(2\hat i-\hat j-\hat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option value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b=\pm5\sqrt3\cdot\frac{2\hat i-\hat j-\hat k}{\sqrt6}=\pm\frac{5}{\sqrt2}(2\hat i-\hat j-\hat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 i+4\hat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$\pm\frac{5}{\sqrt2}\cdot\frac{6-4}{5}=\pm\sqrt2$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option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making equal angles with the axes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cosines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imposing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scale.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rotating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its unit vector.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rotation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plane has two senses, so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comes with both signs unless the sense is specified.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making equal angles with the axes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$\lambda(\hat i+\hat j+\hat k)/\sqrt3$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coplanar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$p\vec a+q\hat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imposing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$q/p$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b|=|\vec 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scale.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u-\frac{\vec u\cdot\vec a}{|\vec a|^2}\vec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rotating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$\pm|\vec 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its unit vector.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rotation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plane has two senses, so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comes with both signs unless the sense is specified.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$\left[\vec a\times(\vec b\times\vec c),\ \vec b\times(\vec c\times\vec a),\ \vec c\times(\vec b\times\vec a)\right]$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$-6\vec a\cdot(\vec b\times\vec c)$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$12\vec c\cdot(\vec a\times\vec b)$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$-12\vec b\cdot(\vec c\times\vec a)$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product,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3438144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BAC-CAB reduces each term; repeated vectors then kill most terms of the triple product.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c)=(\vec a\cdot\vec c)\vec b-(\vec a\cdot\vec b)\vec c=3\vec b-\vec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b\times(\vec c\times\vec a)=(\vec b\cdot\vec a)\vec c-(\vec b\cdot\vec c)\vec a=\vec c-2\vec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required value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every term having a repeated vector vanishes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c\times(\vec b\times\vec a)=(\vec c\cdot\vec a)\vec b-(\vec c\cdot\vec b)\vec a=3\vec b-2\vec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required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$\left[3\vec b-\vec c,\ \vec c-2\vec a,\ 3\vec b-2\vec a\right]=(3\vec b-\vec c)\cdot\left[(\vec c-2\vec a)\times(3\vec b-2\vec a)\right]$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c-2\vec a)\times(3\vec b-2\vec a)=3(\vec c\times\vec b)-2(\vec c\times\vec a)-6(\vec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a=\vec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b-\vec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every term having a repeated vector vanishes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c\times\vec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c\times\vec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c\times\vec 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b\cdot\left(-2\,\vec c\times\vec a\right)-\vec c\cdot\left(-6\,\vec a\times\vec b\right)=-6[\vec b\,\vec c\,\vec a]+6[\vec c\,\vec a\,\vec 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cyclic symmetry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cyclic symmetry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b\,\vec c\,\vec a]=[\vec c\,\vec a\,\vec 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Jacobi identity makes the three vectors linearly dependent (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the triple product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the dot products.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Jacobi identity makes the three vectors linearly dependent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t_3=\vec t_1+\vec t_2$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the triple product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the dot products.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Jacobi identity: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reads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t_1=\vec a\times(\vec b\times\vec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t_2=\vec b\times(\vec c\times\vec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t_3=\vec c\times(\vec b\times\vec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Jacobi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c)+\vec b\times(\vec c\times\vec a)+\vec c\times(\vec a\times\vec b)=\vec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c\times(\vec b\times\vec a)=-\vec c\times(\vec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t_1+\vec t_2=\vec t_3$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the given data: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t_3=\vec t_1+\vec 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t_1,\vec t_2,\vec t_3]=0$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the given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t_1+\vec t_2=(3\vec b-\vec c)+(\vec c-2\vec a)=3\vec b-2\vec a=\vec t_3$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 rule: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Jacobi identity: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one of the vectors is a linear combination of the other two; repeated vectors in a triple product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Cyclic symmetry: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swapping two entries changes the sign.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x\times(\vec y\times\vec z)=(\vec x\cdot\vec z)\vec y-(\vec x\cdot\vec y)\vec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Jacobi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c)+\vec b\times(\vec c\times\vec a)+\vec c\times(\vec a\times\vec b)=\vec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u,\vec v,\vec w]=0$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one of the vectors is a linear combination of the other two; repeated vectors in a triple product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Cyclic symmetry: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b\,\vec c]=[\vec b\,\vec c\,\vec a]=[\vec c\,\vec a\,\vec 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swapping two entries changes the sign.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the distance of the plane containing these two lines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r=(\hat i-\hat j+\hat k)+\lambda(3\hat j-\hat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r=(\alpha\hat i-\hat j)+\mu(2\hat i-3\hat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the distance of the plane containing these two lines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lines,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of two lines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determinant; then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plane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of two lines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determinant;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plane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$B(\alpha,-1,0)$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$\left|\begin{matrix}\alpha-1&amp;0&amp;-1\\0&amp;3&amp;-1\\2&amp;0&amp;-3\end{matrix}\right|=0$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$(\alpha-1)(-9)-0+(-1)(0-6)=0$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$-9(\alpha-1)+6=0$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n=(0,3,-1)\times(2,0,-3)=(-9,-2,-6)$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$9(x-1)+2(y+1)+6(z-1)=0$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$9x+2y+6z=13$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$\left(\frac53,0,0\right)$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$\frac{\left|9\cdot\frac53-13\right|}{\sqrt{81+4+36}}=\frac{|15-13|}{\sqrt{121}}$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$\frac{2}{11}$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Non-parallel coplanar lines must intersect, so equate the two position vectors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point of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Non-parallel coplanar lines must intersect, so equate the two position vectors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point of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 lines must meet at a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 lines must meet at a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$(1,\,3\lambda-1,\,1-\lambda)=(\alpha+2\mu,\,-1,\,-3\mu)$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$3\lambda-1=-1$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$1=-3\mu$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$1=\alpha-\frac23$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through it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through it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$9x+2y+6z=13$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$\left(\frac53,0,0\right)$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n\cdot(Q-A)|}{|\vec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$Q-A=\left(\frac23,1,-1\right)$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$\frac{|6+2-6|}{11}=\frac{2}{11}$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$\frac{2}{11}$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also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intersect.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two such lines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(a clean norm signals a correct normal).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with a column of zeros in two rows expands quickly along those zeros.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$A+\lambda\vec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$B+\mu\vec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$[\overrightarrow{AB},\vec d_1,\vec d_2]=0$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d_1\not\parallel\vec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intersect.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two such lines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 Q-k|}{|\vec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n|=\sqrt{121}=11$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(a clean norm signals a correct normal).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with a column of zeros in two rows expands quickly along those zeros.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given vectors.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whose 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i-3\hat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 i-\hat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given vectors.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whose 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v\cdot\hat j=7$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v\cdot(\hat i+\hat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in the plane of two vectors,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conditions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$x\vec a+y\vec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conditions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...(2)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v=x\vec a+y\vec b=x(\hat i+\hat j+2\hat k)+y(2\hat i-3\hat j+\hat k)=(x+2y)\hat i+(x-3y)\hat j+(2x+y)\hat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v\cdot\vec c}{|\vec c|}=\frac{2}{\sqrt3}$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v\cdot\vec 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$(x+2y)-(x-3y)+(2x+y)=2$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$2x+6y=2$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v\cdot\hat j=7$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...(2)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$3y=1-4=-3$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v=4\vec a-\vec b=(4-2)\hat i+(4+3)\hat j+(8-1)\hat k=2\hat i+7\hat j+7\hat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v\cdot(\hat i+\hat k)=2+7=9$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iff it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this normal instead of the parameters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lies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iff it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this normal instead of the parameters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a\times\vec b=(1,1,2)\times(2,-3,1)=(1\cdot1-2\cdot(-3),\ 2\cdot2-1\cdot1,\ 1\cdot(-3)-1\cdot2)=(7,3,-5)$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v=(p,7,r)$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v\cdot\hat j=7$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v\cdot\vec 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$7p+21-5r=0$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v\cdot\vec 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$p-7+r=2$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$p+r=9$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$r=9-p$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$7p+21-45+5p=0$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$12p=24$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v=(2,7,7)$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v\cdot(\hat i+\hat k)=2+7=9$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scalar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 not confuse the two.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vector has 2 degrees of freedom, so two scalar conditions (projection and one component) determine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v=x\vec a+y\vec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scalar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v\cdot\vec c}{|\vec c|}$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v\cdot\vec c}{|\vec c|^2}\vec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 not confuse the two.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vector has 2 degrees of freedom, so two scalar conditions (projection and one component) determine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b=(7,3,-5)$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v=(2,7,7)$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$14+21-35=0$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number of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c=2\hat i-3\hat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number of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b|\in\{1,2,\ldots,10\}$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its perpendicularity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cross product is perpendicular to both factors,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requires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cross product is perpendicular to both factors,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c=\vec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requires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equality of vectors (not merely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 product is perpendicular to each of its factors,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we need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equality of vectors (not merely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 product is perpendicular to each of its factors,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c=(\hat i+\hat j-\hat k)\cdot(2\hat i-3\hat j+2\hat k)=2-3-2=-3\neq0$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a contradiction, so no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number of such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any magnitude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a contradiction, so no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0\neq\vec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number of such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any magnitude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$\{1,\ldots,10\}$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only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solutions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(infinitely many).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that formula: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the necessary perpendicularity before searching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such existence or counting questions.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solutions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b=\frac{\vec c\times\vec a}{|\vec c|^2}+t\vec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(infinitely many).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that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c\times\vec a)\times\vec c=\vec a|\vec c|^2-\vec c(\vec c\cdot\vec a)=\vec a|\vec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the necessary perpendicularity before searching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such existence or counting questions.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vectors along the diagonals of a parallelogram having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acute,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an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vectors along the diagonals of a parallelogram having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acute,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b|=|\vec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c=2\sqrt2(\vec a\times\vec b)-2\vec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an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parallelogram and vector product, Angle between two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Diagonals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$\frac12|\vec a\times\vec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b\perp\vec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b\cdot\vec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of the parallelogram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b|=|\vec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of the parallelogram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a\times\vec b|=2\sqrt2$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a||\vec b|\sin\theta=4\sqrt2$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b|\cdot\frac{1}{\sqrt2}=4\sqrt2$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c|^2=8|\vec a\times\vec b|^2+4|\vec b|^2=8\cdot32+4\cdot64=256+256=512$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c|=\sqrt{512}=16\sqrt2$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c=2\sqrt2\,\vec b\cdot(\vec a\times\vec b)-2\vec b\cdot\vec b=0-2|\vec b|^2=-128$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b||\vec c|\cos\phi=-2|\vec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$\cos\phi=\frac{-2\cdot8}{16\sqrt2}=-\frac{1}{\sqrt2}$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perpendicular, so use them as orthogonal axes and read off the angle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its two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perpendicular, so use them as orthogonal axes and read off the angle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its two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perpendicular; take axes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component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perpendicular; take axes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c=2\sqrt2\,\vec n-2\vec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$-2|\vec b|=-16$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$2\sqrt2|\vec n|=2\sqrt2\cdot4\sqrt2=16$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frame, a vector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the negative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positive axis)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c=(-16,\,16)$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frame, a vector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the negative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positive axis)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$\pi-\frac\pi4=\frac{3\pi}{4}$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c|=16\sqrt2$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diagonals of a parallelogram, its area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area when they are adjacent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acute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diagonals of a parallelogram, 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area when they are adjacent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b|=|\vec a\times\vec b|\iff|\tan\theta|=1$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acute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$|p\vec b+q(\vec a\times\vec b)|^2=p^2|\vec b|^2+q^2|\vec a\times\vec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$p\vec b+q\vec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$\tan\phi=\frac{q|\vec n|}{p|\vec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$\frac{16}{-16}=-1$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 the line of intersection of the two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90   (B) 93   (C) 95   (D) 97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$P:\vec{r}\cdot\vec{a}=d$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 the line of intersection of the two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$\vec{r}\cdot(\hat{i}+3\hat{j}-\hat{k})=6$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$\vec{r}\cdot(-6\hat{i}+5\hat{j}-\hat{k})=7$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$\left(2,3,\frac{1}{2}\right)$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$\frac{|13\vec{a}|^2}{d^2}$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90   (B) 93   (C) 95   (D) 97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the line of intersection of two planes (family of planes)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plane through the line of intersection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given point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plane through the line of intersection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given point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their line of intersection has the form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x+3y-z=6$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-6x+5y-z=7$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their line of intersection has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$(x+3y-z-6)+\lambda(-6x+5y-z-7)=0$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$(1-6\lambda)x+(3+5\lambda)y-(1+\lambda)z=6+7\lambda$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$\left(2,3,\frac{1}{2}\right)$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$2(1-6\lambda)+3(3+5\lambda)-\frac{1}{2}(1+\lambda)=6+7\lambda$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$=\frac{21}{2}+\frac{5\lambda}{2}$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$\frac{21}{2}+\frac{5\lambda}{2}=6+7\lambda$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$\frac{9}{2}=\frac{9\lambda}{2}$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$-5x+8y-2z=13$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$\vec{r}\cdot(-5\hat{i}+8\hat{j}-2\hat{k})=13$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$\vec{a}=-5\hat{i}+8\hat{j}-2\hat{k}$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$|\vec{a}|^2=25+64+4=93$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$\frac{|13\vec{a}|^2}{d^2}=\frac{13^2\cdot 93}{13^2}=93$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93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Take the direction of the common line and one point on it, then build the plane through the given point directly.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it: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 this point to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vector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$\vec{n}_1\times\vec{n}_2=(1,3,-1)\times(-6,5,-1)=(2,7,23)$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it: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$-6x+5y=7$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$\left(\frac{9}{23},\frac{43}{23},0\right)$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 this point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$\left(2,3,\frac{1}{2}\right)$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$\left(\frac{37}{23},\frac{26}{23},\frac{1}{2}\right)$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$=(2,7,23)\times\left(\frac{37}{23},\frac{26}{23},\frac{1}{2}\right)$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$(-5,8,-2)$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$\frac{9}{2}\,(-5,8,-2)$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$\vec{a}=(-5,8,-2)$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$d=\vec{a}\cdot(2,3,\tfrac{1}{2})=-10+24-1=13$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$\frac{|13\vec{a}|^2}{d^2}=\frac{169\cdot 93}{169}=93$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93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possibly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itself); one extra condition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Keep both planes in the form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forming the family so the constants are combined correctly.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line's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normal of any plane containing it is perpendicular to this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scale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arbitrary but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scale-free, so any proportional form gives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$\{P_1=0,P_2=0\}$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possibly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itself); one extra condition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Keep both planes in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$\vec{n}\cdot\vec{r}-d=0$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forming the family so the constants are combined correctly.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line's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normal of any plane containing it is perpendicular to this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$\vec{r}\cdot\vec{a}=d$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scale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$(\vec{a},d)$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arbitrary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$\frac{|\vec{a}|^2}{d^2}$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scale-free, so any proportional form gives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area of the parallelogram whose adjacent sides are represented by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7   (C) 9   (D) 14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$\vec{a}=\alpha\hat{i}+2\hat{j}-\hat{k}$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$\vec{b}=-2\hat{i}+\alpha\hat{j}+\hat{k}$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area of the parallelogram whose adjacent sides are represented by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$\sqrt{15(\alpha^2+4)}$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$2|\vec{a}|^2+(\vec{a}\cdot\vec{b})|\vec{b}|^2$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7   (C) 9   (D) 14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area of a parallelogram, Dot product and magnitude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quartic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is quadratic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reject the negative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$=|\vec{a}\times\vec{b}|$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quartic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is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reject the negative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$=|\vec{a}\times\vec{b}|=\sqrt{15(\alpha^2+4)}$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$\vec{a}\times\vec{b}=\left|\begin{matrix}\hat{i}&amp;\hat{j}&amp;\hat{k}\\ \alpha&amp;2&amp;-1\\ -2&amp;\alpha&amp;1\end{matrix}\right|=(2+\alpha)\hat{i}+(2-\alpha)\hat{j}+(\alpha^2+4)\hat{k}$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$(2+\alpha)^2+(\alpha-2)^2+(\alpha^2+4)^2=15\alpha^2+60$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$\alpha^4+10\alpha^2+24=15\alpha^2+60$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$\alpha^4-5\alpha^2-36=0$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possible);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$(\alpha^2-9)(\alpha^2+4)=0$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possible);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$|\vec{a}|^2=9+4+1=14$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$|\vec{b}|^2=4+9+1=14$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$\vec{a}\cdot\vec{b}=-2\alpha+2\alpha-1=-1$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$2|\vec{a}|^2+(\vec{a}\cdot\vec{b})|\vec{b}|^2=2(14)+(-1)(14)=28-14=14$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expanding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Lagrange's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$|\vec{a}\times\vec{b}|^2=|\vec{a}|^2|\vec{b}|^2-(\vec{a}\cdot\vec{b})^2$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expanding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$|\vec{a}|^2=\alpha^2+5$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$|\vec{b}|^2=\alpha^2+5$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$\vec{a}\cdot\vec{b}=-2\alpha+2\alpha-1=-1$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$|\vec{a}\times\vec{b}|^2=(\alpha^2+5)^2-1=\alpha^4+10\alpha^2+24$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$15(\alpha^2+4)$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$\alpha^4-5\alpha^2-36=0$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$|\vec{a}|^2=|\vec{b}|^2=14$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$28-14=14$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computing a determinant when only the magnitude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area of the triangle is half of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equation is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only, factor it as a quadratic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discard negative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cancel; look for such cancellations before solving.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$|\vec{a}\times\vec{b}|^2=|\vec{a}|^2|\vec{b}|^2-(\vec{a}\cdot\vec{b})^2$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computing a determinant when only the magnitude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area of the triangle is half of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equation is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only, factor it as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discard negative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cancel; look for such cancellations before solving.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which is perpendicular to the vector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projection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1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which is perpendicular to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$3\hat{i}+\frac{1}{2}\hat{j}+2\hat{k}$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$\vec{a}\times(2\hat{i}+\hat{k})=2\hat{i}-13\hat{j}-4\hat{k}$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projection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1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product, perpendicular vectors and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yields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once; perpendicularity gives the last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$\vec{a}\times(2\hat{i}+\hat{k})$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yields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$a_1-2a_3$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once; perpendicularity gives the last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$\vec{a}=a_1\hat{i}+a_2\hat{j}+a_3\hat{k}$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$3\hat{i}+\frac{1}{2}\hat{j}+2\hat{k}$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$3a_1+\frac{a_2}{2}+2a_3=0$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$6a_1+a_2+4a_3=0$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$\vec{a}\times(2\hat{i}+\hat{k})=-2a_2\hat{k}+2a_3\hat{j}-a_1\hat{j}+a_2\hat{i}=a_2\hat{i}+(2a_3-a_1)\hat{j}-2a_2\hat{k}$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$2\hat{i}-13\hat{j}-4\hat{k}$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$a_1-2a_3=13$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$6a_1+4a_3=-2$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$3a_1+2a_3=-1$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$a_1=13+2a_3$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$39+8a_3=-1$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$\vec{a}=3\hat{i}+2\hat{j}-5\hat{k}$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$\frac{\vec{a}\cdot(2\hat{i}+2\hat{j}+\hat{k})}{\sqrt{2^2+2^2+1^2}}=\frac{6+4-5}{3}=\frac{5}{3}$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part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rest is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$\vec{a}\times\vec{w}=\vec{v}$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part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$\frac{\vec{w}\times\vec{v}}{|\vec{w}|^2}$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rest is a multiple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it must be.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$\vec{w}=2\hat{i}+\hat{k}$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$\vec{v}=2\hat{i}-13\hat{j}-4\hat{k}$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$\vec{v}\cdot\vec{w}=0$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it must be.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$\vec{w}\times(\vec{a}\times\vec{w})=|\vec{w}|^2\vec{a}-(\vec{a}\cdot\vec{w})\vec{w}$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$\vec{a}=\frac{\vec{w}\times\vec{v}}{5}+t\vec{w}$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$\vec{w}\times\vec{v}=(13,10,-26)$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$\vec{a}=\left(\frac{13}{5}+2t,\;2,\;-\frac{26}{5}+t\right)$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to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projection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$\left(3,\frac{1}{2},2\right)$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$\frac{39}{5}+6t+1-\frac{52}{5}+2t=0$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$8t=\frac{8}{5}$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$\vec{a}=(3,2,-5)$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$\frac{6+4-5}{3}=\frac{5}{3}$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this to detect inconsistent data,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determined only up to adding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Crossing with a coordinate-aligned vector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each component directly (no determinant of unknowns needed).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vector projection is that times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clear fractions in a perpendicularity condition, scale the fixed vector, as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$\vec{a}\times\vec{w}=\vec{v}$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$\vec{v}\perp\vec{w}$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this to detect inconsistent data,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determined only up to adding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Crossing with a coordinate-aligned vector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each component directly (no determinant of unknowns needed).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$\frac{\vec{a}\cdot\vec{b}}{|\vec{b}|}$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vector projection is that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clear fractions in a perpendicularity condition, scale the fixed vector,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$\left(3,\frac{1}{2},2\right)\to(6,1,4)$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969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three vectors. If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   (B) 4   (C) 5   (D) 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969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$\vec{a}=\alpha\hat{i}+3\hat{j}-\hat{k}$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$\vec{b}=3\hat{i}-\beta\hat{j}+4\hat{k}$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$\vec{c}=\hat{i}+2\hat{j}-2\hat{k}$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three vectors. If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$\vec{b}\times\vec{c}=-6\hat{i}+10\hat{j}+7\hat{k}$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   (B) 4   (C) 5   (D) 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80568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vector and vector (cross)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projection condition involves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involves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projection condition involves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one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involves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$\frac{\vec{a}\cdot\vec{c}}{|\vec{c}|}=\frac{10}{3}$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$|\vec{c}|=\sqrt{1+4+4}=3$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$\alpha+6+2=10$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$\vec{b}\times\vec{c}=\left|\begin{matrix}\hat{i}&amp;\hat{j}&amp;\hat{k}\\ 3&amp;-\beta&amp;4\\ 1&amp;2&amp;-2\end{matrix}\right|=(2\beta-8)\hat{i}+10\hat{j}+(6+\beta)\hat{k}$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$-6\hat{i}+10\hat{j}+7\hat{k}$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$2\beta-8=-6$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$6+\beta=7$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dotting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expanding a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dotting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expanding a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$\vec{b}\cdot(\vec{b}\times\vec{c})=0$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$(3,-\beta,4)\cdot(-6,10,7)=-18-10\beta+28=0$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$10-10\beta=0$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$\frac{\alpha+6+2}{3}=\frac{10}{3}$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the given cross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yields linear equations in the unknowns (and checks consistency).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remember to 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given cross product is consistent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the given cross product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yields linear equations in the unknowns (and checks consistency).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$\frac{\vec{a}\cdot\vec{c}}{|\vec{c}|}$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remember to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$(-6,10,7)\cdot(1,2,-2)=0$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given cross product is consistent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points whose position vectors respectively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smallest positive integer for which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non-collinear, then the length of the median,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69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points whose position vectors respectively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$\vec{a}=\hat{i}+4\hat{j}+3\hat{k}$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$\vec{b}=2\hat{i}+\alpha\hat{j}+4\hat{k}$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$\vec{c}=3\hat{i}-2\hat{j}+5\hat{k}$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smallest positive integer for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non-collinear, then the length of the median,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$\frac{\sqrt{82}}{2}$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$\frac{\sqrt{62}}{2}$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$\frac{\sqrt{69}}{2}$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$\frac{\sqrt{66}}{2}$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Collinearity of points and position vectors, Median of a triangle and midpoint formula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single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making the points collinear; the smallest positive integer other than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single value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making the points collinear; the smallest positive integer other than it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Collinear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points are collinear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are non-collinear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smallest positive integer.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$\overrightarrow{AB}=\hat{i}+(\alpha-4)\hat{j}+\hat{k}$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$\overrightarrow{AC}=2\hat{i}-6\hat{j}+2\hat{k}$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Collinear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$\overrightarrow{AB}\parallel\overrightarrow{AC}$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$\frac{1}{2}=\frac{\alpha-4}{-6}=\frac{1}{2}$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points are collinear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are non-collinear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smallest positive integer.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$B=(2,2,4)$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$C=(3,-2,5)$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$M\left(\frac{5}{2},0,\frac{9}{2}\right)$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$AM=\sqrt{\left(\frac{5}{2}-1\right)^2+(0-4)^2+\left(\frac{9}{2}-3\right)^2}=\sqrt{\frac{9}{4}+16+\frac{9}{4}}$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$AM=\sqrt{\frac{82}{4}}=\frac{\sqrt{82}}{2}$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82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$\frac{\sqrt{82}}{2}$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the median-length (Apollonius)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the median-length (Apollonius)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$AM^2=\frac{2AB^2+2AC^2-BC^2}{4}$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$AB^2=1+4+1=6$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$AC^2=4+36+4=44$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$BC^2=1+16+1=18$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$AM^2=\frac{2(6)+2(44)-18}{4}=\frac{82}{4}$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$AM=\frac{\sqrt{82}}{2}$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82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$\frac{\sqrt{82}}{2}$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vectors are proportional (here exactly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Apollonius: median to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 'smallest positive integer for which ...' carefully: exclude the bad value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first, then take the next integer.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vectors are proportional (here exactly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Apollonius: median to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$m_a^2=\frac{2b^2+2c^2-a^2}{4}$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 'smallest positive integer for which ...' carefully: exclude the bad value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first, then take the next integer.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$\theta\in\left(\frac{\pi}{4},\frac{\pi}{3}\right)$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$\left|(\vec{a}-\vec{b})\times(\vec{a}+\vec{b})\right|^2+4(\vec{a}\cdot\vec{b})^2$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081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 identities and Lagrange's identity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-dependence cancels.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$(\vec{a}-\vec{b})\times(\vec{a}+\vec{b})=2(\vec{a}\times\vec{b})$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-dependence cancels.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expression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$(\vec{a}-\vec{b})\times(\vec{a}+\vec{b})=\vec{a}\times\vec{a}+\vec{a}\times\vec{b}-\vec{b}\times\vec{a}-\vec{b}\times\vec{b}=\vec{a}\times\vec{b}-\vec{b}\times\vec{a}=2(\vec{a}\times\vec{b})$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$4|\vec{a}\times\vec{b}|^2+4(\vec{a}\cdot\vec{b})^2$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$|\vec{a}\times\vec{b}|^2=a^2b^2\sin^2\theta$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$(\vec{a}\cdot\vec{b})^2=a^2b^2\cos^2\theta$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$=4a^2b^2\sin^2\theta+4a^2b^2\cos^2\theta=4a^2b^2$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$4a^2b^2=4\times16\times9=576$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576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 coordinate plane with the given lengths and compute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 coordinate plane with the given lengths and compute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cross product has only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$\vec{a}=(4,0,0)$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$\vec{b}=(3\cos\theta,3\sin\theta,0)$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$\vec{a}-\vec{b}=(4-3\cos\theta,-3\sin\theta,0)$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$\vec{a}+\vec{b}=(4+3\cos\theta,3\sin\theta,0)$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cross product has only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$(4-3\cos\theta)(3\sin\theta)+3\sin\theta(4+3\cos\theta)=24\sin\theta$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first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$576\sin^2\theta$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$4(\vec{a}\cdot\vec{b})^2=4(12\cos\theta)^2=576\cos^2\theta$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$=576(\sin^2\theta+\cos^2\theta)=576$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576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vectors; more generally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restriction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often a distractor: if the final value is constant,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plays no role.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$(\vec{a}-\vec{b})\times(\vec{a}+\vec{b})=2(\vec{a}\times\vec{b})$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vectors;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$(\vec{a}+\vec{b})\times(\vec{a}-\vec{b})=-2(\vec{a}\times\vec{b})$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$|\vec{a}\times\vec{b}|^2+(\vec{a}\cdot\vec{b})^2=|\vec{a}|^2|\vec{b}|^2$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restriction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$\theta\in\left(\frac{\pi}{4},\frac{\pi}{3}\right)$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often a distractor: if the final value is constant,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plays no role.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both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$L_1:\vec{r}=\lambda(\hat{i}+2\hat{j}+3\hat{k}),\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$L_2:\vec{r}=(\hat{i}+3\hat{j}+\hat{k})+\mu(\hat{i}+\hat{j}+5\hat{k});\ 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$ax+by-z+d=0$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both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Skew and intersecting lines in 3D, plane parallel to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lines meet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they span one plane; the required plane is that plane, with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lines meet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they span one plane; the required plane is that plane, with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intersect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lie in one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both lines is this common plane; it contains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has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equation: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intersect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lie in one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both lines is this common plane; it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has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$\left|\begin{matrix}x&amp;y&amp;z\\ 1&amp;2&amp;3\\ 1&amp;1&amp;5\end{matrix}\right|=0$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$x(10-3)-y(5-3)+z(1-2)=7x-2y-z=0$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$ax+by-z+d=0$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$a+b+d=7-2+0=5$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explicitly, take the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explicitly, take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third coordinate checks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$\lambda(1,2,3)=(1+\mu,3+\mu,1+5\mu)$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$\lambda=1+\mu$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$2\lambda=3+\mu$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third coordinate checks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$S=(2,4,6)$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$=(1,2,3)\times(1,1,5)=(7,-2,-1)$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$7x-2y-z+d=0$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$14-8-6+d=0$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parallel to two non-parallel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intersect iff they are coplanar and not parallel,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plane passes through the meeting point of the lines, it equals their common plane, so it passes through any point on either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parallel to two non-parallel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$\vec{d}_1,\vec{d}_2$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intersect iff they are coplanar and not parallel,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$(\vec{a}_2-\vec{a}_1)\cdot(\vec{d}_1\times\vec{d}_2)=0$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$(1,3,1)\cdot(7,-2,-1)=0$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plane passes through the meeting point of the lines, it equals their common plane, so it passes through any point on either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$\vec{b}=\hat{i}+\hat{j}+\lambda\hat{k},\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$\vec{a}\times\vec{b}=13\hat{i}-\hat{j}-4\hat{k}$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$\vec{a}\cdot\vec{b}+21=0$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$(\vec{b}-\vec{a})\cdot(\hat{k}-\hat{j})+(\vec{b}+\vec{a})\cdot(\hat{i}-\hat{k})$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product, dot product and solving for an unknown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three cross-product components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$\vec{a}\times\vec{b}\perp\vec{b}$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three cross-product components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$\vec{a}\cdot\vec{b}=-21$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these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hold.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$\vec{a}=x\hat{i}+y\hat{j}+z\hat{k}$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$\vec{b}=\hat{i}+\hat{j}+\lambda\hat{k}$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$\vec{a}\cdot\vec{b}=x+y+\lambda z=-21$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$\vec{a}\times\vec{b}=(\lambda y-z)\hat{i}-(\lambda x-z)\hat{j}+(x-y)\hat{k}=13\hat{i}-\hat{j}-4\hat{k}$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 y-z=13$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 x-z=1$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these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$x+y+\lambda z=-21$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 y-z=6+7=13$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 x-z=-6+7=1$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$x+y+3z=-21$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hold.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$\vec{a}=-2\hat{i}+2\hat{j}-7\hat{k}$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$\vec{b}-\vec{a}=3\hat{i}-\hat{j}+10\hat{k}$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$\vec{b}+\vec{a}=-\hat{i}+3\hat{j}-4\hat{k}$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$(\vec{b}-\vec{a})\cdot(\hat{k}-\hat{j})=1+10=11$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$(\vec{b}+\vec{a})\cdot(\hat{i}-\hat{k})=-1+4=3$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$=11+3=14$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recover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simplify the target expression first.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$\vec{a}\times\vec{b}\perp\vec{b}$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$\vec{b}\times(\vec{a}\times\vec{b})$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simplify the target expression first.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$(13,-1,-4)\cdot(1,1,\lambda)=12-4\lambda=0$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$\vec{b}\times(\vec{a}\times\vec{b})=|\vec{b}|^2\vec{a}-(\vec{a}\cdot\vec{b})\vec{b}$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$11\vec{a}=\vec{b}\times(13,-1,-4)+(-21)\vec{b}$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$\vec{b}\times(13,-1,-4)=(-1,43,-14)$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$-21\vec{b}=(-21,-21,-63)$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$11\vec{a}=(-22,22,-77)$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$\vec{a}=(-2,2,-7)$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Regroup the target: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Regroup the target: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$\vec{b}\cdot[(\hat{k}-\hat{j})+(\hat{i}-\hat{k})]+\vec{a}\cdot[-(\hat{k}-\hat{j})+(\hat{i}-\hat{k})]=\vec{b}\cdot(\hat{i}-\hat{j})+\vec{a}\cdot(\hat{i}+\hat{j}-2\hat{k})$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$\vec{b}\cdot(\hat{i}-\hat{j})=0$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$\vec{a}\cdot(\hat{i}+\hat{j}-2\hat{k})=-2+2+14=14$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pins down an unknown parameter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products are linear: 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cut computation.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$\vec{a}=\frac{\vec{b}\times\vec{v}+s\,\vec{b}}{|\vec{b}|^2}$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$\vec{b}\times(\vec{a}\times\vec{b})=|\vec{b}|^2\vec{a}-(\vec{a}\cdot\vec{b})\vec{b}$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pins down an unknown parameter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products are linear: 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$(\vec{b}-\vec{a})\cdot\vec{u}+(\vec{b}+\vec{a})\cdot\vec{w}$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$\vec{b}\cdot(\vec{u}+\vec{w})+\vec{a}\cdot(\vec{w}-\vec{u})$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cut computation.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vectors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$\vec{a}=2\hat{i}+\hat{j}+3\hat{k}$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$\vec{b}=3\hat{i}+3\hat{j}+\hat{k}$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$\vec{c}=c_1\hat{i}+c_2\hat{j}+c_3\hat{k}$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vectors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$122(c_1+c_2+c_3)$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vectors and scalar triple product, Dot product and perpendicular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third linear equation to pair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$[\vec{a}\ \vec{b}\ \vec{c}]=0$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third linear equation to pair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$\vec{a}\cdot\vec{c}=5$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into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$2c_1+c_2+3c_3=5$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$3c_1+3c_2+c_3=0$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$\left|\begin{matrix}c_1&amp;c_2&amp;c_3\\ 2&amp;1&amp;3\\ 3&amp;3&amp;1\end{matrix}\right|=0$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$c_1(1-9)-c_2(2-9)+c_3(6-3)=0$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$-8c_1+7c_2+3c_3=0$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$8c_1-7c_2-3c_3=0$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...(3).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$3c_3=5-2c_1-c_2$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into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$8c_1-7c_2-(5-2c_1-c_2)=0$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$10c_1-6c_2=5$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into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$c_3=-3c_1-3c_2$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into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$2c_1+c_2-9c_1-9c_2=5$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$-7c_1-8c_2=5$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$10c_1-6c_2=5$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$7c_1+8c_2=-5$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$c_1=\frac{10}{122}$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$c_2=\frac{-85}{122}$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$c_3=-3(c_1+c_2)=\frac{225}{122}$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$122(c_1+c_2+c_3)=10-85+225=150$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multiple of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multiple of the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$\vec{c}=p\vec{a}+q\vec{b}$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$\vec{c}\parallel\vec{a}-\frac{\vec{a}\cdot\vec{b}}{|\vec{b}|^2}\vec{b}$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$\vec{a}\cdot\vec{b}=6+3+3=12$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$\vec{c}=t(19\vec{a}-12\vec{b})=t(2,-17,45)$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$\vec{a}\cdot\vec{c}=t(4-17+135)=122t=5$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$t=\frac{5}{122}$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$c_1+c_2+c_3=t(2-17+45)=30t=\frac{150}{122}$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$122(c_1+c_2+c_3)=150$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coplanar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(up to sign).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scalar triple product is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linear conditions on an unknown vector, use elimination to a 2x2 system; check by substituting back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coplanar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$|\vec{b}|^2\vec{a}-(\vec{a}\cdot\vec{b})\vec{b}=\vec{b}\times(\vec{a}\times\vec{b})$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(up to sign).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scalar triple product is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linear conditions on an unknown vector, use elimination to a 2x2 system; check by substituting back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$a\cdot c=\frac{20-85+675}{122}=5$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another plane which passes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direction ratios of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$P_1:\vec{r}\cdot(2\hat{i}+\hat{j}-3\hat{k})=4$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another plane which passes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direction ratios of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$16,\alpha,\beta$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three points and line of intersection of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perpendicular to both normals, so its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perpendicular to both normals, so its direction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$\vec{n}_1=2\hat{i}+\hat{j}-3\hat{k}$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$C(1,-4,2)$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$\overrightarrow{AB}=(0,1,-5)$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$\overrightarrow{AC}=(-1,-1,0)$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$\vec{n}_2=\overrightarrow{AB}\times\overrightarrow{AC}=\left|\begin{matrix}\hat{i}&amp;\hat{j}&amp;\hat{k}\\ 0&amp;1&amp;-5\\ -1&amp;-1&amp;0\end{matrix}\right|=-5\hat{i}+5\hat{j}+\hat{k}$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$\vec{n}_1\times\vec{n}_2=\left|\begin{matrix}\hat{i}&amp;\hat{j}&amp;\hat{k}\\ 2&amp;1&amp;-3\\ -5&amp;5&amp;1\end{matrix}\right|$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$=(1+15)\hat{i}-(2-15)\hat{j}+(10+5)\hat{k}=16\hat{i}+13\hat{j}+15\hat{k}$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$16,13,15$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$16,\alpha,\beta$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two actual points on the common line by setting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subtract.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two actual points on the common line by setting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subtract.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three given points satisfy it);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$P_2:-5x+5y+z=-23$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three given points satisfy it);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$P_1:2x+y-3z=4$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$-5x+5y=-23$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$\left(\frac{43}{15},-\frac{26}{15},0\right)$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$-5x+5y=-24$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$\left(\frac{59}{15},-\frac{13}{15},1\right)$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$\left(\frac{16}{15},\frac{13}{15},1\right)=\frac{1}{15}(16,13,15)$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 of two planes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ratios are defined up to a common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it by substituting all three points into the resulting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one direction ratio is given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scale the computed vector to match before reading the other two.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 of two planes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ratios are defined up to a common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it by substituting all three points into the resulting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one direction ratio is given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scale the computed vector to match before reading the other two.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(*Data error in question)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$\vec{a}=\hat{i}-2\hat{j}+3\hat{k}$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$\vec{a}+(\vec{b}\times\vec{c})=\vec{0}$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$3(\vec{c}\cdot\vec{a})$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(*Data error in question)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properties of the vector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$\vec{a}+\vec{b}\times\vec{c}=\vec{0}$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$\vec{c}\cdot(\vec{b}\times\vec{c})=0$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dot product of both sides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two rows of the triple product are equal (the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$\vec{a}+(\vec{b}\times\vec{c})=\vec{0}$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dot product of both sides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$\vec{c}\cdot\vec{a}+\vec{c}\cdot(\vec{b}\times\vec{c})=0$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$\vec{c}\cdot(\vec{b}\times\vec{c})=[\vec{c}\ \vec{b}\ \vec{c}]=0$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two rows of the triple product are equal (the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(The printed data are inconsistent: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be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the '*Data error' note. The answer follows from the identity alone.)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$3(\vec{c}\cdot\vec{a})=0$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(The printed data are inconsistent: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be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the '*Data error' note. The answer follows from the identity alone.)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vectors,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cross product is perpendicular to both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check that given data satisfy this before solving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scalar triple product with a repeated vector is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$\vec{c}\cdot(\vec{b}\times\vec{c})=0$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$\vec{b}\cdot(\vec{b}\times\vec{c})=0$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cross product is perpendicular to both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$\vec{a}=-(\vec{b}\times\vec{c})$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check that given data satisfy this before solving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scalar triple product with a repeated vector is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16   (B) 6   (C) 12   (D) 15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$\frac{x-1}{2}=\frac{y-2}{3}=\frac{z-3}{\lambda}$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$\frac{x-2}{1}=\frac{y-4}{4}=\frac{z-5}{5}$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16   (B) 6   (C) 12   (D) 15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squaring gives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sum of roots follows from Vieta.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$d=\frac{|\overrightarrow{AB}\cdot(\vec{p}\times\vec{q})|}{|\vec{p}\times\vec{q}|}$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squaring gives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sum of roots follows from Vieta.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pass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pass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$\vec{p}=2\hat{i}+3\hat{j}+\lambda\hat{k}$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$\vec{q}=\hat{i}+4\hat{j}+5\hat{k}$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$\overrightarrow{AB}=\hat{i}+2\hat{j}+2\hat{k}$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$=\frac{|\overrightarrow{AB}\cdot(\vec{p}\times\vec{q})|}{|\vec{p}\times\vec{q}|}=\frac{1}{\sqrt{3}}$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$\overrightarrow{AB}\cdot(\vec{p}\times\vec{q})=\left|\begin{matrix}1&amp;2&amp;2\\ 2&amp;3&amp;\lambda\\ 1&amp;4&amp;5\end{matrix}\right|=5-2\lambda$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140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give non-parallel lines); sum of roots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$\vec{p}\times\vec{q}=(15-4\lambda)\hat{i}-(10-\lambda)\hat{j}+5\hat{k}$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$|\vec{p}\times\vec{q}|^2=17\lambda^2-140\lambda+350$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$\frac{|5-2\lambda|}{\sqrt{17\lambda^2-140\lambda+350}}=\frac{1}{\sqrt{3}}$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$3(5-2\lambda)^2=17\lambda^2-140\lambda+350$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$75-60\lambda+12\lambda^2=17\lambda^2-140\lambda+350$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$5\lambda^2-80\lambda+275=0$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$\lambda^2-16\lambda+55=0$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give non-parallel lines); sum of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parameter, square both sides to get a polynomial equation and use Vieta for sum or product of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solutions do not make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$\vec{r}=\vec{a}_1+s\vec{p}$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$\vec{r}=\vec{a}_2+t\vec{q}$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$\frac{|(\vec{a}_2-\vec{a}_1)\cdot(\vec{p}\times\vec{q})|}{|\vec{p}\times\vec{q}|}$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parameter, square both sides to get a polynomial equation and use Vieta for sum or product of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solutions do not make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$\vec{p}\parallel\vec{q}$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$\vec{p}\times\vec{q}\neq\vec{0}$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equidistant from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acute angle between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equidistant from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$(-4,2,1)$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acute angle between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$2x+y+3z=1$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$\frac{5\pi}{12}$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(perpendicular bisector) and angle between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locus of points equidistant from two points is the perpendicular bisector plane, with normal along the line joining them.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perpendicular bisector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$P_0(-4,2,1)$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perpendicular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$P_0Q$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$M=(-1,0,2)$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$\overrightarrow{P_0Q}=6\hat{i}-4\hat{j}+2\hat{k}$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$\vec{r}\cdot(6\hat{i}-4\hat{j}+2\hat{k})=(-\hat{i}+2\hat{k})\cdot(6\hat{i}-4\hat{j}+2\hat{k})=-6+4$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$6x-4y+2z+2=0$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planes with normals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36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acute angle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$\cos\theta=\left|\frac{12-4+6}{\sqrt{36+16+4}\,\sqrt{4+1+9}}\right|$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$\cos\theta=\frac{14}{\sqrt{56}\,\sqrt{14}}=\frac{14}{28}=\frac{1}{2}$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acute 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locus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algebraically; squaring gives the plane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locus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$|X-P_0|=|X-Q|$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algebraically; squaring gives the plane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and cancel the squares: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$(x+4)^2+(y-2)^2+(z-1)^2=(x-2)^2+(y+2)^2+(z-3)^2$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and cancel the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$12x-8y+4z+4=0$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$3x-2y+z+1=0$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$\cos\theta=\frac{|6-2+3|}{\sqrt{14}\sqrt{14}}=\frac{7}{14}=\frac{1}{2}$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Locus of points equidistant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plane through the midpoint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equals the angle between normals;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acute 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the quadratic terms and gives the plane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Locus of points equidistant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plane through the midpoint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equals the angle between normals;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$|\cos\theta|$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acute 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$|X-A|^2=|X-B|^2$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the quadratic terms and gives the plane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   (B) 5   (C) 7   (D) 11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$S:x+y+z=5$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   (B) 5   (C) 7   (D) 11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plane, Line and plane intersection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normal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normal line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$(1,-1,-1)$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image formula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image formula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$\frac{a-1}{1}=\frac{b-0}{1}=\frac{c-1}{1}=\frac{-2(1+0+1-5)}{3}=2$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$L\parallel\overrightarrow{PQ}=(2,2,2)\parallel(1,1,1)$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$\frac{x-1}{1}=\frac{y+1}{1}=\frac{z+1}{1}$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$R(\lambda+1,\lambda-1,\lambda-1)$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$(\lambda+1)+(\lambda-1)+(\lambda-1)=5$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$R=(3,1,1)$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$QR^2=(3-3)^2+(2-1)^2+(3-1)^2=0+1+4=5$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need for the equation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$T(1,-1,-1)$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need for the equation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along the normal;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formula: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$L\parallel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along the normal;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$R=T-\frac{(1-1-1)-5}{3}(1,1,1)=(1,-1,-1)+2(1,1,1)=(3,1,1)$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$Q=P-\frac{2(2-5)}{3}(1,1,1)=(1,0,1)+2(1,1,1)=(3,2,3)$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$\overrightarrow{RQ}=(0,1,2)$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$QR^2=1+4=5$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segment joining a point and its mirror image is along the plane's normal; so any line parallel to it is perpendicular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uses the same formula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$\frac{x-x_1}{a}=\frac{y-y_1}{b}=\frac{z-z_1}{c}=\frac{-2(ax_1+by_1+cz_1+d)}{a^2+b^2+c^2}$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segment joining a point and its mirror image is along the plane's normal; so any line parallel to it is perpendicular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uses the same formula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intersection of the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position vectors of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points: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same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opposite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opposite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same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$\vec{r}\cdot(\hat{i}+3\hat{j}-\hat{k})=5$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$\vec{r}\cdot(2\hat{i}-\hat{j}+\hat{k})=3$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position vectors of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$\hat{i}-2\hat{j}+4\hat{k}$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$5\hat{i}-\hat{j}+2\hat{k}$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points: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same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opposite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opposite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the same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intersection of two planes, Position of points relative to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points lie on opposite sides exactly when the plane's expression has opposite signs at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points lie on opposite sides exactly when the plane's expression has opposite signs at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planes in Cartesian form: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planes in Cartesian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 x+3y-z-5=0$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2x-y+z-3=0$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their line of intersection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their line of intersection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$(x+3y-z-5)+\lambda(2x-y+z-3)=0$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$P_1=2+3+2-5=2$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$P_2=4-1-2-3=-2$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$2-2\lambda=0$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3x+2y-8=0$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$X=(1,-2,4)$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$Y=(5,-1,2)$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$f(x,y,z)=3x+2y-8$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$f=3-4-8=-9&lt;0$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$f=15-2-8=5&gt;0$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signs differ,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opposite sides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the rest: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opposite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fails;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sign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(B) fails;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opposite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signs differ,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opposite sides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the rest: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$f(X+Y)=f(6,-3,6)=4&gt;0$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opposite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fails;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$f(Y-X)=f(4,1,-2)=6&gt;0$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sign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(B) fails;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$f(X-Y)=f(-4,-1,2)=-22&lt;0$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opposite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$f(X+Y)&gt;0$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on the opposite side of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on the opposite side of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$P$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where the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meets the plane: a parameter strictly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on opposite sides.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where the segment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meets the plane: a parameter strictly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on opposite sides.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(found as before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of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crosses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 interior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opposite sides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3x+2y-8=0$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(found as before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of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$X+t(Y-X)=(1+4t,\,-2+t,\,4-2t)$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t\le1$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$3(1+4t)+2(-2+t)-8=-9+14t$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crosses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 interior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on opposite sides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on the opposite side of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on the opposite side of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$P$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point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family misses only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opposite sides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same side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position vectors,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affine, not linear: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evaluate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new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at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$P_1=0,\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point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family misses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opposite sides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$f(A)f(B)&lt;0$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same side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$f(A)f(B)&gt;0$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position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affine, not linear: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$f(X+Y)\ne f(X)+f(Y)$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evaluate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new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at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$AM:MB=|f(A)|:|f(B)|$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$9:5$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two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perpendicular, then an angle between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29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two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 \frac{x-2}{3}=\frac{y+1}{-2},\ 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 \frac{x-1}{1}=\frac{2y+3}{\alpha}=\frac{z+5}{2}$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perpendicular, then an angle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$l_3:\ \frac{1-x}{3}=\frac{2y-1}{-4}=\frac{z}{4}$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$\cos^{-1}\left(\frac{29}{4}\right)$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$\sec^{-1}\left(\frac{29}{4}\right)$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$\cos^{-1}\left(\frac{2}{29}\right)$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$\cos^{-1}\left(\frac{2}{\sqrt{29}}\right)$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ratios of lines and perpendicularity, Angle between two lines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every line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unit coefficient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halves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-direction ratio.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every line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$\frac{x-x_0}{a}=\frac{y-y_0}{b}=\frac{z-z_0}{c}$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unit coefficient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$2y+3$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halves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-direction ratio.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605272"/>
                <a:ext cx="10725912" cy="106984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direction ratios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605272"/>
                <a:ext cx="10725912" cy="106984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$\frac{x-2}{3}=\frac{y+1}{-2}=\frac{z-2}{0}$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are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α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α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29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$\frac{x-1}{1}=\frac{y+\frac{3}{2}}{\frac{\alpha}{2}}=\frac{z+5}{2}$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$\left(1,\frac{\alpha}{2},2\right)$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$\frac{x-1}{-3}=\frac{y-\frac{1}{2}}{-2}=\frac{z-0}{4}$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$l_1\perp 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$3(1)+(-2)\left(\frac{\alpha}{2}\right)+0\cdot 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$\cos\theta=\frac{|1(-3)+\frac{\alpha}{2}(-2)+2(4)|}{\sqrt{1+\frac{\alpha^2}{4}+4}\,\sqrt{9+4+16}}=\frac{|-3-\alpha+8|}{\sqrt{5+\frac{\alpha^2}{4}}\,\sqrt{29}}$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$\sqrt{5+\frac{9}{4}}=\sqrt{\frac{29}{4}}$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$\cos\theta=\frac{2}{\frac{\sqrt{29}}{2}\cdot\sqrt{29}}=\frac{4}{29}$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$\theta=\cos^{-1}\left(\frac{4}{29}\right)=\sec^{-1}\left(\frac{29}{4}\right)$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$\sec^{-1}\left(\frac{29}{4}\right)$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normalise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coefficient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variable: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direction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with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between them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defined).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given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third direction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normalise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$\frac{x-x_0}{a}=\dots$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variable: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$\frac{2y+3}{\alpha}=\frac{y+3/2}{\alpha/2}$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direction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$(a_1,b_1,c_1),(a_2,b_2,c_2)$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$a_1a_2+b_1b_2+c_1c_2=0$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between them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$\cos\theta=\frac{|a_1a_2+b_1b_2+c_1c_2|}{\sqrt{\sum a_1^2}\sqrt{\sum a_2^2}}$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$\cos^{-1}\frac{1}{u}=\sec^{-1}u$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$\cos\theta=\frac{4}{29}$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$\sec\theta=\frac{29}{4}$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$\cos^{-1}\frac{29}{4}$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defined).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given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third direction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9818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rotated through a right angle about its line of intersection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mirror image of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rotated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9818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$2x+3y+z+20=0$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rotated through a right angle about its line of intersection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$x-3y+5z=8$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$\left(2,-\frac{1}{2},2\right)$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rotated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$\frac{a}{8}=\frac{b}{5}=\frac{c}{-4}$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$\frac{a}{4}=\frac{b}{5}=\frac{c}{-2}$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$\frac{a}{8}=\frac{b}{-5}=\frac{c}{4}$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$\frac{a}{4}=\frac{b}{5}=\frac{c}{2}$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intersection of two planes,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rotated through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common line is the member of the 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rotated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common line is the member of the family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rotated plane contains the line of intersection, so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rotated plane contains the line of intersection, so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$(2x+3y+z+20)+\lambda(x-3y+5z-8)=0$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$(2+\lambda)x+(3-3\lambda)y+(1+5\lambda)z+20-8\lambda=0$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right-angle rotation makes it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Rotated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right-angle rotation makes it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$2x+3y+z+20=0$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$(2+\lambda)\cdot2+(3-3\lambda)\cdot3+(1+5\lambda)\cdot1=0$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$14-2\lambda=0$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Rotated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$9x-18y+36z-36=0$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$x-2y+4z-4=0$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$A=\left(2,-\frac{1}{2},2\right)$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$\frac{x-2}{1}=\frac{y+\frac{1}{2}}{-2}=\frac{z-2}{4}=k$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$B=\left(2+k,\,-\frac{1}{2}-2k,\,2+4k\right)$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$\left(2+\frac{k}{2},\,-\frac{1}{2}-k,\,2+2k\right)$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$x-2y+4z-4=0$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$7+\frac{21k}{2}=0$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$B=\left(\frac{4}{3},\frac{5}{6},-\frac{2}{3}\right)=\left(\frac{8}{6},\frac{5}{6},\frac{-4}{6}\right)$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$\frac{a}{8}=\frac{b}{5}=\frac{c}{-4}$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$\frac{a}{8}=\frac{b}{5}=\frac{c}{-4}$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rotated plane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(perpendicular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inside the pencil); then use the image-point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rotated plane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$\vec{n}_1\times(\vec{n}_1\times\vec{n}_2)$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inside the pencil); then use the image-point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rotated plane contains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 planes: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$\vec{n}_2=(1,-3,5)$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$\vec{n}_1\cdot\vec{n}_2=-2$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$|\vec{n}_1|^2=14$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rotated plane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$\vec{n}_1\times\vec{d}=\vec{n}_1(\vec{n}_1\cdot\vec{n}_2)-\vec{n}_2|\vec{n}_1|^2=(-18,36,-72)\parallel(1,-2,4)$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$(-4,-4,0)$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Rotated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Rotated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$(x+4)-2(y+4)+4z=0$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$x-2y+4z-4=0$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$2+1+8-4=7$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$|(1,-2,4)|^2=21$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$B=A-\frac{2\cdot7}{21}(1,-2,4)=\left(2-\frac{2}{3},\,-\frac{1}{2}+\frac{4}{3},\,2-\frac{8}{3}\right)=\left(\frac{4}{3},\frac{5}{6},-\frac{2}{3}\right)$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$a:b:c=8:5:-4$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$\frac{a}{8}=\frac{b}{5}=\frac{c}{-4}$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a given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impose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the normal matters, not the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also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part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(reversed).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rotation angle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use the angle formula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a given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impose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$\cdot\ \vec{n}_1=0$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the normal matters, not the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$\vec{n}_1\times(\vec{n}_1\times\vec{n}_2)=\vec{n}_1(\vec{n}_1\cdot\vec{n}_2)-\vec{n}_2|\vec{n}_1|^2$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(reversed).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$B=A-\frac{2(\vec{n}\cdot A-d)}{|\vec{n}|^2}\vec{n}$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rotation 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use the angle formula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rotated about its line of intersection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an angle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plane after the rotation passes through the point: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rotated about its line of intersection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$3x-y+4z-7=0$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an angle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plane after the rotation passes through the point: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$(-1,0,-2)$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intersection of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rotated plane belongs to the 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and, being turned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is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rotated plane belongs to the family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and, being turned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rotated plane contains the line of intersection: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it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normals matter: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rotated plane contains the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$(2x+y-5z)+\lambda(3x-y+4z-7)=0$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$(2+3\lambda)x+(1-\lambda)y+(-5+4\lambda)z-7\lambda=0$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it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normals matter: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$2(2+3\lambda)+1(1-\lambda)-5(-5+4\lambda)=0$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$30-15\lambda=0$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the plane. The others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none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$8x-y+3z-14=0$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$8-0+6-14=0$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the plane. The others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$(2,-2,0)\to4$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$(-2,2,0)\to-32$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$(-1,0,-2)\to-28$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none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$(1,0,2)$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new plane's normal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add a point of the line of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new plane's normal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$\vec{n}_1\times(\vec{n}_1\times\vec{n}_2)$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add a point of the line of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rotated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of intersection: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$\vec{n}_1=(2,1,-5)$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$\vec{n}_2=(3,-1,4)$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$\vec{n}_1\cdot\vec{n}_2=-15$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$|\vec{n}_1|^2=30$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rotated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$=\vec{n}_1(\vec{n}_1\cdot\vec{n}_2)-\vec{n}_2|\vec{n}_1|^2=(-120,15,-45)\parallel(8,-1,3)$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of intersection: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$\left(\frac{7}{5},-\frac{14}{5},0\right)$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$8\left(x-\frac{7}{5}\right)-\left(y+\frac{14}{5}\right)+3z=0$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$8x-y+3z-14=0$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$8+6-14=0$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$(1,0,2)$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Rotating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its intersection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it in the pencil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 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Never include the constant term in a perpendicularity or angle condition: only the normals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member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sanity check for the final plane: it must contain a point of the common line, e.g.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Rotating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its intersection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it in the pencil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$\vec{n}(\lambda)\cdot\vec{n}_1=0$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Never include the constant term in a perpendicularity or angle condition: only the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member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$\vec{n}_1\times(\vec{n}_1\times\vec{n}_2)\propto\vec{n}_2|\vec{n}_1|^2-\vec{n}_1(\vec{n}_1\cdot\vec{n}_2)$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sanity check for the final plane: it must contain a point of the common line,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$\left(\frac{7}{5},-\frac{14}{5},0\right)$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$8\cdot\frac{7}{5}+\frac{14}{5}=14$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straight lines whose direction cosines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 by the relations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parallel, then the positive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straight lines whose 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$l,m,n$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 by the relations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$l+m-n=0$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$3l^2+m^2+cnl=0$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parallel, then the positive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cosines and direction ratios of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quadratic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lines coincide in direction exactly when its two roots are equal.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$\frac{l}{n}$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lines coincide in direction exactly when its two roots are equal.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(2)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𝑙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$l+m-n=0$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$3l^2+m^2+nlc=0$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$m=n-l$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$m^2=n^2+l^2-2nl$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(2)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$3l^2+n^2+l^2-2nl+nlc=0$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$4\left(\frac{l}{n}\right)^2+(c-2)\frac{l}{n}+1=0$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lines correspond to the two roots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this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 have equal direction cosines up to sign,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agrees): the roots are equal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positive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lines correspond to the two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$\frac{l_1}{n_1},\frac{l_2}{n_2}$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this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 have equal direction cosines up to sign,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$\frac{l_1}{n_1}=\frac{l_2}{n_2}$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$\frac{m}{n}=1-\frac{l}{n}$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agrees): the roots are equal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$(c-2)^2-4(4)(1)=0$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$c-2=\pm4$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positive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instead, getting a quadratic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simpler discriminant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$n=l+m$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instead, getting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$\frac{l}{m}$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simpler discriminant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 need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both, i.e. equal roots: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$l+m-n=0$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$n=l+m$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$3l^2+m^2+cnl=0$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$3l^2+m^2+cl(l+m)=0$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$(3+c)l^2+c\,lm+m^2=0$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$(3+c)t^2+ct+1=0$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$t=\frac{l}{m}$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 need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both, i.e. equal roots: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$c^2-4(3+c)=0$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positive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$c^2-4c-12=0$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$(c-6)(c+2)=0$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positive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$9t^2+6t+1=(3t+1)^2$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$l:m:n=-1:3:2$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$3(1)+9+6(2)(-1)=0$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$-1+3-2=0$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with direction cosines given by a linear and a quadratic relation correspond to the two roots of a quadratic in a ratio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are perpendicular when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when the roots coincide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eliminate the variable that leaves the simplest coefficients; any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removed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ambiguity of direction cosines does not matter for parallelism: ratios are what must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perpendicular lines, use Vieta on the quadratic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evaluate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with direction cosines given by a linear and a quadratic relation correspond to the two roots of a quadratic in a ratio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are perpendicular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$l_1l_2+m_1m_2+n_1n_2=0$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when the roots coincide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eliminate the variable that leaves the simplest coefficients; any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$l,m,n$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removed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$n=l+m$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$c^2-4c-12=0$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ambiguity of direction cosines does not matter for parallelism: ratios are what must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perpendicular lines, use Vieta on the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$m=n-l$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evaluate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$l_1l_2+m_1m_2+n_1n_2$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$\frac{x+2}{4}=\frac{y-1}{2}=\frac{z+1}{3}$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$3x+4y+12z+23=0$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$\frac{63}{13}$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from a point to a line,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perpendicularity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direction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$(4\lambda-2,\,2\lambda+1,\,3\lambda-1)$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perpendicularity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direction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perpendicular to the direction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$P=(4\lambda-2,\,2\lambda+1,\,3\lambda-1)$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$\overrightarrow{AP}=(4\lambda-3,\,2\lambda-1,\,3\lambda-5)$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perpendicular to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$4(4\lambda-3)+2(2\lambda-1)+3(3\lambda-5)=0$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$29\lambda-29=0$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$3x+4y+12z+23=0$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$d=\frac{|6+12+24+23|}{\sqrt{3^2+4^2+12^2}}=\frac{65}{13}=5$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with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Pythagorean quadruple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a point to a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with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$\lambda=\frac{(A-B)\cdot\vec{d}}{|\vec{d}|^2}$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$\frac{29}{29}=1$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$\frac{|ax_1+by_1+cz_1+d|}{\sqrt{a^2+b^2+c^2}}$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Pythagorean quadruple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a point to a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$|\overrightarrow{AP}|$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$\frac{|(A-B)\times\vec{d}|}{|\vec{d}|}$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$\frac{x-3}{2}=\frac{y-2}{3}=\frac{z-1}{-1}$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$\frac{x+3}{2}=\frac{y-6}{1}=\frac{z-5}{3}$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$\frac{18}{\sqrt{5}}$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$\frac{22}{3\sqrt{5}}$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$\frac{46}{3\sqrt{5}}$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skew lines the shortest distance is the projection of the join of two points on the common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skew lines the shortest distance is the projection of the join of two points on the common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$\vec{b}_1\times\vec{b}_2$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line 1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line 2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sign is immaterial because of the modulus).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line 1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$\vec{b}_1=(2,3,-1)$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$B(-3,6,5)$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line 2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$\vec{b}_2=(2,1,3)$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$\overrightarrow{AB}=(-6,4,4)$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$(6,-4,-4)$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sign is immaterial because of the modulus).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$\vec{b}_1\times\vec{b}_2=\left|\begin{matrix}\hat{i}&amp;\hat{j}&amp;\hat{k}\\2&amp;3&amp;-1\\2&amp;1&amp;3\end{matrix}\right|=10\hat{i}-8\hat{j}-4\hat{k}$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$\text{SD}=\frac{|\overrightarrow{AB}\cdot(\vec{b}_1\times\vec{b}_2)|}{|\vec{b}_1\times\vec{b}_2|}$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$|\overrightarrow{AB}\cdot\vec{n}|=|-60-32-16|=108$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$|\vec{n}|=\sqrt{100+64+16}=\sqrt{180}=2\sqrt{45}$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$\text{SD}=\frac{108}{2\sqrt{45}}=\frac{54}{3\sqrt{5}}=\frac{18}{\sqrt{5}}$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$\frac{18}{\sqrt{5}}$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Take the plane through line 1 parallel to line 2 and measure the distance of a point of line 2 from it.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this plane, so every point of it is at the same distance;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$\vec{b}_1\times\vec{b}_2=(10,-8,-4)\parallel(5,-4,-2)$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$5(x-3)-4(y-2)-2(z-1)=0$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$5x-4y-2z-5=0$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this plane, so every point of it is at the same distance;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$B(-3,6,5)$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$|{-15}-24-10-5|=54$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$\text{SD}=\frac{54}{\sqrt{25+16+4}}=\frac{54}{3\sqrt{5}}=\frac{18}{\sqrt{5}}$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$\frac{18}{\sqrt{5}}$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picture: the distance between two parallel planes, each containing one line and parallel to the other.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(the formula above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dividing saves arithmetic.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$\vec{r}=\vec{a}_1+t\vec{b}_1$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$\vec{r}=\vec{a}_2+s\vec{b}_2$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$\frac{|(\vec{a}_2-\vec{a}_1)\cdot(\vec{b}_1\times\vec{b}_2)|}{|\vec{b}_1\times\vec{b}_2|}$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picture: the distance between two parallel planes, each containing one line and parallel to the other.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$\frac{|(\vec{a}_2-\vec{a}_1)\times\vec{b}|}{|\vec{b}|}$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(the formula above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$0/0$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$\vec{n}=(10,-8,-4)$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$(5,-4,-2)$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dividing saves arithmetic.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distinct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line of intersection of the planes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distinct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$-x+2y-z=0$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$3x-5y+2z=0$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$PQ=PR=\sqrt{18}$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$\frac{4}{3}\sqrt{38}$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$\sqrt{\frac{152}{3}}$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two planes and distance between points in 3D, Area of a triangle (isosceles)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passes through the origin along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points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points at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the two roots of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passes through the origin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points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$(k,k,k)$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points at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$\sqrt{18}$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the two roots of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of intersection: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passes through the origin, so a general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of intersection: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$(-1,2,-1)\times(3,-5,2)=(-1,-1,-1)$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passes through the origin, so 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$(k,k,k)$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-values differ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each coordinate step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8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$(k,k,k)$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$(k-1)^2+(k+2)^2+(k-3)^2=18$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$3k^2-4k-4=0$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$Q=\left(-\frac{2}{3},-\frac{2}{3},-\frac{2}{3}\right)$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$S=\left(\frac{2}{3},\frac{2}{3},\frac{2}{3}\right)$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$QR=\sqrt{3}\cdot\frac{8}{3}$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-values differ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each coordinate step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$PS=\sqrt{\left(\frac{1}{3}\right)^2+\left(\frac{8}{3}\right)^2+\left(\frac{7}{3}\right)^2}=\frac{\sqrt{114}}{3}$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$=\frac{1}{2}\times\sqrt{3}\cdot\frac{8}{3}\times\frac{\sqrt{114}}{3}=\frac{4}{3}\sqrt{38}$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$\sqrt{3}\sqrt{114}=3\sqrt{38}$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$\frac{4}{3}\sqrt{38}$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perpendicular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line and Pythagoras in the isosceles triangle instead of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perpendicular distance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line and Pythagoras in the isosceles triangle instead of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$\{t(1,1,1)\}$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$\overrightarrow{OP}\times(1,1,1)=(1,-2,3)\times(1,1,1)=(-5,2,3)$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$PS=\frac{\sqrt{38}}{\sqrt{3}}$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$PS^2=\frac{38}{3}$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isosceles triangle,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isosceles triangle,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$QS^2=PQ^2-PS^2=18-\frac{38}{3}=\frac{16}{3}$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$QS=\frac{4}{\sqrt{3}}$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$QR=\frac{8}{\sqrt{3}}$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$=\frac{1}{2}\cdot QR\cdot PS=\frac{1}{2}\cdot\frac{8}{\sqrt{3}}\cdot\frac{\sqrt{38}}{\sqrt{3}}=\frac{4\sqrt{38}}{3}$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$\frac{4}{3}\sqrt{38}$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of intersection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of a line at the same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works directly: here it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$\vec{n}_1\cdot\vec{r}=0$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$\vec{n}_2\cdot\vec{r}=0$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$\frac{|\overrightarrow{AP}\times\vec{d}|}{|\vec{d}|}$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of a line at the same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$QS=\sqrt{r^2-PS^2}$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$=\frac{1}{2}|\overrightarrow{PQ}\times\overrightarrow{PR}|$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works directly: here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$\frac{4}{3}\sqrt{38}$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acute angle between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planes passing through the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acute angle between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planes passing through the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$5x+8y+13z-29=0$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$8x-7y+z-20=0$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intersection of two planes, Angle between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required plane is a member of the pencil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its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required plane is a member of the pencil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$(5x+8y+13z-29)+\lambda(8x-7y+z-20)=0$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its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$(5x+8y+13z-29)+\lambda(8x-7y+z-20)=0$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$(5+8\lambda)x+(8-7\lambda)y+(13+\lambda)z=29+20\lambda$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$10+16\lambda+8-7\lambda+39+3\lambda=29+20\lambda$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$57+12\lambda=29+20\lambda$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$33x-\frac{33}{2}y+\frac{33}{2}z=99$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$8-7\lambda+26+2\lambda=29+20\lambda$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$34-5\lambda=29+20\lambda$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planes: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$\frac{33}{5}x+\frac{33}{5}y+\frac{66}{5}z=33$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$\cos\theta=\frac{|2(1)-1(1)+1(2)|}{\sqrt{6}\sqrt{6}}=\frac{3}{6}=\frac{1}{2}$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(acute):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a point and the direction of the common line, then get each plane's normal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𝑝𝑜𝑖𝑛𝑡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𝑙𝑖𝑛𝑒 𝑝𝑜𝑖𝑛𝑡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a point and the direction of the common line, then get each plane's normal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$\vec{d}\times(\text{point}-\text{line point})$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it: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$(5,8,13)\times(8,-7,1)=(99,99,-99)\parallel\vec{d}=(1,1,-1)$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it: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$5x+8y=29$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$8x-7y=20$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$L_0=\left(\frac{11}{3},\frac{4}{3},0\right)$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$\vec{d}\times(A-L_0)=(1,1,-1)\times\left(-\frac{5}{3},-\frac{1}{3},3\right)=\left(\frac{8}{3},-\frac{4}{3},\frac{4}{3}\right)\parallel(2,-1,1)$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$\vec{d}\times(B-L_0)=\left(\frac{5}{3},\frac{5}{3},\frac{10}{3}\right)\parallel(1,1,2)$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$\cos\theta=\frac{|2-1+2|}{\sqrt{6}\sqrt{6}}=\frac{1}{2}$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plane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point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substitution.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angle between normals; take the acute value via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line (point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an external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simplify each plane to integer coefficients before comparing normals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just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plane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$P_1=0=P_2$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point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substitution.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angle between normals; take the acute value via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$\cos\theta=\frac{|\vec{n}_1\cdot\vec{n}_2|}{|\vec{n}_1||\vec{n}_2|}$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line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an external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$=\vec{d}\times\overrightarrow{L_0A}$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simplify each plane to integer coefficients before comparing normals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$\frac{33}{2}(2,-1,1)$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perpendicular to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perpendicular to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$3x+5y-7z=12$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$\gcd(|a|,|b|,|c|,d)=1$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$a+7b+c+20d$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 perpendicular to given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plane perpendicular to two planes contains the directions of their normals, so its normal is the cross product of those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the normals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given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the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$(3,5,-7)$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given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$(\vec{r}-\vec{a})\cdot\vec{N}=0$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$\left|\begin{matrix}x-2&amp;y-3&amp;z+5\\2&amp;1&amp;-5\\3&amp;5&amp;-7\end{matrix}\right|=0$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$(x-2)(-7+25)-(y-3)(-14+15)+(z+5)(10-3)=0$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$18(x-2)-(y-3)+7(z+5)=0$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$18x-y+7z+2=0$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$-18x+y-7z=2$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$\gcd(18,1,7,2)=1$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$a+7b+c+20d=-18+7-7+40=22$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two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spanned by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fix the sign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substitution: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two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$\vec{n}_1,\vec{n}_2$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spanned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$\vec{N}\cdot(\vec{r}-\vec{a})=0$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fix the sign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substitution: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$-36+3+35=2=d$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$(-18,1,-7)\cdot(2,1,-5)=-36+1+35=0$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$(-18,1,-7)\cdot(3,5,-7)=-54+5+49=0$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mirror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$3x-y+4z=2$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$2a+b+2c$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plane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the normal,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the midpoint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plane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the normal,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$Q=P+k(3,-1,4)$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 by the midpoint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$M=\left(\frac{a+2}{2},\frac{b+4}{2},\frac{c+7}{2}\right)$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$3\cdot\frac{a+2}{2}-\frac{b+4}{2}+4\cdot\frac{c+7}{2}=2$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$3a-b+4c=-26$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$\frac{a-2}{3}=\frac{b-4}{-1}=\frac{c-7}{4}=k$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$a=3k+2$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$b=4-k$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$c=4k+7$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$3(3k+2)-(4-k)+4(4k+7)=-26$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$26k+30=-26$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$13k=-28$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$2a+b+2c=2(3k+2)+(4-k)+2(4k+7)=13k+22=-28+22=-6$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image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take the required combination before computing the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image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$Q=P-\frac{2(\vec{n}\cdot P-d)}{|\vec{n}|^2}\vec{n}$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take the required combination before computing the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answer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 P-d=3(2)-4+4(7)-2=28$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$|\vec{n}|^2=9+1+16=26$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$Q=(2,4,7)-\frac{2\cdot28}{26}(3,-1,4)=(2,4,7)-\frac{28}{13}(3,-1,4)$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$2a+b+2c=(2\cdot2+4+2\cdot7)-\frac{28}{13}(2\cdot3-1+2\cdot4)=22-\frac{28}{13}\cdot13=-6$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answer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combination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 need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the answer comes out clean.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$Q=P-\frac{2(\vec{n}\cdot P-d)}{|\vec{n}|^2}\vec{n}$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$P-\frac{\vec{n}\cdot P-d}{|\vec{n}|^2}\vec{n}$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$\vec{w}\cdot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$\vec{w}\cdot P-\frac{2(\vec{n}\cdot P-d)}{|\vec{n}|^2}(\vec{w}\cdot\vec{n})$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 need to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$\vec{w}=(2,1,2)$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$\vec{w}\cdot\vec{n}=13=|\vec{n}|^2/2$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the answer comes out clean.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shortest distance of the plane from the origin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142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$\frac{x-2}{3}=\frac{y+1}{-2}=\frac{z+3}{-1}$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$px-qy+z=5$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shortest distance of the plane from the origin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$\sqrt{\frac{3}{109}}$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$\sqrt{\frac{5}{142}}$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$\frac{5}{\sqrt{71}}$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$\frac{1}{\sqrt{142}}$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lying in a plane,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lies on a plane iff every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it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constant term must both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lies on a plane iff every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$(3\lambda+2,\,-2\lambda-1,\,-\lambda-3)$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it for all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coefficient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constant term must both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$(3\lambda+2,\,-2\lambda-1,\,-\lambda-3)$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$px-qy+z=5$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$p(3\lambda+2)-q(-2\lambda-1)+(-\lambda-3)=5$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$\lambda(3p+2q-1)+(2p+q-8)=0$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$3p+2q-1=0$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$2p+q-8=0$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origin: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710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710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$q=-22$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$15x+22y+z-5=0$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origin: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$\frac{|0+0+0-5|}{\sqrt{15^2+22^2+1}}=\frac{5}{\sqrt{710}}=\sqrt{\frac{25}{710}}=\sqrt{\frac{5}{142}}$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142</m:t>
                            </m:r>
                          </m:den>
                        </m:f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$\sqrt{\frac{5}{142}}$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lies in a plane iff (i) its direction is perpendicular to the plane's normal and (ii) one of its points lies on the plane; equivalently the identity in the parameter holds for all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710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simplify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710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match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lies in a plane iff (i) its direction is perpendicular to the plane's normal and (ii) one of its points lies on the plane; equivalently the identity in the parameter holds for all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$px-qy+z=5$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$(p,-q,1)$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$3p+2q-1=0$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$2p+q-3=5$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$\frac{|d|}{|\vec{n}|}$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$\frac{5}{\sqrt{710}}$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simplify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$\frac{5}{\sqrt{710}}=\sqrt{\frac{5}{142}}$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match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origin from the centroid of the triangle whose two sides have the equations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whose orthocenter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origin from the centroid of the triangle whose two sides have the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whose orthocenter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$\left(\frac{7}{3},\frac{7}{3}\right)$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Straight lines: triangle, orthocentre and centroid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vertices on the two given sides come from the altitudes through the orthocentre, which are perpendicular to the opposite sides.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solving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$AB: x-2y+1=0$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$AC: 2x-y-1=0$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solving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$H\left(\frac{7}{3},\frac{7}{3}\right)$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$BH: x+2y-7=0$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$B=AB\cap BH$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$CH: 2x+y-7=0$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origin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$C=AC\cap CH$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$G=\left(\frac{1+3+2}{3},\frac{1+2+3}{3}\right)=(2,2)$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origin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$\sqrt{(2-0)^2+(2-0)^2}=2\sqrt{2}$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all three altitudes; 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Euler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the circumcentre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useful check).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Orthocentre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all three altitudes; 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$-\frac{1}{m_{AC}}$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$G=\left(\frac{x_1+x_2+x_3}{3},\frac{y_1+y_2+y_3}{3}\right)$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Euler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$OG:GH=1:2$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the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$O=\frac{3G-H}{2}$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$\left(\frac{11}{6},\frac{11}{6}\right)$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useful check).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$HB\perp 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$\left(3-\frac{7}{3}\right)(1)+\left(2-\frac{7}{3}\right)(2)=\frac{2}{3}-\frac{2}{3}=0$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 passing through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containing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which of the following points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$x+2y+2z=16$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containing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$\vec{r}=-\hat{k}+\lambda(\hat{i}+\hat{j}+2\hat{k}),\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which of the following points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plane, Plane containing a line and a point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the plane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line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point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direction of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the plane through a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line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$\overrightarrow{AQ}\times\vec{d}$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point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direction of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$x+2y+2z=16$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$\frac{x-1}{1}=\frac{y-2}{2}=\frac{z-1}{2}=\frac{-2(1+4+2-16)}{1^2+2^2+2^2}=2$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$\vec{d}=\hat{i}+\hat{j}+2\hat{k}$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$\overrightarrow{AQ}=3\hat{i}+6\hat{j}+6\hat{k}=3(\hat{i}+2\hat{j}+2\hat{k})$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$\vec{n}=(\hat{i}+2\hat{j}+2\hat{k})\times(\hat{i}+\hat{j}+2\hat{k})=\left|\begin{matrix}\hat{i}&amp;\hat{j}&amp;\hat{k}\\1&amp;2&amp;2\\1&amp;1&amp;2\end{matrix}\right|=2\hat{i}-0\hat{j}-\hat{k}$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$2(x-0)+0(y-0)-1(z+1)=0$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$6-5-1=0$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$(2,1,0)\to3$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$(1,2,2)\to-1$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$(1,3,2)\to-1$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$(1,2,1)$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each option by coplanarity: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each option by coplanarity: the scalar triple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$[\overrightarrow{AQ},\vec{d},\overrightarrow{AX}]$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 iff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$\overrightarrow{AQ}=(3,6,6)$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$\overrightarrow{AQ},\vec{d},\overrightarrow{AX}$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$\overrightarrow{AX}=(1,2,2)$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$\left|\begin{matrix}3&amp;6&amp;6\\1&amp;1&amp;2\\1&amp;2&amp;2\end{matrix}\right|=3(2-4)-6(2-2)+6(2-1)=-6-0+6=0$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others the determinant is non-zero: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others the determinant is non-zero: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$(2,1,0)\to9$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$(1,2,2)\to-3$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$(1,3,2)\to-3$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$\overrightarrow{AX}=(2,1,1),(1,2,3),(1,3,3)$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$(1,2,1)$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(point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mirror's normal,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which is why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keep all three coordinates when simplifying a plane equation; dropping a term changes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$\overrightarrow{AQ}\times\vec{d}$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$[\overrightarrow{AQ},\vec{d},\overrightarrow{AX}]=0$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$P-\frac{2(\vec{n}\cdot P-d)}{|\vec{n}|^2}\vec{n}$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$P-\frac{2(-9)}{9}(1,2,2)=P+2(1,2,2)$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$\overrightarrow{AQ}=3(1,2,2)$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mirror's normal,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which is why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keep all three coordinates when simplifying a plane equation; dropping a term changes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having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having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$1,-4,2$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$\frac{x-7}{3}=\frac{y-1}{-1}=\frac{z+2}{1}$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$\frac{x}{2}=\frac{y-7}{3}=\frac{z}{1}$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Lines in 3D: direction ratios and intersection of a line with two given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general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two lines and impose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proportion equations fix both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general points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two lines and impose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$\overrightarrow{AB}\parallel(1,-4,2)$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proportion equations fix both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first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second: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They are proportional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and second ratios: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first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$A(3\lambda+7,\,-\lambda+1,\,\lambda-2)$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$B(2\mu,\,3\mu+7,\,\mu)$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$(3\lambda-2\mu+7,\ -\lambda-3\mu-6,\ \lambda-\mu-2)$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They are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$1,-4,2$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$\frac{3\lambda-2\mu+7}{1}=\frac{-\lambda-3\mu-6}{-4}=\frac{\lambda-\mu-2}{2}$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and second ratios: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$-12\lambda+8\mu-28=-\lambda-3\mu-6$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$\lambda-\mu+2=0$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and third ratios: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two equations: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and third ratios: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$-2\lambda-6\mu-12=-4\lambda+4\mu+8$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$\lambda-5\mu-10=0$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two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$-4\mu-12=0$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$A=(-8,6,-7)$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$B=(-6,-2,-3)$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$(AB)^2=(-8+6)^2+(6+2)^2+(-7+3)^2=4+64+16=84$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through line 1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that plane meets line 2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through line 1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$(1,-4,2)$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that plane meets line 2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 containing line 1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this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where line 2,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meets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 containing line 1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$(3,-1,1)\times(1,-4,2)=(2,-5,-11)$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$2(x-7)-5(y-1)-11(z+2)=0$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$2x-5y-11z-31=0$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this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where line 2,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$(2\mu,3\mu+7,\mu)$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meets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$4\mu-5(3\mu+7)-11\mu-31=0$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$-22\mu-66=0$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$B=(-6,-2,-3)$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of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where it meets line 1.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ratios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of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$1,-4,2$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$(-6+s,-2-4s,-3+2s)$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where it meets line 1.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$\frac{x-7}{3}=\frac{y-1}{-1}=z+2$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$\frac{s-13}{3}=3+4s=2s-1$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ratios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$s(1,-4,2)$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$(AB)^2=s^2(1+16+4)=4\cdot21=84$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given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two skew lines: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impose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independent equations for two unknowns).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geometric view: the plane through one line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other line exactly at the required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given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two skew lines: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impose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$\overrightarrow{AB}\times\vec d=\vec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independent equations for two unknowns).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geometric view: the plane through one line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other line exactly at the required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$\overrightarrow{AB}=s\,\vec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$AB=|s|\,|\vec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$(AB)^2=s^2|\vec d|^2$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integral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r=(-\hat i+3\hat k)+\lambda(\hat i-a\hat j)$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r=(-\hat j+2\hat k)+\mu(\hat i-\hat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$\sqrt{\frac{2}{3}}$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integral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the resulting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$d=\frac{|(\vec a_2-\vec a_1)\cdot(\vec b_1\times\vec b_2)|}{|\vec b_1\times\vec b_2|}$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the resulting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point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2: point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a_1=(-1,0,3)$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b_1=(1,-a,0)$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2: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a_2=(0,-1,2)$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b_2=\left|\begin{matrix}\hat i&amp;\hat j&amp;\hat k\\1&amp;-a&amp;0\\1&amp;-1&amp;1\end{matrix}\right|=-a\hat i-\hat j+(a-1)\hat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b_1\times\vec b_2|=\sqrt{a^2+1+(a-1)^2}$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integral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b_1\times\vec b_2)=-a+1-(a-1)=2-2a$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$\frac{2|1-a|}{\sqrt{a^2+1+(a-1)^2}}=\sqrt{\frac{2}{3}}$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$12(1-a)^2=2(2a^2-2a+2)$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$2a^2-5a+2=0$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integral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is zero (lines coplanar) exactly when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parameter in the direction, expect a quadratic after squaring; read the question for the constraint (here integral value) to select the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a_1+\lambda\vec 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a_2+\mu\vec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is zero (lines coplanar) exactly when the scalar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a_2-\vec a_1,\vec b_1,\vec b_2]=0$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parameter in the direction, expect a quadratic after squaring; read the question for the constraint (here integral value) to select the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8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intercepts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intercepts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8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$-\frac{1}{6\sqrt3}$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76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lines, Intercept form of a line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Intercept form gives each line's point and direction; both lines pass through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its 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Intercept form gives each line's point and direction; both lines pass through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its projection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$\frac{x}{1/8}+\frac{y}{1/(4\sqrt2)}=1$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$A\left(\frac18,0,0\right)$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$\left(0,\frac{1}{4\sqrt2},0\right)$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$\left(-\frac18,\frac{1}{4\sqrt2},0\right)\propto(\sqrt2,-2,0)$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p=\sqrt2\hat i-2\hat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$\frac{x}{-1/8}+\frac{z}{-1/(6\sqrt3)}=1$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$B\left(-\frac18,0,0\right)$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$\left(0,0,-\frac{1}{6\sqrt3}\right)$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ad>
                                <m:radPr>
                                  <m:degHide m:val="on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rad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ad>
                                <m:radPr>
                                  <m:degHide m:val="on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rad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$\left(\frac18,0,-\frac{1}{6\sqrt3}\right)\propto(3\sqrt3,0,-4)$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q=3\sqrt3\hat i-4\hat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$\overrightarrow{AB}=-\frac14\hat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q=\left|\begin{matrix}\hat i&amp;\hat j&amp;\hat k\\\sqrt2&amp;-2&amp;0\\3\sqrt3&amp;0&amp;-4\end{matrix}\right|=8\hat i+4\sqrt2\hat j+6\sqrt3\hat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q|^2=64+32+108=204$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q|=2\sqrt{51}$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$d=\frac{|\overrightarrow{AB}\cdot(\vec p\times\vec q)|}{|\vec p\times\vec q|}=\frac{\frac14\cdot8}{2\sqrt{51}}=\frac{1}{\sqrt{51}}$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$d^{-2}=51$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intercepts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direction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both lines meet the same axis, the join of those points lies along that axis, which simplifies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one component.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is unaffected by reversing the sign of a direction vector, since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dot product magnitude are used.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xa+\frac yb=1$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$(a,-b,0)$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both lines meet the same axis, the join of those points lies along that axis, which simplifies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$\overrightarrow{AB}\cdot(\vec p\times\vec 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one component.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is unaffected by reversing the sign of a direction vector, since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dot product magnitude are used.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mirror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$3x-4y+12z+19=0$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$(a-6,\beta,\gamma)$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$7\beta-9\gamma$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join of a point and its mirror image is parallel to the normal and its midpoint lies on the plane; 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one more relation.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join of a point and its mirror image is parallel to the normal and its midpoint lies on the plane; this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$\beta-b$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$\gamma-c$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one more relation.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mirror images;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$C(a-6,\beta,\gamma)$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mirror images;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$\overrightarrow{AC}=(-6,\beta-b,\gamma-c)$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$\frac{-6}{3}=\frac{\beta-b}{-4}=\frac{\gamma-c}{12}$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$\gamma-c=-24$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$B\left(a-3,\frac{b+\beta}{2},\frac{c+\gamma}{2}\right)$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$3(a-3)-2(b+\beta)+6(c+\gamma)+19=0$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$3a-2b+6c-2\beta+6\gamma+10=0$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$\beta=b+8$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$\gamma=c-24$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$a=5-b-c$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$3(5-b-c)-2b+6c-2(b+8)+6(c-24)+10=0$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$-7b+9c-135=0$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$b=\beta-8$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$c=\gamma+24$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$-7(\beta-8)+9(\gamma+24)-135=0$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$-7\beta+9\gamma+137=0$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$7\beta-9\gamma=137$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137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reflection formula: the displacement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one scalar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determines everything.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reflection formula: the displacement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$-2\frac{ax_1+by_1+cz_1+d}{a^2+b^2+c^2}(a,b,c)$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one scalar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determines everything.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image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$k=3a-4b+12c+19$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$|n|^2=9+16+144=169$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$(a,b,c)-\frac{2k}{169}(3,-4,12)$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$a-\frac{6k}{169}=a-6$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$\beta=b+\frac{8k}{169}=b+8$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$\gamma=c-\frac{24k}{169}=c-24$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$3a-4b+12c=150$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$a=5-b-c$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$15-7b+9c=150$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$-7b+9c=135$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$7\beta-9\gamma=7b+56-9c+216=(7b-9c)+272=-135+272=137$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137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and its image differ by a multiple of the normal, so their displacements are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coordinate of the shift is given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scalar multiplier is fixed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$(x_1,y_1,z_1)-\frac{2(ax_1+by_1+cz_1+d)}{a^2+b^2+c^2}(a,b,c)$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and its image differ by a multiple of the normal, so their displacements are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coordinate of the shift is given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scalar multiplier is fixed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that divides internally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 \frac{x-6}{3}=\frac{y-1}{2}=\frac{z-2}{3}$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that divides internally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$22(\alpha+\beta+\gamma)$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line, Section formula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foot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$1:3$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$PP'$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$P'(3\lambda+6,\,2\lambda+1,\,3\lambda+2)$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$(3\lambda+5,\,2\lambda-1,\,3\lambda-1)$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$PP'\perp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$3(3\lambda+5)+2(2\lambda-1)+3(3\lambda-1)=0$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$22\lambda+10=0$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$\lambda=-\frac{5}{11}$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$P'=\left(\frac{51}{11},\frac{1}{11},\frac{7}{11}\right)$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$PR=\frac14PQ=\frac12PP'$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$R=\left(\frac{\frac{51}{11}+1}{2},\frac{\frac{1}{11}+2}{2},\frac{\frac{7}{11}+3}{2}\right)=\left(\frac{62}{22},\frac{23}{22},\frac{40}{22}\right)$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$22(\alpha+\beta+\gamma)=62+23+40=125$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impose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general point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point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through the line preserves distances: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impose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$\overrightarrow{PP'}\cdot\vec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general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$Q=2P'-P$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point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$\frac{3P+Q}{4}=\frac{P+P'}{2}$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through the line preserves distances: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$QP'=PP'$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$Q,P,P'$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distance between the foot of perpendiculars of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distance between the foot of perpendiculars of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from a point to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Apply the foot-of-perpendicular formula to both points and take the distance between the feet.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$\frac{x-x_1}{1}=\frac{y-y_1}{-1}=\frac{z-z_1}{-1}=-\frac{x_1-y_1-z_1+1}{3}$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$-\frac{1-2+1+1}{3}=-\frac13$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$z=-1+\frac13$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$M=\left(\frac23,\frac73,-\frac23\right)$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$-\frac{2+1-3+1}{3}=-\frac13$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$N=\left(\frac53,-\frac23,\frac{10}{3}\right)$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$\overrightarrow{MN}=\left(1,-3,4\right)$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$d=MN=\sqrt{1^2+3^2+4^2}=\sqrt{26}$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distance between the feet is the length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its normal component removed.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distance between the feet is the length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its normal component removed.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feet are the projections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length of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already parallel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feet are the projections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length of 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$\overrightarrow{PQ}=(1,-3,4)$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n=(-1,1,1)$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$\overrightarrow{PQ}\cdot\vec n=-1-3+4=0$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already parallel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$d^2=|PQ|^2-\frac{(\overrightarrow{PQ}\cdot\vec n)^2}{|\vec n|^2}=26-0=26$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the feet of perpendiculars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plane with unit normal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normal, so the projection leaves its length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the feet of perpendiculars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plane with unit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$d^2=|PQ|^2-(\overrightarrow{PQ}\cdot\hat n)^2$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$(x_1,y_1,z_1)-\frac{ax_1+by_1+cz_1+d}{a^2+b^2+c^2}(a,b,c)$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normal, so the projection leaves its length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the statements:\n(S1):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\n(S2):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\nThen: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(S1) and (S2)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(S1)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(S2)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(S1) and (S2) are false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$\overrightarrow{CA}=\vec{b}$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the statements:\n(S1):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$|(\vec{a}\times\vec{b})+(\vec{c}\times\vec{b})|-|\vec{c}|=6\left(2\sqrt2-1\right)$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\n(S2):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ACB=\cos^{-1}\left(\sqrt{\frac23}\right)$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\nThen: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(S1) and (S2)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(S1)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(S2)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(S1) and (S2) are false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algebra: triangle law, cross product and dot product, Cosine rule using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makes the cross-product sum in (S1)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c=-\vec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makes the cross-product sum in (S1)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sides form a closed triangle: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sides form a closed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left side of (S1)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(S1)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opposite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(S2)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b|^2+|\vec c|^2+2\vec b\cdot\vec c=|\vec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$12+|\vec c|^2+24=72$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b)+(\vec c\times\vec b)=(\vec a+\vec c)\times\vec b=(-\vec b)\times\vec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left side of (S1)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$0-|\vec c|=-6$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$6(2\sqrt2-1)\approx10.97$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(S1)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ACB$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opposite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c|^2=|\vec a|^2+|\vec b|^2-2|\vec a||\vec b|\cos\angle ACB$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$36=72+12-2(6\sqrt2)(2\sqrt3)\cos\angle ACB$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$48=24\sqrt6\cos\angle ACB$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$\cos\angle ACB=\frac{2}{\sqrt6}=\sqrt{\frac23}$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(S2)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Only (S2) is true, option (C).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Only (S2) is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take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given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b\cdot\vec c=12$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take the angle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$\overrightarrow{CA}=\vec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$\overrightarrow{CB}=-\vec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(S2)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c=-\vec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c=-\vec a\cdot\vec b-|\vec b|^2=12$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$\overrightarrow{CA}=\vec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$\overrightarrow{CB}=-\vec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$\cos\angle ACB=\frac{\vec b\cdot(-\vec a)}{|\vec a||\vec b|}=\frac{24}{12\sqrt6}=\frac{2}{\sqrt6}=\sqrt{\frac23}$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(S2)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(S1)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(S2) is true: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c)\times\vec b=-\vec b\times\vec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c|^2=72+12-48=36$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$=-6\neq6(2\sqrt2-1)$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(S1)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(S2) is true: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Only (S2) is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closed triangle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any two of them sum to minus the third,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at a vertex is the angle between the two vectors leaving it, e.g.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 in vector form: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closed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any two of them sum to minus the third,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b=\vec b\times\vec c=\vec c\times\vec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at a vertex is the angle between the two vectors leaving it,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ACB$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$\overrightarrow{CA}=\vec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$\overrightarrow{CB}=-\vec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 in vector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c|^2=|\vec a|^2+|\vec b|^2+2\vec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c=-(\vec a+\vec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$\vec{a}=\hat{i}-\hat{j}+2\hat{k}$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$\vec{a}\times\vec{b}=2\hat{i}-\hat{k}$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$2\sqrt{\frac37}$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$\frac23\sqrt{\frac73}$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 and scalar product,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solving for the components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b|^2+(\vec a\cdot\vec b)^2=|\vec a|^2|\vec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solving for the components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b|^2+(\vec a\cdot\vec b)^2=|\vec a|^2|\vec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b|^2=4+1=5$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$5+9=6|\vec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b|^2=\frac73$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b|=\sqrt{|\vec a|^2+|\vec b|^2-2\vec a\cdot\vec b}=\sqrt{6+\frac73-6}=\sqrt{\frac73}$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b\cdot(\vec a-\vec b)}{|\vec a-\vec b|}=\frac{\vec a\cdot\vec b-|\vec b|^2}{|\vec a-\vec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$=\frac{3-\frac73}{\sqrt{7/3}}=\frac{2/3}{\sqrt{7/3}}=\frac{2}{\sqrt{21}}$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$\frac{2}{\sqrt{21}}$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b\,|\vec a|^2=(\vec a\cdot\vec b)\vec a+(\vec a\times\vec b)\times\vec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b)\times\vec a=\vec b|\vec a|^2-\vec a(\vec a\cdot\vec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b=\frac{(\vec a\cdot\vec b)\vec a+(\vec a\times\vec b)\times\vec a}{|\vec a|^2}$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b)\times\vec a=(2,0,-1)\times(1,-1,2)=(-1,-5,-2)$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a=(3,-3,6)$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b=\frac{(2,-8,4)}{6}=\left(\frac13,-\frac43,\frac23\right)$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b=\frac13+\frac43+\frac43=3$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projection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b=\left(\frac23,\frac13,\frac43\right)$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b|=\sqrt{\frac{21}{9}}=\sqrt{\frac73}$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a-\vec b)=\frac29-\frac49+\frac89=\frac23$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$=\frac{2/3}{\sqrt{7/3}}=\frac{2}{\sqrt{21}}$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$\frac{2}{\sqrt{21}}$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determine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 scalar).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b|^2+(\vec a\cdot\vec b)^2=|\vec a|^2|\vec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b=\frac{(\vec a\cdot\vec b)\vec a+(\vec a\times\vec b)\times\vec a}{|\vec a|^2}$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p\cdot\vec q}{|\vec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 scalar).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$\vec{b}=2\hat{i}+\hat{j}-\alpha\hat{k}$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$-\hat{i}+2\hat{j}-2\hat{k}$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 and projection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positivity picks the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$\frac{(\vec a\times\vec b)\cdot\vec n}{|\vec n|}$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positivity picks the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b=\left|\begin{matrix}\hat i&amp;\hat j&amp;\hat k\\\alpha&amp;1&amp;-1\\2&amp;1&amp;-\alpha\end{matrix}\right|=(1-\alpha)\hat i+(\alpha^2-2)\hat j+(\alpha-2)\hat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n=-\hat i+2\hat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n=-(1-\alpha)+2(\alpha^2-2)-2(\alpha-2)=2\alpha^2-\alpha-1$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$=\frac{2\alpha^2-\alpha-1}{3}=30$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$2\alpha^2-\alpha-91=0$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$(\alpha-7)(2\alpha+13)=0$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(scalar component)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carries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a determinant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stated sign conditions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discard the extra quadratic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(scalar component)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p\cdot\vec n}{|\vec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carries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n=[\vec a\ \vec b\ \vec n]$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a determinant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stated sign conditions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discard the extra quadratic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line of intersection of the plane determined by the vectors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determined by the vectors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obtuse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line of intersection of the plane determined by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$\hat{i},\hat{i}+\hat{j}$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determined by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$\hat{i}-\hat{j},\hat{i}+\hat{k}$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obtuse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$\vec{b}=\hat{i}-2\hat{j}+2\hat{k}$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$\frac{5\pi}{6}$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Planes: line of intersection of two planes, Angle between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intersection line of two planes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two angles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supplementary, so pick the obtuse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intersection line of two planes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two angles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supplementary, so pick the obtuse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contains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is along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the opposite direction).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n_1=\hat i\times(\hat i+\hat j)=\hat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n_2=(\hat i+\hat k)\times(\hat i-\hat j)=\hat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n_2=\hat k\times(\hat i+\hat j-\hat k)=\hat j-\hat i=-\hat i+\hat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the opposite direction).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acute 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obtuse angle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b=-1-2+0=-3$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$\cos\theta=\frac{-3}{\sqrt2\cdot3}=-\frac{1}{\sqrt2}$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acute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obtuse 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Write both planes through the origin as equations; their intersection direction is read off immediately.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through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through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opposite direction gives the obtuse 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$(t,-t,0)$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$\cos\theta=\frac{(1,-1,0)\cdot(1,-2,2)}{\sqrt2\cdot3}=\frac{3}{3\sqrt2}=\frac{1}{\sqrt2}$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opposite direction gives the obtuse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in a line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origin containing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two angles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decides which one is obtuse.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in a line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origin containing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u\times\vec v)\cdot\vec 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two angles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decides which one is obtuse.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vectors,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$\vec{a}=\alpha\hat{i}+\hat{j}+\beta\hat{k}$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$\vec{b}=3\hat{i}-5\hat{j}+4\hat{k}$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vectors,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$\vec{a}\times\vec{b}=-\hat{i}+9\hat{j}+12\hat{k}$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$\vec{b}-2\vec{a}$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$\vec{b}+\vec{a}$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$\frac{39}{5}$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$\frac{46}{5}$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 and projection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components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dot-product expansion for the projection.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components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a+\vec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dot-product expansion for the projection.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b=\left|\begin{matrix}\hat i&amp;\hat j&amp;\hat k\\\alpha&amp;1&amp;\beta\\3&amp;-5&amp;4\end{matrix}\right|=(4+5\beta)\hat i+(3\beta-4\alpha)\hat j+(-5\alpha-3)\hat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$-\hat i+9\hat j+12\hat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$4+5\beta=-1$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$3\beta-4\alpha=9$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$-5\alpha-3=12$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$3\beta-4\alpha=-3+12=9$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a=-3\hat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b=-4\hat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b=-9-5-4=-18$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b-2\vec a)\cdot(\vec a+\vec b)=|\vec b|^2-2|\vec a|^2-\vec a\cdot\vec b=50-22+18=46$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$\frac{46}{5}$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one component equation and the orthogonality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one component equation and the orthogonality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a\cdot(\vec a\times\vec b)=0$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component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$-5\alpha-3=12$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$\alpha(-1)+1\cdot9+\beta\cdot12=0$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$3+9+12\beta=0$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a=(-3,1,-1)$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b=(0,-4,3)$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b-2\vec a=(9,-7,6)$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b-2\vec a)\cdot(\vec a+\vec b)=0+28+18=46$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a+\vec b|=5$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$\frac{46}{5}$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two extra scalar equations: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consistency of the given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two extra scalar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a\times\vec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b\cdot(\vec a\times\vec b)=-3-45+48=0$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consistency of the given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p\cdot\vec q}{|\vec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b-2\vec a)\cdot(\vec a+\vec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$\vec{a}=2\hat{i}-\hat{j}+5\hat{k}$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$\vec{b}=\alpha\hat{i}+\beta\hat{j}+2\hat{k}$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$\left((\vec{a}\times\vec{b})\times\hat{i}\right)\cdot\hat{k}=\frac{23}{2}$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$\left|\vec{b}\times2\hat{j}\right|$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$\sqrt{17}$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product, Vector product and magnitude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its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-component is needed, and it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a\times\vec b)\times\hat i=(\vec a\cdot\hat i)\vec b-(\vec b\cdot\hat i)\vec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its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-component is needed, and it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expression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b)\times\hat i=(\vec a\cdot\hat i)\vec b-(\vec b\cdot\hat i)\vec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a\cdot\hat i=2$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b\cdot\hat i=\alpha$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b-\alpha\vec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$2(2)-\alpha(5)=4-5\alpha$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$4-5\alpha=\frac{23}{2}$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b\times2\hat j=\left|\begin{matrix}\hat i&amp;\hat j&amp;\hat k\\\alpha&amp;\beta&amp;2\\0&amp;2&amp;0\end{matrix}\right|=-4\hat i+2\alpha\hat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b\times2\hat j|=\sqrt{16+4\alpha^2}=\sqrt{16+4\cdot\frac94}=\sqrt{25}=5$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triple-product formula: compute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component-wise and 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triple-product formula: 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component-wise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v\times\hat i=(0,v_z,-v_y)$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$a_zb_x-a_xb_z=5\alpha-4$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v\times\hat i=(0,\,v_z,\,-v_y)$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$-(5\alpha-4)=4-5\alpha$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$4-5\alpha=\frac{23}{2}$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b\times2\hat j=2(\vec b\times\hat j)=2(-b_z,0,b_x)=(-4,0,2\alpha)$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$\sqrt{16+9}=5$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unit axis vector the triple product reduces to picking components, e.g.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matters.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b)\times\vec c=(\vec a\cdot\vec c)\vec b-(\vec b\cdot\vec c)\vec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c)=(\vec a\cdot\vec c)\vec b-(\vec a\cdot\vec b)\vec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unit axis vector the triple product reduces to picking components,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v\times\hat i=(0,v_z,-v_y)$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$2\sqrt{b_x^2+b_z^2}$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matters.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495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set of all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 non-empty finite set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equal 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equal 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equal 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495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$\vec{a}=(1+t)\hat{i}+(1-t)\hat{j}+\hat{k}$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$\vec{b}=(1-t)\hat{i}+(1+t)\hat{j}+2\hat{k}$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$\vec{c}=t\hat{i}-t\hat{j}+\hat{k}$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$\alpha\vec{a}+\beta\vec{b}+\gamma\vec{c}=\vec{0}\Rightarrow\alpha=\beta=\gamma=0$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set of all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 non-empty finite set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N$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R-\{0\}$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R$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independence of vectors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linearly independent, i.e.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linearly independent, i.e. the scalar triple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 a\ \vec b\ \vec c]\ne0$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linearly independent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$\alpha\vec a+\beta\vec b+\gamma\vec c=\vec0\Rightarrow\alpha=\beta=\gamma=0$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linearly independent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second column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Taking the factor 2 out of that column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</m:m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</m:m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c]=\left|\begin{matrix}1+t&amp;1-t&amp;1\\1-t&amp;1+t&amp;2\\t&amp;-t&amp;1\end{matrix}\right|$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$C_2\to C_1+C_2$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second column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Taking the factor 2 out of that column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$2\left|\begin{matrix}1+t&amp;1&amp;1\\1-t&amp;1&amp;2\\t&amp;0&amp;1\end{matrix}\right|$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$2\left[-\left|\begin{matrix}1-t&amp;2\\t&amp;1\end{matrix}\right|+\left|\begin{matrix}1+t&amp;1\\t&amp;1\end{matrix}\right|\right]$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all such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$=2\left[-(1-3t)+1\right]=2(3t)=6t$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c]=6t\ne0$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all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R-\{0\}$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equal 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equal to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$\mathbb R-\{0\}$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component-wise; a non-zero solution exists only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$\alpha\vec a+\beta\vec b+\gamma\vec c=\vec0$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component-wise; a non-zero solution exists only when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three component equations: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first two: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equation: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three component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$(1+t)\alpha+(1-t)\beta+t\gamma=0$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$(1-t)\alpha+(1+t)\beta-t\gamma=0$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first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$2\alpha+2\beta=0$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$\alpha-2\alpha+\gamma=0$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equation: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non-trivial solution (indeed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condition holds exactly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$(1+t)\alpha-(1-t)\alpha+t\alpha=3t\alpha=0$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$\alpha=1,\beta=-1,\gamma=1$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non-trivial solution (indeed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b-\vec a=\vec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condition holds exactly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R-\{0\}$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equal 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equal to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$\mathbb R-\{0\}$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(non-coplanar)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'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the definition.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Column operation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a determinant; use it to create a zero or common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direct check that dependence occurs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(non-coplanar)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\vec b\ \vec c]\ne0$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'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$\alpha\vec a+\beta\vec b+\gamma\vec c=\vec0\Rightarrow\alpha=\beta=\gamma=0$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the definition.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Column operation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$C_2\to C_1+C_2$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a determinant; use it to create a zero or common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b-\vec a=\hat k=\vec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direct check that dependence occurs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for every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$(x,y)\in\mathbb R\times\mathbb R-\{(0,0)\}$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$(x\vec{a}+y\vec{b})$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$(6y\vec{a}-18x\vec{b})$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product and perpendicular vectors, Magnitude of the vector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dot product must vanish identically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coefficients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 separately: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dot product must vanish identically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coefficients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$y^2-3x^2$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 separately: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a|^2=3|\vec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holds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 polynomials,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$(x\vec a+y\vec b)\cdot(6y\vec a-18x\vec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$6xy|\vec a|^2-18x^2(\vec a\cdot\vec b)+6y^2(\vec a\cdot\vec b)-18xy|\vec b|^2=0$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$6xy\left(|\vec a|^2-3|\vec b|^2\right)+6(\vec a\cdot\vec b)(y^2-3x^2)=0$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holds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$y^2-3x^2$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 polynomials,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a|^2=3|\vec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b)^2=81\cdot27$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b|=9\cdot3\sqrt3=27\sqrt3$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$27\sqrt3$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Plug in two convenient pairs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comparing coefficients.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Plug in two convenient pairs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comparing coefficients.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$(x,y)=(1,0)$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a\cdot(-18\vec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$(x,y)=(1,1)$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b)\cdot(6\vec a-18\vec b)=6|\vec a|^2-18|\vec b|^2-12\,\vec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a|^2=3|\vec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b|=|\vec a||\vec b|=9\cdot3\sqrt3=27\sqrt3$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$27\sqrt3$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polynomial identity holds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each coefficient (after grouping independent monomials) must vanish; or substitute special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(Lagrange); for perpendicular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isolates pure dot products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polynomial identity holds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each coefficient (after grouping independent monomials) must vanish; or substitute special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(Lagrange); for perpendicular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b|=|\vec a||\vec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$(x,y)=(1,0)$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isolates pure dot products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angle between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$\vec{u}=a\left(\log_e b\right)\hat{i}-6\hat{j}+3\hat{k}$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$\vec{v}=\left(\log_e b\right)\hat{i}+2\hat{j}+2a\left(\log_e b\right)\hat{k}$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$(b&gt;1)$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$\left(-\infty,-\frac{4}{3}\right)$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$\left(-\frac{4}{3},0\right)$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$\left(\frac{12}{7},\infty\right)$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Angle between vectors and scalar product, Sign of a quadratic expression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1716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Angle between vectors and scalar product, Sign of a quadratic expression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is acute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product tends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is acute iff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$\vec{u}\cdot\vec{v}&gt;0$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$\log_e b\to0^+$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product tends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 exactly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$\vec{u}\cdot\vec{v}=a\left(\log_e b\right)^2-12+6a\log_e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$t=\log_e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hold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whatever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there is no such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$y=at^2+6at-12&gt;0$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$y\to-12&lt;0$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hold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whatever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there is no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$\Phi$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on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cannot rescue the constant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on the sign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$at(t+6)$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cannot rescue the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is never acute.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$\vec{u}\cdot\vec{v}=at(t+6)-12$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$t=\log_e 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$at(t+6)\le0$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$\vec{u}\cdot\vec{v}\le-12&lt;0$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is never acute.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$at(t+6)$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$0&lt;t&lt;t_0$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$at_0(t_0+6)=12$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(obtuse 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non-acute angle,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$0&lt;\log_e b&lt;t_0$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(obtuse 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non-acute angle,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$\Phi$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acute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obtuse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not anti-parallel).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required 'for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first tested at the boundary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negative limit kills the condition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a negative value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never positive on all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$\vec{p},\vec{q}\ne\vec{0}$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acute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$\vec{p}\cdot\vec{q}&gt;0$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obtuse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$\vec{p}\cdot\vec{q}&lt;0$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not anti-parallel).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required 'for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first tested at the boundary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negative limit kills the condition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$at^2+bt+c$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a negative value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never positive on all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satisfying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$\vec{a}=3\hat{i}+\hat{j}$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$\vec{a}\times\left(\vec{b}\times\vec{c}\right)=\vec{b}+\lambda\vec{c}$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combination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non-parallel vectors let us equate coefficients.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$\vec{a}\times(\vec{b}\times\vec{c})$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combination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non-parallel vectors let us equate coefficients.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$\vec{a}\times(\vec{b}\times\vec{c})=(\vec{a}\cdot\vec{c})\vec{b}-(\vec{a}\cdot\vec{b})\vec{c}$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$(\vec{a}\cdot\vec{c})\vec{b}-(\vec{a}\cdot\vec{b})\vec{c}=\vec{b}+\lambda\vec{c}$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$\left(\vec{a}\cdot\vec{c}-1\right)\vec{b}=\left(\lambda+\vec{a}\cdot\vec{b}\right)\vec{c}$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non-parallel, both coefficients vanish: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non-parallel, both coefficients vanish: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$\vec{a}\cdot\vec{b}=(3\hat{i}+\hat{j})\cdot(\hat{i}+2\hat{j}+\hat{k})=3+2=5$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result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how coefficients are compared.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general; bracket position matters.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$\vec{a}\times(\vec{b}\times\vec{c})=(\vec{a}\cdot\vec{c})\vec{b}-(\vec{a}\cdot\vec{b})\vec{c}$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result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$x\vec{b}+y\vec{c}=\vec{0}$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how coefficients are compared.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$\vec{a}\times(\vec{b}\times\vec{c})\ne(\vec{a}\times\vec{b})\times\vec{c}$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general; bracket position matters.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unit vectors such that the angle between them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the vectors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unit vectors such that the angle between them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$\left(\hat{a}+\hat{b}\right)$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$\left(\hat{a}+2\hat{b}+2\left(\hat{a}\times\hat{b}\right)\right)$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$164\cos^2\theta$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$90+27\sqrt{2}$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$45+18\sqrt{2}$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$90+3\sqrt{2}$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$54+90\sqrt{2}$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 of unit vectors, Angle between two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kills every cross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$\hat{c}=\hat{a}\times\hat{b}$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$|\hat{c}|=\sin\frac{\pi}{4}$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kills every cross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$\hat{a}\cdot\hat{b}=\cos\frac{\pi}{4}=\frac{1}{\sqrt{2}}$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$|\hat{a}+\hat{b}|^2=2+2\hat{a}\cdot\hat{b}=2+\sqrt{2}$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$\vec{c}=\hat{a}\times\hat{b}$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$|\vec{c}|=\sin\frac{\pi}{4}=\frac{1}{\sqrt{2}}$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$\vec{c}\cdot\hat{a}=0$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$\vec{c}\cdot\hat{b}=0$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$|\hat{a}+2\hat{b}+2\vec{c}|^2=1+4+4|\vec{c}|^2+4\hat{a}\cdot\hat{b}+8\hat{b}\cdot\vec{c}+4\vec{c}\cdot\hat{a}=5+2+\frac{4}{\sqrt{2}}=7+2\sqrt{2}$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$(\hat{a}+\hat{b})\cdot(\hat{a}+2\hat{b}+2\vec{c})=|\hat{a}|^2+2\hat{a}\cdot\hat{b}+\hat{b}\cdot\hat{a}+2|\hat{b}|^2=3+\frac{3}{\sqrt{2}}$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$\cos\theta=\frac{3+\frac{3}{\sqrt{2}}}{\sqrt{2+\sqrt{2}}\sqrt{7+2\sqrt{2}}}$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$\cos^2\theta=\frac{9(\sqrt{2}+1)^2}{2(2+\sqrt{2})(7+2\sqrt{2})}$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$2+\sqrt{2}=\sqrt{2}(\sqrt{2}+1)$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$\cos^2\theta=\frac{9}{2\sqrt{2}}\cdot\frac{\sqrt{2}+1}{7+2\sqrt{2}}$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rationalise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rationalise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$7-2\sqrt{2}$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$(7+2\sqrt{2})(7-2\sqrt{2})=41$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$164\cos^2\theta=\frac{82\cdot9}{\sqrt{2}}\cdot\frac{(\sqrt{2}+1)(7-2\sqrt{2})}{41}$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$(\sqrt{2}+1)(7-2\sqrt{2})=5\sqrt{2}+3$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$164\cos^2\theta=9\sqrt{2}\,(5\sqrt{2}+3)=90+27\sqrt{2}$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$90+27\sqrt{2}$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Pick coordinates: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Pick coordinates: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$\hat{a}=(1,0,0)$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$\hat{b}=\left(\frac{1}{\sqrt{2}},\frac{1}{\sqrt{2}},0\right)$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$\hat{a}\times\hat{b}=\left(0,0,\frac{1}{\sqrt{2}}\right)$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Place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$\hat{a}=(1,0,0)$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$\hat{b}=\left(\frac{1}{\sqrt{2}},\frac{1}{\sqrt{2}},0\right)$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$\hat{a}\times\hat{b}=\left(0,0,\frac{1}{\sqrt{2}}\right)$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$\vec{p}=\hat{a}+\hat{b}=\left(1+\frac{1}{\sqrt{2}},\frac{1}{\sqrt{2}},0\right)$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$\vec{q}=\hat{a}+2\hat{b}+2(\hat{a}\times\hat{b})=\left(1+\sqrt{2},\sqrt{2},\sqrt{2}\right)$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$\vec{p}\cdot\vec{q}=\left(1+\frac{1}{\sqrt{2}}\right)(1+\sqrt{2})+1=3+\frac{3}{\sqrt{2}}$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$|\vec{p}|^2=2+\sqrt{2}$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$|\vec{q}|^2=(1+\sqrt{2})^2+4=7+2\sqrt{2}$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164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numerically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li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top and bottom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$164\cos^2\theta=\frac{164\left(3+\frac{3}{\sqrt{2}}\right)^2}{(2+\sqrt{2})(7+2\sqrt{2})}$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$\left(3+\tfrac{3}{\sqrt2}\right)^2=\tfrac{9(3+2\sqrt2)}{2}$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$\frac{738(3+2\sqrt{2})}{(2+\sqrt{2})(7+2\sqrt{2})}$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$(2+\sqrt{2})(7+2\sqrt{2})=18+11\sqrt{2}$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$18-11\sqrt{2}$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$(18+11\sqrt{2})(18-11\sqrt{2})=324-242=82$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$(3+2\sqrt{2})(18-11\sqrt{2})=54-33\sqrt{2}+36\sqrt{2}-44=10+3\sqrt{2}$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$\frac{738(10+3\sqrt{2})}{82}=9(10+3\sqrt{2})=90+27\sqrt{2}$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27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$90+27\sqrt{2}$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right-handed orthogonal triad: a convenient coordinate frame is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at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$\vec{a}\times\vec{b}\perp\vec{a}$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$|\vec{a}\times\vec{b}|=|\vec{a}||\vec{b}|\sin\phi$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right-handed orthogonal triad: a convenient coordinate frame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$\hat{i},\hat{j},\hat{k}$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unit vectors at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$|\hat{a}+\hat{b}|^2=2+2\cos\phi$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$|\hat{a}-\hat{b}|^2=2-2\cos\phi$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$\frac{1}{p+q\sqrt{2}}$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$(p+q\sqrt{2})(p-q\sqrt{2})=p^2-2q^2$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the product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$(1,\lambda,8)$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the product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$\frac{59}{8}$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$\frac{57}{8}$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$\frac{95}{8}$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four points (scalar triple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the scalar triple product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the scalar triple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$\left[\overrightarrow{AB}\ \overrightarrow{AC}\ \overrightarrow{AD}\right]=0$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Coplanarity means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$A(2,3,9)$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$B(5,2,1)$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$C(1,\lambda,8)$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$D(\lambda,2,3)$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$\left[\overrightarrow{AB}\ \overrightarrow{AC}\ \overrightarrow{AD}\right]=0$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$\overrightarrow{AB}=(3,-1,-8)$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$\overrightarrow{AC}=(-1,\lambda-3,-1)$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$\overrightarrow{AD}=(\lambda-2,-1,-6)$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$\left|\begin{matrix}3&amp;-1&amp;-8\\-1&amp;\lambda-3&amp;-1\\\lambda-2&amp;-1&amp;-6\end{matrix}\right|=0$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$3\left[-6(\lambda-3)-1\right]+1\left[6+(\lambda-2)\right]-8\left[1-(\lambda-3)(\lambda-2)\right]=0$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discriminant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roots are real and the product of the values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$3(-6\lambda+17)+(\lambda+4)-8\left(-\lambda^2+5\lambda-5\right)=0$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$-18\lambda+51+\lambda+4+8\lambda^2-40\lambda+40=0$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$8\lambda^2-57\lambda+95=0$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$57^2-4\cdot8\cdot95=209&gt;0$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roots are real and the product of the values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$\lambda_1\lambda_2=\frac{95}{8}$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$\frac{95}{8}$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coplanar concurrent vectors such that angles between any two of them is same. If the product of their magnitudes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coplanar concurrent vectors such that angles between any two of them is same. If the product of their magnitudes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$\left(\vec{a}\times\vec{b}\right)\cdot\left(\vec{b}\times\vec{c}\right)+\left(\vec{b}\times\vec{c}\right)\cdot\left(\vec{c}\times\vec{a}\right)+\left(\vec{c}\times\vec{a}\right)\cdot\left(\vec{a}\times\vec{b}\right)=168$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$|\vec{a}|+|\vec{b}|+|\vec{c}|$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product of two cross products, Coplanar vectors and angle between them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coplanar vectors with equal pairwise angles the angle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coplanar vectors with equal pairwise angles the angle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$(\vec{a}\times\vec{b})\cdot(\vec{b}\times\vec{c})=(\vec{a}\cdot\vec{b})(\vec{b}\cdot\vec{c})-(\vec{a}\cdot\vec{c})(\vec{b}\cdot\vec{b})$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Coplanar with equal pairwise angles means each angle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Coplanar with equal pairwise angles means each 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$\vec{a}\cdot\vec{b}=-\frac{1}{2}ab$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$\vec{b}\cdot\vec{c}=-\frac{1}{2}bc$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$\vec{c}\cdot\vec{a}=-\frac{1}{2}ca$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$(\vec{a}\times\vec{b})\cdot(\vec{b}\times\vec{c})=(\vec{a}\cdot\vec{b})(\vec{b}\cdot\vec{c})-(\vec{a}\cdot\vec{c})(\vec{b}\cdot\vec{b})$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$=\frac{1}{4}ab^2c+\frac{1}{2}ab^2c=\frac{3}{4}ab^2c$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$(\vec{b}\times\vec{c})\cdot(\vec{c}\times\vec{a})=\frac{3}{4}abc^2$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$(\vec{c}\times\vec{a})\cdot(\vec{a}\times\vec{b})=\frac{3}{4}a^2bc$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$168=\frac{3}{4}abc\,(a+b+c)$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$168=\frac{3}{4}\cdot14\,(a+b+c)$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$a+b+c=\frac{168\cdot4}{42}=16$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vectors give cross products all along one normal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dot product is just a product of magnitudes.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vectors give cross products all along one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dot product is just a product of magnitudes.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vectors lie in one plane,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parallel to the same unit normal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(angles measured in the same sense).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angle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likewise for the others.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and in the same direction,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vectors lie in one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parallel to the same unit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(angles measured in the same sense).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$\vec{a}\times\vec{b}=ab\sin120^\circ\,\hat{n}=\frac{\sqrt{3}}{2}ab\,\hat{n}$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likewise for the others.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and in the same direction,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$(\vec{a}\times\vec{b})\cdot(\vec{b}\times\vec{c})=\frac{3}{4}ab\cdot bc=\frac{3}{4}ab^2c$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two terms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two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$\frac{3}{4}abc^2$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$\frac{3}{4}a^2bc$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$\frac{3}{4}abc(a+b+c)$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$168=\frac{3}{4}\cdot14\cdot(a+b+c)\Rightarrow a+b+c=16$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coplanar vectors with equal pairwise angles are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other (and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magnitudes are equal).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Lagrange/Binet-Cauchy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products of coplanar vectors are all parallel to the plane's normal, so their dot products are products of magnitudes with a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magnitudes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coplanar vectors with equal pairwise angles are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other (and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$\vec{a}+\vec{b}+\vec{c}=\vec{0}$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magnitudes are equal).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Lagrange/Binet-Cauchy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$(\vec{a}\times\vec{b})\cdot(\vec{c}\times\vec{d})=(\vec{a}\cdot\vec{c})(\vec{b}\cdot\vec{d})-(\vec{a}\cdot\vec{d})(\vec{b}\cdot\vec{c})$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products of coplanar vectors are all parallel to the plane's normal, so their dot products are products of magnitudes with a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magnitudes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$3,2,\frac{7}{3}$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$\frac{3}{4}\cdot14\cdot\frac{22}{3}=77$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perpendicular distance of the plane containing the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perpendicular distance of the plane containing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$\vec{r}=(\hat{i}+\hat{j})+\lambda\left(\hat{i}+a\hat{j}-\hat{k}\right)$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$\vec{r}=(\hat{i}+\hat{j})+\mu\left(-\hat{i}+\hat{j}-a\hat{k}\right)$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 containing two lines,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lines pass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plane's normal is the cross product of the two direction vectors.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lines pass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plane's normal is the cross product of the two direction vectors.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lines pass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direction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lines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direction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$(1,a,-1)$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$\left|\begin{matrix}\hat{i}&amp;\hat{j}&amp;\hat{k}\\1&amp;a&amp;-1\\-1&amp;1&amp;-a\end{matrix}\right|=\hat{i}\left(1-a^2\right)-\hat{j}(-a-1)+\hat{k}(1+a)$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$(1+a)\left[(1-a)\hat{i}+\hat{j}+\hat{k}\right]$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$\vec{n}=(1-a)\hat{i}+\hat{j}+\hat{k}$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$(1-a)(x-1)+(y-1)+z=0$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$(1-a)x+y+z+a-2=0$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$d=\frac{|2(1-a)+1+4+a-2|}{\sqrt{(1-a)^2+2}}=\frac{|5-a|}{\sqrt{a^2-2a+3}}=\sqrt{3}$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$(5-a)^2=3\left(a^2-2a+3\right)$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$25-10a+a^2=3a^2-6a+9$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$2a^2+4a-16=0\Rightarrow a^2+2a-8=0\Rightarrow(a+4)(a-2)=0$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through a common point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the plane through that point with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parametric cross product that factorises,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signals the degenerate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 lines, no unique plane); always test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lines meet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through a common point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$\vec{d}_1,\vec{d}_2$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the plane through that point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$px+qy+rz+s=0$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$\frac{|px_1+qy_1+rz_1+s|}{\sqrt{p^2+q^2+r^2}}$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parametric cross product that factorises,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$(1+a)(\ldots)$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signals the degenerate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 lines, no unique plane); always test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lines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$d=|\overrightarrow{MQ}\cdot\hat{n}|$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non-coplanar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non-coplanar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$\vec{a}\times\vec{b}=4\vec{c}$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$\vec{b}\times\vec{c}=9\vec{a}$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$\vec{c}\times\vec{a}=\alpha\vec{b}$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$|\vec{a}|+|\vec{b}|+|\vec{c}|=36$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of mutually perpendicular vectors, Magnitudes from vector product relations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cross product is perpendicular to both factors,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mutually perpendicular and their magnitudes satisfy simple product relations.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cross product is perpendicular to both factors,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mutually perpendicular and their magnitudes satisfy simple product relations.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and the magnitudes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the first two: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$\vec{a}\times\vec{b}=4\vec{c}$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$\vec{b}\times\vec{c}=9\vec{a}$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and the magnitudes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$|\vec{a}||\vec{b}|=4|\vec{c}|$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$|\vec{b}||\vec{c}|=9|\vec{a}|$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$|\vec{c}||\vec{a}|=\alpha|\vec{b}|$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the first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$\frac{|\vec{a}|}{|\vec{c}|}=\frac{4|\vec{c}|}{9|\vec{a}|}$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$9|\vec{a}|^2=4|\vec{c}|^2$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$\frac{|\vec{c}|}{|\vec{a}|}=\frac{3}{2}$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$|\vec{c}|=\frac{3\lambda}{2}$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$|\vec{b}||\vec{c}|=9|\vec{a}|$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$|\vec{b}|\cdot\frac{3\lambda}{2}=9\lambda$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$|\vec{a}|+|\vec{b}|+|\vec{c}|=36$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$\lambda+6+\frac{3\lambda}{2}=36$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$\frac{5}{2}\lambda=30$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$\alpha=\frac{|\vec{c}||\vec{a}|}{|\vec{b}|}=\frac{18\times12}{6}=36$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first two magnitude relations: the factors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falls out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first two magnitude relations: the factors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$|\vec{a}||\vec{c}|$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falls out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(mutually perpendicular triple):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first two: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$z=|\vec{c}|$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(mutually perpendicular triple):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$xy=4z$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$yz=9x$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$zx=\alpha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first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$xy^2z=36xz$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$xz\ne0$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$6x=4z$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$z=\frac{3x}{2}$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$x+6+\frac{3x}{2}=36\Rightarrow x=12$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$\alpha=\frac{zx}{y}=\frac{18\cdot12}{6}=36$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$\vec{a}=12\hat{i}$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$\vec{b}=6\hat{j}$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$\vec{c}=18\hat{k}$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$\vec{a}\times\vec{b}=72\hat{k}=4\vec{c}$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$\vec{b}\times\vec{c}=108\hat{i}=9\vec{a}$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$\vec{c}\times\vec{a}=216\hat{j}=36\vec{b}$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cyclic set of three such relations makes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mutually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perpendicular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relation turns into a product of magnitudes.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(or dividing) cyclic product relations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isolates one variable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Right-handed orthogonal triple: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makes the data easy to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$\vec{a}\times\vec{b}=k\vec{c}$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$\vec{c}\perp\vec{a}$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cyclic set of three such relations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mutually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perpendicular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$|\vec{a}\times\vec{b}|=|\vec{a}||\vec{b}|$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relation turns into a product of magnitudes.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(or dividing) cyclic product relations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$xy=4z$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$yz=9x$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isolates one variable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Right-handed orthogonal triple: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$\vec{a}=x\hat{i}$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$\vec{b}=y\hat{j}$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$\vec{c}=z\hat{k}$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makes the data easy to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$|\vec{a}+\vec{b}|^2=|\vec{a}|^2+2|\vec{b}|^2$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product of two vectors (Lagrange identity)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$|\vec{a}+\vec{b}|^2$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$|\vec{a}\times\vec{b}|^2=|\vec{a}|^2|\vec{b}|^2-(\vec{a}\cdot\vec{b})^2$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is given to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$|\vec{a}+\vec{b}|^2=|\vec{a}|^2+|\vec{b}|^2+2\vec{a}\cdot\vec{b}$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is given to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$|\vec{a}|^2+2|\vec{b}|^2$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$|\vec{b}|^2=2\vec{a}\cdot\vec{b}=2\times3=6$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$|\vec{a}\times\vec{b}|^2=|\vec{a}|^2|\vec{b}|^2-(\vec{a}\cdot\vec{b})^2=75$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$6|\vec{a}|^2-9=75$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$|\vec{a}|^2=\frac{84}{6}=14$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$|\vec{a}\times\vec{b}|^2+(\vec{a}\cdot\vec{b})^2=|\vec{a}|^2|\vec{b}|^2$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$\sin^2\theta+\cos^2\theta=1$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$|\vec{a}\pm\vec{b}|^2=|\vec{a}|^2+|\vec{b}|^2\pm2\vec{a}\cdot\vec{b}$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$\tan\theta=\frac{|\vec{a}\times\vec{b}|}{\vec{a}\cdot\vec{b}}$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$\tan\theta=\frac{5\sqrt{3}}{3}$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the straight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 containing the straight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the straight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$\frac{x-3}{9}=\frac{y+4}{-1}=\frac{z-7}{-5}$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 containing the straight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$\frac{x}{2}=\frac{y}{3}=\frac{z}{5}$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$\frac{x}{3}=\frac{y}{7}=\frac{z}{8}$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$(2,-5,11)$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containing a line and perpendicular to a plane,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both to the given line's direction and to the normal of the other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both to the given line's direction and to the normal of the other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$\frac{x}{2}=\frac{y}{3}=\frac{z}{5}$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$\frac{x}{3}=\frac{y}{7}=\frac{z}{8}$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 a,b,c\rangle$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$2a+3b+5c=0$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$3a+7b+8c=0$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perpendicular to the line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 (equivalently, the cross product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$\frac{a}{24-35}=\frac{b}{15-16}=\frac{c}{14-9}$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 a,b,c\rangle\propto\langle-11,-1,5\rangle$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$\langle11,1,-5\rangle$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 a_1,b_1,c_1\rangle$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perpendicular to the line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$9a_1-b_1-5c_1=0$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$11a_1+b_1-5c_1=0$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 (equivalently, the cross product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$\frac{a_1}{(-1)(-5)-(-5)(1)}=\frac{b_1}{(-5)(11)-(9)(-5)}=\frac{c_1}{9\cdot1-(-1)(11)}$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$\frac{a_1}{10}=\frac{b_1}{-10}=\frac{c_1}{20}$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$\langle1,-1,2\rangle$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$1(x-3)-1(y+4)+2(z-7)=0$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$x-y+2z-21=0$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$(2,-5,11)$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$d=\frac{|2+5+22-21|}{\sqrt{6}}=\frac{8}{\sqrt{6}}$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$d^2=\frac{64}{6}=\frac{32}{3}$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line: no plane equation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$|[\overrightarrow{AR},\vec{d},\vec{n}_1]|/|\vec{d}\times\vec{n}_1|$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$A(3,-4,7)$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line: no plane equation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normal of the second plane;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direction;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$\vec{n}_1=(11,1,-5)$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normal of the second plane;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$\vec{d}=(9,-1,-5)$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direction;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$A=(3,-4,7)$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$R=(2,-5,11)$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$\vec{N}=\vec{d}\times\vec{n}_1=(5+5,-55+45,9+11)=(10,-10,20)$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$\overrightarrow{AR}=(-1,-1,4)$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$\overrightarrow{AR}\cdot\vec{N}=-10+10+80=80$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$|\vec{N}|^2=100+100+400=600$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$d^2=\frac{80^2}{600}=\frac{6400}{600}=\frac{32}{3}$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containing a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perpendicular to a plane (normal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two lines/points through the origin with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 normal against both conditions: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containing a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perpendicular to a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$=\vec{d}\times\vec{n}_1$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two lines/points through the origin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$\vec{p},\vec{q}$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$d=\frac{|\overrightarrow{AR}\cdot\vec{N}|}{|\vec{N}|}$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 normal against both conditions: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$(1,-1,2)\cdot(9,-1,-5)=9+1-10=0$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$(1,-1,2)\cdot(11,1,-5)=11-1-10=0$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two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passes through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two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$x-y+2z=4$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$Q(a,a,2)$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$(PQ)^2$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perpendicular to two planes,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plane perpendicular to two planes has normal equal to the cross product of their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normals are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planes, so its normal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$\vec{n}_1=(2,-2,1)$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planes,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$\vec{n}_3=\vec{n}_1\times\vec{n}_2$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$\vec{n}_3=(-4+1,\ 1-4,\ -2+2)=(-3,-3,0)$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$(x-1)(-3)+(y+1)(-3)+0=0$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$Q(a,a,2)$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$\frac{|a+a|}{\sqrt{2}}=\frac{|2a|}{\sqrt{2}}=\sqrt{2}\,|a|$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signs give the same value):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$\sqrt{2}|a|=3\sqrt{2}$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$PQ^2=(a-1)^2+(a+1)^2+(2-1)^2=2a^2+2+1=2a^2+3$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signs give the same value):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$PQ^2=18+3=21$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both normal directions).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point depends on a parameter and the distance is given, the absolute value gives two symmetric parameter values; check whether the final quantity depends on the sign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$\vec{n}_1,\vec{n}_2$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both normal directions).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$px+qy+rz+s=0$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$\frac{|px_1+qy_1+rz_1+s|}{\sqrt{p^2+q^2+r^2}}$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point depends on a parameter and the distance is given, the absolute value gives two symmetric parameter values; check whether the final quantity depends on the sign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$\frac{x+7}{-6}=\frac{y-6}{7}=z$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$\frac{7-x}{2}=y-2=z-6$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$\sqrt{\frac{37}{29}}$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$\frac{\sqrt{29}}{2}$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both lines as point plus direction (the second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use the shortest-distance formula for skew lines.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both lines as point plus direction (the second has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$(-2,1,1)$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use the shortest-distance formula for skew lines.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$L_1:\frac{x+7}{-6}=\frac{y-6}{7}=\frac{z-0}{1}$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$\vec{a}_1=(-7,6,0)$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$\vec{b}_1=(-6,7,1)$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$L_2:\frac{x-7}{-2}=\frac{y-2}{1}=\frac{z-6}{1}$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$\vec{a}_2=(7,2,6)$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$\vec{b}_2=(-2,1,1)$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$\vec{b}_1\times\vec{b}_2=(7-1,\ -2+6,\ -6+14)=(6,4,8)$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$\vec{a}_1-\vec{a}_2=(-14,4,-6)$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$=\frac{|(\vec{a}_1-\vec{a}_2)\cdot(\vec{b}_1\times\vec{b}_2)|}{|\vec{b}_1\times\vec{b}_2|}=\frac{|(-14,4,-6)\cdot(3,2,4)|}{\sqrt{9+4+16}}$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$=\frac{|-42+8-24|}{\sqrt{29}}=\frac{58}{\sqrt{29}}=2\sqrt{29}$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$2\sqrt{29}$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Minimise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the two line parameters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(calculus); at the minimum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both lines.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Minimise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$|P_1P_2|^2$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the two line parameters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$s,t$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(calculus); at the minimum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both lines.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$P_1=(-7-6s,\ 6+7s,\ 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$P_2=(7-2t,\ 2+t,\ 6+t)$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$D=|P_1P_2|^2=86s^2-40st+6t^2+212s-52t+248$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 D}{\partial s}=172s-40t+212=0$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 D}{\partial t}=-40s+12t-52=0$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expected,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$P_1=(-1,-1,-1)$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$P_2=(5,3,7)$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$P_1P_2=(6,4,8)$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$\vec{b}_1\times\vec{b}_2$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expected,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$D_{\min}=36+16+64=116$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$=\sqrt{116}=2\sqrt{29}$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$2\sqrt{29}$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intersect (or are parallel and coincide).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Normalise each line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coefficients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reading the direction: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direction component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Scaling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any non-zero constant does not change the ratio, so halve it to keep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$\vec{r}=\vec{a}_1+s\vec{b}_1$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$\vec{r}=\vec{a}_2+t\vec{b}_2$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$\frac{|(\vec{a}_2-\vec{a}_1)\cdot(\vec{b}_1\times\vec{b}_2)|}{|\vec{b}_1\times\vec{b}_2|}$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intersect (or are parallel and coincide).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Normalise each line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$\frac{x-x_0}{l}=\frac{y-y_0}{m}=\frac{z-z_0}{n}$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coefficients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reading the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$\frac{7-x}{2}$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direction 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$\vec{b}_1\times\vec{b}_2$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any non-zero constant does not change the ratio, so halve it to keep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$\frac{|\vec{b}\times(\vec{a}_2-\vec{a}_1)|}{|\vec{b}|}$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length of the perpendicular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passing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length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$x+y-z=0=x-2y+3z-5$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$\sqrt{\frac{21}{2}}$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$\sqrt{\frac{9}{2}}$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$\sqrt{\frac{73}{2}}$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of a line from two planes, Length of perpendicular from a point to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line given as the intersection of two planes is parallel to the cross product of their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$Q=(1,-2,5)$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$x+y-z=0=x-2y+3z-5$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$\vec{b}=(1,1,-1)\times(1,-2,3)$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$\vec{b}=(3-2,\ -(3+1),\ -2-1)=(1,-4,-3)$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$\frac{x-1}{1}=\frac{y-2}{-4}=\frac{z-4}{-3}$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$N=(\lambda+1,\ -4\lambda+2,\ -3\lambda+4)$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$\overrightarrow{QN}=(\lambda,\ -4\lambda+4,\ -3\lambda-1)$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$\overrightarrow{QN}\perp\vec{b}$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$\lambda-4(-4\lambda+4)-3(-3\lambda-1)=0\Rightarrow\lambda+16\lambda-16+9\lambda+3=0\Rightarrow26\lambda=13$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$\overrightarrow{QN}=\left(\frac{1}{2},\ 2,\ -\frac{5}{2}\right)$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$|\overrightarrow{QN}|=\sqrt{\frac{1}{4}+4+\frac{25}{4}}=\sqrt{\frac{21}{2}}$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$\sqrt{\frac{21}{2}}$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Point-to-line distance via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- no foot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Point-to-line distance via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$\dfrac{|\overrightarrow{QP}\times\vec{b}|}{|\vec{b}|}$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- no foot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$\overrightarrow{QP}=P-Q=(0,4,-1)$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$\vec{b}=(1,-4,-3)$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$\overrightarrow{QP}\times\vec{b}=(4(-3)-(-1)(-4),\ -1\cdot1-0\cdot(-3),\ 0\cdot(-4)-4\cdot1)=(-16,-1,-4)$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$|\overrightarrow{QP}\times\vec{b}|^2=256+1+16=273$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$|\vec{b}|^2=1+16+9=26$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$^2=\frac{273}{26}=\frac{21}{2}$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$\sqrt{\frac{21}{2}}$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$\sqrt{\frac{21}{2}}$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works).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$\{a_1x+b_1y+c_1z+d_1=0,\ a_2x+b_2y+c_2z+d_2=0\}$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$\frac{|\overrightarrow{PQ}\times\vec{b}|}{|\vec{b}|}$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works).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$N=P+\frac{\overrightarrow{PQ}\cdot\vec{b}}{|\vec{b}|^2}\vec{b}$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$\frac{(0,-4,1)\cdot(1,-4,-3)}{26}=\frac{13}{26}=\frac{1}{2}$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intersection of two mutually perpendicular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intercepts a unit length on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the intercept made by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intersection of two mutually perpendicular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$2x+ky-5z=1$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$3kx-ky+z=5$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intercepts a unit length on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the intercept made by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intersection of two planes, Intercepts of a plane on the axes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two planes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imposing the x-intercept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read the y-intercept.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two planes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imposing the x-intercept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read the y-intercept.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planes are perpendicular,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planes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their intersection: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planes are perpendicular,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$2(3k)+k(-k)+(-5)(1)=0$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$k^2-6k+5=0$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planes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$3x-y+z-5=0$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their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$2x+y-5z-1+\lambda\left(3x-y+z-5\right)=0$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x-intercept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y-intercept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$(2+3\lambda)x+(1-\lambda)y+(\lambda-5)z=1+5\lambda$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$\frac{x}{\frac{5\lambda+1}{2+3\lambda}}+\frac{y}{\frac{5\lambda+1}{1-\lambda}}+\frac{z}{\frac{5\lambda+1}{\lambda-5}}=1$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x-intercept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$\frac{5\lambda+1}{2+3\lambda}=1\Rightarrow5\lambda+1=2+3\lambda\Rightarrow\lambda=\frac{1}{2}$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y-intercept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$\frac{5\lambda+1}{1-\lambda}=\frac{\frac{7}{2}}{\frac{1}{2}}=7$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Pass the plane through three explicit points: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two points of the line of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Pass the plane through three explicit points: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two points of the line of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of the common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x-intercept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$5x-4z=6$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of the common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$y=1-\frac{12}{5}=-\frac{7}{5}$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x-intercept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$B\left(\frac{6}{5},-\frac{7}{5},0\right)$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y-intercept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$\overrightarrow{AB}\times\overrightarrow{AC}=\left(\frac{1}{5},-\frac{7}{5},0\right)\times(1,2,1)=\left(-\frac{7}{5},-\frac{1}{5},\frac{9}{5}\right)$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$-7(x-1)-y+9z=0$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$7x+y-9z=7$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y-intercept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intercepts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axes.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$px+qy+rz=s$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$\frac{s}{p},\frac{s}{q},\frac{s}{r}$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axes.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$a_1x+b_1y+c_1z=d_1$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$a_2x+b_2y+c_2z=d_2$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$a_1a_2+b_1b_2+c_1c_2=0$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length of the perpendicular drawn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line,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length of the perpendicular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$P(a,4,2)$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$\frac{x+1}{2}=\frac{y-3}{3}=\frac{z-1}{-1}$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$Q(\alpha_1,\alpha_2,\alpha_3)$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line,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$a+\sum_{i=1}^{3}\alpha_i$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and image of a point in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foot as a point on the line with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the perpendicularity and the given length, then the image is the reflection through the foot.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foot as a point on the line with parameter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the perpendicularity and the given length, then the image is the reflection through the foot.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(the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 (the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$(2\lambda-1,\ 3\lambda+3,\ -\lambda+1)$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$(2\lambda-1-a)\cdot2+(3\lambda-1)\cdot3+(-\lambda-1)(-1)=0\Rightarrow14\lambda-4-2a=0$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$7\lambda-2-a=0$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$a=7\lambda-2$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$(2\lambda-1-a)^2+(3\lambda-1)^2+(\lambda+1)^2=24$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$a=7\lambda-2$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$2\lambda-1-a=-5\lambda+1$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$(5\lambda-1)^2+(3\lambda-1)^2+(\lambda+1)^2=24$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$35\lambda^2-14\lambda+3=24\Rightarrow35\lambda^2-14\lambda-21=0\Rightarrow(\lambda-1)(35\lambda+21)=0$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rejected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$\lambda=-\frac{3}{5}$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$a=-\frac{31}{5}&lt;0$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rejected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$P=(5,4,2)$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$\frac{\alpha_1+5}{2}=1$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$\frac{\alpha_2+4}{2}=6$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$\frac{\alpha_3+2}{2}=0$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$Q=(-3,8,-2)$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$a+\alpha_1+\alpha_2+\alpha_3=5-3+8-2=8$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Point-to-line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without a foot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Point-to-line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$\frac{|\overrightarrow{AP}\times\vec{d}|}{|\vec{d}|}=2\sqrt{6}$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without a foot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$\overrightarrow{AP}=(a+1,1,1)$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$\overrightarrow{AP}\times\vec{d}=(1\cdot(-1)-1\cdot3,\ 1\cdot2+(a+1),\ 3(a+1)-2)=(-4,\ a+3,\ 3a+1)$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$|\overrightarrow{AP}\times\vec{d}|^2=(2\sqrt{6})^2\cdot14=336$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$16+(a+3)^2+(3a+1)^2=336$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$10a^2+12a+26=336\Rightarrow5a^2+6a-155=0\Rightarrow(a-5)(5a+31)=0$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$M=A+\frac{\overrightarrow{AP}\cdot\vec{d}}{14}\vec{d}$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$\overrightarrow{AP}=(6,1,1)$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$\overrightarrow{AP}\cdot\vec{d}=14$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$Q=2M-P=(-3,8,-2)$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$a+\sum\alpha_i=5-3+8-2=8$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avoids a parameter altogether.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there to discard one root of the quadratic; always test the other root against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$Q=2M-P$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$M=A+\frac{\overrightarrow{AP}\cdot\vec{d}}{|\vec{d}|^2}\vec{d}$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$\frac{|\overrightarrow{AP}\times\vec{d}|}{|\vec{d}|}$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avoids a parameter altogether.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there to discard one root of the quadratic; always test the other root against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166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makes an angle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direction cosines of the line are: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166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makes an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direction cosines of the line are: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$\frac{1}{\sqrt2},\frac{1}{\sqrt2},0$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$\frac{1}{\sqrt2},-\frac{1}{\sqrt2},0$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$\frac{1}{\sqrt5},-\frac{2}{\sqrt5},0$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$\frac12,-\frac{\sqrt3}{2},0$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two planes, Angle between a line and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direction ratios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angle condition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direction ratios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$(b,-a,0)$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angle condition reduces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$b=\pm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 n_1\times\vec n_2=(a,b,0)\times(a,b,c)=bc\,\hat{i}-ac\,\hat{j}$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$b,\,-a,\,0$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plane, so it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normal: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direction ratios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$0,\,1,\,-1$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plane, so it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normal: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$\cos60^\circ=\frac{|-a|}{\sqrt2\sqrt{b^2+a^2}}=\frac12$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$\frac{|a|}{\sqrt{a^2+b^2}}=\frac{1}{\sqrt2}$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$b=\pm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$(a,-a,0)\propto(1,-1,0)$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$\pm\left(\frac{1}{\sqrt2},-\frac{1}{\sqrt2},0\right)$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(A), which also satisfies the data; the intended key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$(-a,-a,0)$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$\pm\left(\frac{1}{\sqrt2},\frac{1}{\sqrt2},0\right)$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(A), which also satisfies the data; the intended key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$\frac{1}{\sqrt2},-\frac{1}{\sqrt2},0$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direction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 lies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use only the angle condition, without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direction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$(l,m,0)$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 lies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use only the angle condition, without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planes contain the line, so its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planes contain the line, so its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$\sin30^\circ=\frac{|m\cdot1+0\cdot(-1)|}{\sqrt2}$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too, so the direction cosines are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pattern follows from the planes: the line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choice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$|l|=\frac{1}{\sqrt2}$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too, so the direction cosines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$\left(\pm\frac{1}{\sqrt2},\pm\frac{1}{\sqrt2},0\right)$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pattern follows from the planes: the line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choice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$\left(\frac{1}{\sqrt2},-\frac{1}{\sqrt2},0\right)$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$\frac{1}{\sqrt2},-\frac{1}{\sqrt2},0$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plane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angle with the normal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direction,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other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forces the common line to lie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for sign ambiguity: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directions; always test whether more than one option fits.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r=d_1$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n_2\cdot\vec r=d_2$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 d\cdot\vec n|}{|\vec d||\vec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angle with 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direction,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other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forces the common line to lie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for sign ambiguity: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$|a|=|b|$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directions; always test whether more than one option fits.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a point on 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which one of the following curves?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a point on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which one of the following curves?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$(6x+5y-12)^2+4(3x+7y-8)^2=1,\ z=6-2x-3y$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$(5x+6y-12)^2+4(3x+5y-9)^2=1,\ z=6-2x-3y$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$(6x+5y-14)^2+9(3x+5y-7)^2=1,\ z=6-2x-3y$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$(5x+6y-14)^2+9(3x+7y-8)^2=1,\ z=6-2x-3y$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from a point to a plane, Locus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circle point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find its foot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solving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linearly.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circle point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$(\cos\theta,\sin\theta,0)$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find its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$(h,k,w)$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solving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$\cos\theta,\sin\theta$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linearly.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lies along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$(\cos\theta,\sin\theta,0)$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$(h,k,w)$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lies along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$\frac{h-\cos\theta}{2}=\frac{k-\sin\theta}{3}=\frac{w-0}{1}$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ratio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(plane value at the point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(determinant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ratio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$-\frac{2\cos\theta+3\sin\theta-6}{14}$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(plane value at the point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$h=\cos\theta-\frac{2}{14}(2\cos\theta+3\sin\theta-6)=\frac{10\cos\theta-6\sin\theta+12}{14}$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$k=\sin\theta-\frac{3}{14}(2\cos\theta+3\sin\theta-6)=\frac{5\sin\theta-6\cos\theta+18}{14}$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$10\cos\theta-6\sin\theta=14h-12$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$-6\cos\theta+5\sin\theta=14k-18$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$50-36=14$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$\cos\theta=5h+6k-12$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$\sin\theta=6h+10k-18=2(3h+5k-9)$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$\cos^2\theta+\sin^2\theta=1$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$(5h+6k-12)^2+4(3h+5k-9)^2=1$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lies on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the locus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lies on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$w=6-2h-3k$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the locus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$(5x+6y-12)^2+4(3x+5y-9)^2=1,\ z=6-2x-3y$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two convenient points of the circle against the options instead of 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two convenient points of the circle against the options instead of eliminating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plane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plane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plane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$2-6=-4$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$(1,0,0)+\frac{4}{14}(2,3,1)=\left(\frac{11}{7},\frac{6}{7},\frac27\right)$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plane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$3-6=-3$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$(0,1,0)+\frac{3}{14}(2,3,1)=\left(\frac37,\frac{23}{14},\frac{3}{14}\right)$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(B) at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(A), (C), (D) give values far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first point, so they fail; (B) is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(B)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$\left(\frac{11}{7},\frac67\right)$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$5h+6k-12=1$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$3h+5k-9=0$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$\left(\frac37,\frac{23}{14}\right)$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$5h+6k-12=0$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$3h+5k-9=\frac12$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$=4\cdot\frac14=1$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(A), (C), (D) give values far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first point, so they fail; (B) is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$(5x+6y-12)^2+4(3x+5y-9)^2=1,\ z=6-2x-3y$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orthogonal projection of a circle onto a plane is an ellipse; its equation in the plane comes from writing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linear functions of the projected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e>
                          </m:mr>
                        </m:m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cos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θ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sin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θ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𝑢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MCQ locus question, substituting 2 well-chosen points quickly kills wrong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$F=P-\frac{\vec n\cdot P-d}{|\vec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orthogonal projection of a circle onto a plane is an ellipse; its equation in the plane comes from writing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$\cos\theta,\sin\theta$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linear functions of the projected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$\begin{pmatrix}p&amp;q\\r&amp;s\end{pmatrix}\begin{pmatrix}\cos\theta\\ \sin\theta\end{pmatrix}=\begin{pmatrix}u\\v\end{pmatrix}$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$ps-qr\ne0$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MCQ locus question, substituting 2 well-chosen points quickly kills wrong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these two lines. Then which of the following points does NOT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$\frac{x-1}{\lambda}=\frac{y-2}{1}=\frac{z-3}{2}$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$\frac{x+26}{-2}=\frac{y+18}{3}=\frac{z+28}{\lambda}$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containing these two lines. Then which of the following points does NOT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$(0,4,5)$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lines, Equation of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Coplanarity of two lines is the vanishing of the triple product of the joining vector and the two directions; then the plane normal is the cross product of the directions.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Joining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(difference of the points, up to sign). Coplanarity: </a:t>
                </a: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only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Directions are now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$(-26,-18,-28)$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Joining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$=(27,20,31)$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(difference of the points, up to sign). Coplanarity: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$\begin{vmatrix}27&amp;20&amp;31\\ \lambda&amp;1&amp;2\\ -2&amp;3&amp;\lambda\end{vmatrix}=0$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only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Directions are 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$\begin{vmatrix}\hat{i}&amp;\hat{j}&amp;\hat{k}\\3&amp;1&amp;2\\-2&amp;3&amp;3\end{vmatrix}=-3\hat{i}-13\hat{j}+11\hat{k}$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does not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other three points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required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$-3(x-1)-13(y-2)+11(z-3)=0$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$3x+13y-11z+4=0$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$52-55+4=1\ne0$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does not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other three points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required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$(0,4,5)$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two coplanar (non-parallel) lines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any point of either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test of an option: substitute the points into the plane equation; exactly one fails in a 'does NOT lie' question.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 of the joining vector does not matter in the triple product (the determinant only changes sign).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$[\overrightarrow{AB},\vec d_1,\vec d_2]=0$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containing two coplanar (non-parallel) lines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any point of either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test of an option: substitute the points into the plane equation; exactly one fails in a 'does NOT lie' question.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 of the joining vector does not matter in the triple product (the determinant only changes sign).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two lines whose direction ratios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contains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coordinate axes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making the intercepts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volume of the tetrahedron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two lines whose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$-2,1,-3$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$-1,2,-2$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contains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coordinate axes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making the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volume of the tetrahedron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$(V,p)$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$(48,-13)$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$(24,-13)$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$(48,11)$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$(24,-5)$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plane, Volume of a tetrahedron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parallel to two lines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volume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perpendicular axes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parallel to two lines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volume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perpendicular axes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$\frac16|\alpha\beta\gamma|$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 on the axes: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$=\begin{vmatrix}\hat{i}&amp;\hat{j}&amp;\hat{k}\\-2&amp;1&amp;-3\\-1&amp;2&amp;-2\end{vmatrix}=4\hat{i}-\hat{j}-3\hat{k}$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$4(x-2)-(y-2)-3(z+2)=0$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$4x-y-3z-12=0$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 on the axes: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$B(0,-12,0)$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$C(0,0,-4)$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$\alpha=3,\ \beta=-12,\ \gamma=-4$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$p=\alpha+\beta+\gamma=-13$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$V=\left|\frac16\overrightarrow{OA}\cdot(\overrightarrow{OB}\times\overrightarrow{OC})\right|=\frac16|3\cdot(-12)\cdot(-4)|=\frac{144}{6}=24$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$(V,p)=(24,-13)$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$(24,-13)$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parallel to lines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a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intercepts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cuts a tetrahedron of volume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 may be negative;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signs while the volume uses the modulus.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parallel to lines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r-P_0)\cdot(\vec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da,\frac db,\frac dc$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cuts a tetrahedron of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$\frac{|d|^3}{6|abc|}$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$\frac{12^3}{6\cdot12}=24$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 may be negative;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signs while the volume uses the modulus.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foot of the perpendicular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measured parallel to a line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foot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$P:2x+my+nz=4$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$\left(-2,\frac72,\frac32\right)$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measured parallel to a line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$3,-1,-4$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and normal to a plane, Line and plane intersection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 along the normal,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slanted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 along the normal,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$\overrightarrow{AB}\propto(2,m,n)$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$m,n$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slanted distance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$B=\left(-2,\frac72,\frac32\right)$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$\overrightarrow{AB}=\left(-1,-\frac12,-\frac32\right)\propto(2,1,3)$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along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$-4+\frac72+\frac92=4$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$\frac{x+1}{3}=\frac{y-4}{-1}=\frac{z-3}{-4}=\lambda$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$(3\lambda-1,\,-\lambda+4,\,-4\lambda+3)$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$2(3\lambda-1)+(4-\lambda)+3(3-4\lambda)=4$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$11-7\lambda=4$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$AC=\sqrt{3^2+(-1)^2+(-4)^2}=\sqrt{26}$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$\sqrt{26}$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Slanted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distance divided by the cosine of the angle between the line and the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Slanted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distance divided by the cosine of the angle between the line and the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perpendicular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$m=1,n=3$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perpendicular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$AB=\sqrt{1+\frac14+\frac94}=\sqrt{\frac72}$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$\frac{|-2+4+9-4|}{\sqrt{14}}=\frac{7}{\sqrt{14}}=\sqrt{\frac72}$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$\cos\phi=\frac{|6-1-12|}{\sqrt{26}\sqrt{14}}=\frac{7}{\sqrt{26}\sqrt{14}}$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measured along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measured along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$=\frac{AB}{\cos\phi}=\sqrt{\frac72}\cdot\frac{\sqrt{26}\sqrt{14}}{7}=\sqrt{26}$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$\sqrt{26}$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plane measured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unknown coefficients of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slanted distance is always at least the perpendicular distance; here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undefined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 parallel to the plane).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plane measured along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 A-p|}{|\vec n\cdot\hat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$\overrightarrow{AB}\parallel\vec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unknown coefficients of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slanted distance is always at least the perpendicular distance;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$\sqrt{26}&gt;\sqrt{7/2}$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undefined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 parallel to the plane).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perpendicular drawn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point on the plane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perpendicular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$x+2y+z=14$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point on the plane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PRQ=60^\circ$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plane, Right triangle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triangle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the plane,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$PQ\perp 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triangle is right-angled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$\tan60^\circ=\frac{PQ}{QR}$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every line of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$PQ=\frac{|1+4+3-14|}{\sqrt{1+4+1}}=\frac{6}{\sqrt6}=\sqrt6$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every line of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PQR=90^\circ$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$QR=PQ\cot60^\circ=\sqrt6\cdot\frac{1}{\sqrt3}=\sqrt2$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PQR=\frac12(PQ)(QR)=\frac12\sqrt6\cdot\sqrt2=\sqrt3$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lies on a circle of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perpendicular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lies on a circle of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PRQ=\theta$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$QR=PQ\cot\theta$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$PR=PQ/\sin\theta$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$\frac{|ax_1+by_1+cz_1-d|}{\sqrt{a^2+b^2+c^2}}$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 angle of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27</m:t>
                                </m:r>
                              </m:den>
                            </m:f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$\frac{x-2}{0}=\frac{y-1}{1}=\frac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$\frac{x-3}{2}=\frac{y-5}{2}=\frac{z-1}{1}$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 angle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$\cos^{-1}\left(\sqrt{\frac{2}{27}}\right)$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$P:ax-y-z=0$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$(a&gt;0)$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lines,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shortest-distance line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intended condition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with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shortest-distance line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intended condition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with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$=\sqrt{2/27}$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 of shortest distance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Taken literally,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no real solution. So the data is meant as the angle with the normal.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 of shortest distance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d=\begin{vmatrix}\hat{i}&amp;\hat{j}&amp;\hat{k}\\0&amp;1&amp;1\\2&amp;2&amp;1\end{vmatrix}=-\hat{i}+2\hat{j}-2\hat{k}$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n=(a,-1,-1)$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d\cdot\vec n=-a-2+2=-a$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n|=\sqrt{a^2+2}$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Taken literally,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$\sin\phi=\frac{a}{3\sqrt{a^2+2}}$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$\cos\phi=\sqrt{2/27}$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$3a^2=25a^2+50$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no real solution. So the data is meant as the angle with the normal.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Intended condition: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Intended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$\frac{a}{3\sqrt{a^2+2}}=\sqrt{\frac{2}{27}}$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$\frac{a^2}{9(a^2+2)}=\frac{2}{27}$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$3a^2=2a^2+4$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$\frac{\alpha-1}{2}=\frac{\beta-1}{-1}=\frac{\gamma+5}{-1}=-\frac{2(2-1+5)}{6}=-2$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$\alpha=1-4=-3,\ \beta=1+2=3,\ \gamma=-5+2=-3$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$\alpha+\beta-\gamma=-3+3+3=3$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perpendicular of skew lines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and a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with the normal has this as its cosine. Do not mix them 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perpendicular of skew lines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$P'=P-\frac{2(\vec n\cdot P-d)}{|\vec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and a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 d\cdot\vec n|}{|\vec d||\vec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with the normal has this as its cosine. Do not mix them 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points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square of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points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$\frac{x+1}{2}=\frac{y+2}{3}=\frac{z-1}{2}$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$P(4,2,7)$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square of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in 3D and distance between points, Area of a triangle using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line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cross product then gives the area.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line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$(2\lambda-1,3\lambda-2,2\lambda+1)$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$PQ^2=26$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cross product then gives the area.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condition: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$(2\lambda-1,\,3\lambda-2,\,2\lambda+1)$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$(2\lambda-5)^2+(3\lambda-4)^2+(2\lambda-6)^2=26$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$17\lambda^2-68\lambda+51=0$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$\lambda^2-4\lambda+3=0$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$Q=(1,1,3)$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$R=(5,7,7)$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$P=(4,2,7)$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(area)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$\overrightarrow{PQ}=(-3,-1,-4)$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$\overrightarrow{PR}=(1,5,0)$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$\overrightarrow{PQ}\times\overrightarrow{PR}=(20,-4,-14)$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$|\overrightarrow{PQ}\times\overrightarrow{PR}|^2=400+16+196=612$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$=\frac12|\overrightarrow{PQ}\times\overrightarrow{PR}|=\frac12\sqrt{612}=\sqrt{153}$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(area)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Pythagoras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$PQ=PR$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Pythagoras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(average of the two roots),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$PQ=PR=\sqrt{26}$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(average of the two roots),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$F=(3,4,5)$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$PF^2=(4-3)^2+(2-4)^2+(7-5)^2=9$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$PF=3$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(area)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$QF^2=PQ^2-PF^2=26-9=17$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$QR=2\sqrt{17}$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 QR\cdot PF=\frac12\cdot2\sqrt{17}\cdot3=3\sqrt{17}$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(area)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$^2=9\cdot17=153$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points of a line are equidistant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their midpoint.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numerical answers ask for the square to avoid surds.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𝑙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roots summing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midpoint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points of a line are equidistant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their midpoint.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PQR=\frac12|\overrightarrow{PQ}\times\overrightarrow{PR}|$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numerical answers ask for the square to avoid surds.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$\frac{x-x_0}{l}=\frac{y-y_0}{m}=\frac{z-z_0}{n}$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$\lambda=\pm\frac{r}{\sqrt{l^2+m^2+n^2}}$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$\lambda^2-4\lambda+3=0$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roots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midpoint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passing through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acute angle between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passing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 \ell x-y+3(1-\ell)z=1,\ x+2y-z=2$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$3x+2y+z=6$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$3x-8y+7z=4$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acute angle between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$415\cos^2\theta$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as intersection of two planes, Angle between a line and an axis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its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$3x-8y+7z=4$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its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$(3,-8,7)$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n_1=(\ell,-1,3(1-\ell))$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$L=\vec n_1\times\vec n_2=(6\ell-5)\hat{i}+(3-2\ell)\hat{j}+(2\ell+1)\hat{k}$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$3x-8y+7z=4$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$(3,-8,7)$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$3(6\ell-5)-8(3-2\ell)+7(2\ell+1)=0$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$48\ell-32=0$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den>
                            </m:f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$\left(-1,\frac53,\frac73\right)$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$\cos\theta=\frac{5/3}{\sqrt{1+\frac{25}{9}+\frac{49}{9}}}=\frac{5/3}{\sqrt{83}/3}=\frac{5}{\sqrt{83}}$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$415\cos^2\theta=415\cdot\frac{25}{83}=5\cdot25=125$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direction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need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$3x-8y+7z=4$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$x+2y-z=2$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direction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$(3,-8,7)\times(1,2,-1)$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need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$3x-8y+7z=4$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$(3,-8,7)\times(1,2,-1)$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$(3,-8,7)\times(1,2,-1)=(8-14,\ 7+3,\ 6+8)=(-6,10,14)\propto(-3,5,7)$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$\cos\theta=\frac{|5|}{\sqrt{9+25+49}}=\frac{5}{\sqrt{83}}$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$415\cos^2\theta=415\cdot\frac{25}{83}=125$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the normal of every plane containing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lies in two planes, you may use any two planes containing it (including a plane given in the answer) to find its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with a coordinate axis: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𝑟𝑎𝑡𝑖𝑜 𝑜𝑓 𝑡ℎ𝑎𝑡 𝑐𝑜𝑜𝑟𝑑𝑖𝑛𝑎𝑡𝑒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𝑙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Consistency check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indeed in the pencil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$\{\vec n_1\cdot\vec r=d_1,\ \vec n_2\cdot\vec r=d_2\}$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the normal of every plane containing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lies in two planes, you may use any two planes containing it (including a plane given in the answer) to find its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with a coordinate axis: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$\cos\theta=\frac{|\text{ratio of that coordinate}|}{\sqrt{l^2+m^2+n^2}}$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Consistency check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$6\left(\frac23x-y+z-1\right)-(x+2y-z-2)=3x-8y+7z-4$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$3x-8y+7z=4$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indeed in the pencil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plane containing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$\frac{x-3}{7}=\frac{y-2}{-1}=\frac{z-3}{-4}$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plane containing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$\frac{x-4}{1}=\frac{y+1}{-2}=\frac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$4ax-y+5z-7a=0=2x-5y-z-3$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a line and pencil of planes, Line and plane intersection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lies in the pencil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passing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being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lies in the pencil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$4ax-y+5z-7a+\lambda(2x-5y-z-3)=0$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passing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$(4,-1,0)$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being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the second line, so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contains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first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the second line, so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$4ax-y+5z-7a+\lambda(2x-5y-z-3)=0$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contains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first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$16a+1-7a+\lambda(8+5-3)=0$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$9a+1+10\lambda=0$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$(4a+2\lambda,\,-1-5\lambda,\,5-\lambda)$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$4a+2\lambda+2+10\lambda+5-\lambda=0$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$4a+11\lambda+7=0$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$a=1,\ 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the given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$4x-y+5z-7-(2x-5y-z-3)=0$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the given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$(7t+3,\,-t+2,\,-4t+3)$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$7t+3-2t+4-12t+9-2=0$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$-7t+14=0$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$P=(17,0,-5)$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$\alpha+\beta+\gamma=17+0-5=12$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lines meet: force the first line to meet the planes of the second line,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get the plane from two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lines meet: force the first line to meet the planes of the second line,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get the plane from two directions.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the two lines are coplanar they must meet (they are not parallel), so this point satisfies both planes of the second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$(4+s,\,-1-2s,\,s)$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the two lines are coplanar they must meet (they are not parallel), so this point satisfies both planes of the second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$2x-5y-z=3$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$8+2s+5+10s-s=3$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$s=-\frac{10}{11}$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$4ax-y+5z=7a$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$9a+1+s(4a+7)=0$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$9a+1-\frac{10}{11}(4a+7)=0$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$59a=59$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line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required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 with the given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line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$=(4,-1,5)\times(2,-5,-1)=(26,14,-18)\propto(13,7,-9)$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required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$=(1,-2,1)\times(13,7,-9)=(11,22,33)\propto(1,2,3)$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 with the given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$P=(17,0,-5)$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the pencil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point or a parallelism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it and its normal is perpendicular to the line's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coplanar lines that are not parallel intersect; this lets you find unknown constants by forcing a common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finding the plane, intersect a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it by substitution to get one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$\{P_1=0,P_2=0\}$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the pencil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point or a parallelism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it and its normal is perpendicular to the line's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coplanar lines that are not parallel intersect; this lets you find unknown constants by forcing a common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finding the plane, intersect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$(x_0+lt,\dots)$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it by substitution to get one linear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vertices of the rhombus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direction ratios of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 of minimum absolute values,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$Q\left(\frac{56}{17},\frac{43}{17},\frac{111}{17}\right)$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vertices of the rhombus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$PRQS$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direction ratios of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$\alpha,-1,\beta$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 of minimum absolute values,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ratios and perpendicular lines, Rhombus properties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diagonals of a rhombus are perpendicular,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linear equation solved in integers of least size.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diagonals of a rhombus are perpendicular,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$(\alpha,-1,\beta)\cdot\overrightarrow{PQ}=0$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linear equation solved in integers of least size.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diagonals of the rhombus,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Perpendicularity: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diagonals of the rhombus,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$RS\perp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$\left(\frac{56}{17}+2,\ \frac{43}{17}+1,\ \frac{111}{17}-1\right)=\left(\frac{90}{17},\frac{60}{17},\frac{94}{17}\right)\propto(45,30,47)$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$\frac{90}{17}\alpha+\frac{60}{17}(-1)+\frac{94}{17}\beta=0$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$90\alpha+94\beta=60$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$45\alpha+47\beta=30$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smallest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next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larger).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$\beta=\frac{30-45\alpha}{47}=\frac{-15(3\alpha-2)}{47}$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$\gcd(15,47)=1$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$47\mid(3\alpha-2)$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smallest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$3\alpha-2=-47$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next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$\alpha=32,\beta=-30$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larger).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$45(-15)+47(15)=-675+705=30$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$\alpha^2+\beta^2=225+225=450$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of a rhombus bisect each other at right angles; for a parallelogram this perpendicularity characterises a rhombus.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integer solution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successive solutions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apart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pair with the smallest absolute values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a vector joining two points are the coordinate differences; common denominators can be cleared.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of a rhombus bisect each other at right angles; for a parallelogram this perpendicularity characterises a rhombus.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integer solution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$pX+qY=r$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$\gcd(p,q)=1$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$X=X_0+qt,\ Y=Y_0-pt$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successive solutions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apart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$\alpha=-15+47t$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$\beta=15-45t$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pair with the smallest absolute values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a vector joining two points are the coordinate differences; common denominators can be cleared.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perpendicular to the lines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point of intersection of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$a,-4a,-7$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perpendicular to the lines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$3,-1,2b$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$b,a,-2$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point of intersection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$\frac{x+1}{a^2+b^2}=\frac{y-2}{a^2-b^2}=\frac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ratios and perpendicular lines, Line and plane intersection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Perpendicularity means zero dot products; the two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then define the second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Perpendicularity means zero dot products; the two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then define the second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$(a,-4a,-7)\perp(3,-1,2b)$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$3a+4a-14b=0$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$(a,-4a,-7)\perp(b,a,-2)$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$ab-4a^2+14=0$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$2b^2-16b^2+14=0$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$a^2=4b^2=4$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$a^2-b^2=3$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$\frac{x+1}{5}=\frac{y-2}{3}=\frac z1=k$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$(\alpha,\beta,\gamma)=(5k-1,\,3k+2,\,k)$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$5k-1-(3k+2)+k=0$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$\alpha+\beta+\gamma=9k+1=10$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with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choice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 because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enter the second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numerical answer on a line meeting a plane, write the line in parameter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substitute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$(l_1,m_1,n_1)$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$(l_2,m_2,n_2)$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$l_1l_2+m_1m_2+n_1n_2=0$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choice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$(a,b)=(\pm2,\pm1)$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 because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$a^2,b^2$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enter the second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numerical answer on a line meeting a plane, write the line in parameter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$(x_0+lk,y_0+mk,z_0+nk)$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substitute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(17/25)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(18/25)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(19/25)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(20/25)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(21/25)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(22/25)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(23/25)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(24/25)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(25/25)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1.79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39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72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13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0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124 questions, 496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6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Vector &amp; 3D Geometry (Exercise J-M) XII Sheet Vector 3D · Exercise J-M · detailed solutions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1.79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