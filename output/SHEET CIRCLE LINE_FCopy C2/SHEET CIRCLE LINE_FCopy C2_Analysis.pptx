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Sheet1!$A$2:$A$28</c:f>
              <c:strCache>
                <c:ptCount val="2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  <c:pt idx="20">
                  <c:v>1.0</c:v>
                </c:pt>
                <c:pt idx="21">
                  <c:v>2.0</c:v>
                </c:pt>
                <c:pt idx="22">
                  <c:v>1.0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(iii): the PDF's working ends with an unexplained step 'S - (x^2+y^2-4x-3y)=0' (radical axis) after a garbled harmonic-conjugate argument. The answer 4x+3y=24 is correct; the step is replaced here by the explicit substitution M=24(x,y)/(x^2+y^2), which proves it. Parts (i) and (ii) are as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Circle &amp; Line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CIRCLE LINE_FCopy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are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find / numerical-value questions with no options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concentric circles,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twice that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concentric circles,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twice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from an external point to a circle, Centroid and medians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equilateral, so the centroid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common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$\sin\angle APM=\frac12$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equilateral, so the centroid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common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$\sin\angle APM=\frac{CA}{CP}=\frac{r}{2r}=\frac12$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APM=30^\circ$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APB=2\times30^\circ=60^\circ$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$AP=2r\cos30^\circ=\sqrt3\,r$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equilateral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and an altitude: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equilateral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and an altitude: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$PM=AP\cos30^\circ=\sqrt3r\cdot\frac{\sqrt3}{2}=\frac{3r}{2}$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$PG=\frac23PM=\frac23\cdot\frac{3r}{2}=r$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$CG=CP-PG=2r-r=r$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the centroid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the centroid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$CG=r$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it lies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no angles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$CM\cdot CP=r^2$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no angles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at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at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$CA^2=CM\cdot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$r^2=CM\cdot2r$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$PM=CP-CM=2r-\frac r2=\frac{3r}{2}$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$PG=\frac23PM=r$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$CG=CP-PG=2r-r=r$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the centroid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the centroid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$CG=r$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it lies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of contact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$PA=\sqrt{d^2-r^2}$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$CA^2=CM\cdot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$\sin\frac{\angle APB}{2}=\frac rd$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of contact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$CM\cdot CP=r^2$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$CG=\frac d3+\frac{2r^2}{3d}$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$CG=r$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$\frac{2r}3+\frac r3=r$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vertices of an equilateral triangle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third vertex lies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equation of its circumcircle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vertices of an equilateral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third vertex lies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equation of its circumcircle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Circumcircle of an equilateral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equilateral triangle the circumcentre is the centroid, so the centre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one-third of the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equilateral triangle the circumcentre is the centroid, so the centre is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one-third of the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third vertex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is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third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is 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$G=\left(0,\frac{\sqrt3}{3}\right)=\left(0,\frac1{\sqrt3}\right)$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$r=\sqrt{1^2+\left(\frac1{\sqrt3}\right)^2}=\sqrt{\frac43}=\frac2{\sqrt3}$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$x^2+\left(y-\frac1{\sqrt3}\right)^2=\frac43$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$x^2+y^2-\frac{2y}{\sqrt3}+\frac13-\frac43=0$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$x^2+y^2-\frac{2y}{\sqrt3}-1=0$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$x^2+y^2-\frac{2y}{\sqrt3}-1=0$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general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by symmetry) and use three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general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$x^2+y^2+2fy+c=0$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by symmetry) and use three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vertex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the centre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the centre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$3+2\sqrt3f-1=0$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$x^2+y^2-\frac{2}{\sqrt3}y-1=0$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$x^2+y^2-\frac{2y}{\sqrt3}-1=0$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centre divides each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apex of the equilateral triangle on that chord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$R=\frac{s}{\sqrt3}$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centre divides each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$x^2+y^2+2fy-a^2=0$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apex of the equilateral triangle on that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$x^2+y^2-\frac{2a}{\sqrt3}y-a^2=0$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 cutting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taken. Find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geometric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 x^2+y^2-8x-6y+24=0$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 cutting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taken. Find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geometric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Chords of a circle through an external point and power of a point, Polar of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arithmetic mean gives the chord's midpoint and the harmonic mean gives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$OA\cdot OB=24$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arithmetic mean gives the chord's midpoint and the harmonic mean gives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secant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the square of the tangent length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$OA\cdot OB=24$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secant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$OP=\frac{OA+OB}{2}$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$CP\perp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$(x-4)x+(y-3)y=0$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$OP^2=OA\cdot OB=24$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the square of the tangent length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(i),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of this line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Answers: (i)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$OP=\frac{2\,OA\cdot OB}{OA+OB}$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$OA+OB=2\,OM$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$OP\cdot OM=OA\cdot OB=24$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(i),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$OP\cdot OM=24$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$M=\frac{24}{x^2+y^2}(x,y)$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$\frac{576-96x-72y}{x^2+y^2}=0$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of this line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$x^2+y^2=24$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$4x+3y=24$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form: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distances that are the roots of one quadratic, so all three means follow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form: 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distances that are the roots of one quadratic, so all three means follow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$x=\rho\cos\theta,\ y=\rho\sin\theta$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$\rho^2-2\rho(4\cos\theta+3\sin\theta)+24=0$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$OA,OB$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$OA+OB=2(4\cos\theta+3\sin\theta)$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$OA\cdot OB=24$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$OP=4\cos\theta+3\sin\theta$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$\rho^2=4\rho\cos\theta+3\rho\sin\theta$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$OP=\frac{2\cdot24}{2(4\cos\theta+3\sin\theta)}$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$\rho(4\cos\theta+3\sin\theta)=24$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$x^2+y^2-4x-3y=0$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$x^2+y^2=24$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$4x+3y=24$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secant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Arithmetic mean: locus of midpoints of chords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 Geometric mean: the concentric circle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three means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order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secant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$x=\rho\cos\theta,\ y=\rho\sin\theta$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$\rho_1,\rho_2$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$\rho_1+\rho_2$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$\rho_1\rho_2=S_{11}$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Arithmetic mean: locus of midpoints of chords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 Geometric mean: the concentric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$\sqrt{S_{11}}$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$-4x-3y+24=0$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$OA=4,\ OB=6$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three means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$5,\ \sqrt{24}\approx4.90,\ 4.8$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order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director circle of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director circle of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 If the sum of the radii of all these circles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$x^2+y^2+4x-2\sqrt2\,y+c=0$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director circle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director circle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 If the sum of the radii of all these circles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Director circle of a circle, Sum of an infinite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director circle has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circle's radius, so the radii form a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director circle has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circle's radius, so the radii form a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radii: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$r=\sqrt{4+2-c}=\sqrt{6-c}$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radii: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$r+\frac r{\sqrt2}+\frac r2+\cdots=\frac{r}{1-\frac1{\sqrt2}}=2$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$r=2\left(1-\frac1{\sqrt2}\right)=2-\sqrt2$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$r^2=6-4\sqrt2=6-c$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$c=4\sqrt2=\sqrt{32}$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(locus of the intersection of perpendicular tangents)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concentric with it and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 the construction gives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total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areas have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(locus of the intersection of perpendicular tangents)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concentric with it and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 the construction gives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$r,\ \frac{r}{\sqrt2},\ \frac r2,\dots$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$\frac{r}{1-1/\sqrt2}=r(2+\sqrt2)$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areas have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$g^2+f^2=6$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rhombus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opposite vertex); likewise,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two circles are tangent to each other, find the area of the rhombus.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rhombus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opposite vertex); likewise,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two circles are tangent to each other, find the area of the rhombus.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Internal tangency of two circles, Area and diagonals of a rhombus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radii are 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tangency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radii are the diagonals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tangency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$R-r=10$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touch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 contact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bisect each other at right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touch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 contact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$AB=AT-BT$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bisect each other at right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$OA^2+OB^2=AB^2$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R2\right)^2+\left(\frac r2\right)^2=10^2$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$R^2+r^2=400$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rhombus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is impossible: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Internal contact is possible: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$R^2+r^2-2Rr=100$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$Rr=\frac{400-100}{2}=150$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rhombus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$=4\triangle AOB=4\cdot\frac12\cdot\frac R2\cdot\frac r2=\frac{Rr}{2}=75$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is impossible: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$R^2+r^2=400$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$2Rr=100-400&lt;0$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Internal contact is 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$r=5\sqrt7-5$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$R=5\sqrt7+5$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75 square units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diagonals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tangency condition squares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$\alpha=\angle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diagonals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$20\cos\frac\alpha2$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$20\sin\frac\alpha2$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tangency condition squares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rhombus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have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touch internally: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$\alpha=\angle DAB$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rhombus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$AC=2\cdot10\cos\frac\alpha2=20\cos\frac\alpha2$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$BD=20\sin\frac\alpha2$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have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$AC&gt;BD$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touch internally: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$AC-BD=10$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$20\left(\cos\frac\alpha2-\sin\frac\alpha2\right)=10$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$\cos\frac\alpha2-\sin\frac\alpha2=\frac12$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$1-\sin\alpha=\frac14$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$=AB^2\sin\alpha=100\cdot\frac34=75$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75 square units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rhombus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half-diagonals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touch externally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internally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without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rhombus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$s^2\sin\alpha=\frac12d_1d_2$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half-diagonals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touch externally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internally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$d=|R-r|$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$Rr=\frac{(R^2+r^2)-(R-r)^2}{2}$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without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right-angled triangle whose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entirely in the first quadrant with the ends of the hypotenuse on the coordinate axes. If it slides, prove that the locus of its centroid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right-angled triangle whose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entirely in the first quadrant with the ends of the hypotenuse on the coordinate axes. If it slides, prove that the locus of its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$(3x-y)^2+(x-3y)^2=\frac{32}{9}$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the centroid of a sliding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hypotenuse ends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hypotenuse ends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$(\sqrt2\cos\theta,0)$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$(0,\sqrt2\sin\theta)$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$\cos\theta,\sin\theta$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$\cos^2+\sin^2=1$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hypotenuse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right-angle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direction at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centroid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hypotenuse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$A=(\sqrt2\cos\theta,0)$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$B=(0,\sqrt2\sin\theta)$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right-angle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direction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$C=\left(\cos(45^\circ-\theta),\ \sqrt2\sin\theta+\sin(45^\circ-\theta)\right)$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$3h=\sqrt2\cos\theta+\cos(45^\circ-\theta)=\frac3{\sqrt2}\cos\theta+\frac1{\sqrt2}\sin\theta$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$3\sqrt2\,h=3\cos\theta+\sin\theta$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(3) and (4)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$3k=\sqrt2\sin\theta+\sqrt2\sin\theta+\sin(45^\circ-\theta)=\frac3{\sqrt2}\sin\theta+\frac1{\sqrt2}\cos\theta$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$3\sqrt2\,k=3\sin\theta+\cos\theta$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$3\times(2)-(1)$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$9\sqrt2\,k-3\sqrt2\,h=8\sin\theta$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$3\times(1)-(2)$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$9\sqrt2\,h-3\sqrt2\,k=8\cos\theta$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(3) and (4)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$64=18(3k-h)^2+18(3h-k)^2$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$(3x-y)^2+(x-3y)^2=\frac{64}{18}=\frac{32}{9}$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$(3x-y)^2+(x-3y)^2=\frac{32}{9}$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concyclic, so Ptolemy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$O,A,C,B$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concyclic, so Ptolemy puts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$OC=\frac{OA+OB}{\sqrt2}$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$OA,OB$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right angle,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Ptolemy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$a^2+b^2=AB^2=2$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AOB=\angle ACB=90^\circ$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$O,A,C,B$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right 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Ptolemy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$OC\cdot AB=OA\cdot CB+OB\cdot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$\sqrt2\,OC=a+b$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$C=\left(\frac{a+b}2,\frac{a+b}2\right)$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$3x=a+\frac{a+b}2=\frac{3a+b}2$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$3y=b+\frac{a+b}2=\frac{a+3b}2$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$a=\frac{3(3x-y)}4$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$b=\frac{3(3y-x)}4$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$\frac9{16}\left[(3x-y)^2+(x-3y)^2\right]=2$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$(3x-y)^2+(x-3y)^2=\frac{32}9$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$(3x-y)^2+(x-3y)^2=\frac{32}{9}$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segment of fixed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ends on the axes has its midpoint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isosceles triangle with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axes: the apex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(Ptolemy).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Sliding-figure loci: take the angle as parameter, write each coordinate as a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linear system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segment of fixed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ends on the axes has its midpoint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$x^2+y^2=\frac{L^2}{4}$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isosceles triangle with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axes: the apex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$OC=\frac{OA+OB}{\sqrt2}$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(Ptolemy).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Sliding-figure loci: take the angle as parameter, write each coordinate as a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linear system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the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$2x^2+2y^2+3x+8y+2c=0$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Radical axis of two circles and tangency of a line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axis passes through the origin, and tangency to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axis passes through the origin, and tangency to a circle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(coefficient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)(coefficient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dividing the second circle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of the centre from the line equals the radius: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dividing the second circle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$S_2=x^2+y^2+\frac32x+4y+c=0$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$\left(2g-\frac32\right)x+(2f-4)y=0$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$\sqrt{1+1-1}=1$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of the centre from the line equals the 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$\frac{\left|-\left(2g-\frac32\right)+(2f-4)\right|}{\sqrt{\left(2g-\frac32\right)^2+(2f-4)^2}}=1$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$a=2g-\frac32$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$b=2f-4$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$(b-a)^2=a^2+b^2$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radical axis passes through the origin, and the only tangents from the origin to this circle are the coordinate axes.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touches both coordinate axes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drawn from the origin to this circle are exactly these two axes, so the radical axis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$\left(2g-\frac32\right)x+(2f-4)y=0$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touches both coordinate axes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drawn from the origin to this circle are exactly these two axes, so the radical axis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$2g-\frac32=0$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to get the radical axis, make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(here divide the second circle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both axes; from the origin the only tangents to it are the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to get the radical axis, make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(here divide the second circle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$(\mp r,\pm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both axes; from the origin the only tangents to it are the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$(ax_0+by_0+c)^2=r^2(a^2+b^2)$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$(b-a)^2=a^2+b^2\iff 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family of circles passing through two 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chords in which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members of the family are concurrent at a point. Find the coordinates of this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family of circles passing through two 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$B(6,5)$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chords in which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members of the family are concurrent at a point. Find the coordinates of this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circles through two fixed points and radical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the 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combination of two fixed lines, so every chord passes through the intersection of those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the radical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$S_\lambda-S$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combination of two fixed lines, so every chord passes through the intersection of those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Family: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the radical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$S_D=(x-3)(x-6)+(y-7)(y-5)=0$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$x^2+y^2-9x-12y+53=0$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$y-5=-\frac23(x-6)$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2x+3y-27=0$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$S_D+\lambda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$x^2+y^2+(2\lambda-9)x+(3\lambda-12)y+53-27\lambda=0$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 x^2+y^2-4x-6y-3=0$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the radical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$(2\lambda-5)x+(3\lambda-6)y+56-27\lambda=0$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line passes through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are concurrent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$\lambda(2x+3y-27)-(5x+6y-56)=0$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line passes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$5x+6y-56=0$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$4x+6y=54$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$5x+6y=56$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are concurrent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$\left(2,\frac{23}3\right)$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$\left(2,\frac{23}{3}\right)$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power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every member of the family; the concurrency point is where this equals its power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$\overrightarrow{KA}\cdot\overrightarrow{KB}$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every member of the family; the concurrency point is where this equals its power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power with respect to every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this power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lies on the radical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member.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power with respect to every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$\overrightarrow{KA}\cdot\overrightarrow{KB}$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this power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lies on the 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member.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$K=(3+3t,\ 7-2t)$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$\overrightarrow{KA}\cdot\overrightarrow{KB}=(-3t)(3-3t)+(2t)(2t-2)=13t^2-13t$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$(3+3t)^2+(7-2t)^2-4(3+3t)-6(7-2t)-3=13t^2-10t+1$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$13t^2-13t=13t^2-10t+1$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$K=\left(3-1,\ 7+\frac23\right)=\left(2,\frac{23}3\right)$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$\left(2,\frac{23}{3}\right)$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a fixed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pencil of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radical axes of three circles are concurrent (radical centre); here the family's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one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$S_D+\lambda L_{AB}=0$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a fixed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$S_1+\lambda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L+(S_1-S)=0$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pencil of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$L=0\cap(S_1-S)=0$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radical axes of three circles are concurrent (radical centre); here the family's common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one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the circle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belonging to the system of co-axal circles that are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locus of the point of intersection of mutually perpendicular tangents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the circle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belonging to the system of co-axal circles that are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locus of the point of intersection of mutually perpendicular tangents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Director circle and co-axal system of circles touching a circle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director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circles touching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𝑝𝑜𝑖𝑛𝑡-𝑐𝑖𝑟𝑐𝑙𝑒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𝑡𝑎𝑛𝑔𝑒𝑛𝑡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director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circles touching 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$\text{point-circle}+\lambda\cdot(\text{tangent})$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intersection of perpendicular tangents is the director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co-axal system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point-circle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intersection of perpendicular tangents is the director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 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co-axal system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$S_P+\lambda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point-circle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$S_P=(x-2)^2+(y-2)^2$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$(x-2)^2+(y-2)^2+\lambda(x+y-4)=0$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$1+1+\lambda(1+1-4)=0$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$x^2-4x+4+y^2-4y+4+x+y-4=0$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$x^2+y^2-3x-3y+4=0$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a line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normal there,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 distances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a line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normal there,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 distances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circle of the system touches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circle of the system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$=\sqrt2\,|h-2|$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$\sqrt2\,|h-1|=\sqrt2\,|h-2|$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$^2=2\cdot\frac14=\frac12$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$\left(x-\frac32\right)^2+\left(y-\frac32\right)^2=\frac12$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$x^2+y^2-3x-3y+\frac92-\frac12=0$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$x^2+y^2-3x-3y+4=0$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Director circle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lies on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chosen circle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Director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$(x-x_0)^2+(y-y_0)^2+\lambda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lies on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chosen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$(1.5,1.5)$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$=2\sqrt2-\frac1{\sqrt2}$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two fixed points for every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(i) the coordinates of these two points; (ii) the minimum value of the radius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 x^2+y^2+kx+(1+k)y-(k+1)=0$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two fixed points for every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(i) the coordinates of these two points; (ii) the minimum value of the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circles through the intersection of a circle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smallest circle through two points has them as ends of a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$(x^2+y^2+y-1)+k(x+y-1)=0$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smallest circle through two points has them as ends of a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through the intersections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fixed points are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(x^2+y^2+y-1)+k(x+y-1)=0$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through the intersections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$(1-y)^2+y^2+y-1=0$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fixed points are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radius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attained: the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$2r\ge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radius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$2r=AB=\sqrt{\frac14+\frac14}=\frac1{\sqrt2}$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$r_{\min}=\frac1{2\sqrt2}$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attained: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 k2,-\frac{1+k}2\right)$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$r^2=g^2+f^2-c$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$f=\frac{1+k}2$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$r^2=g^2+f^2-c=\frac{k^2}4+\frac{(1+k)^2}4+(k+1)=\frac{2k^2+6k+5}4$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$2k^2+6k+5=2\left(k+\frac32\right)^2+\frac12$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$r^2\ge\frac18$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$r_{\min}=\frac1{\sqrt8}=\frac1{2\sqrt2}$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all circles through two given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diameter, with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family with centre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depending on a parameter,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the parameter: minimise by completing the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$S=0\cap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all circles through two given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diameter,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family with 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depending on a parameter,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the parameter: minimise by completing the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locus of the centres of a circle which cuts two given circles orthogonally is a straight line, and hence deduce the locus of the centres of the circles which cut the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orthogonally. Interpret the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locus of the centres of a circle which cuts two given circles orthogonally is a straight line, and hence deduce the locus of the centres of the circles which cut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$x^2+y^2+4x-6y+9=0$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$x^2+y^2-5x+4y+2=0$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orthogonally. Interpret the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circles and radical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orthogonality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two such conditions eliminates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orthogonality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$2gg_1+2ff_1=c+c_1$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$g,f,c$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two such conditions eliminates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variable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straight line, namely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radical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$S_1:x^2+y^2+2g_1x+2f_1y+c_1=0$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$S_2:x^2+y^2+2g_2x+2f_2y+c_2=0$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variable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$2gg_1+2ff_1=c+c_1$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$2gg_2+2ff_2=c+c_2$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$2g(g_1-g_2)+2f(f_1-f_2)=c_1-c_2$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$2x(g_1-g_2)+2y(f_1-f_2)+(c_1-c_2)=0$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straight line,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radical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Interpretation: this is the radical axis of the two given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circles are disjoint (centre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8.25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point of the line is outside both and the whole line is the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$S_1:x^2+y^2+4x-6y+9=0$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$g_1=2,f_1=-3,c_1=9$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$S_2:x^2+y^2-5x+4y+2=0$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$g_2=-\frac52,f_2=2,c_2=2$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$4g-6f=c+9$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$-5g+4f=c+2$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$9g-10f=7$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$-9x+10y=7$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$9x-10y+7=0$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Interpretation: this is the radical axis of the two given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circles are disjoint (centre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$\approx6.73&gt;2+\sqrt{8.25}$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point of the line is outside both and the whole line is the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radical axis of the two given circles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$9x-10y+7=0$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radical axis of the two given circles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orthogonal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to the power of its centre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equal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orthogonal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to the power of its centre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$S_1,S_2$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equal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variable circle have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Orthogonality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a common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Likewise the power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power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variable circle have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Orthogonality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$PC_1^2=\rho^2+r_1^2$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a common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$PC_1^2-r_1^2=\rho^2$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Likewise the power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power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every point of this line with positive power is a centre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𝑝𝑜𝑤𝑒𝑟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locus is the radical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$S_1-S_2=(4+5)x+(-6-4)y+(9-2)=9x-10y+7=0$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every point of this line with positive power is a centre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$\rho=\sqrt{\text{power}}$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locus is the radical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radical axis of the two given circles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$9x-10y+7=0$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radical axis of the two given circles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 is the tangent length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orthogonal to two given circles have centres on their radical axis; orthogonal to three circles: the centre is the radical centre and the radius is the tangent length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fixed circle; two such conditions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 is the tangent length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orthogonal to two given circles have centres on their radical axis; orthogonal to three circles: the centre is the radical centre and the radius is the tangent length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$2gg_1+2ff_1=c+c_1$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$(g,f,c)$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fixed circle; two such conditions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a circle which touches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contained in the given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a circle which touches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$7x^2-18xy+7y^2=0$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$x^2+y^2-8x-8y=0$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contained in the given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 and angle bisectors, Circles touching a line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on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pair of lines, the radius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internal tangency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on the bisector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pair of lines, the radius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$\frac{\sqrt2}{3}h$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internal tangency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so the lines are equally inclined to the axes and their angle bisectors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the first quadrant, so the circle inside it has its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$7x^2-18xy+7y^2=0$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so the lines are equally inclined to the axes and their angle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the first quadrant, so the circle inside it has its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$\frac{|mh-h|}{\sqrt{1+m^2}}=R$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$h^2(m-1)^2=R^2(1+m^2)$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slopes of the two lines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$m^2-\frac{2h^2}{h^2-R^2}\,m+1=0$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slopes of the two lines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$7m^2-18m+7=0$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$m^2-\frac{18}7m+1=0$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$\frac{2h^2}{h^2-R^2}=\frac{18}7$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$14h^2=18h^2-18R^2$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$R^2=\frac{2h^2}{9}$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$R=\frac{\sqrt2\,h}{3}$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tangency with the given circle (centres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degenerate circle.)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tangency with the given circle (centres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$\sqrt2|h-4|$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$\sqrt2(h-4)=4\sqrt2-\frac{\sqrt2h}3$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$h-4=4-\frac h3$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$\frac{4h}3=8$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degenerate circle.)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$(x-6)^2+(y-6)^2=8$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$x^2+y^2-12x-12y+64=0$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$x^2+y^2-12x-12y+64=0$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angle between the lines first; the centre is on the bisector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angle between the lines first; the centre is on the bisector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$\frac{R}{\sin(\varphi/2)}$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 between the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both lines, so its centre lies on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$\tan\varphi=\frac{2\sqrt{h^2-ab}}{a+b}=\frac{2\sqrt{81-49}}{14}=\frac{4\sqrt2}7$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 between the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$\sin\frac\varphi2=\sqrt{\frac{1-\frac79}{2}}=\frac13$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both lines, so its centre lies on 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$R=h\sqrt2\sin\frac\varphi2=\frac{\sqrt2h}{3}$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tangency with the circle of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tangency with the circle of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$\sqrt2(h-4)=4\sqrt2-\frac{\sqrt2h}3$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$(x-6)^2+(y-6)^2=8$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$x^2+y^2-12x-12y+64=0$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$x^2+y^2-12x-12y+64=0$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lines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two lines that meet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centre on the bisector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internally iff the centres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and externally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why the numbers come out neat.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lines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$\tan\varphi=\frac{2\sqrt{h^2-ab}}{|a+b|}$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two lines that meet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centre on the bisector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$\frac{R}{\sin\alpha}$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internally iff the centres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and externally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$R=\frac{h\sqrt2}{3}$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why the numbers come out neat.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equation of a pair of tangents drawn from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in the first quadrant.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of the points of contact, find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$2x^2+y^2-3xy=0$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equation of a pair of tangents drawn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in the first quadrant.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of the points of contact, find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 and angle between lines, Length of a tangent from an external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the tangents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$OA=\frac{3}{\tan\alpha}$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the tangents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$\tan2\alpha=\frac13$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it lies in the acute angle between the lines,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 lines: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$2x^2-3xy+y^2=(y-x)(y-2x)=0$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it lies in the acute angle between the lines,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$\alpha=\angle AOC$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$\tan\alpha=\frac{CA}{OA}=\frac3{OA}$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$OA=\frac{3}{\tan\alpha}$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$\tan2\alpha=\left|\frac{2-1}{1+2\cdot1}\right|=\frac13$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$\frac{2\tan\alpha}{1-\tan^2\alpha}=\frac13$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$\tan^2\alpha+6\tan\alpha-1=0$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$\tan\alpha=\frac{-6+\sqrt{36+4}}{2}=\sqrt{10}-3$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$OA=\frac{3}{\sqrt{10}-3}=\frac{3(\sqrt{10}+3)}{10-9}=3(3+\sqrt{10})$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$OA=3\left(3+\sqrt{10}\right)$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touches both lines, so its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each; solve for the centre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touches both lines, so its centre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each; solve for the centre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$OA^2=OC^2-9$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between the lines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between the lines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$h&lt;k&lt;2h$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$\frac{k-h}{\sqrt2}=3$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$\frac{2h-k}{\sqrt5}=3$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$k-h=3\sqrt2$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$2h-k=3\sqrt5$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$h=3\sqrt2+3\sqrt5$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$k=6\sqrt2+3\sqrt5$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$OC^2=h^2+k^2=(63+18\sqrt{10})+(117+36\sqrt{10})=180+54\sqrt{10}$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$OA^2=OC^2-CA^2=171+54\sqrt{10}=9\left(19+6\sqrt{10}\right)=9\left(3+\sqrt{10}\right)^2$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$OA=3(3+\sqrt{10})$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$OA=3\left(3+\sqrt{10}\right)$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 point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each other to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half-angle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of tangents from the origin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two lines has its centre at equal distances from both: use distances to get the centre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 point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each other to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r{\tan\alpha}$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$\tan2\alpha=\left|\frac{m_1-m_2}{1+m_1m_2}\right|$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$\tan2\alpha=t$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half-angle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$t\tan^2\alpha+2\tan\alpha-t=0$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$\tan\alpha=\sqrt{10}-3$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of tangents from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$c(x^2+y^2)=(gx+fy)^2$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two lines has its centre at equal distances from both: use distances to get the centre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Obtain the equations of the straight lines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 with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equations of the circles each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centres are on these straight lines at a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Obtain the equations of the straight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 with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$(x+2)^2+(y-3)^2=25$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equations of the circles each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centres are on these straight lines at a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 at a point, Angle between two straight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two slopes; the centres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each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$\tan45^\circ=\left|\frac{m-\frac43}{1+\frac43m}\right|$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two slopes; the centres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each line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with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required line have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$x^2+y^2+4x-6y-12=0$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$2x+2(x+2)-3(y+0)-12=0$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required line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$\tan45^\circ=\left|\frac{m-\frac43}{1+\frac43m}\right|=\left|\frac{3m-4}{3+4m}\right|$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$3+4m=\pm(3m-4)$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$3+4m=3m-4$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$3+4m=-3m+4$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$y=\frac17(x-2)$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$x-7y=2$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$\frac{(1,-7)}{5\sqrt2}$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$A\pm(1,-7)$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$x-7y=2$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$\frac{(7,1)}{5\sqrt2}$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$(x-1)^2+(y-7)^2=9$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$(x-3)^2+(y+7)^2=9$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$(x-9)^2+(y-1)^2=9$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$(x+5)^2+(y+1)^2=9$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Lines: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. Circles: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Lines: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$x-7y=2$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$7x+y=14$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. Circles: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$(x-1)^2+(y-7)^2=3^2$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$(x-3)^2+(y+7)^2=3^2$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$(x-9)^2+(y-1)^2=3^2$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$(x+5)^2+(y+1)^2=3^2$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is perpendicular to the radius, so lines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tangent are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rotate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is perpendicular to the radius, so lines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tangent are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rotate the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tangent make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radius direction, so their directions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$\overrightarrow{AC}=(-4,3)$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$|AC|=5$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tangent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radius direction, so their directions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$\frac1{\sqrt2}(-4-3,\ -4+3)=\frac1{\sqrt2}(-7,-1)$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$x-7y=2$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direction vector has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these four centres are the same four circles.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$\frac1{\sqrt2}(-4+3,\ 4+3)=\frac1{\sqrt2}(-1,7)$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direction vector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$\sqrt{50}=5\sqrt2$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$(9,1),(-5,-1),(1,7),(3,-7)$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these four centres are the same four circles.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Lines: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. Circles: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Lines: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$x-7y=2$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$7x+y=14$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. Circles: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$(x-1)^2+(y-7)^2=3^2$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$(x-3)^2+(y+7)^2=3^2$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$(x-9)^2+(y-1)^2=3^2$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$(x+5)^2+(y+1)^2=3^2$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through a point making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two lines are perpendicular to each other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tangent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radius, 'angle with the tangent'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'angle with the radius'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rotating a vector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through a point making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$\frac{m+1}{1-m}$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$\frac{m-1}{1+m}$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two lines are perpendicular to each other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radius, 'angle with the tangent'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'angle with the radius'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rotating a vector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$(p,q)\mapsto\frac{(p\mp q,\ q\pm p)}{\sqrt2}$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in the first quadrant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tangents to the circle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area of the figure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units, then find the radius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in the first quadrant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tangents to the circle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area of the figure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units, then find the radius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both coordinate axes and its tangents, Area of a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trapezium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$x+y=(2\mp\sqrt2)r$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trapezium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lengths between the axes: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$\frac{|2r-c|}{\sqrt2}=r$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$c=2r\pm\sqrt2r$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$AD:\ x+y=2r-\sqrt2r$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$BC:\ x+y=2r+\sqrt2r$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lengths between the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$AD=\sqrt2\left(2r-\sqrt2r\right)$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$BC=\sqrt2\left(2r+\sqrt2r\right)$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between them is the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trapezium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$AD,BC$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between them is the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$=\frac12(AD+BC)\times2r=\frac12\cdot\sqrt2\cdot4r\cdot2r=4\sqrt2\,r^2$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$4\sqrt2\,r^2=900\sqrt2$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$r=15$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axes bound a right isosceles triangle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of two such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axes bound a right isosceles triangle of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$\frac{c^2}{2}$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of two such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cuts off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larger triangle (from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minus the smaller one (from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$c_1=(2-\sqrt2)r$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$c_2=(2+\sqrt2)r$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cuts off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larger triangle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minus the smaller one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$=\frac12\left(c_2^2-c_1^2\right)$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$c_2-c_1=2\sqrt2\,r$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$c_2+c_1=4r$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$=\frac12\cdot2\sqrt2r\cdot4r=4\sqrt2\,r^2$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$4\sqrt2\,r^2=900\sqrt2$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$r=15$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tangents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forms a right isosceles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𝑝𝑎𝑟𝑎𝑙𝑙𝑒𝑙 𝑠𝑖𝑑𝑒𝑠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between them; two parallel tangents are a diameter apart.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tangents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$x+y=(2\pm\sqrt2)\,r$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forms a right isosceles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$=\frac12(\text{sum of parallel sides})\times$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between them; two parallel tangents are a diameter apart.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05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externally tangent and they are both internally tangent to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radii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the centres of the three circles are collinear. A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common internal tangent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the length of the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the square of any prime,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05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externally tangent and they are both internally tangent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the centres of the three circles are collinear.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common internal tangent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the length of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$\frac{m\sqrt n}{p}$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the square of any prime,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circles and chords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internal tangent is perpendicular to the line of centres at the contact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$8+20=28$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internal tangent is perpendicular to the line of centres at the contact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centres are collinear and both circles touch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internally, so the diameters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along a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centres are collinear and both circles touch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internally, so the diameters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along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$8+20=28$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opposite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internal tangent passes through the contact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line of centres;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$14-10=4$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opposite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internal tangent passes through the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line of centres;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$OM=10-4=6$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$DE=2\,MD$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$OM^2+MD^2=OD^2$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$6^2+MD^2=14^2$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$MD=4\sqrt{10}$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$DE=8\sqrt{10}=\frac{m\sqrt 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$m+n+p=19$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by the intersecting-chords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diameter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by the intersecting-chords theorem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$MD^2=8\cdot20$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(contact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the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divides it into the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this diameter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(contact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the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divides it into the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this diameter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$MD=ME$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chords: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chords: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$MD\cdot ME=8\cdot20$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$MD=4\sqrt{10}$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$DE=8\sqrt{10}$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$m+n+p=8+10+1=19$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internally tangent along a diameter: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centres are at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big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perpendicular to a diameter at a point dividing it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half-length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(altitude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through the contact point of two tangent circles of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'arbelos' chord)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internally tangent along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centres are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big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perpendicular to a diameter at a point dividing it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half-length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(altitude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through the contact point of two tangent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'arbelos' chord)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$4\sqrt{r_1r_2}$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$4\sqrt{40}=8\sqrt{10}$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circles intersecting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tangent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the product of the radii of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circles intersecting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tangent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the product of the radii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two lines through a given point, Angle bisector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centres lie on the bisector of the angle between the lines;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point condition into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have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centres lie on the bisector of the angle between the lines;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$h=r\cot\frac\theta2$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point condition into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have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$\frac{52}{\cot^2\frac\theta2}$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circle touching both lines has its centre on the bisector, so for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circle touching both lines has its centre on the bisector, so for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 rh$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$h=r\cot\frac\theta2$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$x^2-2hx+h^2+y^2-2ry=0$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$36-12h+h^2+16-8r=0$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$h=r\cot\frac\theta2$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$\cot^2\frac\theta2\,r^2-\left(8+12\cot\frac\theta2\right)r+52=0$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circles correspond to the two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the discriminant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real circles exist.)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circles correspond to the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$r_1r_2=\frac{52}{\cot^2\frac\theta2}=\frac{52}3$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$\cot^2\frac\theta2=3$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$m=\tan60^\circ=\sqrt3$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the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$(8+12\sqrt3)^2-624&gt;0$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real circles exist.)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$m=\sqrt3$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law of cosines in the triangle formed by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product of the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law of cosines in the triangle formed by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centre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product of the roots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$OP^2\tan^2\frac\theta2$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both lines has its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bisector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bisector,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both lines has its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bisector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$OC=d=\frac r{\sin\varphi}$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bisector,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$OP^2=36+16=52$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$r^2=OP^2+d^2-2\,OP\,d\cos\omega$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 r{\sin\varphi}$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$r^2\cos^2\varphi-2\,OP\cos\omega\sin\varphi\;r+OP^2\sin^2\varphi=0$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circles give the two roots,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circles give the two roots,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$r_1r_2=OP^2\tan^2\varphi=52\tan^2\varphi$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$52\tan^2\varphi=\frac{52}3$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$m=\sqrt3$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quadratic gives the sum: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$r_1r_2=OP^2\tan^2\varphi$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$(r\cot\varphi,\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quadratic gives the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$r_1+r_2=\frac{2\,OP\cos\omega\sin\varphi}{\cos^2\varphi}$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$9.59$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73736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Given that a right-angled trapezium has an inscribed circle. Prove that the length of the right-angled leg is the harmonic mean of the lengths of the bases.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Tangency of a line and a circle; incircle of a right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leg is the incircle's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tangency of the slanted side to the circle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leg is the incircle's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tangency of the slanted side to the circle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$r=\frac{ab}{a+b}$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trapezium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incircle touches both bases, so the right-angled leg is its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Slanted side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trapezium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$(a,2r)$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incircle touches both bases, so the right-angled leg is its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Slanted side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$(a,2r)$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$y=\frac{2r}{a-b}(x-b)$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$2rx-(a-b)y-2rb=0$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$\frac{|2r^2-(a-b)r-2rb|}{\sqrt{4r^2+(a-b)^2}}=r$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$|2r-a-b|=\sqrt{4r^2+(a-b)^2}$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$(2r-a-b)^2=4r^2+(a-b)^2$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$4r^2+a^2+b^2-4ar-4br+2ab=4r^2+a^2+b^2-2ab$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$4ab=4r(a+b)$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leg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leg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$=2r=\frac{2ab}{a+b}$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Pitot's theorem: in a quadrilateral with an incircle the sums of opposite sides are equal.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bases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right-angled leg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slanted leg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Pitot's theorem (tangential quadrilateral):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slanted leg is the hypotenuse of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bases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right-angled leg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slanted leg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Pitot's theorem (tangential quadrilateral):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$a+b=h+s$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$s=a+b-h$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slanted leg is the hypotenuse of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$s^2=h^2+(a-b)^2$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$(a+b-h)^2=h^2+(a-b)^2$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$(a+b)^2-2h(a+b)=(a-b)^2$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$4ab=2h(a+b)$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leg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leg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$=2r=\frac{2ab}{a+b}$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Pitot: a convex quadrilateral has an incircle (if and only if) the sums of opposite sides are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trapezium with incircle: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slanted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lengths from each vertex are equal: the slanted side is split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of contact.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Pitot: a convex quadrilateral has an incircle (if and only if) the sums of opposite sides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$AB+CD=BC+DA$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trapezium with incircle: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$h=2r=\frac{2ab}{a+b}$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slanted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$=a+b-2r$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lengths from each vertex are equal: the slanted side is split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of contact.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are drawn from any point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if the line joining the points of intersection of these tangents with the first circle also touches the second,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are drawn from any point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if the line joining the points of intersection of these tangents with the first circle also touches the second,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from an external point to a circle, Incircle and circumcircle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vertex lies on the big circle, so all tangent lengths to the small circle equal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triangle is equilateral.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vertex lies on the big circle, so all tangent lengths to the small circle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$\sqrt{R^2-r^2}$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triangle is equilateral.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inner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the outer circle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inner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so the tangent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 on the outer circle, so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inner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the outer circle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inner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so the tangent lengths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$AS=AT=\sqrt{R^2-r^2}$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 on the outer circle, so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$BS=BU=\sqrt{R^2-r^2}$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$CU=CT=\sqrt{R^2-r^2}$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inscribed in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inner circle touches all three sides, so it is its incircle.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the inradius is half the circumradius: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$AB=AS+SB=2\sqrt{R^2-r^2}$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$BC=BU+UC=2\sqrt{R^2-r^2}$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$CA=CT+TA=2\sqrt{R^2-r^2}$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inscribed in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inner circle touches all three sides, so it is its incircle.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the inradius is half the circumradius: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$R=2r$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circumcircle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same centre; Euler's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circumcircle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same centre; Euler's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$OI^2=R^2-2Rr$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outer circle, so it is the circumcircle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inner circle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incircle (radius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an excircle.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circles have the same centre, so the distance between circumcentre and incentre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outer circle, so it is the circumcircle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inner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$AB,AC,BC$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incircle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an excircle.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circles have the same centre, so the distance between circumcentre and incentre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excircle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concentric circles, so it is the incircle.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$OI^2=R^2-2Rr$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excircle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$OI_a^2=R^2+2Rr_a&gt;0$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concentric circles, so it is the incircle.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$0=R^2-2Rr$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$R=2r$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tangent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point of a concentric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the triangle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incircle and circumcircle of a triangle are concentric, the triangle is equilateral. (Poncelet: if one such triangle exists then,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point of the outer circle starts one.)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$\sqrt{x_1^2+y_1^2-r^2}$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point of a concentric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$OI^2=R^2-2Rr$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the triangle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incircle and circumcircle of a triangle are concentric, the triangle is equilateral. (Poncelet: if one such triangle exists then,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point of the outer circle starts one.)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length of the common chord of the two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length of the common chord of the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$(x-c)^2+y^2=b^2$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$\frac1c\sqrt{(a+b+c)(a+b-c)(a-b+c)(-a+b+c)}$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chord of two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half-length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$x=\frac{a^2+c^2-b^2}{2c}$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half-length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$y^2=a^2-x^2$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chord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$S_2:(x-c)^2+y^2=b^2$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$2cx-c^2=a^2-b^2$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$x=\frac{a^2+c^2-b^2}{2c}$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$y^2=a^2-x^2$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$L=2\sqrt{a^2-x^2}$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$L=\frac1c\sqrt{4a^2c^2-\left(a^2+c^2-b^2\right)^2}$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required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$L=\frac1c\sqrt{\left[2ac-(a^2+c^2-b^2)\right]\left[2ac+(a^2+c^2-b^2)\right]}$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$=\frac1c\sqrt{\left[b^2-(a-c)^2\right]\left[(a+c)^2-b^2\right]}$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$L=\frac1c\sqrt{(b-a+c)(b+a-c)(a+c-b)(a+c+b)}$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required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$=\frac1c\sqrt{(a+b+c)(a+b-c)(a-b+c)(-a+b+c)}$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and a common point form a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chord is twice its height on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Heron's formula gives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and a common point form a triangle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chord is twice its height on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Heron's formula gives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common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bisected by it, so its half-length is the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$O'=(c,0)$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common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$O'P=b$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$OO'=c$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bisected by it, so its half-length is the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OO'P$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$\Delta=\frac12ch$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$=2h=\frac{4\Delta}{c}$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$16\Delta^2=(a+b+c)(a+b-c)(a-b+c)(-a+b+c)$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$4\Delta=\sqrt{(a+b+c)(a+b-c)(a-b+c)(-a+b+c)}$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$=\frac1c\sqrt{(a+b+c)(a+b-c)(a-b+c)(-a+b+c)}$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$=\frac1c\sqrt{(a+b+c)(a+b-c)(a-b+c)(-a+b+c)}$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between centres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with sides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intersect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when the radicand is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$=\frac{4\Delta}{d}$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between centres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intersect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$|a-b|&lt;c&lt;a+b$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when the radicand is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are not printed in the paper: JEE Advanced default of 3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Two paragraphs: Q21-23 and Q24-26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$A:\{(x,y):\ y\ge1\}$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$B:\{(x,y):\ x^2+y^2-4x-2y-4=0\}$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$C:\{(x,y):\ x+y=\sqrt2\}$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line and a circle, Sets of points in the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upper semicircle; a line crossing its bounding diameter at an interior point meets the circle once above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upper semicircle; a line crossing its bounding diameter at an interior point meets the circle once above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semicircle.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ends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crosses the diameter at an interior point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$\sqrt{4+1+4}=3$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semicircle.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ends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$x=\sqrt2-1\approx0.41$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crosses the diameter at an interior point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an interior point of the circle meets it at exactly two points, one on each side of the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one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an interior point of the circle meets it at exactly two points, one on each side of the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one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algebraically: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which root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algebraically: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$y=\sqrt2-x$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which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points of the line lie on the circle,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point: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$x^2+y^2-4x-2y-4=0$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$2x^2-(2\sqrt2+2)x-(2+2\sqrt2)=0$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$x^2-(\sqrt2+1)x-(\sqrt2+1)=0$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$(\sqrt2+1)^2+4(\sqrt2+1)=7+6\sqrt2&gt;0$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points of the line lie on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$x\approx3.17$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$x\approx-0.76$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$\approx-1.76$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$\approx2.17$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$y\approx2.17\ge1$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point: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an interior point of a chord or diameter meets the circle once on each side of that chord, so the number of points in a half-plane is read off from where the line crosses the boundary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a circle in two points iff the distance from the centre is less than the radius: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sets of points = simultaneous conditions: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half-plane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an interior point of a chord or diameter meets the circle once on each side of that chord, so the number of points in a half-plane is read off from where the line crosses the boundary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a circle in two points iff the distance from the centre is less than the radius: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$\frac{|2+1-\sqrt2|}{\sqrt2}\approx1.12&lt;3$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sets of points = simultaneous conditions: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half-plane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value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$A:\{(x,y):\ y\ge1\}$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$B:\{(x,y):\ x^2+y^2-4x-2y-4=0\}$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$C:\{(x,y):\ x+y=\sqrt2\}$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$(x+1)^2+(y-1)^2+(x-5)^2+(y-1)^2$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value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Diameter and angle in a semicircle, Distance between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the diameter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Thales.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the diameter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$PR^2+PQ^2$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Thales.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$(x-5)(x+1)=0$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$(x+1)^2+(y-1)^2=PR^2$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$(x-5)^2+(y-1)^2=PQ^2$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$PR^2+PQ^2=QR^2=6^2=36$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expression: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equation fixes the bracket.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expression: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$2\left(x^2+y^2-4x-2y\right)+28$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equation fixes the bracket.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the circle, in particular for the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$(x+1)^2+(y-1)^2+(x-5)^2+(y-1)^2=2x^2+2y^2-8x-4y+28$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$2\left(x^2+y^2-4x-2y\right)+28$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$2\cdot4+28=36$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the circle, in particular for the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 (Thales).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squared distances from a point to the ends of a diameter is the same,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point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$PQ^2+PR^2=2PM^2+\frac{QR^2}{2}$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$PQ^2+PR^2=QR^2=4r^2$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 (Thales).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$4\cdot3^2=36$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squared distances from a point to the ends of a diameter is the same,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point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locus of the point of intersection of the pair of perpendicular tangents to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enclosed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$A:\{(x,y):\ y\ge1\}$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$B:\{(x,y):\ x^2+y^2-4x-2y-4=0\}$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$C:\{(x,y):\ x+y=\sqrt2\}$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locus of the point of intersection of the pair of perpendicular tangents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enclosed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Director circle of a circle, Area of a circle and an annulus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director circle is concentric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annulus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director circle is concentric with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annulus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$\pi\left(2r^2-r^2\right)=\pi 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intersection of perpendicular tangents is the director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concentric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$B:\ x^2+y^2-4x-2y-4=0$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$\sqrt{4+1+4}=3$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intersection of perpendicular tangents is the director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concentric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$S:\ (x-2)^2+(y-1)^2=\left(3\sqrt2\right)^2=18$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r_2^2-\pi r_1^2=\pi(18-9)=9\pi$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Derive the director circle from a square: the two radii to the points of contact and the two tangents form a square.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perpendicular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perpendicular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T_1PT_2=90^\circ$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$OT_1\perp PT_1$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$OT_2\perp PT_2$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$OT_1PT_2$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$OT_1=OT_2=3$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$=\pi\left(3\sqrt2\right)^2-\pi\cdot3^2=9\pi$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a circle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concentric with it and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the original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director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a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concentric with it and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the original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director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$x^2+y^2+2gx+2fy+2c-g^2-f^2=0$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$g=-2,f=-1,c=-4$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director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46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46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OPQ=\theta$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$(1+\cos\theta,\ 1+\sin\theta)$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$(\sin\theta,\ \cos\theta)$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$(1+\sin\theta,\ \cos\theta)$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$(1+\sin\theta,\ 1+\cos\theta)$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coordinates of a point on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vertical.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$CQ\perp 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vertical.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OPQ=\theta$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vertical, i.e.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away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vertical, i.e.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away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$(1+\cos\alpha,\ 1+\sin\alpha)$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$x-1=\cos\left(\frac\pi2-\theta\right)=\sin\theta$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$y-1=\sin\left(\frac\pi2-\theta\right)=\cos\theta$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$Q=(1+\sin\theta,\ 1+\cos\theta)$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$(1+\sin\theta,\ 1+\cos\theta)$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extreme 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tangent and see which option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extreme positions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tangent and see which option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vertical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fail. Option (D)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fits.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vertical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fail. Option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$(1+1,1+0)=(2,1)$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fits.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horizontal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(D)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fits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horizontal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$(1+0,1+1)=(1,2)$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fits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$(1+\sin\theta,\ 1+\cos\theta)$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outward normal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its normal at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parameter-in-angle questions, test the limiting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options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$(x-a)^2+(y-b)^2=r^2$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outward normal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$(a+r\cos\alpha,\ b+r\sin\alpha)$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its normal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$C+r(\sin\theta,\cos\theta)$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parameter-in-angle questions, test the limiting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options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4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4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OPQ=\theta$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$x\cos\theta+y\sin\theta=\sin\theta+\cos\theta+1$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$x\sin\theta+y\cos\theta=\cos\theta+\sin\theta-1$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$x\sin\theta+y\cos\theta=\cos\theta+\sin\theta+1$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$x\tan\theta+y=1+\cot\frac\theta2$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tangent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$\frac{y_Q-1}{x_Q-1}=\frac{\cos\theta}{\sin\theta}=\cot\theta$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$PR\perp 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$m_{PR}=-\tan\theta$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$Q(1+\sin\theta,\ 1+\cos\theta)$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$y-(1+\cos\theta)=-\tan\theta\,[x-(1+\sin\theta)]$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$y+x\tan\theta=(1+\cos\theta)+\tan\theta(1+\sin\theta)=\frac{\cos\theta(1+\cos\theta)+\sin\theta(1+\sin\theta)}{\cos\theta}$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$y+x\tan\theta=\frac{1+\cos\theta+\sin\theta}{\cos\theta}$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$x\sin\theta+y\cos\theta=\cos\theta+\sin\theta+1$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$x\sin\theta+y\cos\theta=\cos\theta+\sin\theta+1$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write it directly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write it directly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$(x-1)(x_1-1)+(y-1)(y_1-1)=1$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$x_1-1=\sin\theta$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$y_1-1=\cos\theta$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$(x-1)\sin\theta+(y-1)\cos\theta=1$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$x\sin\theta+y\cos\theta=1+\sin\theta+\cos\theta$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$x\sin\theta+y\cos\theta=\cos\theta+\sin\theta+1$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half-angle identity: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$(x-a)^2+(y-b)^2=r^2$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$(a+r\sin\theta,\ b+r\cos\theta)$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$(x-a)\sin\theta+(y-b)\cos\theta=r$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$P=\left(\frac{1+\sin\theta+\cos\theta}{\sin\theta},0\right)=\left(1+\cot\frac\theta2,\ 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$R=\left(0,\frac{1+\sin\theta+\cos\theta}{\cos\theta}\right)$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half-angle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$\frac{1+\cos\theta}{\sin\theta}=\cot\frac\theta2$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circle,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OPQ=\theta$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not reproduced: the circle touches both axes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circle,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$\sqrt2+1-\frac{3\pi}{8}$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$\sqrt2-1+\frac{3\pi}{8}$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$\sqrt2+1+\frac\pi8$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$\sqrt2-1+\frac\pi8$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circle, Area bounded by a circle and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kite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kite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sector has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kite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$CNPQ$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$CNQ$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kite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$NP\cdot1=\cot\frac\theta2$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sector has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where the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region is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where the circle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region is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kite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kite is two right triangles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sector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$CNQ$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kite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NCQ=\pi-\theta$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$NP=\tan\frac{\pi-\theta}{2}=\cot\frac\theta2$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kite is two right triangles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$=NP\cdot1=\cot\frac\theta2$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sector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$=\frac{\pi-\theta}{2}$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$A(\theta)=\cot\frac\theta2-\frac{\pi-\theta}2$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$\cot\frac\pi8=\sqrt2+1$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$\frac{\pi-\pi/4}{2}=\frac{3\pi}8$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$A\left(\frac\pi4\right)=\sqrt2+1-\frac{3\pi}8$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$\sqrt2+1-\frac{3\pi}{8}$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work with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a general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work with the coordinates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a general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$Q=\left(1+\frac1{\sqrt2},\ 1+\frac1{\sqrt2}\right)$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x+y=2+\sqrt2$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$P=(2+\sqrt2,\ 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$=2\cdot\frac12\cdot CN\cdot NP=1+\sqrt2$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straight down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sector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straight down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NCQ=135^\circ=\frac{3\pi}4$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sector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$\frac12\cdot\frac{3\pi}4=\frac{3\pi}8$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$A\left(\frac\pi4\right)=\sqrt2+1-\frac{3\pi}8$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$\sqrt2+1-\frac{3\pi}{8}$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two tangents from an external point and the arc between the points of contact (central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area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 from an external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subtended at the centre by the chord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two tangents from an external point and the arc between the points of contact (central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$r^2\left(\tan\frac\psi2-\frac\psi2\right)$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 from an external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$r\tan\frac\psi2$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subtended at the centre by the chord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$\tan\frac\pi8=\sqrt2-1$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$\cot\frac\pi8=\sqrt2+1$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are not printed in the paper: JEE Advanced default of 3 marks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05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lying in the first quadrant and touching the coordinate axes. In each of the conditions listed in Column-I,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in Column-II.\nColumn I\n(A)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other\n(B)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orthogonal\n(C)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so that the common chord is longest\n(D)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\nColumn II\n(P)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05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$(b&gt;a)$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lying in the first quadrant and touching the coordinate axes. In each of the conditions listed in Column-I,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in Column-II.\nColumn I\n(A)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other\n(B)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orthogonal\n(C)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so that the common chord is longest\n(D)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\nColumn II\n(P)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orthogonal circles, Circles touching the coordinate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apart; each condition becomes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$d=\sqrt2(b-a)$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apart; each condition becomes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between the centres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between the centres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$d=\sqrt2(b-a)$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ba&gt;1$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Touching: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Orthogonal: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common chord is longest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it is a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circumference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Touching: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$d=\sqrt2(b-a)$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$2(b-a)^2=(a+b)^2$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$a^2+b^2-6ab=0$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$K^2-6K+1=0$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$K=3\pm2\sqrt2$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Orthogonal: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$2(b-a)^2=a^2+b^2$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$a^2+b^2-4ab=0$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$K^2-4K+1=0$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common chord is longest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it is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circumference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$b^2=a^2+d^2=a^2+2(b-a)^2$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$3a^2+b^2-4ab=0$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$K^2-4K+3=0$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S, (B)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R, (C)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Q, (D)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used.)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$2(b-a)^2=b^2$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$b^2-4ab+2a^2=0$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$K^2-4K+2=0$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S, (B)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R, (C)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Q, (D)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$3-2\sqrt2&lt;1$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used.)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along the common line of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circle meets it at 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(A) and (D) become one-line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along the common line of 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circle meets it at distances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$(\sqrt2\pm1)\times$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(A) and (D) become one-line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centres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External contact on this line: far end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near end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centres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$a(\sqrt2\pm1)$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$b(\sqrt2\pm1)$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External contact on this line: far end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near end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$a(\sqrt2+1)=b(\sqrt2-1)$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$K=\frac{\sqrt2+1}{\sqrt2-1}=(\sqrt2+1)^2=3+2\sqrt2$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its near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common point; orthogonality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longest chord is a diameter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(A)-S, (B)-R, (C)-Q, (D)-P.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its near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$a\sqrt2=b(\sqrt2-1)$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$K=\frac{\sqrt2}{\sqrt2-1}=\sqrt2(\sqrt2+1)=2+\sqrt2$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common point; orthogonality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C_1EC_2=90^\circ$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$2(b-a)^2=a^2+b^2$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longest chord is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EC_1C_2=90^\circ$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$b^2=a^2+2(b-a)^2$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(A)-S, (B)-R, (C)-Q, (D)-P.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circles are homothetic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centre distance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apart: external touch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orthogonal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circumference (common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longest possible)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inscribed in a right angle and touching each other have radius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circles are homothetic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centre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apart: external touch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circumference (common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longest possible)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inscribed in a right angle and touching each other have radius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$\frac{1+\sin45^\circ}{1-\sin45^\circ}=3+2\sqrt2=(1+\sqrt2)^2$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27 questions, 101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Circle Line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