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last line reads $\lim\left(\frac{\gamma e^{-\beta t}}{\alpha-\beta}-c\,e^{-\alpha t}\right)$ - the sign before $c\,e^{-\alpha t}$ should be $+$ (from $y=\frac{\gamma e^{-\beta t}}{\alpha-\beta}+ce^{-\alpha t}$); the limit is unchanged. Also the PDF divides by $\alpha-\beta$ without noting the case $\alpha=\beta$;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$I=2\int_0^{\pi/2}g\,dx$ in its first step and then carries on with $\int_0^{\pi/2}2g\,dx$, getting $\frac{13\pi}8=\frac{26\pi}{16}$ and $k=26$. The correct step is $I=\frac12\int_0^\pi g=\int_0^{\pi/2}g$ (no factor 2); the PDF's value $\frac{13\pi}8$ is $\int_0^{\pi/2}2g$ and equals $2I$. Correct $I=\frac{13\pi}{16}$, $k=13$ (checked numerically: $16I/\pi=13.000$). The answer key (26)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uses $b$ both for the abscissa of $R$ and for the abscissa of $Q$: it writes $f(a)=\frac12\Rightarrow\frac12=\frac3{2b}\Rightarrow b=3$ (should be $a=3$) and then 'c = 1' (meaningless here: $c=\frac3b$ refers to a different point $R$), and writes the tangent point as $R(b,f(2))$. Notation fixed; the value $Q=\left(3,\frac12\right)$ and the answer $5$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(Integral Calculus 05)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· 12 single-correct + 8 numerical questions (printed Q81–Q100)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 yx\left(1+xy^2(1+\log_ex)\right)$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$\frac{y^2(x)}{9}$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$\frac{x^2}{7-3x^2\left(2+\log_ex^2\right)}$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$\frac{x^2}{2x^3\left(2+\log_ex^3\right)-3}$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$\frac{x^2}{3x^3\left(1+\log_ex^2\right)-2}$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$\frac{x^2}{5-2x^3\left(2+\log_ex^3\right)}$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Bernoulli differential equation,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this Bernoulli equation into a linear one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$t=\frac1{y^2}$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this Bernoulli equation into a linear one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 yx+y^3(1+\log_ex)$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yx\cdot xy^2$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$\frac1{y^3}\frac{dy}{dx}=\frac1{x}\cdot\frac1{y^2}+(1+\ln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$-\frac2{y^3}\frac{dy}{dx}=\frac{dt}{dx}$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$-\frac12\frac{dt}{dx}-\frac tx=1+\ln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$\frac{dt}{dx}+\frac{2t}{x}=-2(1+\ln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$=e^{\int\frac2x dx}=x^2$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$t\,x^2=\int-2(1+\ln x)x^2\,dx$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$tx^2=-2\left[(1+\ln x)\frac{x^3}{3}-\int\frac{x^2}{3}dx\right]+C$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multiply by 9: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$\frac{x^2}{y^2}=-2\left[\frac{x^3}{3}(1+\ln x)-\frac{x^3}{9}\right]+C$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$\frac19=-2\left[\frac13(1+0)-\frac19\right]+C$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multiply by 9: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$\frac{9x^2}{y^2}=5-6x^3(1+\ln x)+2x^3=5-2x^3(2+3\ln x)=5-2x^3\left(2+\log_ex^3\right)$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$\frac{y^2(x)}{9}=\frac{x^2}{5-2x^3\left(2+\log_ex^3\right)}$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$\frac{x^2}{5-2x^3\left(2+\log_ex^3\right)}$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derivative that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integrating factor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$w=\frac{x^2}{y^2}$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derivative that is free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integrating factor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terms cancel: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 yx+y^3(1+\ln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$w=\frac{x^2}{y^2}$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$w'=\frac{2x}{y^2}-\frac{2x^2}{y^3}y'=\frac{2x}{y^2}-\frac{2x^2}{y^3}\left(\frac yx+y^3(1+\ln 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$w'=-2x^2(1+\ln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$w=-2\left[\frac{x^3}{3}(1+\ln x)-\frac{x^3}{9}\right]+C$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$w(1)=\frac19$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$\frac{9x^2}{y^2}=5-2x^3\left(2+3\ln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$\frac{y^2}{9}=\frac{x^2}{5-2x^3\left(2+\log_ex^3\right)}$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$\frac{x^2}{5-2x^3\left(2+\log_ex^3\right)}$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becomes linear,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Shortcut: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combination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linear term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options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initial condition alone cannot pick the option - the full solution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 y=Qy^n$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becomes linear,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$t'+(1-n)Pt=(1-n)Q$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Shortcut: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 yx+Q(x)y^3$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xy\right)^2$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$-2x^2Q(x)$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linear term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x^n\ln x\,dx=\frac{x^{n+1}}{n+1}\ln x-\frac{x^{n+1}}{(n+1)^2}$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$\int(1+\ln x)x^2dx=\frac{x^3}{3}(1+\ln x)-\frac{x^3}{9}$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options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initial condition alone cannot pick the option - the full solution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$A=\left\{(x,y):|\cos x-\sin x|\le y\le\sin x,\ 0\le x\le\frac\pi2\right\}$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$\sqrt5-2\sqrt2+1$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$1-\frac3{\sqrt2}+\frac4{\sqrt5}$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$\frac3{\sqrt5}-\frac3{\sqrt2}+1$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$\sqrt5+2\sqrt2-4.5$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curves involving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exists only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 modulus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exists only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x\ge|\cos x-\sin 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 modulus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x|=\cos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$\frac\pi4&lt;x\le\frac\pi2$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lies between the curves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$y=|\cos x-\sin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x-\sin 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lies between the curves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$x_0\le 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$=\int_{x_0}^{\pi/4}\left(\sin x-(\cos x-\sin x)\right)dx+\int_{\pi/4}^{\pi/2}\left(\sin x-\sin x+\cos 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$=\left[-2\cos x-\sin x\right]_{x_0}^{\pi/4}+\left[\sin x\right]_{\pi/4}^{\pi/2}$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$=\left(-\frac2{\sqrt2}-\frac1{\sqrt2}\right)-\left(-2\cos x_0-\sin x_0\right)+\left(1-\frac1{\sqrt2}\right)$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x_0=\frac12$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x_0=\frac2{\sqrt5}$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x_0=\frac1{\sqrt5}$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x_0+\sin x_0=\frac4{\sqrt5}+\frac1{\sqrt5}=\sqrt5$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$=-\sqrt2-\frac1{\sqrt2}+\sqrt5+1-\frac1{\sqrt2}=\sqrt5+1-2\sqrt2$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$\sqrt5-2\sqrt2+1$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height as a single sine,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lower limit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height as a single sine,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 x-\cos x=\sqrt5\sin(x-x_0)$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lower limit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part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$x_0\le x\le\frac\pi4$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x-(\cos x-\sin x)=2\sin x-\cos x=\sqrt5\sin(x-x_0)$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x_0=\frac12$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x_0=\frac1{\sqrt5}$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x_0=\frac2{\sqrt5}$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$\int_{x_0}^{\pi/4}\sqrt5\sin(x-x_0)dx=\sqrt5\left[1-\cos\left(\frac\pi4-x_0\right)\right]$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$\cos\left(\frac\pi4-x_0\right)=\frac{\cos x_0+\sin x_0}{\sqrt2}=\frac3{\sqrt{10}}$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$\sqrt5-\frac3{\sqrt2}$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$\frac\pi4\le 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$\int_{\pi/4}^{\pi/2}\cos x\,dx=1-\frac1{\sqrt2}$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$=\sqrt5-\frac3{\sqrt2}+1-\frac1{\sqrt2}=\sqrt5+1-2\sqrt2$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$\sqrt5-2\sqrt2+1$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height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in one step and vanishes at its own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that interval first, then split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where the modulus splits.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x=\sqrt{a^2+b^2}\sin(x+\varphi)$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height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in one step and vanishes at its own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$|f(x)|\le y\le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that interval first, then split at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x-\sin x=\sqrt2\cos\left(x+\frac\pi4\right)$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where the modulus splits.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x_0=\frac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x_0=\frac p{\sqrt{p^2+q^2}}$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x_0=\frac q{\sqrt{p^2+q^2}}$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does not exist   (D)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$\frac{dy}{dt}+\alpha y=\gamma e^{-\beta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$\lim_{t\to\infty}y(t)$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does not exist   (D)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equation, Limit of a function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equation, Limit of a function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the particular and the complementary parts of the solution decay,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the particular and the complementary parts of the solution decay,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$=e^{\int\alpha\,dt}=e^{\alpha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$y\,e^{\alpha t}=\int e^{\alpha t}\cdot\gamma e^{-\beta t}dt+C$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$y\,e^{\alpha t}=\gamma\int e^{(\alpha-\beta)t}dt+c$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$y(t)e^{\alpha t}=\gamma\frac{e^{(\alpha-\beta)t}}{\alpha-\beta}+c$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$y(t)=\frac{\gamma e^{-\beta t}}{\alpha-\beta}+ce^{-\alpha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$e^{-\beta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$e^{-\alpha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y(t)=0+0=0$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$y=(\gamma t+c)e^{-\alpha 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L'Hopital's rule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equation itself gives the derivative of the numerator, so it is never solved.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L'Hopital's rule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$y=\frac{y\,e^{\alpha t}}{e^{\alpha t}}$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equation itself gives the derivative of the numerator, so it is never solved.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L'Hopital's rule (denominator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provided this limit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differential equation says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$y(t)=\frac{y(t)e^{\alpha t}}{e^{\alpha 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t}\to\infty$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L'Hopital's rule (denominator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y=\lim\frac{(y'+\alpha y)e^{\alpha t}}{\alpha e^{\alpha 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provided this limit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differential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$y'+\alpha y=\gamma e^{-\beta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 e^{-\beta t}}{\alpha}$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 e^{-\beta t}}{\alpha}\to0$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$\lim_{t\to\infty}y(t)=0$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homogeneous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dies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Stable linear ODE: whatever the initial condition,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steady state;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affects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L'Hopital trick: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solving is needed (valid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resonant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exponentials beat polynomials.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$y'+\alpha y=g(t)$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$y(t)\to\frac L\alpha$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homogeneous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dies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Stable linear ODE: whatever the initial condition,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steady state;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affects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$\lim_{t\to\infty}y$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L'Hopital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y=\lim\frac{(ye^{\alpha t})'}{(e^{\alpha t})'}=\lim\frac{g(t)}{\alpha}$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solving is needed (valid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t}\to\infty$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resonant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$y=(\gamma t+c)e^{-\alpha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still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exponentials beat polynomials.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$f(x)=\int_0^2e^{|x-t|}\,dt$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a modulus function, Maxima and minima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modulus separately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minimise each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modulus separately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minimise each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$f(x)=\int_0^2e^{x-t}dt=e^x\left[-e^{-t}\right]_0^2=e^x\left(1-e^{-2}\right)$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$f(x)=\int_0^2e^{t-x}dt=e^{-x}\left[e^t\right]_0^2=e^{-x}\left(e^2-1\right)$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$f(x)=\int_0^xe^{x-t}dt+\int_x^2e^{t-x}dt$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$=-e^x e^{-t}\Big|_0^x+e^{-x}e^t\Big|_x^2=-e^x\left(e^{-x}-1\right)+e^{-x}\left(e^2-e^x\right)$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$=-1+e^x+e^{2-x}-1=e^{2-x}+e^x-2$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increases,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decreases,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$f(x)=e^x(1-e^{-2})$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$e^{2-x}+e^x-2$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increases,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$f&gt;f(2)=e^2-1$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decreases,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$f&gt;f(0)=e^2-1$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$f'(x)=-e^{2-x}+e^x=0\Rightarrow e^{2x}=e^2\Rightarrow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$f(1)=2e-2=2(e-1)$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$2(e-1)$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and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its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case analysis.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and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its minimum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case analysis.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convex, so the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convex function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 e^{|x-t|}$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convex, so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$f(x)=\int_0^2e^{|x-2+s|}ds=\int_0^2e^{|(2-x)-s|}ds=f(2-x)$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convex function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$f(1)=\int_0^2e^{|1-t|}dt=2\int_0^1e^{u}du=2(e-1)$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$2(e-1)$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 and convex is convex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Minimising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'total distance' functions: the optimum is the midpoint (median) of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value check: the three formulas agree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$F(x)=\int_a^bk(|x-t|)\,dt$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 and convex is convex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$\int|x-t|\,dt$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'total distance' functions: the optimum is the midpoint (median) of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$\int_a^bg(|c-t|)dt$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$=2\int_0^{(b-a)/2}g(u)du$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$2\int_0^1e^udu=2(e-1)$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value check: the three formulas agree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quadratic polynomial with real coefficients such that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 divided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quadratic polynomial with real coefficients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$\int_0^1P(x)dx=1$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a polynomial, Remainder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condition is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Remainder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$P(2)=5$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condition is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6: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$\int_0^1\left(x^2+bx+c\right)dx=1\Rightarrow\frac13+\frac b2+c=1$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$3b+6c=4$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$4+2b+c=5$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in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$3b+6-12b=4$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$b+c=\frac29+\frac59=\frac79$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$9(b+c)=7$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the two given conditions directly,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the two given conditions directly, without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$E_1=\frac13+\frac b2+c=1$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$E_2=4+2b+c=5$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$\lambda\left(\frac b2+c\right)+\mu(2b+c)=b+c$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$\frac\lambda2+2\mu=1$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$\frac23\left(\frac b2+c\right)+\frac13(2b+c)=b+c$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conditions: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b2+c=1-\frac13=\frac23$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$b+c=\frac23\cdot\frac23+\frac13\cdot1=\frac49+\frac39=\frac79$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$9(b+c)=7$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(Simpson's rule is exact for polynomials up to degree 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linear conditions are given and a combination of the unknowns is asked, solve for the combination (find multipliers) instead of each unknown.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$\int_0^1P\,dx=\frac{P(0)+4P(\frac12)+P(1)}6$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(Simpson's rule is exact for polynomials up to degree 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$P(x)\div(x-a)$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linear conditions are given and a combination of the unknowns is asked, solve for the combination (find multipliers) instead of each unknown.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$\int_0^1P=\frac13+\frac19+\frac59=1$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$P(2)=4+\frac49+\frac59=5$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$\int\frac{\left(\sin^n\theta-\sin\theta\right)^{1/n}\cos\theta}{\sin^{n+1}\theta}d\theta$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n{n^2-1}\left(1-\frac1{\sin^{n-1}\theta}\right)^{\frac{n+1}n}+C$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n{n^2-1}\left(1+\frac1{\sin^{n-1}\theta}\right)^{\frac{n+1}n}+C$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n{n^2+1}\left(1-\frac1{\sin^{n-1}\theta}\right)^{\frac{n+1}n}+C$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n{n^2-1}\left(1-\frac1{\sin^{n+1}\theta}\right)^{\frac{n+1}n}+C$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root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derivative is already in the integrand.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root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$1-\sin^{1-n}\theta$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derivative is already in the integrand.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$\sin^n\theta-\sin\theta=\sin^n\theta\left(1-\frac1{\sin^{n-1}\theta}\right)$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$\left(\sin^n\theta-\sin\theta\right)^{1/n}=\sin\theta\left(1-\frac1{\sin^{n-1}\theta}\right)^{1/n}$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$\int\sin\theta\,\frac{\left(1-\frac1{\sin^{n-1}\theta}\right)^{1/n}}{\sin^{n+1}\theta}\cos\theta\,d\theta=\int\left(1-\frac1{\sin^{n-1}\theta}\right)^{1/n}\frac{\cos\theta}{\sin^n\theta}d\theta$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$1-\frac1{\sin^{n-1}\theta}=t$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$(n-1)\frac1{\sin^n\theta}\cos\theta\,d\theta=dt$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$\frac{\cos\theta\,d\theta}{\sin^n\theta}=\frac{dt}{n-1}$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$\int\frac{t^{1/n}}{n-1}dt=\frac1{n-1}\cdot\frac{t^{\frac1n+1}}{\frac1n+1}+C$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n{n^2-1}\left(1-\frac1{\sin^{n-1}\theta}\right)^{\frac{n+1}n}+C$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n{n^2-1}\left(1-\frac1{\sin^{n-1}\theta}\right)^{\frac{n+1}n}+C$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Rationalising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integrand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Rationalising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$u=\left(1-\sin^{1-n}\theta\right)^{1/n}$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integrand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n{n-1}u^n\,du$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$u\cdot\frac{\cos\theta}{\sin^n\theta}$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$u=\left(1-\sin^{1-n}\theta\right)^{1/n}$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$u^n=1-\sin^{1-n}\theta$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$nu^{n-1}du=(n-1)\sin^{-n}\theta\cos\theta\,d\theta$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$\frac{\cos\theta\,d\theta}{\sin^n\theta}=\frac n{n-1}u^{n-1}du$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n{n-1}\int u^n\,du$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n{n-1}\cdot\frac{u^{n+1}}{n+1}+C=\frac n{n^2-1}\left(1-\sin^{1-n}\theta\right)^{\frac{n+1}n}+C$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n{n^2-1}\left(1-\frac1{\sin^{n-1}\theta}\right)^{\frac{n+1}n}+C$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Differentiate option (A): the chain rule returns the integrand exactly (no integration needed).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constants combine: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given integrand. Option (A) is the antiderivative.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 n{n^2-1}\left(1-s^{1-n}\right)^{\frac{n+1}n}$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 n{n^2-1}\cdot\frac{n+1}n\left(1-s^{1-n}\right)^{\frac1n}\cdot(n-1)s^{-n}\cos\theta$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constants 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n{n^2-1}\cdot\frac{n+1}n\cdot(n-1)=1$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$F'=\left(1-s^{1-n}\right)^{1/n}\frac{\cos\theta}{s^n}=\frac{(\sin^n\theta-\sin\theta)^{1/n}\cos\theta}{\sin^{n+1}\theta}$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given integrand. Option (A) is the antiderivative.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n{n^2-1}\left(1-\frac1{\sin^{n-1}\theta}\right)^{\frac{n+1}n}+C$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dominant power out of a root: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multiplier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hidden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structure - look for the inner function whose derivative sits in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dominant power out of a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$(s^n-s)^{1/n}=s\left(1-s^{1-n}\right)^{1/n}$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$d\left(1-s^{1-n}\right)=(n-1)s^{-n}ds$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u^{1/n}du=\frac n{n+1}u^{\frac{n+1}n}+C$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$u=1-s^{1-n}$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multiplier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f(\sin\theta)\cos\theta\,d\theta$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hidden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$g(\sin\theta)\,g'(\sin\theta)$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structure - look for the inner function whose derivative sits in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Multiple-choice shortcut: differentiate an option and compare - useful when options are messy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radicand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negative, so the integrand is real only formally (principal root); the key follows the formal antiderivative.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Multiple-choice shortcut: differentiate an option and compare - useful when options are messy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radicand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$\sin^n\theta-\sin\theta$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negative, so the integrand is real only formally (principal root); the key follows the formal antiderivative.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x=\exp\left(x^\beta y^\gamma\right)$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$2x^2y\,dy-(1-xy^2)dx=0$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$y(2)=\sqrt{\log_e2}$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First-order differential equation reducible to linear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equation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$2x^2y\frac{dy}{dx}=1-xy^2$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$x^2\frac{dt}{dx}=1-xt$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 tx=\frac1{x^2}$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$=e^{\ln 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$t\cdot x=\int\frac1{x^2}\cdot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$y^2x=\ln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$y(2)^2=\ln2$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$2\ln2=\ln2+C$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 x+\ln2=\ln2x$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$2x=e^{xy^2}=\exp\left(x^1y^2\right)$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x=\exp\left(x^\beta y^\gamma\right)$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$\alpha+\beta-\gamma=2+1-2=1$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- the ODE is exact in disguise.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$w=xy^2$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- the ODE is exact in disguise.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ODE,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$w=xy^2$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$w'=y^2+2xyy'$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ODE,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$2x^2yy'=1-xy^2=1-w$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$2xyy'=\frac{1-w}x$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$w'=y^2+\frac{1-w}x=\frac wx+\frac{1-w}x=\frac1x$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$w(2)=2\ln2$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$2x=e^{xy^2}$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$(\alpha,\beta,\gamma)=(2,1,2)$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$\alpha+\beta-\gamma=1$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look for such exact combinations before using an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exact combination.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$N=2x^2y$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$d(xy^2)=y^2dx+2xy\,dy$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look for such exact combinations before using an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in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$dt=2y\,dy$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$\frac{dt}{dx}+\frac tx=g(x)\iff\frac d{dx}(xt)=xg(x)$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exact combination.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$xy^2=\ln2x$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$2\ln2=\ln4$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$\left(1+e^{-x}\right)\left(1+y^2\right)\frac{dy}{dx}=y^2$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$y^2+1=y\left(\log_e\left(\frac{1+e^{-x}}2\right)+2\right)$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$y^2+1=y\left(\log_e\left(\frac{1+e^{x}}2\right)+2\right)$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$y^2=1+y\log_e\left(\frac{1+e^{-x}}2\right)$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$y^2=1+y\log_e\left(\frac{1+e^{x}}2\right)$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506323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 separable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variables;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variables;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$\frac1{1+e^{-x}}=\frac{e^x}{e^x+1}$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to a logarithm.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$\frac{1+y^2}{y^2}dy=\frac{dx}{1+e^{-x}}$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$\int\left(\frac1{y^2}+1\right)dy=\int\frac{e^x}{e^x+1}dx$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$-\frac1y+y=\ln\left(e^x+1\right)+C$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$-1+1=\ln2+C$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$y-\frac1y=\ln\left(e^x+1\right)-\ln2=\ln\left(\frac{e^x+1}2\right)$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$y^2-1=y\ln\left(\frac{e^x+1}2\right)$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$y^2=1+y\ln\left(\frac{e^x+1}2\right)$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$y^2=1+y\log_e\left(\frac{1+e^x}2\right)$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 test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ODE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implicit differentiation of each option shows only (D) matches.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 test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ODE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$y'(0)=\frac14$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implicit differentiation of each option shows only (D) matches.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ODE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options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slope is the 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ODE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$\left(1+1\right)\left(1+1\right)y'=1$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$y'(0)=\frac14$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options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slope is the 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$F=y^2-1-y\ln\frac{1+e^x}2$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$F_x=-\frac{ye^x}{1+e^x}=-\frac12$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$F_y=2y-\ln\frac{1+e^x}2=2$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$y'=-\frac{F_x}{F_y}=\frac14$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(A), (B):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finite slope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is consistent with the equation.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$F_x=+\frac12$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(A),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$F_y=2y-\ln(\cdot)-2=0$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finite slope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is consistent with the equation.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$y^2=1+y\log_e\left(\frac{1+e^x}2\right)$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(logistic/sigmoid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typical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several options share the initial point, compare the slope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ODE at that point (implicit differentiation) to eliminate options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finding the general solution use the condition immediately to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rewriting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$\frac{1}{1+e^{-x}}=\frac{e^x}{e^x+1}$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$\int\frac{dx}{1+e^{-x}}=\ln(1+e^x)+C$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(logistic/sigmoid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$\int\left(1+\frac1{y^2}\right)dy=y-\frac1y+C$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typical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$\frac{1+y^2}{y^2}$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several options share the initial point, compare 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ODE at that point (implicit differentiation) to eliminate options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finding the general solution use the condition immediately to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rewriting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(in sq. units)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$f(x)=\begin{cases}x,&amp;0\le x&lt;\frac12\\ \frac12,&amp;x=\frac12\\ 1-x,&amp;\frac12&lt;x\le1\end{cases}$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$g(x)=\left(x-\frac12\right)^2$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(in sq. units)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$\frac13+\frac{\sqrt3}4$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$\frac12+\frac{\sqrt3}4$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$\frac12-\frac{\sqrt3}4$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involving a piecewise-defined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upper curve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and parabola meet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$\frac12&lt;x\le\frac{\sqrt3}2$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upper curve is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and parabola meet exactly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$x=\frac{\sqrt3}2$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$g(x)=\left(x-\frac12\right)^2$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$1-x=\left(x-\frac12\right)^2$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$C\left(\frac{\sqrt3}2,1-\frac{\sqrt3}2\right)$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𝑝𝑎𝑟𝑎𝑙𝑙𝑒𝑙 𝑠𝑖𝑑𝑒𝑠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$-\int_{1/2}^{\sqrt3/2}\left(x-\frac12\right)^2dx$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$B\left(\frac{\sqrt3}2,0\right)$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$=\frac12(\text{sum of parallel sides})(h)=\frac12\left(\frac12+1-\frac{\sqrt3}2\right)\left(\frac{\sqrt3}2-\frac12\right)$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$=\frac12\left(\frac32-\frac{\sqrt3}2\right)\left(\frac{\sqrt3}2-\frac12\right)=\frac12\left[\frac{3\sqrt3}4-\frac34-\frac34+\frac{\sqrt3}4\right]=\frac12\left(\sqrt3-\frac32\right)=\frac{\sqrt3}2-\frac34$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$\int_{1/2}^{\sqrt3/2}\left(x-\frac12\right)^2dx=\frac13\left(x-\frac12\right)^3\Big|_{1/2}^{\sqrt3/2}=\frac13\cdot\frac18\left(\sqrt3-1\right)^3$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$\left(\sqrt3-1\right)^3=3\sqrt3-9+3\sqrt3-1=6\sqrt3-10$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$\frac1{24}\left(6\sqrt3-10\right)=\frac1{12}\left(3\sqrt3-5\right)$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$=\frac{\sqrt3}2-\frac34-\frac1{12}\left(3\sqrt3-5\right)=\frac{\sqrt3}2-\frac34-\frac{\sqrt3}4+\frac5{12}$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$=\frac{\sqrt3}4+\frac{5-9}{12}=\frac{\sqrt3}4-\frac13$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$\frac{\sqrt3}4-\frac13$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line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one polynomial integral replaces the trapezium.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line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$\frac12-u$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one polynomial integral replaces the trapezium.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interval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interval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u\le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$h=\frac{\sqrt3-1}2$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$y=1-x=\frac12-u$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$u^2+u-\frac12=0$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$=\int_0^h\left(\frac12-u-u^2\right)du=\frac h2-\frac{h^2}2-\frac{h^3}3$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$h^2=\frac{2-\sqrt3}2$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$h^3=\frac{3\sqrt3-5}4$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$=\frac{\sqrt3-1}4-\frac{2-\sqrt3}4-\frac{3\sqrt3-5}{12}=\frac{2\sqrt3-3}4-\frac{3\sqrt3-5}{12}$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$=\frac{6\sqrt3-9-3\sqrt3+5}{12}=\frac{3\sqrt3-4}{12}=\frac{\sqrt3}4-\frac13$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$\frac{\sqrt3}4-\frac13$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line and a parabola: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intersection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used; here only one end is an intersection, so use trapezium minus curve-area or a shifted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point where a piecewise function is redefined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does not change any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the vertex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trivial and the intersection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0.0997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line and a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$\frac{|a|}6(x_2-x_1)^3$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intersection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used; here only one end is an intersection, so use trapezium minus curve-area or a shifted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point where a piecewise function is redefined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$f(\frac12)=\frac12$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does not change any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the vertex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u^2du$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trivial and the intersection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$u^2+u-\frac12=0$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$\frac{\sqrt3}4-\frac13\approx0.0997$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$\int_0^{h}\left(\frac12-u-u^2\right)du$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$h\approx0.366$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$\int\frac{2x^3-1}{x^4+x}dx$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$\log_e\left|\frac{x^3+x}{x}\right|+C$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$\frac12\log_e\frac{\left(x^3+1\right)^2}{|x^3|}+C$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$\frac12\log_e\frac{|x^3+1|}{x^2}+C$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$\log_e\frac{|x^3+1|}{x^2}+C$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(algebraic function)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becomes the derivative of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becomes the derivative of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top and bottom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$I=\int\frac{\left(2x^3-1\right)dx}{x^4+x}=\int\frac{\left(2x-x^{-2}\right)dx}{x^2+x^{-1}}$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top and bottom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$x^2+x^{-1}=t$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$\left(2x-x^{-2}\right)dx=dt$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(A) as intended; the printed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(A) is a misprint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other option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$I=\int\frac{dt}t=\ln|t|+c$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$=\ln\left|x^2+x^{-1}\right|+c$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$=\ln\left|\frac{x^3+1}x\right|+c$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(A) as intended; the printed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$\frac{x^3+x}{x}$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(A) is a misprint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$\frac{x^3+1}{x}$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other option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$\ln\left|\frac{x^3+1}x\right|$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option (A) has a misprint,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$\log_e\left|\frac{x^3+1}{x}\right|+C$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option (A) has a misprint,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$x^3+x$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$x^3+1$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$\frac{2x^3-1}{x\left(x^3+1\right)}=-\frac1x+\frac{3x^2}{x^3+1}$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$x^4+x=x\left(x^3+1\right)$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$\frac{2x^3-1}{x\left(x^3+1\right)}=\frac Ax+\frac{Bx^2+Cx+D}{x^3+1}$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$2x^3-1=A\left(x^3+1\right)+\left(Bx^2+Cx+D\right)x$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$-\frac1x+\frac{3x^2}{x^3+1}$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$I=-\ln|x|+\ln\left|x^3+1\right|+c=\ln\left|\frac{x^3+1}x\right|+c$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option (A) has a misprint,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$\log_e\left|\frac{x^3+1}{x}\right|+C$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(printed option (A) has a misprint,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$x^3+x$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$x^3+1$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a division by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makes the numerator the derivative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Reciprocal-sum pattern: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integrands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$\int\frac{f'(x)}{f(x)}dx=\ln|f(x)|+c$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a division by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makes the numerator the derivative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$\frac{2x^3-1}{x^4+x}=\frac{2x-x^{-2}}{x^2+x^{-1}}=\frac{d}{dx}\ln\left(x^2+\frac1x\right)$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Reciprocal-sum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$\frac{d}{dx}\left(x^m+x^{-n}\right)=mx^{m-1}-nx^{-n-1}$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integrands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$\frac{mx^{m+n}-n}{x\left(x^{m+n}+1\right)}$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$\ln\left|x^m+x^{-n}\right|$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$\frac{d}{dx}\ln\frac{x^3+1}x=\frac{3x^2}{x^3+1}-\frac1x=\frac{12}9-\frac12=\frac56$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equal parts, then which of the following is true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$R=\left\{(x,y)\in\mathbb R^2:x^2\le y\le2x\right\}$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equal parts, then which of the following is true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$3\alpha^2-8\alpha+8=0$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$\alpha^3-6\alpha^2+16=0$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$3\alpha^2-8\alpha^{3/2}+8=0$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$\alpha^3-6\alpha^{3/2}-16=0$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bisected by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 y2$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 y\le2x$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area,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6: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area,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$\int_0^\alpha\left(\sqrt y-\frac y2\right)dy=\int_\alpha^4\left(\sqrt y-\frac y2\right)dy$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$\left(\frac23y^{3/2}-\frac{y^2}4\right)_0^\alpha=\left(\frac23y^{3/2}-\frac{y^2}4\right)_\alpha^4$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$\frac23\alpha^{3/2}-\frac14\alpha^2=\left(\frac23\cdot8-4\right)-\left(\frac23\alpha^{3/2}-\frac{\alpha^2}4\right)$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$\frac43\alpha^{3/2}-\frac12\alpha^2=\frac43$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$8\alpha^{3/2}-3\alpha^2=8$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$3\alpha^2-8\alpha^{3/2}+8=0$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$3\alpha^2-8\alpha^{3/2}+8=0$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instead: the part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equal to half of the total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instead: the part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$\int_0^{\alpha/2}\left(2x-x^2\right)dx+\int_{\alpha/2}^{\sqrt\alpha}\left(\alpha-x^2\right)dx$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equal to half of the total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$=\int_0^2\left(2x-x^2\right)dx=4-\frac83=\frac43$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$\frac\alpha2\le x\le\sqrt\alpha$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$\int_0^{\alpha/2}\left(2x-x^2\right)dx=\frac{\alpha^2}4-\frac{\alpha^3}{24}$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$\int_{\alpha/2}^{\sqrt\alpha}\left(\alpha-x^2\right)dx=\alpha^{3/2}-\frac{\alpha^{3/2}}3-\frac{\alpha^2}2+\frac{\alpha^3}{24}$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$=\frac23\alpha^{3/2}-\frac{\alpha^2}4=\frac23$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$8\alpha^{3/2}-3\alpha^2=8$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$3\alpha^2-8\alpha^{3/2}+8=0$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$3\alpha^2-8\alpha^{3/2}+8=0$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region is described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boundaries (parabola opening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line), use horizontal strips: 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Area-bisection equations lead to a relation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options are written in that form - do not square it away.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$=\frac{m^3}6$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$\frac86=\frac43$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region is described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boundaries (parabola opening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line), use horizontal strips: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 y-\frac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Area-bisection equations lead to a relation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options are written in that form - do not square it away.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$\alpha\approx1.509$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$3\alpha^2-8\alpha^{3/2}+8\approx0$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$2\left(x^2+x^{5/4}\right)dy-y\left(x+x^{1/4}\right)dx=2x^{9/4}dx$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$\left(1,1-\frac43\log_e2\right)$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$\left(\frac{31}3+\frac83\log_e3\right)$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$4\left(\frac{31}3+\frac83\log_e3\right)$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$4\left(\frac{31}3-\frac83\log_e3\right)$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$\left(\frac{31}3-\frac83\log_e3\right)$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equation, Integration by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linear equation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integrating factor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$2\left(x^2+x^{5/4}\right)$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linear equation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$\frac{x+x^{1/4}}{x^2+x^{5/4}}=\frac1x$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 y2\cdot\frac{x+x^{1/4}}{x^2+x^{5/4}}=\frac{x^{9/4}}{x^2+x^{5/4}}$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$x^2+x^{5/4}=x\left(x+x^{1/4}\right)$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 y{2x}=\frac{x^{9/4}}{x^2+x^{5/4}}$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$=e^{\int-\frac1{2x}dx}=e^{-\frac12\ln x}=\frac1{\sqrt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$y\cdot\frac1{\sqrt x}=\int\frac1{\sqrt x}\cdot\frac{x^{9/4}}{x^2+x^{5/4}}dx$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y{\sqrt x}=\int\frac{x^{7/4}dx}{x\left(x+x^{1/4}\right)}=\int\frac{x^{3/4}}{x+x^{1/4}}dx$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$dx=4u^3du$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y{\sqrt x}=\int\frac{4u^3\cdot u^3}{u^4+u}du=4\int\frac{u^5}{u^3+1}du$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$u^2du=\frac13dt$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y{\sqrt x}=\frac43\int\frac t{1+t}dt=\frac43\left(t-\ln(1+t)\right)+C$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y{\sqrt x}=\frac43\left(u^3-\ln\left(1+u^3\right)\right)+C=\frac43\left(x^{3/4}-\ln\left(1+x^{3/4}\right)\right)+C$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$\left(1,1-\frac43\ln2\right)$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$1-\frac43\ln2=\frac43(1-\ln2)+C$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y{\sqrt x}=\frac43\left(x^{3/4}-\ln\left(1+x^{3/4}\right)\right)-\frac13$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$x^{3/4}=8$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y4=\frac43\left(8-\ln9\right)-\frac13=\frac{32}3-\frac83\ln3-\frac13=\frac{31}3-\frac83\ln3$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$y(16)=4\left(\frac{31}3-\frac83\ln3\right)$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$4\left(\frac{31}3-\frac83\log_e3\right)$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Variation of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the linear term at once, and the single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the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Variation of constants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 x\,z$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the linear term at once, and the single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$s=x^{3/4}$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the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x\,z$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 y{2x}=\sqrt x\,z'$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$z'=\frac{x^{7/4}}{x^2+x^{5/4}}=\frac{x^{3/4}}{x+x^{1/4}}=\frac{x^{1/2}}{x^{3/4}+1}$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$s=x^{3/4}$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$ds=\frac34x^{-1/4}dx$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$x^{1/2}dx=x^{3/4}\cdot\frac43ds=\frac43s\,ds$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$z=\frac43\int\frac s{s+1}ds=\frac43\left(s-\ln(1+s)\right)+C$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$z=1-\frac43\ln2$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$1-\frac43\ln2=\frac43(1-\ln2)+C$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$z=\frac43(8-\ln9)-\frac13=\frac{31}3-\frac83\ln3$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$y(16)=4\left(\frac{31}3-\frac83\ln3\right)$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$4\left(\frac{31}3-\frac83\log_e3\right)$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fractional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denominator of the exponents, or directly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dominant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$y'+P(x)y=Q(x)$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$P=-\frac1{2x}$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x\,z$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$z'=\frac{Q}{\sqrt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fractional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denominator of the exponents, or directly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$s=x^{p/q}$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dominant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 t{1+t}dt=t-\ln(1+t)+C$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t{1+t}=1-\frac1{1+t}$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$y(1)=\sqrt1\left[\frac43(1-\ln2)-\frac13\right]=1-\frac43\ln2$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 (printed as Integer Type)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Answers are integers, not limited to 0-9;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$\int_0^\pi\frac{5^{\cos x}\left(1+\cos x\cos3x+\cos^2x+\cos^3x\cos3x\right)dx}{1+5^{\cos x}}=\frac{k\pi}{16}$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Property of definite integrals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Product-to-sum trigonometric identities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Property of definite integrals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$\int_0^af(x)dx=\int_0^af(a-x)dx$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Product-to-sum trigonometric identities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bracket is unchanged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weight averages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bracket is unchanged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$\frac{5^{c}}{1+5^{c}}+\frac{5^{-c}}{1+5^{-c}}=1$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weight averages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same integral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$g(x)=1+\cos x\cos3x+\cos^2x+\cos^3x\cos3x$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$I=\int_0^\pi\frac{5^{\cos x}g(x)}{1+5^{\cos 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x\to-\cos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$\cos3x\to-\cos3x$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$g(\pi-x)=g(x)$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same integral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$2I=\int_0^\pi g(x)\left[\frac{5^{\cos x}}{1+5^{\cos x}}+\frac1{1+5^{\cos x}}\right]dx=\int_0^\pi 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twice too large.)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$I=\frac12\int_0^\pi g\,dx=\int_0^{\pi/2}g(x)dx$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twice too large.)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$2g(x)=2+\cos4x+\cos2x+\left(1+\cos2x\right)+2\cos3x\left(\frac{\cos3x+3\cos x}4\right)$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x\cos3x=\cos4x+\cos2x$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$2\cos^2x=1+\cos2x$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$\cos^3x=\frac{\cos3x+3\cos 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$2g=3+\cos4x+2\cos2x+\frac12\left(\cos^23x+3\cos x\cos3x\right)$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$\int3\,dx=\frac{3\pi}2$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$\int\cos4x\,dx=\int\cos2x\,dx=0$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key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wrong).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$\frac12\left(\cos^23x+3\cos x\cos3x\right)=\frac14\left(1+\cos6x+3\cos4x+3\cos2x\right)$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$\int_0^{\pi/2}\frac14\left(1+\cos6x+3\cos4x+3\cos2x\right)dx=\frac14\cdot\frac\pi2=\frac\pi8$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$\int_0^{\pi/2}2g\,dx=\frac{3\pi}2+\frac\pi8=\frac{13\pi}8$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$I=\int_0^{\pi/2}g\,dx=\frac12\cdot\frac{13\pi}8=\frac{13\pi}{16}$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$\frac{k\pi}{16}=\frac{13\pi}{16}$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key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wrong).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Polynomial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the bracket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Wallis integrals finish.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Polynomial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the bracket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$\sin^4x+4\cos^6x$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Wallis integrals finish.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king-type pairing,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x\cos3x=4c^4-3c^2$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$\cos^3x\cos3x=4c^6-3c^4$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$g=1+(4c^4-3c^2)+c^2+(4c^6-3c^4)=1-2c^2+c^4+4c^6=(1-c^2)^2+4c^6=\sin^4x+4\cos^6x$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king-type pairing,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$I=\int_0^{\pi/2}g\,dx$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$\int_0^{\pi/2}\sin^4x\,dx=\frac{3\pi}{16}$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$\int_0^{\pi/2}\cos^6x\,dx=\frac{5\pi}{32}$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$I=\frac{3\pi}{16}+4\cdot\frac{5\pi}{32}=\frac{3\pi}{16}+\frac{10\pi}{16}=\frac{13\pi}{16}$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polynomials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$\int_{-a}^{a}\frac{f(x)}{1+b^{x}}dx=\int_0^af(x)dx$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$g(\pi-x)=g(x)$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$\int_0^\pi\frac{b^{\cos x}g}{1+b^{\cos x}}dx=\frac12\int_0^\pi g=\int_0^{\pi/2}g$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$\frac{b^c}{1+b^c}+\frac{b^{-c}}{1+b^{-c}}=1$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x\cos3x+\cos^3x\cos3x$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numerical quadrature of the original integral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$\int_0^{\pi/2}\cos^{2m}x\,dx=\frac{(2m-1)!!}{(2m)!!}\cdot\frac\pi2$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numerical quadrature of the original integral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$16I/\pi=13.000$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natural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to 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$I_n=\int_1^ex^{19}\left(\log|x|\right)^n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$(20)I_{10}=\alpha I_9+\beta I_8$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natural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to 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Reduction formula using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Integration by parts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Integration by parts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$20I_n+nI_{n-1}=e^{20}$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first function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$I_n=\int_1^e(\log x)^n\,x^{19}dx$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 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first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$I_n=\left[\frac{(\log x)^nx^{20}}{20}\right]_1^e-\int_1^e\frac{n(\log x)^{n-1}}x\cdot\frac{x^{20}}{20}dx$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$I_n=\frac{e^{20}}{20}-\frac n{20}\int_1^e(\log x)^{n-1}x^{19}dx$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$20I_n=e^{20}-nI_{n-1}$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$20I_n+nI_{n-1}=e^{20}$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$20I_{10}+10I_9=e^{20}$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$20I_9+9I_8=e^{20}$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$20I_{10}+10I_9=20I_9+9I_8$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$20I_{10}=10I_9+9I_8$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$20I_{10}=\alpha I_9+\beta I_8$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read the recurrence off the exact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read the recurrence off the exact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d{dt}\left(t^ne^{20t}\right)$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$I_n=\int_0^1t^ne^{20t}dt$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$x^{19}dx=e^{20t}dt$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d{dt}\left(t^ne^{20t}\right)=nt^{n-1}e^{20t}+20t^ne^{20t}$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$e^{20}=nI_{n-1}+20I_n$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$e^{20}=9I_8+20I_9$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$e^{20}=10I_9+20I_{10}$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$20I_{10}=10I_9+9I_8$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reduction formula;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consecutive reduction steps share the same constant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subtract to remove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rational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comparing rational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pins down the pair.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$\int_1^ex^{m}(\ln x)^ndx=\frac{e^{m+1}}{m+1}-\frac n{m+1}\int_1^ex^m(\ln x)^{n-1}dx$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reduction formula;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x^m(\ln x)^ndx$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t^ne^{(m+1)t}dt$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$t^ne^{at}$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consecutive reduction steps share the same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subtract to remove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$a_ne^{20}+b_n$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$a_n,b_n$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comparing rational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pins down the pair.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$20I_{10}\approx3.197\times10^8=10I_9+9I_8$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curve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splits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$x(3-x)$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negative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positive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splits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$|x-3|=3-x$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$y=x(3-x)=3x-x^2$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$A=\int_{-1}^0\left(x^2-3x\right)dx+\int_0^2\left(3x-x^2\right)dx$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$A=\left[\frac{x^3}3-\frac{3x^2}2\right]_{-1}^0+\left[\frac{3x^2}2-\frac{x^3}3\right]_0^2$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$0-\left(-\frac13-\frac32\right)=\frac{11}6$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$6-\frac83=\frac{10}3$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$A=\frac{11}6+\frac{10}3=\frac{31}6$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known parabola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reflect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known parabola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$y=x(a-x)$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reflect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full arch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$|y|=s(3+s)$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$\int_0^1\left(3s+s^2\right)ds=\frac32+\frac13=\frac{11}6$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full arch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$\frac{3^3}6=\frac92$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part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$\int_2^3x(3-x)dx$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$\int_0^1(3-u)u\,du=\frac32-\frac13=\frac76$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$\frac92-\frac76=\frac{10}3$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$A=\frac{11}6+\frac{10}3=\frac{31}6$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one arch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segment between its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sign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split at every root in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a negative piece: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simplifies the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quadrature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5.1667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one arch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$y=x(a-x)$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segment between its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sign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split at every root in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a negative piece: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$\int_{-p}^0|f|=\int_0^p|f(-s)|ds$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simplifies the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$12\cdot\frac{31}6=62$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quadrature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$5.1667=\frac{31}6$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y}\cos y\frac{dy}{dx}+e^{\sin y}\cos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$1+y\left(\frac\pi6\right)+\frac{\sqrt3}2y\left(\frac\pi3\right)+\frac1{\sqrt2}y\left(\frac\pi4\right)$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 reducible to linear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$t=e^{\sin 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$t'=e^{\sin y}\cos y\,y'$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y}\cos y\frac{dy}{dx}+e^{\sin y}\cos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y}=t$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y}\cos y\frac{dy}{dx}=\frac{dt}{dx}$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$\frac{dt}{dx}+t\cos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$=e^{\int\cos x\,dx}=e^{\sin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d\left(t\,e^{\sin x}\right)=\int e^{\sin x}\cos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solution is continuous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$t\,e^{\sin x}=e^{\sin 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y}\cdot e^{\sin x}=e^{\sin 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$x=0,y=0\Rightarrow1\cdot1=1+c\Rightarrow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 y}e^{\sin x}=e^{\sin x}\Rightarrow e^{\sin y}=1\Rightarrow\sin y=0\Rightarrow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solution is continuous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$1+y\left(\frac\pi6\right)+\frac{\sqrt3}2y\left(\frac\pi3\right)+\frac1{\sqrt2}y\left(\frac\pi4\right)=1$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invoke uniqueness; or 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the homogeneous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invoke uniqueness; or subtract: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$u=e^{\sin y}-1$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the homogeneous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$u'=-u\cos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right side,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uniqueness theorem the solution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$0+e^0\cos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right side,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$\frac{d}{dx}\left(e^{\sin y}\right)=\cos x\left(1-e^{\sin y}\right)$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$\left(x,e^{\sin y}\right)$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uniqueness theorem the solution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Explicitly: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(continuity,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required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Explicitly: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$u=e^{\sin y}-1$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$u'=-u\cos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$u=Ce^{-\sin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$u(0)=e^0-1=0$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(continuity,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required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has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becomes linear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both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particular solution: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Initial condition equal to a constant particular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that constant (uniqueness for linear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asked after an ODE usually signal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very simple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constants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$\frac{d}{dx}h(y)+P(x)h(y)=Q(x)$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$h(y)=e^{\sin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becomes 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$t'+Pt=Q$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particular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$t'+Pt=P$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Initial condition equal to a constant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that constant (uniqueness for linear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$y\left(\frac\pi6\right)+\ldots$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asked after an ODE usually signal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 very simple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constants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β</m:t>
                                    </m:r>
                                  </m:den>
                                </m:f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$\int\sqrt{\sec2x-1}\,dx=\alpha\log_e\left|\cos2x+\beta+\sqrt{\cos2x\left(1+\cos\frac1\beta x\right)}\right|+\text{constant}$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(irrational trigonometric function)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$\sec2x-1=\frac{2\sin^2x}{\cos2x}$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$-\int\frac{\sqrt2\,dt}{\sqrt{2t^2-1}}$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$\int\sqrt{\sec2x-1}\,dx=\int\sqrt{\frac{1-\cos2x}{\cos2x}}\,dx=\sqrt2\int\frac{\sin x}{\sqrt{2\cos^2x-1}}dx$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$1-\cos2x=2\sin^2x$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$\cos2x=2\cos^2x-1$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 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$=-\sqrt2\int\frac{dt}{\sqrt{2t^2-1}}=-\ln\left|\sqrt2\cos x+\sqrt{\cos2x}\right|+c$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$\sqrt2\cos x=\sqrt{1+\cos2x}$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$\left(\sqrt2\cos x+\sqrt{\cos2x}\right)^2=1+2\cos2x+2\sqrt{\cos2x(1+\cos2x)}=2\left[\cos2x+\frac12+\sqrt{\cos2x(1+\cos2x)}\right]$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into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β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$-\ln\left|\sqrt2\cos x+\sqrt{\cos2x}\right|=-\frac12\ln\left|\cos2x+\frac12+\sqrt{\cos2x\left(1+\cos2x\right)}\right|-\frac12\ln2$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into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$\alpha\ln\left|\cos2x+\beta+\sqrt{\cos2x\left(1+\cos\frac x\beta\right)}\right|$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x\beta=\cos2x$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$\beta-\alpha=\frac12+\frac12=1$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root's difficulty.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a given antiderivative form: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sum-of-roots logs into the 'cos2x + const + root of product' form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 inside a log only change the additive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by the shape, not the multiplier. Numerical check: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$\sec2x-1=\frac{1-\cos2x}{\cos2x}=\frac{2\sin^2x}{\cos2x}=\frac{2\tan^2x}{1-\tan^2x}$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root's difficulty.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$\int\frac{dt}{\sqrt{2t^2-1}}=\frac1{\sqrt2}\ln\left|\sqrt2t+\sqrt{2t^2-1}\right|+c$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$\int\frac{du}{\sqrt{u^2-1}}=\ln\left|u+\sqrt{u^2-1}\right|$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a given antiderivative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$\left(\sqrt{p}+\sqrt q\right)^2=p+q+2\sqrt{pq}$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sum-of-roots logs into the 'cos2x + const + root of product' form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$p=1+\cos2x$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 inside a log only change the additive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by the shape, not the multiplier. Numerical check: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$-\ln\left(\sqrt2\cos x+\sqrt{\cos2x}\right)$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$\sqrt{\sec0.6-1}=0.4600$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at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given curve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$Q\left(a,\frac12\right)$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$R(b,f(b))$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given curve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equation, Tangent to a curve and intercepts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linear ODE whose left side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$c=f(b)-bf'(b)$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linear ODE whose left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$b^2\frac d{db}\left(\frac{f}b\right)$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$R(b,f(b))$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$y-f(b)=f'(b)(x-b)$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$c-f(b)=f'(b)(-b)$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$\frac3b-f(b)=-bf'(b)$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$bf'(b)-f(b)=-\frac3b$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$\frac{bf'(b)-f(b)}{b^2}=-\frac3{b^3}$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$d\left(\frac{f(b)}b\right)=-\frac3{b^3}db$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$\frac{f(b)}b=\frac3{2b^2}+\lambda$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curve: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$\frac32=\frac32+\lambda$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$f(b)=\frac3{2b}$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$f(x)=\frac3{2x}$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$Q\left(a,\frac12\right)$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$\frac12=\frac3{2a}$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$PQ^2=(3-1)^2+\left(\frac12-\frac32\right)^2=4+1=5$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ODE by a particular solution plus the homogeneous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changes the intercept.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ODE by a particular solution plus the homogeneous solution: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$f=\frac3{2b}$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$f=\lambda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changes the intercept.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homogeneous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through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$b\left(f-bf'\right)=3$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$f-bf'=0$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$f=\lambda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through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 kb$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$f-bf'=\frac kb+\frac kb=\frac{2k}b$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$b\left(f-bf'\right)=2k=3$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$f=\frac3{2b}+\lambda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$\frac32+\lambda=\frac32\Rightarrow\lambda=0$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$f(x)=\frac3{2x}$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$f(a)=\frac12\Rightarrow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$PQ^2=4+1=5$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on tangent intercepts give first-order ODEs: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+ homogeneous: for linear ODEs, guess one solution of the right form and add the complementary solution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$y-xy'=-x^2\frac d{dx}\left(\frac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 y{y'}$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on tangent intercepts give first-order ODEs: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$x(y-xy')=k\Rightarrow\frac d{dx}\left(\frac yx\right)=-\frac k{x^3}\Rightarrow y=\frac k{2x}+\lambda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+ homogeneous: for linear ODEs, guess one solution of the right form and add the complementary solution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$f=\frac3{2x}$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$c=f-bf'=\frac3{2b}+\frac3{2b}=\frac3b$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$\left\{(x,y):y\ge x^2,\ y\ge(1-x)^2,\ y\le2x(1-x)\right\}$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lower boundary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half.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lower boundary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half.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$y=(1-x)^2$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$x^2=(1-x)^2$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$A=2\int_{1/3}^{1/2}\left(2x-2x^2-(1-x)^2\right)dx$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$2x-2x^2-(1-x)^2=-3x^2+4x-1$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$A=2\left[2x^2-x^3-x\right]_{1/3}^{1/2}$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$\frac12-\frac18-\frac12=-\frac18$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$\frac29-\frac1{27}-\frac13=-\frac4{27}$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$A=2\left(-\frac18+\frac4{27}\right)=2\cdot\frac5{216}=\frac5{108}$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$540A=\frac5{108}\times540=25$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figure: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an even integral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figure: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curves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$y=\frac12-2u^2$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$y=\left(\frac12+|u|\right)^2$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an even integral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zero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$2x(1-x)=\frac12-2u^2$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$\max\left(x^2,(1-x)^2\right)=\left(\frac12+|u|\right)^2=\frac14+|u|+u^2$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$=\frac12-2u^2-\frac14-|u|-u^2=\frac14-|u|-3u^2$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$3u^2+u-\frac14=0$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$A=2\int_0^{1/6}\left(\frac14-u-3u^2\right)du=2\left[\frac u4-\frac{u^2}2-u^3\right]_0^{1/6}$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$=2\left(\frac1{24}-\frac1{72}-\frac1{216}\right)=2\cdot\frac{9-3-1}{216}=\frac5{108}$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integrate over half the range and double; centring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symmetry explicit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larger of two squares has the larger absolute 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corners: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lower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upper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quadrature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25.000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integrate over half the range and double; centring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symmetry explicit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$\max\left(x^2,(1-x)^2\right)=\left(\frac12+|u|\right)^2$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larger of two squares has the larger absolute 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corners: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upper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quadrature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$\max\left(0,2x(1-x)-\max\left(x^2,(1-x)^2\right)\right)$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$540A=25.000$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$I_{m,n}=\int_0^1x^{m-1}(1-x)^{n-1}dx$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$\int_0^1\frac{x^{m-1}+x^{n-1}}{(1+x)^{m+n}}dx=\alpha I_{m,n}$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integral: symmetry and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integral: symmetry and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$x=\frac1{1+t}$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folds back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$x=\frac1{1+t}$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$I_{m,n}$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$\int_0^\infty\frac{t^{n-1}}{(1+t)^{m+n}}dt$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folds back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$I_{m,n}=\int_0^1x^{m-1}(1-x)^{n-1}dx$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$dx=\frac{-1}{(1+t)^2}dt$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$I_{m,n}=\int_\infty^0\frac1{(1+t)^{m-1}}\left(1-\frac1{1+t}\right)^{n-1}\cdot\frac{-1}{(1+t)^2}dt$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$=\int_0^\infty\frac{t^{n-1}}{(1+t)^{m-1}(1+t)^{n-1}(1+t)^2}dt=\int_0^\infty\frac{t^{n-1}}{(1+t)^{m+n}}dt$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Call the second integral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$I_{m,n}=\int_0^1\frac{t^{n-1}}{(1+t)^{m+n}}dt+\int_1^\infty\frac{t^{n-1}}{(1+t)^{m+n}}dt$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Call the second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$dt=-\frac{dz}{z^2}$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$I_1=\int_1^0\frac{1}{z^{n-1}\left(\frac{1+z}z\right)^{m+n}}\cdot\left(-\frac1{z^2}\right)dz=\int_0^1\frac{z^{m-1}}{(1+z)^{m+n}}dz$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$z^{m+n}\cdot z^{-n+1}\cdot z^{-2}=z^{m-1}$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exactly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$I_{m,n}=\int_0^1\frac{t^{n-1}}{(1+t)^{m+n}}dt+\int_0^1\frac{t^{m-1}}{(1+t)^{m+n}}dt=\int_0^1\frac{t^{n-1}+t^{m-1}}{(1+t)^{m+n}}dt$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$\int_0^1\frac{x^{m-1}+x^{n-1}}{(1+x)^{m+n}}dx$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evaluating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$m,n\ge1$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evaluating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says one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one pair is enough to find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says one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one pair is enough to find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$I_{1,1}=\int_0^1dx=1$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(Second check,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$\int_0^1\frac{x^0+x^0}{(1+x)^2}dx=\int_0^1\frac2{(1+x)^2}dx=2\left[-\frac1{1+x}\right]_0^1=2\left(1-\frac12\right)=1$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$1=\alpha\cdot1$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(Second check,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Beta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symmetry shows up as the symmetric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(exponents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claimed identity with a free constant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test the simplest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find the constant, then trust the general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Beta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$B(m,n)=\int_0^1x^{m-1}(1-x)^{n-1}dx=\int_0^\infty\frac{t^{m-1}}{(1+t)^{m+n}}dt=\int_0^1\frac{t^{m-1}+t^{n-1}}{(1+t)^{m+n}}dt$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$B(m,n)=B(n,m)$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symmetry shows up as the symmetric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$t^{m-1}+t^{n-1}$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$\int_1^\infty\frac{t^{n-1}}{(1+t)^{m+n}}dt$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$\int_0^1\frac{z^{m-1}}{(1+z)^{m+n}}dz$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$n\leftrightarrow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claimed identity with a free constant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test the simplest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find the constant, then trust the general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(Integral Calculus 05) Question bank · detailed solutions · 12 single-correct + 8 numerical questions (printed Q81–Q100)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