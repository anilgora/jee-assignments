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93C47D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1.0</c:v>
                </c:pt>
                <c:pt idx="2">
                  <c:v>0.0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2.0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3.0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1.0</c:v>
                </c:pt>
                <c:pt idx="16">
                  <c:v>2.0</c:v>
                </c:pt>
                <c:pt idx="17">
                  <c:v>3.0</c:v>
                </c:pt>
                <c:pt idx="18">
                  <c:v>3.0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last line of the PDF's solution reads '$2m-5\sqrt{21}\,n=10$'. From $\frac12\cdot5\cdot\sqrt{21}=\frac mn$ the correct relation is $2m-5\sqrt{21}\,n=0$ (option 1, which is what the answer key marks). Only that last line was 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equation (1) is printed as 'pq + rp + 4q - 1 = 0' (rp should be 8p; also a stray 'z' in the intermediate line). Correct: pq + 8p + 4q - 1 = 0. Equations (1) and (2) alone also admit a spurious pair p=-1/3, q=1 (it fails the third ratio, as q-1=0 makes PB have zero y-component but PA does not), and the PDF jumps to 'pq = -3' without showing the step. Final values p=-1, q=3 and the answer 8 are right; checked by solving all three proportionality conditions symbolically.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expands the dot product wrongly: it writes '3λ - λ² + 6a.b - λ a.b = 0' and gets '2λ² - 5λ + 6 = 0' (D = 25 - 48 &lt; 0, no real root). The correct expansion is 3λ - λ²(a.b) + 6(a.b) - 2λ = 0, i.e. λ² - 2λ - 6 = 0, which has real roots 1 ± √7, both outside [-1, 3]. The final answer 0 (option 4) is still correct, but for a different reason (roots exist but lie outside the interval).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obtains lambda = +-1/6 and then writes E(7/6, 2, 1/6) without saying why the + sign is taken. The sign must be chosen because E lies on the median SEGMENT (0 &lt;= lambda &lt;= 1/2); lambda = -1/6 gives (5/6, 2, 11/6), a point on the extension beyond A. One step (the choice of sign) was added; all numbers in the PDF were verified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Two slips in the PDF: (i) its figure labels arc AB = 5x and arc BC = x, the reverse of the stated ratio AB/BC = 1/5, while its calculation actually uses angle AOB = pi/12 (cos(pi/12) in eq. (1)), which matches the question; (ii) in the line 'dot with OC' it writes alpha r^2 cos(pi/12) for OC.OA, which should be alpha r^2 cos(pi/2) = 0 (it is dropped in the next line). Corrected the labelling and that term. Final answer 2 - sqrt(3) verified numerically.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Vector 3D 01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Marking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+4 for a correct answer · 0 otherwise (assumed)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nonzero vector such that its projections on the vectors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then a unit vector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nonzero vector such that its projections on 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i-\hat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i+2\hat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equal, then a unit vector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$\frac{1}{\sqrt{155}}\left(-7\hat i+9\hat j+5\hat k\right)$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$\frac{1}{\sqrt{155}}\left(7\hat i+9\hat j+5\hat k\right)$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$\frac{1}{\sqrt{155}}\left(-7\hat i+9\hat j-5\hat k\right)$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$\frac{1}{\sqrt{155}}\left(7\hat i+9\hat j-5\hat k\right)$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Projection of a vector on another vector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projections on three vectors give two linear equations in the components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enough to fix its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projections on three vectors give two linear equations in the components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enough to fix its direction.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(unit vector).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a=a_1\hat i+a_2\hat j+a_3\hat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$a_1^2+a_2^2+a_3^2=1$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(unit vector).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i-\hat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c=\hat i+2\hat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b|=|\vec c|=3$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projections: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equality with the third: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with the third: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Normalising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projections: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a\cdot\vec b}{|\vec b|}=\frac{\vec a\cdot\vec c}{|\vec c|}=\frac{\vec a\cdot\vec d}{|\vec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$\frac{2a_1-a_2+2a_3}{3}=\frac{a_1+2a_2-2a_3}{3}=a_3$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equality with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$2a_1-a_2+2a_3=3a_3$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$a_3=2a_1-a_2$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with the third: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$a_1+2a_2-2a_3=3a_3$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$a_1+2a_2=5a_3$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$a_3=2a_1-a_2$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$a_1+2a_2=10a_1-5a_2$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$7a_2=9a_1$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$a_1=7t$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$a_2=9t$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$a_3=14t-9t=5t$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Normalising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$49t^2+81t^2+25t^2=155t^2=1$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$a_1=\frac{7}{\sqrt{155}},\ a_2=\frac{9}{\sqrt{155}},\ a_3=\frac{5}{\sqrt{155}}$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unit vector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unit vector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$\frac{1}{\sqrt{155}}\left(7\hat i+9\hat j+5\hat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projections mean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differences of the unit vectors,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their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Equal projections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the differences of the unit vectors,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along their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projections on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both, so it is parallel to their cross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a\cdot\hat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Equal projections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b,\hat c,\hat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a\cdot(\hat b-\hat 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a\cdot(\hat c-\hat k)=0$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b=\frac13(2,-1,2)$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c=\frac13(1,2,-2)$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b-\hat k=\frac13(2,-1,-1)$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c-\hat k=\frac13(1,2,-5)$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both, so it is parallel to their cross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$(2,-1,-1)\times(1,2,-5)=\left((-1)(-5)-(-1)(2),\ (-1)(1)-2(-5),\ 2\cdot2-(-1)(1)\right)=(7,9,5)$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projections would be negative but still equal, so both signs satisfy the condition;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among the options,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$|(7,9,5)|=\sqrt{49+81+25}=\sqrt{155}$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$\pm\frac{1}{\sqrt{155}}(7,9,5)$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sign: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$-(7,9,5)$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 three projections would be negative but still equal, so both signs satisfy the condition;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$+\frac{1}{\sqrt{155}}(7,9,5)$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appears among the options, which is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projection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scalar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(signed); the vector projection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projections on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a plane through the origin, and two such conditions fix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scalar (a line),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direction fixed by two orthogonality conditions is always the cross product of the two normals; the length then comes from the normalisation, with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unless the question fixes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scalar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a\cdot\vec v}{|\vec v|}=\vec a\cdot\hat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(signed); the vector projection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a\cdot\hat v)\hat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Equal projections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v_1,\vec v_2$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a\perp(\hat v_1-\hat v_2)$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a plane through the origin, and two such conditions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a scalar (a line),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a\parallel(\hat v_1-\hat v_2)\times(\hat v_1-\hat v_3)$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direction fixed by two orthogonality conditions is always the cross product of the two normals; the length then comes from the normalisation, with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unless the question fixes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$(2,-1,-1)\times(1,2,-5)=(7,9,5)$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$7^2+9^2+5^2=155$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   (B) 18   (C) 15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a=2\hat i-3\hat j+\hat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b=3\hat i+2\hat j+5\hat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a-\vec c)\times\vec b=-18\hat i-3\hat j+12\hat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b\times\vec c=\vec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a\cdot\vec d|$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12   (B) 18   (C) 15   (D) 9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Vector (cross) product and scalar triple product identities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dotting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Expanding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$(\vec a-\vec c)\times\vec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produces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b\times\vec c=\vec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dotting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kills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reads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a-\vec c)\times\vec b=-18\hat i-3\hat j+12\hat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b-\vec c\times\vec b=-18\hat i-3\hat j+12\hat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$-\vec c\times\vec b=\vec b\times\vec c=\vec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b+\vec d=-18\hat i-3\hat j+12\hat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dot product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the dot product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a\cdot(\vec a\times\vec 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d=\vec a\cdot\left(-18\hat i-3\hat j+12\hat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d=2(-18)+(-3)(-3)+1(12)=-36+9+12=-15$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a\cdot\vec d|=15$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(3)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itself: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d=\vec w-\vec a\times\vec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dot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check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d\perp\vec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w=-18\hat i-3\hat j+12\hat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b+\vec d=\vec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d=\vec w-\vec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b=\left((-3)(5)-(1)(2),\ (1)(3)-(2)(5),\ (2)(2)-(-3)(3)\right)=(-17,-7,13)$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d=(-18+17,\ -3+7,\ 12-13)=(-1,4,-1)$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 for this value; it only makes the choice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d=\vec b\times\vec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d=-3+8-5=0$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d=2(-1)+(-3)(4)+1(-1)=-2-12-1=-15$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a\cdot\vec d|=15$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 for this value; it only makes the choice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unique.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(3) 15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dotting a vector equation with one of the vectors in a cross product removes that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up to adding 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 product is anti-commutative and distributive: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Quickly spotting this converts the given into the definition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Extra data in vector questions (like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is often only a consistency or uniqueness condition; do not force it into the main computation.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a\cdot(\vec a\times\vec 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b\cdot(\vec a\times\vec 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dotting a vector equation with one of the vectors in a cross product removes that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x\times\vec b=\vec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solvable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w\perp\vec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b\cdot\vec w=-54-6+60=0$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determined up to adding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 product is anti-commutative and distributive: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a-\vec c)\times\vec b=\vec a\times\vec b+\vec b\times\vec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Quickly spotting this converts the given into the definition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Extra data in vector questions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c=3$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here) is often only a consistency or uniqueness condition; do not force it into the main computation.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shortest distance between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066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a=-3\hat i+2\hat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$(7,6,2)$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b=2\hat i+\hat j+3\hat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shortest distance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$\frac{21}{\sqrt{57}}$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$\frac{23}{\sqrt{57}}$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$\frac{21}{\sqrt{38}}$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915407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Shortest distance between skew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0(Easier than 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Shortest distance is the component of the join of the two points along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Shortest distance is the component of the join of the two points along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b_1\times\vec b_2$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\vec r=7\hat i+6\hat j+2\hat k+\lambda\left(-3\hat i+2\hat j+4\hat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\vec r=5\hat i+3\hat j+4\hat k+\mu\left(2\hat i+\hat j+3\hat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$=\left|\frac{(\vec a_2-\vec a_1)\cdot(\vec b_1\times\vec b_2)}{|\vec b_1\times\vec b_2|}\right|$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a_2-\vec a_1=-2\hat i-3\hat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b_1\times\vec b_2=\left(2\cdot3-4\cdot1,\ 4\cdot2-(-3)(3),\ (-3)(1)-2\cdot2\right)=2\hat i+17\hat j-7\hat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$(-2\hat i-3\hat j+2\hat k)\cdot(2\hat i+17\hat j-7\hat k)=-4-51-14=-69$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Denominator: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b_1\times\vec b_2|=\sqrt{2^2+17^2+7^2}=\sqrt{4+289+49}=\sqrt{342}$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$=\frac{69}{\sqrt{342}}=\frac{69}{3\sqrt{38}}=\frac{23}{\sqrt{38}}$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$\frac{23}{\sqrt{38}}$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Minimise the distance between a point of each line: the common perpendicular makes the join perpendicular to both directions.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minimum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$P=(7-3\lambda,\ 6+2\lambda,\ 2+4\lambda)$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$Q=(5+2\mu,\ 3+\mu,\ 4+3\mu)$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$\overrightarrow{PQ}=(-2+3\lambda+2\mu,\ -3-2\lambda+\mu,\ 2-4\lambda+3\mu)$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$\overrightarrow{PQ}\perp\vec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$-3(-2+3\lambda+2\mu)+2(-3-2\lambda+\mu)+4(2-4\lambda+3\mu)=0$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$8-29\lambda+8\mu=0$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the two linear equations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back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direct evaluation),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$2(-2+3\lambda+2\mu)+(-3-2\lambda+\mu)+3(2-4\lambda+3\mu)=0$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$-1-8\lambda+14\mu=0$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the two linear equations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$\lambda=\frac{20}{57}$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$\mu=\frac{31}{114}$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back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$|\overrightarrow{PQ}|=\frac{23}{\sqrt{38}}$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(checked by direct evaluation), the same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38</m:t>
                            </m:r>
                          </m:e>
                        </m:rad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$\frac{23}{\sqrt{38}}$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93C4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0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skew lines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lines intersect (or are coplanar and non-parallel).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parallel lines 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instead; the cross-product denominator would be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Cross-product magnitude without computing the cross product: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Cleaning the answer: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342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between skew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a_1+\lambda\vec b_1$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r=\vec a_2+\mu\vec b_2$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$\frac{|(\vec a_2-\vec a_1)\cdot(\vec b_1\times\vec b_2)|}{|\vec b_1\times\vec b_2|}$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the lines intersect (or are coplanar and non-parallel).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parallel lines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$\frac{|(\vec a_2-\vec a_1)\times\vec b|}{|\vec 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instead; the cross-product denominator would be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Cross-product magnitude without computing the cross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b_1\times\vec b_2|^2=|\vec b_1|^2|\vec b_2|^2-(\vec b_1\cdot\vec b_2)^2$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$29\cdot14-8^2=342$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matching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$\sqrt{342}$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Cleaning the answer: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$\frac{69}{\sqrt{342}}$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simplifies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$342=9\cdot38$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angle between them is given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u=3\hat i-\hat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v=2\hat i+\hat j-\lambda\hat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angle between them is given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$\cos^{-1}\left(\frac{\sqrt5}{2\sqrt7}\right)$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v=\vec v_1+\vec v_2$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v_1|^2+|\vec v_2|^2$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vectors and resolution into parallel and perpendicular components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v_1\perp\vec v_2$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v_1|^2+|\vec v_2|^2=|\vec v|^2$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$\cos\theta=\frac{\vec u\cdot\vec v}{|\vec u||\vec v|}=\frac{6-1}{\sqrt{10}\sqrt{5+\lambda^2}}=\frac{\sqrt5}{2\sqrt7}$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λ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$\frac{5}{\sqrt{10}}=\frac{\sqrt5}{\sqrt2}$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$\frac{\sqrt5}{\sqrt2\sqrt{5+\lambda^2}}=\frac{\sqrt5}{2\sqrt7}$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$\sqrt2\sqrt{5+\lambda^2}=2\sqrt7$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$5+\lambda^2=14$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v=2\hat i+\hat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v_1=\alpha\vec u=\alpha(3\hat i-\hat 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v_2=\vec v-\vec v_1=(2-3\alpha)\hat i+(1+\alpha)\hat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v_2\perp\vec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$(2-3\alpha)3+(1+\alpha)(-1)=0\Rightarrow 6-9\alpha-1-\alpha=0\Rightarrow\alpha=\frac12$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v_1=\frac32\hat i-\frac12\hat 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v_1|^2=\frac94+\frac14=\frac{10}{4}=\frac52$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v_2=\frac12\hat i+\frac32\hat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v_2|^2=\frac14+\frac94+9=\frac{10}{4}+9=\frac52+9$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v_1|^2+|\vec v_2|^2=\frac52+\frac52+9=14$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Pythagoras: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required sum is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resolution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Pythagoras: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$\vec v_1\perp\vec v_2$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required sum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v|^2$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no resolution is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angle: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v_1\parallel\vec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v_2\perp\vec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v_1\cdot\vec v_2=0$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v|^2=|\vec v_1+\vec v_2|^2=|\vec v_1|^2+|\vec v_2|^2+2\vec v_1\cdot\vec v_2=|\vec v_1|^2+|\vec v_2|^2$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the angle: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$\cos^2\theta=\frac{(\vec u\cdot\vec v)^2}{|\vec u|^2|\vec v|^2}=\frac{25}{10\,|\vec v|^2}=\frac{5}{28}$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individual values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v|^2=\frac{25\cdot28}{10\cdot5}=14$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$5+\lambda^2$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v_1|^2+|\vec v_2|^2=14$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individual values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never needed).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perpendicular part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it: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values,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v=\vec v_1+\vec v_2$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v_1\perp\vec v_2$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v|^2=|\vec v_1|^2+|\vec v_2|^2$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v_1=\frac{\vec u\cdot\vec v}{|\vec u|^2}\vec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v_1|=\frac{|\vec u\cdot\vec v|}{|\vec u|}=|\vec v|\,|\cos\theta|$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perpendicular part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v_2|=|\vec v|\sin\theta$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 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$\alpha=\frac{\vec u\cdot\vec v}{|\vec u|^2}=\frac{5}{10}=\frac12$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v_1|^2=|\vec v|^2\cos^2\theta=14\cdot\frac{5}{28}=\frac52$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before using it: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two values,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allowed.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unit vectors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vector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29   (B) 27   (C) 31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$\theta,\ 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two unit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$\sin^{-1}\left(\frac{\sqrt{65}}{9}\right)$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c=3\hat a+6\hat b+9(\hat a\times\hat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$9(\vec c\cdot\hat a)-3(\vec c\cdot\hat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29   (B) 27   (C) 31   (D) 24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Dot and cross product of unit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both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drops out of every dot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a\times\hat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perpendicular to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$\hat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 drops out of every dot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81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c=3\hat a+6\hat b+9(\hat a\times\hat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$\sin\theta=\frac{\sqrt{65}}{9}$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$\cos\theta=\sqrt{1-\frac{65}{81}}=\frac49$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(positive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c\cdot\hat a=3|\hat a|^2+6\,\hat a\cdot\hat b+9\,\hat a\cdot(\hat a\times\hat b)=3+6\cdot\frac49+0=3+\frac{24}{9}=\frac{51}{9}$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c\cdot\hat b=3\,\hat a\cdot\hat b+6|\hat b|^2+9\,\hat b\cdot(\hat a\times\hat b)=3\cdot\frac49+6+0=\frac{12}{9}+6=\frac{22}{3}$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$9(\vec c\cdot\hat a)-3(\vec c\cdot\hat b)=9\cdot\frac{51}{9}-3\cdot\frac{22}{3}=51-22=29$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cross-product part vanishes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$9(\vec c\cdot\hat a)-3(\vec c\cdot\hat b)=\vec c\cdot(9\hat a-3\hat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cross-product part vanishes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linearity,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vector in the plane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contributes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linearity,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$9(\vec c\cdot\hat a)-3(\vec c\cdot\hat b)=\vec c\cdot\left(9\hat a-3\hat 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a\times\hat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$9\hat a-3\hat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vector 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a,\hat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$9(\hat a\times\hat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 contributes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$\left(3\hat a+6\hat b\right)\cdot\left(9\hat a-3\hat b\right)=27-9\,\hat a\cdot\hat b+54\,\hat a\cdot\hat b-18=9+45\,\hat a\cdot\hat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a\cdot\hat b=\cos\theta=\frac49$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$\sin\theta=\frac{\sqrt{65}}{9}$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$9+45\cdot\frac49=9+20=29$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29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every vector in the plane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scalars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unit vectors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Inverse-sine given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sign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without that range both signs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combination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dot with the single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look for such a regrouping before computing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a\times\vec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every vector in the plane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a\times\vec b)\cdot(p\vec a+q\vec 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scalars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unit vectors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a\cdot\hat b=\cos\theta$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$|\hat a\times\hat b|=\sin\theta$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$\sin\theta=\frac{\sqrt{n}}{m}$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$n+k^2=m^2$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 km$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$65+16=81$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Inverse-sine given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$0&lt;\theta&lt;\frac\pi2$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fixes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without that range both signs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be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combination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$9(\vec c\cdot\hat a)-3(\vec c\cdot\hat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dot with the single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$9\hat a-3\hat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look for such a regrouping before computing separately.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line passing through 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  (B) 10   (C) 13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equation of the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perpendicular to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r=\lambda\left(\hat i+a\hat j+b\hat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r=\left(\hat i-\hat j-6\hat k\right)+\mu\left(-b\hat i+a\hat j+5\hat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$\frac{x-1}{-2}=\frac{y+4}{d}=\frac{z-c}{-4}$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   (B) 10   (C) 13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perpendicular to two given lines, Symmetric (Cartesian) equation of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given point lies on the line, fixing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direction is perpendicular to both given directions.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given point lies on the line, fixing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the direction is perpendicular to both given directions.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has direction ratios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is perpendicular to the first line,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$\frac{x-1}{-2}=\frac{y+4}{d}=\frac{z-c}{-4}$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$\frac{0-1}{-2}=\frac{-\frac12+4}{d}=\frac{0-c}{-4}$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$\frac12=\frac{7}{2d}=\frac c4$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$\frac12=\frac{7}{2d}$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$\frac12=\frac c4$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has direction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$(-2,d,-4)=(-2,7,-4)$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is perpendicular to the first line,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$-2+7a-4b=0\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to the second line,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(1) from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to the second line,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$(-b,a,5)$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$2b+7a-20=0\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(1) from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$6b-18=0$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$7a=2+12=14$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$a+b+c+d=2+3+2+7=14$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(1)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 perpendicular to two lines is parallel to the cross product of their directions, so match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that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line perpendicular to two lines is parallel to the cross product of their directions, so match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$(-2,7,-4)$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that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 product of the two directions: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line is parallel to this,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first and third components: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Cross product of the two directions: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$(1,a,b)\times(-b,a,5)=\left(5a-ab,\ -b^2-5,\ a+ab\right)$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required line is parallel to this,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$(5a-ab,\ -b^2-5,\ a+ab)=k(-2,7,-4)$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the first and third components: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$6a=-6k$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component: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component: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component checks: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Third component: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$a(1+b)=-4k=4a$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$a=-k\neq0$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component: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$-b^2-5=-14=7k$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first component 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$a(5-b)=4=-2k$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$\left(0,-\frac12,0\right)$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$a+b+c+d=2+3+2+7=14$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(1)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two lines with directions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multiple); equivalently the two dot conditions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a point known to lie on a symmetric line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equal ratios that fix unknown constants in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are only fixed up to a scalar,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exactly; the given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pin the 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do not have to intersect; 'perpendicular' refers only to the directions.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perpendicular to two lines with directions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p,\vec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p\times\vec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any multiple); equivalently the two dot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d\cdot\vec 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d\cdot\vec 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Substituting a point known to lie on a symmetric line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$\frac{x-x_1}{l}=\frac{y-y_1}{m}=\frac{z-z_1}{n}$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equal ratios that fix unknown constants in the line.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are only fixed up to a scalar,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$(-2,d,-4)$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$(-2,7,-4)$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exactly; the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$-2,-4$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pin the scale.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Perpendicular lines do not have to intersect; 'perpendicular' refers only to the directions.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vectors of the same magnitude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vectors of the same magnitude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$\frac{|\vec a+\vec b|+|\vec a-\vec b|}{|\vec a+\vec b|-|\vec a-\vec b|}=\sqrt2+1$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$\frac{|\vec a+\vec b|^2}{|\vec a|^2}$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$4+2\sqrt2$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Magnitude of sum and difference of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equal magnitudes,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turning the ratio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equal magnitudes,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a+\vec b|=2|\vec a|\cos\frac\theta2$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a-\vec b|=2|\vec a|\sin\frac\theta2$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turning the ratio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$\tan\left(\frac\pi4+\frac\theta2\right)$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b|=P$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angle between them.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b|=\sqrt2\,P\sqrt{1+\cos\theta}=2P\cos\frac\theta2$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a-\vec b|=2P\sin\frac\theta2$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$\frac{|\vec a+\vec b|+|\vec a-\vec b|}{|\vec a+\vec b|-|\vec a-\vec b|}=\frac{\cos\frac\theta2+\sin\frac\theta2}{\cos\frac\theta2-\sin\frac\theta2}=\frac{1+\tan\frac\theta2}{1-\tan\frac\theta2}$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$\tan\left(\frac\pi4+\frac\theta2\right)=\sqrt2+1=\tan\frac{3\pi}{8}$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solution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θ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$\frac\pi4+\frac\theta2=\frac{3\pi}{8}$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solution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$\left[\frac\pi4,\frac{3\pi}{4}\right]$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$\frac{|\vec a+\vec b|^2}{|\vec a|^2}=\frac{4P^2\cos^2\frac\theta2}{P^2}=4\cos^2\frac\pi8=2\left(1+\cos\frac\pi4\right)$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$=2\left(1+\frac{1}{\sqrt2}\right)=2+\sqrt2$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$2+\sqrt2$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Componendo-dividendo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parallelogram law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with no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Componendo-dividendo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a+\vec b|:|\vec a-\vec 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parallelogram law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$|\vec a+\vec b|^2+|\vec a-\vec b|^2=4|\vec a|^2$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finishes with no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$S=|\vec a+\vec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$D=|\vec a-\vec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$r=\frac{S+D}{S-D}=\sqrt2+1$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SD=\frac{r+1}{r-1}=\frac{\sqrt2+2}{\sqrt2}=\sqrt2+1$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$\frac{S^2}{D^2}=(\sqrt2+1)^2=3+2\sqrt2$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$S^2+D^2=2|\vec a|^2+2|\vec b|^2=4|\vec 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$D^2=\frac{S^2}{3+2\sqrt2}$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$S^2\left(1+\frac{1}{3+2\sqrt2}\right)=4|\vec 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$\frac{1}{3+2\sqrt2}=3-2\sqrt2$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$S^2(4-2\sqrt2)=4|\vec a|^2$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$\frac{S^2}{|\vec a|^2}=\frac{4}{4-2\sqrt2}=\frac{2}{2-\sqrt2}=\frac{2(2+\sqrt2)}{2}=2+\sqrt2$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$2+\sqrt2$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of a rhombus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two 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it, and remember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b|=P$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b|=2P\cos\frac\theta2$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a-\vec b|=2P\sin\frac\theta2$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a+\vec b)\perp(\vec a-\vec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diagonals of a rhombus are perpendicular).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Parallelogram law: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a+\vec b|^2+|\vec a-\vec b|^2=2\left(|\vec a|^2+|\vec b|^2\right)$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any two vectors.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x+\sin x}{\cos x-\sin x}=\tan\left(\frac\pi4+x\right)$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recognise it, and remember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$\tan\frac{3\pi}{8}=\sqrt2+1$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$\tan\frac\pi8=\sqrt2-1$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Componendo-dividendo: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$\frac{p+q}{p-q}=r\Rightarrow\frac pq=\frac{r+1}{r-1}$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vertices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coordinates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vertices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$\frac{x+3}{5}=\frac{y-1}{2}=\frac{z+4}{3}$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coordinates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$2m-5\sqrt{21}\,n=0$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$m-5\sqrt{21}\,n=0$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$5m-2\sqrt{21}\,n=0$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$5m-21\sqrt2\,n=0$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Area of a triangle with base on a line,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$\frac12\cdot QR\cdot PM$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perpendicular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line.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given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Direction ratios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the given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$P(0,2,3)$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general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$M(5\lambda-3,\ 2\lambda+1,\ 3\lambda-4)$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Direction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$(5\lambda-3,\ 2\lambda-1,\ 3\lambda-7)$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$PM\perp 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$(5\lambda-3)5+(2\lambda-1)2+(3\lambda-7)3=0$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$25\lambda-15+4\lambda-2+9\lambda-21=0\Rightarrow38\lambda=38\Rightarrow\lambda=1$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$M(2,3,-1)$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$PM=\sqrt{4+1+16}=\sqrt{21}$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$=\frac12\times5\times\sqrt{21}=\frac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$2m=5\sqrt{21}\,n$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$2m-5\sqrt{21}\,n=0$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$2m-5\sqrt{21}\,n=0$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distance formula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instead of finding the foot of the perpendicular.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distance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$\frac{|\overrightarrow{AP}\times\vec d|}{|\vec d|}$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instead of finding the foot of the perpendicular.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and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$A(-3,1,-4)$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and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d=(5,2,3)$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d|^2=38$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$\overrightarrow{AP}=(3,1,7)$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$\overrightarrow{AP}\times\vec d=(1\cdot3-7\cdot2,\ 7\cdot5-3\cdot3,\ 3\cdot2-1\cdot5)=(-11,26,1)$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798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$|\overrightarrow{AP}\times\vec d|^2=121+676+1=798$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$PM^2=\frac{798}{38}=21$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QR\cdot PM=\frac52\sqrt{21}$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mn=\frac{5\sqrt{21}}{2}$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$2m-5\sqrt{21}\,n=0$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$2m-5\sqrt{21}\,n=0$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acc>
                                      <m:accPr>
                                        <m:chr m:val="⃗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acc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acc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acc>
                                      <m:accPr>
                                        <m:chr m:val="⃗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e>
                                    </m:acc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vertices of a triangle slide along a line with fixed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is constant,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𝑙𝑖𝑛𝑒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where on the line they sit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cancelled by the other side: read the options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21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projection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from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$\frac{|\overrightarrow{AP}\times\vec d|}{|\vec d|}$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$\sqrt{|\overrightarrow{AP}|^2-\left(\frac{\overrightarrow{AP}\cdot\vec d}{|\vec d|}\right)^2}$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vertices of a triangle slide along a line with fixed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area is constant,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$\frac12\,QR\cdot d(P,\text{line})$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where on the line they sit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be cancelled by the other side: read the options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mn=\frac{5\sqrt{21}}{2}$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$2m=5\sqrt{21}\,n$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$|(3,1,7)|^2=59$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projection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$^2=\frac{(15+2+21)^2}{38}=38$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$59-38=21$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tetrahedron such that the edges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perpendicular. Let the areas of the triangles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 respectively. Then the area (in square units) of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tetrahedron such that the edges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perpendicular. Let the areas of the triangles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square units respectively. Then the area (in square units)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Tetrahedron with mutually perpendicular edges (areas of faces)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At a right-angled corner the square of the opposite face's area is the sum of the squares of the three other faces' areas (de Gua's theorem).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perpendicular,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right-angled corner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face opposite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Gua's theorem: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△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△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nor/>
                                  </m:r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△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$AB,AC,AD$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mutually perpendicular,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right-angled corner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face opposite to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Gua's theorem: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$\text{Ar}(\triangle BCD)=\sqrt{\left(\text{Ar}(\triangle ABC)\right)^2+\left(\text{Ar}(\triangle ACD)\right)^2+\left(\text{Ar}(\triangle ADB)\right)^2}$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$=\sqrt{5^2+6^2+7^2}=\sqrt{25+36+49}=\sqrt{110}$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$\sqrt{110}$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axes; compute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cross product, which also proves the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origin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$B,C,D$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axes; compute the area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$BCD$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cross product, which also proves the theorem.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face areas give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$A=(0,0,0)$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$B=(p,0,0)$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$C=(0,q,0)$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$D=(0,0,r)$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face areas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$\frac{pq}{2}=5$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$\frac{qr}{2}=6$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$\frac{rp}{2}=7$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440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$\overrightarrow{BC}=(-p,q,0)$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$\overrightarrow{BD}=(-p,0,r)$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$\overrightarrow{BC}\times\overrightarrow{BD}=(qr,\ pr,\ pq)$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$\text{Ar}(\triangle BCD)=\frac12\sqrt{q^2r^2+r^2p^2+p^2q^2}=\frac12\sqrt{144+196+100}=\frac12\sqrt{440}=\sqrt{110}$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$\sqrt{110}$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Gua's theorem (3D Pythagoras): for a tetrahedron with a right-angled vertex,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ℎ𝑦𝑝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areas of the three right-angled faces and the opposite face.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Reason: each right-angled face is the projection of face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a coordinate plane, with 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direction cosines of the normal.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edges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axes, the three corner-face areas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 with side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Gua's theorem (3D Pythagoras): for a tetrahedron with a right-angled vertex,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$S_{\text{hyp}}^2=S_1^2+S_2^2+S_3^2$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areas of the three right-angled faces and the opposite face.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Reason: each right-angled face is the projection of face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a coordinate plane, with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$S\cos\alpha_i$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$\cos^2\alpha_1+\cos^2\alpha_2+\cos^2\alpha_3=1$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the direction cosines of the normal.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the edges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axes, the three corner-face areas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$\frac{pq}{2},\frac{qr}{2},\frac{rp}{2}$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$\text{Ar}(BCD)=\frac12\sqrt{p^2q^2+q^2r^2+r^2p^2}$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equilateral with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$\sqrt{3\cdot\frac14}=\frac{\sqrt3}{2}$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shortest distance between the two lines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   (B) 40   (C) 37   (D) 25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87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$(\lambda,5,6)$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Let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$\lambda=\lambda_1,\lambda_2$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$\lambda_2&lt;\lambda_1$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shortest distance between the two lines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$(\lambda_1,\lambda_2,7)$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32   (B) 40   (C) 37   (D) 25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959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Shortest distance between skew lines,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are parallel to axes, so the common perpendicular is along the third axis and the distance is simply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are parallel to axes, so the common perpendicular is along the third axis and the distance is simply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$|\lambda-1|$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vectors: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of the points: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Shortest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\frac{x-1}{0}=\frac{y-2}{0}=\frac{z-3}{1}$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\frac{x-\lambda}{0}=\frac{y-5}{1}=\frac{z-6}{0}$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vectors: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p=(0,0,1)$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q=(0,1,0)$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p\times\vec q=(-1,0,0)$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p\times\vec q|=1$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Join of the points: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$\overrightarrow{AB}=(\lambda-1,\ 3,\ 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Shortest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$=\frac{|\overrightarrow{AB}\cdot(\vec p\times\vec q)|}{|\vec p\times\vec q|}=|\lambda-1|=3$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$\lambda_2&lt;\lambda_1$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point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perpendicular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$P(4,-2,7)$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$Q(1,2,t+3)$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$\overrightarrow{PQ}=(-3,4,t-4)$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$Q=(1,2,7)$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$PQ^2=(4-1)^2+(-2-2)^2+0=9+16=25$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Project onto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distances become plane distances.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Project onto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-plane: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distances become plane distances.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Viewed from above (projecting onto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single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between the two lines equals the distance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Viewed from above (projecting onto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single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between the two lines equals the distance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$|\lambda-1|=3$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vertical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likewise its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is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of the distance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$(\lambda_1,\lambda_2,7)=(4,-2,7)$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vertical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likewise its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-coordinate is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$\sqrt{(4-1)^2+(-2-2)^2}=\sqrt{25}=5$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square of the distance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projects to a single point in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-plane; distances from it, and between it and another line, can then be read in that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lines parallel to two different coordinate axes, the shortest distance equals the difference of the coordinate along the third axis: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gives two values; the question's ordering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decides which is which.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projects to a single point in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-plane; distances from it, and between it and another line, can then be read in that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lines parallel to two different coordinate axes, the shortest distance equals the difference of the coordinate along the third axis: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$|x_2-x_1|$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$(x_0,y_0,z_0)$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$(a,b,\cdot)$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$\sqrt{(x_0-a)^2+(y_0-b)^2}$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$|\lambda-1|=3$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gives two values; the question's ordering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$\lambda_2&lt;\lambda_1$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decides which is which.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8   (C) 16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4452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\frac{x-1}{2}=\frac{y-2}{3}=\frac{z-3}{4}$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$A(\alpha,\beta,\gamma)$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x-6=y=-z+4$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$\left|\begin{matrix}1&amp;0&amp;1\\ \alpha&amp;\beta&amp;\gamma\\ a&amp;b&amp;c\end{matrix}\right|$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   (B) 8   (C) 16   (D) 12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532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through a point meeting two given lines, Determinant (area/volume style) evaluation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collinear gives proportional direction ratios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parameters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collinear gives proportional direction ratios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two parameters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Direction ratios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 ratios equal: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this with typos).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\frac{x-1}{2}=\frac{y-2}{3}=\frac{z-3}{4}=p$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$A=(2p+1,\ 3p+2,\ 4p+3)$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\frac{x-6}{1}=\frac{y}{1}=\frac{z-4}{-1}=q$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$B=(q+6,\ q,\ 4-q)$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$(2p-3,\ 3p+1,\ 4p+3)$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Direction ratios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$(q+2,\ q-1,\ 4-q)$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$\frac{2p-3}{q+2}=\frac{3p+1}{q-1}=\frac{4p+3}{4-q}$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two ratios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$(2p-3)(q-1)=(3p+1)(q+2)$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$pq+8p+4q-1=0\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 prints this with typos).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and third ratios equal: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pair also satisfies the first and third ratios.)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and third ratios equal: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$(3p+1)(4-q)=(4p+3)(q-1)$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$7pq-16p+4q-7=0\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pair also satisfies the first and third ratios.)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$B=(9,3,1)$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$\left|\begin{matrix}1&amp;0&amp;1\\-1&amp;-1&amp;-1\\9&amp;3&amp;1\end{matrix}\right|=1(-1+3)-0+1(-3+9)=2+6=8$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plane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(collinearity forces coplanarity), so intersect that plane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lies in the plane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(collinearity forces coplanarity), so intersect that plane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Normal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$M=(1,2,3)\in 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d=(2,3,4)$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$\overrightarrow{MP}=(3,-1,-3)$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Normal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$\overrightarrow{MP}\times\vec d=(5,-18,11)$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$5(x-4)-18(y-1)+11z=0$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$5x-18y+11z-2=0$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$5-36+33-2=0$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Meeting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$(q+6,q,4-q)$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$5q+30-18q+44-11q-2=0\Rightarrow-24q+72=0\Rightarrow q=3$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$B=(9,3,1)$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$(4+5s,\ 1+2s,\ 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Meeting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$z=4p+3=s$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$4+5s=2p+1$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$4+20p+15=2p+1$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$A=(-1,-1,-1)$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determinant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before.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a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two skew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plane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exactly one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not parallel);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the unique transversal.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Collinearity of three points via direction ratios gives a system of two independent equations; always check the third ratio, since a pair of cross-multiplied equations can admit spurious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γ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along the first row, which has a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each line with its own parameter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the two points stay independent.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a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meeting two skew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$L_1,L_2$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exactly one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not parallel);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the unique transversal.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Collinearity of three points via direction ratios gives a system of two independent equations; always check the third ratio, since a pair of cross-multiplied equations can admit spurious solutions.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$\left|\begin{matrix}1&amp;0&amp;1\\ \alpha&amp;\beta&amp;\gamma\\ a&amp;b&amp;c\end{matrix}\right|=(\beta c-\gamma b)+(\alpha b-\beta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expand along the first row, which has a zero.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Parametrise each line with its own parameter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so the two points stay independent.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angles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 given line makes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-axes, respectively, is half of the angle that this line makes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sum of all possible values of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347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of the angles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a given line makes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-axes, respectively, is half of the angle that this line makes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Then the sum of all possible values of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43552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Direction cosines of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$\cos^2\alpha+\cos^2\beta+\cos^2\gamma=1$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$\beta=\gamma=\frac\alpha2$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$\cos^2\frac\alpha2=\frac{1+\cos\alpha}{2}$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angle with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angle with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$\cos^2\alpha+\cos^2\beta+\cos^2\gamma=1$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$\cos^2\alpha+2\cos^2\frac\alpha2=1$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$2\cos^2\frac\alpha2=1+\cos\alpha$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$\cos^2\alpha+1+\cos\alpha=1$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$\cos^2\alpha+\cos\alpha=0$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$\cos\alpha(\cos\alpha+1)=0$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(angles with an axis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(angles with an axis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$\beta=\frac\alpha2$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possible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$\frac\pi4+\frac\pi2=\frac{3\pi}{4}$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(1).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(1)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$\frac{3\pi}{4}$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a line makes with the axes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reversed gives supplementary angles); an angle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line is along that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form: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the equation to a quadratic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both solutions: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have unit length.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cosines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$l=\cos\alpha,\ m=\cos\beta,\ n=\cos\gamma$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$l^2+m^2+n^2=1$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$\sin^2\alpha+\sin^2\beta+\sin^2\gamma=2$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Angles a line makes with the axes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(direction reversed gives supplementary angles);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line is along that axis.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Half-angle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$2\cos^2\frac\alpha2=1+\cos\alpha$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the equation to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$\cos\alpha(\cos\alpha+1)=0$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both 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$(0,\frac1{\sqrt2},\frac1{\sqrt2})$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both have unit length.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points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a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foot of the perpendicular drawn from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62   (B) 21   (C) 49   (D) 47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726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distinct points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$L:\ \frac{x-6}{3}=\frac{y-7}{2}=\frac{z-7}{-2}$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at a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foot of the perpendicular drawn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$\overrightarrow{OA}\cdot\overrightarrow{OB}$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62   (B) 21   (C) 49   (D) 47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8142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perpendicular from a point to a line, Dot product of position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two points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either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the foot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the two points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$2\sqrt{17}$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either side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direction vector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$\frac{x-6}{3}=\frac{y-7}{2}=\frac{z-7}{-2}=\lambda$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$M(3\lambda+6,\ 2\lambda+7,\ -2\lambda+7)$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direction vector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b=3\hat i+2\hat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$P(1,2,3)$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$\overrightarrow{PM}=(3\lambda+5,\ 2\lambda+5,\ -2\lambda+4)$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$\overrightarrow{PM}\cdot\vec 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$(3\lambda+5)3+(2\lambda+5)2+(-2\lambda+4)(-2)=0\Rightarrow9\lambda+15+4\lambda+10+4\lambda-8=0$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$17\lambda=-17$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$M(3,5,9)$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μ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$\left(3\mu+3\right)^2+\left(2\mu+2\right)^2+\left(-2\mu-2\right)^2=17\cdot4$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$(3\mu+6,\,2\mu+7,\,-2\mu+7)$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$(\mu+1)(3,2,-2)$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$17(\mu+1)^2=17\cdot4$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$\mu+1=\pm2$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$(9,9,5)$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$(-3,1,13)$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These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$\overrightarrow{OA}\cdot\overrightarrow{OB}=9(-3)+9(1)+5(13)=-27+9+65=47$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47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coordinates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$A,B=M\pm\vec 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$\overrightarrow{OA}\cdot\overrightarrow{OB}=|OM|^2-|\vec v|^2$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coordinates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before),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either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$M(3,5,9)$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$\overrightarrow{PM}\perp\vec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before),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$\overrightarrow{OM}=(3,5,9)$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$|OM|^2=9+25+81=115$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either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$\overrightarrow{OA}=\overrightarrow{OM}+\vec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$\overrightarrow{OB}=\overrightarrow{OM}-\vec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v|=2\sqrt{17}$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$\overrightarrow{OA}\cdot\overrightarrow{OB}=(\overrightarrow{OM}+\vec v)\cdot(\overrightarrow{OM}-\vec v)=|OM|^2-|\vec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$=115-4\cdot17=115-68=47$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47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squares); it is the power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sphere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line: put the general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line, impose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is linear in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a given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'on both sides' of the foot always come in a symmetric pair, so the 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unordered and the product is the same.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$(\vec m+\vec v)\cdot(\vec m-\vec v)=|\vec m|^2-|\vec v|^2$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(difference of squares); it is the power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respect to the sphere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a line: put the general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line, impose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$\overrightarrow{PM}\cdot\vec 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is linear in the parameter.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Points at a given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$M\pm\frac{k}{|\vec d|}\vec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$\frac{2\sqrt{17}}{\sqrt{17}}=2$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$M\pm2(3,2,-2)$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points 'on both sides' of the foot always come in a symmetric pair, so the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unordered and the product is the same.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57   (B) 63   (C) 60   (D) 54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823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 of intersection of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\frac{x-7}{1}=\frac{y-5}{0}=\frac{z-3}{-1}$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\frac{x-1}{3}=\frac{y+3}{4}=\frac{z+7}{5}$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points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$AB=AC=\sqrt{15}$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square of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57   (B) 63   (C) 60   (D) 54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911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lines, Area of a triangle (isosceles with given sides)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 between the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angle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matters: area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$=\frac12\,AB\cdot AC\sin\theta$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angle between the lines.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meet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vectors: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the lines: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50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$A=(7,5,3)$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Direction vectors: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d_1=(1,0,-1)$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d_1|=\sqrt2$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d_2=(3,4,5)$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d_2|=\sqrt{50}$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d_1\cdot\vec d_2=3-5=-2$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the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$\cos\theta=\left|\frac{-2}{\sqrt2\sqrt{50}}\right|=\frac{2}{10}=\frac15$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25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for the supplementary 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e>
                        </m:rad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$\sin\theta=\sqrt{1-\frac1{25}}=\frac{\sqrt{24}}{5}$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for the supplementary 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$=\frac12\,AB\cdot AC\sin\theta=\frac12\left(\sqrt{15}\right)\left(\sqrt{15}\right)\frac{\sqrt{24}}{5}=\frac32\sqrt{24}$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$(\text{Area})^2=\frac94\cdot24=54$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Lagrange's identity: area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square roots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Lagrange's identity: area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$^2=\frac14\left(|AB|^2|AC|^2-(\overrightarrow{AB}\cdot\overrightarrow{AC})^2\right)$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no square roots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b>
                      <m:e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choice of the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𝐴𝑟𝑒𝑎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$\overrightarrow{AB}=\pm\sqrt{15}\,\hat d_1$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$\overrightarrow{AC}=\pm\sqrt{15}\,\hat d_2$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$\overrightarrow{AB}\cdot\overrightarrow{AC}=\pm15\,\hat d_1\cdot\hat d_2=\pm15\cdot\left(-\frac15\right)=\mp3$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$(\overrightarrow{AB}\cdot\overrightarrow{AC})^2=9$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choice of the signs.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$|\overrightarrow{AB}\times\overrightarrow{AC}|^2=|AB|^2|AC|^2-(\overrightarrow{AB}\cdot\overrightarrow{AC})^2=225-9=216$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$(\text{Area})^2=\frac14\cdot216=54$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54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two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𝐴𝑟𝑒𝑎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choice of which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changes the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the same.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angle); for triangle areas the sign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equate coordinates, solve two of them for the parameters, verify with the third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a triangle with two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$\frac12pq\sin\theta$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$\text{Area}^2=\frac14\left(p^2q^2-(\vec p\cdot\vec q)^2\right)$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(Lagrange identity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p\times\vec q|^2=p^2q^2-(\vec p\cdot\vec q)^2$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choice of which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changes the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area is the same.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lines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$|\cos\theta|=\frac{|\vec d_1\cdot\vec d_2|}{|\vec d_1||\vec d_2|}$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(acute angle); for triangle areas the sign is irrelevant.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equate coordinates, solve two of them for the parameters, verify with the third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feet of the perpendiculars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151   (B) 143   (C) 139   (D) 147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x-1=y-2=z$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x-2=y=z-1$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feet of the perpendiculars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$P(5,1,-3)$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respectively. If the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151   (B) 143   (C) 139   (D) 147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Foot of perpendicular on a line, Area of a triangle in 3D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have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foot comes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lines have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foot comes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$\overrightarrow{PQ}\cdot(1,1,1)=0$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$L_1:\ x-1=y-2=z=\lambda$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$Q(\lambda+1,\ \lambda+2,\ 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$\overrightarrow{PQ}=(\lambda-4,\ \lambda+1,\ \lambda+3)$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$\overrightarrow{PQ}\cdot(1,1,1)=0$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$3\lambda+0=0$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$L_2:\ x-2=y=z-1=\lambda_1$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$R(2+\lambda_1,\ \lambda_1,\ \lambda_1+1)$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$\overrightarrow{PR}=(\lambda_1-3,\ \lambda_1-1,\ \lambda_1+4)$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$\overrightarrow{PR}\cdot(1,1,1)=0$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$\lambda_1=0$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$R=(2,0,1)$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$\overrightarrow{PQ}=(-4,1,3)$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$\overrightarrow{PR}=(-3,-1,4)$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$\overrightarrow{PQ}\times\overrightarrow{PR}=(7,7,7)$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$A=\frac12|\overrightarrow{PQ}\times\overrightarrow{PR}|=\frac{7\sqrt3}{2}$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$4A^2=\frac{4\cdot49\cdot3}{4}=147$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147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isosceles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find the three side lengths and use the height to the base instead of a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isosceles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$PQ=PR$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find the three side lengths and use the height to the base instead of a cross product.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Feet as in the main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triangle is isosceles with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Feet as in the main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$Q=(1,2,0)$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$R=(2,0,1)$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(each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$\overrightarrow{P\,\cdot}\perp(1,1,1)$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$PQ^2=16+1+9=26$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$PR^2=9+1+16=26$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$PQ=PR$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triangle is isosceles with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$QR^2=(2-1)^2+(0-2)^2+(1-0)^2=1+4+1=6$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$h^2=PQ^2-\left(\frac{QR}{2}\right)^2=26-\frac64=\frac{49}{2}$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$A^2=\left(\frac12\,QR\cdot h\right)^2=\frac14\cdot6\cdot\frac{49}{2}=\frac{147}{4}$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$4A^2=147$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147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lines 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condition is the coordinate sum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triangle has two equal sides, the height to the third side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cross product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529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parallel lines have a common perpendicular plane: the feet of perpendiculars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plane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 lines,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$Q=A+\frac{(\vec P-\vec A)\cdot\vec d}{|\vec d|^2}\vec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lines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d=(1,1,1)$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condition is the coordinate sum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triangle has two equal sides, the height to the third side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$\sqrt{p^2-(c/2)^2}$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no cross product is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$4A^2=|\overrightarrow{PQ}\times\overrightarrow{PR}|^2=|PQ|^2|PR|^2-(\overrightarrow{PQ}\cdot\overrightarrow{PR})^2$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$\overrightarrow{PQ}\cdot\overrightarrow{PR}=12-1+12=23$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$26\cdot26-23^2=676-529=147$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parallel lines have a common perpendicular plane: the feet of perpendiculars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 the plane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perpendicular to the lines,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unit vectors such that the angle between them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to each other, then 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3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unit vectors such that the angle between them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$\lambda\vec a+2\vec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$3\vec a-\lambda\vec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perpendicular to each other, then 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3   (D) 0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Perpendicular vectors and dot product of unit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Perpendicularity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roots must then be compared with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Perpendicularity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roots must then be compared with the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a|=|\vec b|=1$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a\cdot\vec b=\cos\frac\pi3=\frac12$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$(\lambda\vec a+2\vec b)\cdot(3\vec a-\lambda\vec b)=0$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$3\lambda|\vec a|^2-\lambda^2\,\vec a\cdot\vec b+6\,\vec a\cdot\vec b-2\lambda|\vec b|^2=0$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$3\lambda-\frac{\lambda^2}{2}+3-2\lambda=0$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$\lambda^2-2\lambda-6=0$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lie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$\lambda=1\pm\sqrt7\approx3.65$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$\approx-1.65$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roots lie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$1+\sqrt7&gt;3$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$1-\sqrt7&lt;-1$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(4).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(4)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the quadratic: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concave, so checking its endpoint values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maximum shows it never vanishes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the quadratic: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$f(\lambda)=-\frac{\lambda^2}{2}+\lambda+3$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concave, so checking its endpoint values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maximum shows it never vanishes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plane (unit vectors 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product: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b=\left(\frac12,\frac{\sqrt3}{2}\right)$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plane (unit vectors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$\lambda\vec a+2\vec b=(\lambda+1,\ 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$3\vec a-\lambda\vec b=\left(3-\frac\lambda2,\ -\frac{\sqrt3\lambda}{2}\right)$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product: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$f(\lambda)=(\lambda+1)\left(3-\frac\lambda2\right)-\frac{3\lambda}{2}=-\frac{\lambda^2}{2}+\lambda+3$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downward parabola with vertex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at an endpoint: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vectors are never perpendicular there, so the number of values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downward parabola with vertex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$f(1)=\frac72&gt;0$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is at an endpoint: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$f(-1)=\frac32&gt;0$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$f(3)=\frac32&gt;0$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$f(\lambda)&gt;0$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vectors are never perpendicular there, so the number of values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(4) 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dot products with care: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slips here are the most common source of wrong quadratics.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quadratic's roots can be outside an interval even when real; compare them (or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endpoints and the vertex) before counting.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concave quadratic on an interval,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endpoints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throughout; for a convex one the vertex must be checked.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coordinates for two unit vectors at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every dot product mechanical.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 dot products with care: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$(p\vec a+q\vec b)\cdot(r\vec a+s\vec b)=pr|\vec a|^2+(ps+qr)\,\vec a\cdot\vec b+qs|\vec b|^2$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Sign slips here are the most common source of wrong quadratics.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quadratic's roots can be outside an interval even when real; compare them (or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endpoints and the vertex) before counting.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concave quadratic on an interval,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both endpoints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throughout; for a convex one the vertex must be checked.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Using coordinates for two unit vectors at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b=(\cos\theta,\sin\theta)$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keeps every dot product mechanical.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 through two distinct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be parallel to the vector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148   (B) 140   (C) 136   (D) 144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a line pass through two distinct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$P(-2,-1,3)$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be parallel to the vector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$3\hat i+2\hat j+2\hat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distance of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$R(1,3,3)$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square of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148   (B) 140   (C) 136   (D) 144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 through a point with given direction, Area of a triangle in 3D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whose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rejected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$Q=P+\lambda(3,2,2)$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$QR=5$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quadratic whose root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rejected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$Q\ne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 (distinct points),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r=(-2,-1,3)+\lambda(3,2,2)$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$Q=(-2+3\lambda,\ -1+2\lambda,\ 3+2\lambda)$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$R=(1,3,3)$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$QR=5$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$(-3+3\lambda)^2+(-4+2\lambda)^2+(2\lambda)^2=25$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$9\lambda^2-18\lambda+9+4\lambda^2-16\lambda+16+4\lambda^2=25$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$17\lambda^2-34\lambda+25=25$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$17\lambda^2-34\lambda=0$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 allowed (distinct points),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$Q=(4,3,7)$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544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$\overrightarrow{PQ}=6\hat i+4\hat j+4\hat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$\overrightarrow{QR}=-3\hat i+0\hat j-4\hat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$\overrightarrow{PQ}\times\overrightarrow{QR}=\left|\begin{matrix}\hat i&amp;\hat j&amp;\hat k\\6&amp;4&amp;4\\-3&amp;0&amp;-4\end{matrix}\right|=-16\hat i+12\hat j+12\hat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$\Delta=\frac12\sqrt{256+144+144}=\frac{\sqrt{544}}{2}$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$\Delta^2=\frac{544}{4}=136$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(3) 136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triangle is isosceles,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(foot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the area follows from base and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Notice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$PR=QR=5$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triangle is isosceles,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$PQ=2\times$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(foot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the area follows from base and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apex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$\overrightarrow{PR}=(3,4,0)$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$PR=5=QR$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isosceles with apex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$RF^2=\frac{|\overrightarrow{PR}\times\vec d|^2}{|\vec d|^2}$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d=(3,2,2)$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$(3,4,0)\times(3,2,2)=(8,-6,-6)$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$RF^2=\frac{136}{17}=8$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$PF^2=PR^2-RF^2=25-8=17$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$PQ=2\sqrt{17}$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$=\frac12\,PQ\cdot RF=\frac12\cdot2\sqrt{17}\cdot\sqrt8=\sqrt{136}$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$\Delta^2=136$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(3) 136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a line with direction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given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root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other root is the reflection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across the foot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midpoint;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>
                      <m:e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𝑝𝑟𝑜𝑗</m:t>
                        </m:r>
                      </m:e>
                      <m:sub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sub>
                    </m:sSub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a square root until the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'distinct points' is exactly what discards the trivial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read it as a constraint.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on a line with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a given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a root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$PR=k$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the other root is the 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across the foot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$RP=RQ$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midpoint;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$\overrightarrow{PQ}=2\,\text{proj}_{\vec d}\overrightarrow{PR}$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$Q=P+\frac{2\,\overrightarrow{PR}\cdot\vec d}{|\vec d|^2}\vec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$\frac{2\cdot17}{17}=2$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$\Delta^2=\frac14|\overrightarrow{PQ}\times\overrightarrow{QR}|^2$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avoids a square root until the end.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 'distinct points' is exactly what discards the trivial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read it as a constraint.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417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the position vectors of the vertices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a tetrahedron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2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respectively. The altitude from the vertex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to the opposite face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meets the median line segment through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the triangle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If the length of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110</m:t>
                            </m:r>
                          </m:e>
                        </m:rad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the volume of the tetrahedron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805</m:t>
                            </m:r>
                          </m:e>
                        </m:rad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the position vector of </a:t>
                </a:r>
                <a14:m>
                  <m:oMath xmlns:m="http://schemas.openxmlformats.org/officeDocument/2006/math">
                    <m:r>
                      <a:rPr lang="en-IN" sz="22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2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2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acc>
                          <m:accPr>
                            <m:chr m:val="̂"/>
                            <m:ctrlP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2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2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84174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2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Let the position vectors of the vertices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a tetrahedron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i+2\hat j+\hat k$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i+3\hat j-2\hat k$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$2\hat i+\hat j-\hat k$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respectively. The altitude from the vertex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to the opposite face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meets the median line segment through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of the triangle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. If the length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$\frac{\sqrt{110}}{3}$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and the volume of the tetrahedron is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$\frac{\sqrt{805}}{6\sqrt2}$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, then the position vector of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$\frac16\left(12\hat i+12\hat j+\hat k\right)$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$\frac12\left(\hat i+4\hat j+7\hat k\right)$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$\frac16\left(7\hat i+12\hat j+\hat k\right)$</a:t>
                </a:r>
                <a:endParaRPr sz="22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200">
                    <a:solidFill>
                      <a:srgbClr val="111827"/>
                    </a:solidFill>
                  </a:defRPr>
                </a:pPr>
                <a:r>
                  <a:rPr sz="22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2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$\frac{1}{12}\left(7\hat i+4\hat j+3\hat k\right)$</a:t>
                </a:r>
                <a:endParaRPr sz="22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Tetrahedron: altitude, volume and median line, Position vector of a point on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altitude,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volume;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sits on the median at that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foot of the altitude,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$AE^2=AD^2-h^2$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volume;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sits on the median at that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$A=(1,2,1)$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$B=(1,3,-2)$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$C=(2,1,-1)$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$\overrightarrow{AB}=\hat j-3\hat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$\overrightarrow{AC}=\hat i-\hat j-2\hat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e>
                            <m:e>
                              <m:acc>
                                <m:accPr>
                                  <m:chr m:val="̂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acc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805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altitude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that plane,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median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ratios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$\overrightarrow{AB}\times\overrightarrow{AC}=\left|\begin{matrix}\hat i&amp;\hat j&amp;\hat k\\0&amp;1&amp;-3\\1&amp;-1&amp;-2\end{matrix}\right|=-5\hat i-3\hat j-\hat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ABC=\frac12\sqrt{25+9+1}=\frac12\sqrt{35}$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$=\frac13\left(\frac12\sqrt{35}\right)h=\frac{\sqrt{805}}{6\sqrt2}$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$h=\frac{\sqrt{805}}{\sqrt2\sqrt{35}}=\sqrt{\frac{23}{2}}$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altitude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$DE\perp$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that plane,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$AE^2=AD^2-DE^2=\frac{110}{9}-\frac{23}{2}=\frac{220-207}{18}=\frac{13}{18}$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$\left(\frac32,2,-\frac32\right)$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median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direction ratios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$\left(\frac12,0,-\frac52\right)\propto(1,0,-5)$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line: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median segment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lies on the far side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$\frac{x-1}{1}=\frac{y-2}{0}=\frac{z-1}{-5}=\lambda$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$E=(\lambda+1,\ 2,\ -5\lambda+1)$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$AE^2=\lambda^2+25\lambda^2=26\lambda^2=\frac{13}{18}$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$\lambda=\pm\frac16$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median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$0\le\lambda\le\frac12$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$\lambda=+\frac16$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lies on the far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outside the triangle).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$E=\left(\frac76,\ 2,\ \frac16\right)=\frac16\left(7\hat i+12\hat j+\hat k\right)$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(3).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$\frac16\left(7\hat i+12\hat j+\hat k\right)$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the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 the median segment; test the options against just these two facts.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lie in the plane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on the median segment; test the options against just these two facts.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equation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(1)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in the plane. Option (4)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in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(2)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plane, and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$(5,3,1)$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its equation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$5x+3y+z=5(1)+3(2)+1=12$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$\left(2,2,\frac16\right)$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$10+6+\frac16\neq12$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in the plane. Option (4)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$\left(\frac7{12},\frac13,\frac14\right)$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$\frac{35}{12}+1+\frac14=\frac{25}{6}\neq12$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in the plane.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$\left(\frac12,2,\frac72\right)$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$\frac52+6+\frac72=12$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plane, and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$A+\lambda(1,0,-5)$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(3)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plane, and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median segment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midpoint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(2)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off the segment and only option (3)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(3)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$\left(\frac76,2,\frac16\right)$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$\frac{35}{6}+6+\frac16=12$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 the plane, and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$A+\lambda(1,0,-5)$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$\lambda=+\frac16$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median segment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midpoint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$0\le\lambda\le\frac12$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option (2)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off the segment and only option (3) is possible.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 with the data: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obtained from the volume. Answer: option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(This option-based route needs neither the volume nor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values only confirm the choice.)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Consistency check with the data: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$AE^2=26\cdot\frac1{36}=\frac{13}{18}=AD^2-h^2$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obtained from the volume. Answer: option (3).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(This option-based route needs neither the volume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those values only confirm the choice.)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acc>
                          <m:accPr>
                            <m:chr m:val="̂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acc>
                          <m:accPr>
                            <m:chr m:val="̂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̂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acc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(3)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$\frac16\left(7\hat i+12\hat j+\hat k\right)$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altitude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orthogonal projection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plane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 in the right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of a tetrahedron: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𝑏𝑎𝑠𝑒 𝑎𝑟𝑒𝑎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toward the midpoint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on the median segment has parameter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midpoint's parameter, which decides 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from a squared-length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of the plane through three points is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membership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the altitude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orthogonal projection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onto plane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$AD^2=AE^2+DE^2$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(Pythagoras in the right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$AED$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$DE=h=\frac{3V}{\text{Ar}(ABC)}$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Volume of a tetrahedron: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$V=\frac13\times\text{base area}\times\text{height}=\frac16\left|[\overrightarrow{AB}\ \overrightarrow{AC}\ \overrightarrow{AD}]\right|$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Median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toward 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$\frac{\vec b+\vec c}{2}$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point on the median segment has parameter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midpoint's parameter, which decides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 from a squared-length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of the plane through three 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$\overrightarrow{AB}\times\overrightarrow{AC}$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membership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$(\overrightarrow{AX})\cdot\vec 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subtend a right angle at the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𝑙𝑒𝑛𝑔𝑡ℎ 𝑜𝑓 𝑎𝑟𝑐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𝑙𝑒𝑛𝑔𝑡ℎ 𝑜𝑓 𝑎𝑟𝑐 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 circle subtend a right angle at the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the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$\frac{\text{length of arc }AB}{\text{length of arc }BC}=\frac15$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$\overrightarrow{OC}=\alpha\overrightarrow{OA}+\beta\overrightarrow{OB}$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$\alpha+\sqrt2\left(\sqrt3-1\right)\beta$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Linear combination of vectors on a circle (arcs and central angles)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arc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dot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Arc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$1:5$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arc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AOB=15^\circ$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$\angle BOC=75^\circ$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dot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$\overrightarrow{OC}=\alpha\overrightarrow{OA}+\beta\overrightarrow{OB}$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total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figure labels the two arcs the other way round, but its calculation uses these angles).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$AB:BC=1:5$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AOB=\frac\pi{12}$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BOC=\frac{5\pi}{12}$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figure labels the two arcs the other way round, but its calculation uses these angles).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$OA=OB=OC=r$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Given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$\overrightarrow{OC}=\alpha\overrightarrow{OA}+\beta\overrightarrow{OB}$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AOC=\frac\pi2$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$\overrightarrow{OC}\cdot\overrightarrow{OA}=0$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$0=\alpha|\overrightarrow{OA}|^2+\beta\,\overrightarrow{OA}\cdot\overrightarrow{OB}$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$0=r^2\alpha+r^2\beta\cos\frac\pi{12}$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$\alpha+\frac{\sqrt3+1}{2\sqrt2}\beta=0\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$r^2=\alpha\,\overrightarrow{OC}\cdot\overrightarrow{OA}+\beta\,\overrightarrow{OC}\cdot\overrightarrow{OB}=0+\beta r^2\cos\frac{5\pi}{12}$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$\beta\cdot\frac{\sqrt3-1}{2\sqrt2}=1$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$\left(\sqrt3-1\right)\beta=2\sqrt2$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$\beta=\sqrt2\left(\sqrt3+1\right)$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$\alpha=-\frac{\sqrt3+1}{2\sqrt2}\cdot\sqrt2\left(\sqrt3+1\right)=-\frac{(\sqrt3+1)^2}{2}=-\frac{4+2\sqrt3}{2}=-2-\sqrt3$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$\alpha+\sqrt2\left(\sqrt3-1\right)\beta=-2-\sqrt3+\sqrt2\left(\sqrt3-1\right)\sqrt2\left(\sqrt3+1\right)=-2-\sqrt3+2\cdot2=2-\sqrt3$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two components.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Coordinates: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$A=(1,0)$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$B=(\cos15^\circ,\sin15^\circ)$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two components.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arc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$\overrightarrow{OA}=(1,0)$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$\overrightarrow{OB}=\left(\cos\frac\pi{12},\sin\frac\pi{12}\right)$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arc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$\overrightarrow{OC}=\alpha\overrightarrow{OA}+\beta\overrightarrow{OB}$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$\beta\sin\frac\pi{12}=1$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$\alpha+\beta\cos\frac\pi{12}=0$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$\sin\frac\pi{12}=\frac{\sqrt6-\sqrt2}{4}$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$\beta=\frac{4}{\sqrt6-\sqrt2}=\sqrt6+\sqrt2=\sqrt2\left(\sqrt3+1\right)$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$\alpha=-\beta\cos\frac\pi{12}=-\cot\frac\pi{12}=-\left(2+\sqrt3\right)$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$\sqrt2\left(\sqrt3-1\right)\beta=2\left(\sqrt3-1\right)\left(\sqrt3+1\right)=4$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$-2-\sqrt3+4=2-\sqrt3$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(2)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$2-\sqrt3$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equal radii turn an arc ratio into a ratio of central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split a vector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plane, dot with a vector perpendicular to one of them: dot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coefficient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the law of sines in the vector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Arc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$=r\theta$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equal radii turn an arc ratio into a ratio of central angles.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split a vector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$\alpha\vec u+\beta\vec 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plane, dot with a vector perpendicular to one of them: dot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Standard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$\cos15^\circ=\frac{\sqrt6+\sqrt2}{4}=\frac{\sqrt3+1}{2\sqrt2}$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$\sin15^\circ=\frac{\sqrt6-\sqrt2}{4}=\frac{\sqrt3-1}{2\sqrt2}$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$\cot15^\circ=2+\sqrt3$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$\tan15^\circ=2-\sqrt3$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$-\cot15^\circ$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$\operatorname{cosec}15^\circ$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by the law of sines in the vector triangle.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line segment joining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7   (C)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 the line segment joining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$P(-1,-1,2)$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$Q(5,5,10)$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$r:1\ (r&gt;0)$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origin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$\left(\overrightarrow{OQ}\cdot\overrightarrow{OA}\right)-\frac15\left|\overrightarrow{OP}\times\overrightarrow{OA}\right|^2=10$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7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14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Section formula (internal division), Scalar and vector products of position vectors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terms become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$\overrightarrow{OP}\times\overrightarrow{OA}=\frac{r}{r+1}\,\overrightarrow{OP}\times\overrightarrow{OQ}$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both terms become functions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𝑂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acc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Section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$A=\left(\frac{5r-1}{r+1},\ \frac{5r-1}{r+1},\ \frac{10r+2}{r+1}\right)$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$\overrightarrow{OQ}\cdot\overrightarrow{OA}=\frac{5(5r-1)+5(5r-1)+10(10r+2)}{r+1}=\frac{150r+10}{r+1}=\frac{10}{r+1}(15r+1)$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$\overrightarrow{OP}\times\overrightarrow{OQ}=(-1,-1,2)\times(5,5,10)=(-20,20,0)$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$|\overrightarrow{OP}\times\overrightarrow{OQ}|^2=800$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$\overrightarrow{OA}=\frac{r\,\overrightarrow{OQ}+\overrightarrow{OP}}{r+1}$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$\overrightarrow{OP}\times\overrightarrow{OA}=\frac{r}{r+1}\overrightarrow{OP}\times\overrightarrow{OQ}$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$\left|\overrightarrow{OP}\times\overrightarrow{OA}\right|^2=\frac{r^2}{(r+1)^2}(800)$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$\frac{10}{r+1}(15r+1)-\frac{r^2(800)}{5(r+1)^2}=10$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$(15r+1)(r+1)-16r^2=(r+1)^2$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$15r^2+16r+1-16r^2=r^2+2r+1$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$2r^2-14r=0$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(2)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$A=P+t(Q-P)$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$t=\frac{r}{r+1}$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$\overrightarrow{OP}\times\overrightarrow{OA}=t\,\overrightarrow{OP}\times\overrightarrow{OQ}$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equation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$\overrightarrow{OA}=(1-t)\overrightarrow{OP}+t\overrightarrow{OQ}$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$t=\frac{r}{r+1}\in(0,1)$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$\overrightarrow{OQ}\cdot\overrightarrow{OA}=(1-t)\,\overrightarrow{OP}\cdot\overrightarrow{OQ}+t|OQ|^2=(1-t)(10)+t(150)=10+140t$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$\overrightarrow{OP}\cdot\overrightarrow{OQ}=-5-5+20=10$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$|OQ|^2=150$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$\overrightarrow{OP}\times\overrightarrow{OA}=t\,\overrightarrow{OP}\times\overrightarrow{OQ}$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$\overrightarrow{OP}\times\overrightarrow{OP}=0$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$\frac15|\overrightarrow{OP}\times\overrightarrow{OA}|^2=\frac15\cdot800t^2=160t^2$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$10+140t-160t^2=10$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$20t(7-8t)=0$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$r=\frac{t}{1-t}=\frac{7/8}{1/8}=7$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(2)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or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crossing with an endpoint turns the cross product into a multiple of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$r:1$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a=\frac{r\vec q+\vec p}{r+1}=(1-t)\vec p+t\vec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$t=\frac{r}{r+1}$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products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 or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p\times\vec a=t\,(\vec p\times\vec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q\times\vec a=(1-t)\,(\vec q\times\vec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crossing with an endpoint turns the cross product into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p\times\vec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Lagrange's identity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$|\vec p\times\vec q|^2=|\vec p|^2|\vec q|^2-(\vec p\cdot\vec q)^2=6\cdot150-100=800$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$r=\frac{t}{1-t}$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$t=\frac78\Rightarrow r=7$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Easier than JEE Main Level</a:t>
                      </a:r>
                    </a:p>
                  </a:txBody>
                  <a:tcPr anchor="ctr" marL="91440" marR="91440">
                    <a:solidFill>
                      <a:srgbClr val="93C47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1.75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Vector 3D 01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1.75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