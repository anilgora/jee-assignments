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Sheet1!$A$2:$A$48</c:f>
              <c:strCache>
                <c:ptCount val="47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</c:strCache>
            </c:strRef>
          </c:cat>
          <c:val>
            <c:numRef>
              <c:f>Sheet1!$B$2:$B$48</c:f>
              <c:numCache>
                <c:formatCode>General</c:formatCode>
                <c:ptCount val="47"/>
                <c:pt idx="0">
                  <c:v>2.0</c:v>
                </c:pt>
                <c:pt idx="1">
                  <c:v>1.0</c:v>
                </c:pt>
                <c:pt idx="2">
                  <c:v>2.0</c:v>
                </c:pt>
                <c:pt idx="3">
                  <c:v>2.0</c:v>
                </c:pt>
                <c:pt idx="4">
                  <c:v>1.0</c:v>
                </c:pt>
                <c:pt idx="5">
                  <c:v>2.0</c:v>
                </c:pt>
                <c:pt idx="6">
                  <c:v>1.0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4.0</c:v>
                </c:pt>
                <c:pt idx="13">
                  <c:v>2.0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2.0</c:v>
                </c:pt>
                <c:pt idx="20">
                  <c:v>1.0</c:v>
                </c:pt>
                <c:pt idx="21">
                  <c:v>2.0</c:v>
                </c:pt>
                <c:pt idx="22">
                  <c:v>2.0</c:v>
                </c:pt>
                <c:pt idx="23">
                  <c:v>3.0</c:v>
                </c:pt>
                <c:pt idx="24">
                  <c:v>2.0</c:v>
                </c:pt>
                <c:pt idx="25">
                  <c:v>2.0</c:v>
                </c:pt>
                <c:pt idx="26">
                  <c:v>2.0</c:v>
                </c:pt>
                <c:pt idx="27">
                  <c:v>1.0</c:v>
                </c:pt>
                <c:pt idx="28">
                  <c:v>2.0</c:v>
                </c:pt>
                <c:pt idx="29">
                  <c:v>2.0</c:v>
                </c:pt>
                <c:pt idx="30">
                  <c:v>2.0</c:v>
                </c:pt>
                <c:pt idx="31">
                  <c:v>1.0</c:v>
                </c:pt>
                <c:pt idx="32">
                  <c:v>2.0</c:v>
                </c:pt>
                <c:pt idx="33">
                  <c:v>1.0</c:v>
                </c:pt>
                <c:pt idx="34">
                  <c:v>2.0</c:v>
                </c:pt>
                <c:pt idx="35">
                  <c:v>2.0</c:v>
                </c:pt>
                <c:pt idx="36">
                  <c:v>2.0</c:v>
                </c:pt>
                <c:pt idx="37">
                  <c:v>2.0</c:v>
                </c:pt>
                <c:pt idx="38">
                  <c:v>1.0</c:v>
                </c:pt>
                <c:pt idx="39">
                  <c:v>2.0</c:v>
                </c:pt>
                <c:pt idx="40">
                  <c:v>3.0</c:v>
                </c:pt>
                <c:pt idx="41">
                  <c:v>2.0</c:v>
                </c:pt>
                <c:pt idx="42">
                  <c:v>1.0</c:v>
                </c:pt>
                <c:pt idx="43">
                  <c:v>2.0</c:v>
                </c:pt>
                <c:pt idx="44">
                  <c:v>3.0</c:v>
                </c:pt>
                <c:pt idx="45">
                  <c:v>1.0</c:v>
                </c:pt>
                <c:pt idx="46">
                  <c:v>1.0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Not wrong but incomplete: the PDF lists the four formulas and a graph and then states the final interval. The interval of each piece and the argument that the pieces overlap (so the union is one interval) were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Incomplete, not wrong: the PDF goes from $f^3$ straight to $f^5$ and never shows $f^4$. The step for $f^4$ was added; every value is as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two answer lines: 'Ans. 384' and 'Ans. Matrix 180'. The working gives 180, which is correct (re-derived and checked); the line 384 is wrong and was ignored.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Not wrong but the PDF's argument for m=0 is only a sketch ('could have its solution in [5,6] but it does not exist as at x=5 and 6 LHS=1'). A complete proof (L(x)&gt;(x-5)(x-6) and L(x)=(x-6)^2 on [5,6)) was added; m=0 and n=3 are as in the PDF.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Incomplete, not wrong: the PDF derives the closed form of f(x) and then jumps to '2f(2)+f'(2)=119·2^10+1 ⇒ n=10' without evaluating anything. The evaluation of f(2), f'(2) and the sum 121857 was added and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Incomplete, not wrong: the PDF simplifies f(g(x)) and states only 'x ≠ -5/2 for defining g(x)'. It never shows that the new denominator 2|x|+2x+7 is never zero (i.e. g(x) never equals -1/2). That check was added; the answer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derivative is correct but its denominator is mistyped as (x^2-4x+19) in one line, and it concludes 'into' only from the sign change of f'. A sign change of f' shows many-one, not into; the range [-2, 8/5] (from the extreme values f(1), f(7) and the limit 1) was added to justify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line 'f(3) = [log2(25+25)] = 5' is mislabelled (that is f(5)), and f(3)=3 is never computed, although the PDF's final range {2,3,5,6,8} is right. Corrected: f(3)=[log2 14]=3 and f(5)=[log2 50]=5; the answer 120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graph of g shows a hollow point at the origin and no point at (0,-a). In fact g(0)=(f(0)-|f(0)|)/2=(-a-a)/2=-a. Conclusion unchanged (g is still neither one-one nor onto); the working here includes g(0)=-a.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Small error in the PDF: it writes the bound as '1/3 &gt;= [a] &gt;= -3/5'. From 0 &lt;= 1-5[a] &lt; 4 the correct bound is -3/5 &lt; [a] &lt;= 1/5. The conclusion [a]=0, {a}=1/4, a=1/4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Function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(Functions, JEE Main PYQs 2023-24)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Jan 2023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two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$x^2-4x+[x]+3=x[x]$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has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no solution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unique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unique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exactly two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function, Equations involving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28016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function, Equations involving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Moving the bracket terms together makes both sides factorise with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Moving the bracket terms together makes both sides factorise with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bracket terms on one side: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both sides: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Start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$x^2-4x+[x]+3=x[x]$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 the bracket terms on one 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$x^2-4x+3=x[x]-[x]$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$(x-1)(x-3)=[x]\,(x-1)$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case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is false; there is exactly one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$(x-1)\{(x-3)-[x]\}=0$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$x-3=[x]$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second case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impossible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$0\le\{x\}&lt;1$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$=1-4+1+3=1$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$=1\cdot1=1$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$x=1\notin(-\infty,1)$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(C) is false; there is exactly one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a unique solution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factorise the resulting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$x=n+t$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$n=[x]$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$t=\{x\}\in[0,1)$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factorise the resulting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$(n+t)^2-4(n+t)+n+3=(n+t)n$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$n^2+2nt+t^2-4n-4t+n+3=n^2+nt$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$t^2+(n-4)t+3(1-n)=0$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$t^2+(n-4)t-3n+3=(t-3)(t+n-1)$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(impossible,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1-n&lt;1$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$x=n+t=1$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only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unique solution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a unique solution in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to factor: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once the bracket terms are collected.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problem into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fraction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equal an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equations mixing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try to factor: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common once the bracket terms are collected.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$x=[x]+\{x\}$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problem into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fraction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rejected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equal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 solution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8   (C) 7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$f(x+y)=f(x)\cdot 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$\sum_{k=1}^{n}f(k)=3279$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9   (B) 8   (C) 7   (D) 6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Geometric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Geometric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functional equation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$f(k)=3^k$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$f(2)=f(1)^2=3^2$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$f(3)=f(1)f(2)=3^3$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$f(k)=3^k$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$\sum_{k=1}^{n}f(k)=3279$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$3+3^2+3^3+\cdots+3^n=3279$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GP: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the GP: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$\dfrac{3(3^n-1)}{3-1}=3279$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$\dfrac{3^n-1}{2}=1093$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$3^n-1=2186$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$3^n=2187=3^7$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sum as a base-3 numeral: a sum of consecutive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string of ones followed by 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sum as a base-3 numeral: a sum of consecutive powers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$3^1,\dots,3^n$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string of ones followed by one zero.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distinct powers of 3 with all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base-3 representation of the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Greedy expansion: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in the main solution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$f(k)=3^k$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$3^1+3^2+\cdots+3^n=3279$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distinct powers of 3 with all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base-3 representation of the number.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Greedy expansion: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$3279=2187+1092$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$1092=729+363$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$363=243+120$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$120=81+39$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$39=27+12$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$12=9+3$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seven terms starting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$3279=3^7+3^6+3^5+3^4+3^3+3^2+3^1$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seven terms starting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$3+9+27+81+243+729+2187=3279$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3279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$f(n)=a^n$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$a+a^2+\cdots+a^n=\dfrac{a(a^n-1)}{a-1}$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$(a-1)S+a=a^{n+1}$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$2S+3=3^{n+1}$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$2\cdot3279+3=6561=3^8$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immediately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2010   (B) 1010   (C) 2011   (D) 1011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$f(x)=\dfrac{2^{2x}}{2^{2x}+2}$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$f\left(\dfrac{1}{2023}\right)+f\left(\dfrac{2}{2023}\right)+\cdots+f\left(\dfrac{2022}{2023}\right)$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2010   (B) 1010   (C) 2011   (D) 1011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Exponential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09567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Symmetric pairing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Exponential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pair the terms equidistant from the two ends of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pair the terms equidistant from the two ends of the sum.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$f(x)=\dfrac{4^x}{4^x+2}$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$f(1-x)=\dfrac{4^{1-x}}{4^{1-x}+2}=\dfrac{4}{4+2\cdot4^x}=\dfrac{2}{2+4^x}$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$f(x)+f(1-x)=\dfrac{4^x}{4^x+2}+\dfrac{2}{2+4^x}=1$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equidistant from the beginning and the end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𝑡𝑖𝑚𝑒𝑠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$f\left(\frac1{2023}\right)+f\left(\frac2{2023}\right)+\cdots+f\left(1-\frac2{2023}\right)+f\left(1-\frac1{2023}\right)$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Terms equidistant from the beginning and the end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pairs,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$1+1+\cdots+1\ (1011\text{ times})=1011$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1011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graph is symmetric about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equals (number of terms)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$f(x)-\tfrac12$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an odd function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$x-\tfrac12$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graph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$\left(\tfrac12,\tfrac12\right)$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equals (number of terms)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$\times\tfrac12$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$x=\tfrac12+u$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$4^x=2\cdot4^u$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$f=\dfrac{2\cdot4^u}{2\cdot4^u+2}=\dfrac{4^u}{4^u+1}$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$f\left(\tfrac12+u\right)-\tfrac12=\dfrac{4^u-1}{2(4^u+1)}$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an odd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$\frac{k}{2023}$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$\frac{2023-k}{2023}$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(they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$\tfrac12\pm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li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2023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odd parts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$\sum\left(f\left(\tfrac k{2023}\right)-\tfrac12\right)=0$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odd parts cancel in pairs.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$2022\cdot\tfrac12=1011$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1011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graph has centre of symmetry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sum over points symmetric about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$f(x)+f(a-x)=c$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graph has centre of symmetry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$\left(\tfrac a2,\tfrac c2\right)$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sum over points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$\tfrac c2\times$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(number of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family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$f(x)=\dfrac{a^x}{a^x+\sqrt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$\sum_{k=1}^{n-1}f\left(\frac kn\right)$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$\dfrac{n-1}{2}$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$n=2023$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$f(x)=\log_{\sqrt m}\left\{\sqrt2(\sin x-\cos x)+m-2\right\}$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5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trigonometric expressions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Logarithmic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2239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trigonometric expressions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Logarithmic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argument takes exactly the values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the argument takes exactly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$[1,m]$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$\sqrt2(\sin x-\cos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ranges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take values exactly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argument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 m}(\cdots)\in[0,2]=\left[\log_{\sqrt m}1,\ \log_{\sqrt m}m\right]$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$\sqrt2(\sin x-\cos x)+m-2$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take values exactly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$[-\sqrt2,\sqrt2]$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$\sqrt2(\sin x-\cos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argument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$[m-4,\,m]$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$[m-4,m]$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$-4+m=1$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end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automatic, so only the lower end of the range of the argument has to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upper end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$\log_{\sqrt m}m=2$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automatic, so only the lower end of the range of the argument has to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the base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rad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$u=2\sin\left(x-\frac\pi4\right)+m-2$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$[m-4,\,m]$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thus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m&gt;1$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 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$\left[\log_{\sqrt m}(m-4),\ \log_{\sqrt m}m\right]$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top end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already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bottom end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rad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top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 m}m=2$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already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bottom end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$\log_{\sqrt m}(m-4)=0\Rightarrow m-4=1\Rightarrow m=5$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the range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logarithm forces the argument to be positive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$a\sin x+b\cos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$\left[-\sqrt{a^2+b^2},\sqrt{a^2+b^2}\right]$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$\sqrt2(\sin x-\cos x)=2\sin\left(x-\frac\pi4\right)$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$\left[\log_b(\min g),\log_b(\max g)\right]$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logarithm forces the argument to be positive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positive integer divisors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60   (B) 58   (C) 59   (D) 61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$f(5)=255$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all the positive integer 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$(f(3)-f(2))$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60   (B) 58   (C) 59   (D) 61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Evaluating a function from given values, Sum of divisors of a number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two conditions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leaves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Subtracting the two conditions removes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leaves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$5^n-4^n=61$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$f(x)=2x^n+\lambda$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$f(4)=133$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$f(5)=255$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$133=2\times4^n+\lambda\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$255=2\times5^n+\lambda\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$122=2(5^n-4^n)$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$5^n-4^n=61$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$5^3-4^3=125-64=61$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$\lambda=133-2\cdot64=5$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$f(3)-f(2)=2(3^3-2^3)=2(27-8)=38$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$1,2,19,38$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Their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$1+2+19+38=60$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eliminates the constant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coprime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of powers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strictly increasing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integer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two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$f(x)=ax^n+\lambda$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eliminates the constant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multiplicative: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$\sigma(p^a)=\dfrac{p^{a+1}-1}{p-1}$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$\sigma(mn)=\sigma(m)\sigma(n)$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coprime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Differences of powers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$c^n-d^n$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strictly increasing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an integer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$c^n-d^n=k$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one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$f:\{1,2,3,4\}\to\{a\in\mathbb Z:|a|\le8\}$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$f(n)+\dfrac1n f(n+1)=1,\ \forall n\in\{1,2,3\}$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satisfying a recurrence, Linear equations in integers with bounded range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Everything is determined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two integer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Everything is determined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$|f(4)|\le8$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leaves only two integer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$nf(n)+f(n+1)=n$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$3f(3)+f(4)=3$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$f(2)=1-f(1)$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$2(1-f(1))+f(3)=2$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$3\cdot2f(1)+f(4)=3$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$f(4)=3-6f(1)$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keep every value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$-8\le f(4)\le8$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$-8\le3-6f(1)\le8\Rightarrow-11\le-6f(1)\le5\Rightarrow-\frac56\le f(1)\le\frac{11}6$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cases keep every value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$[-8,8]$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congruence: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a congruence: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$f(4)=3-6f(1)\equiv3\pmod 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within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$[-8,8]$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ones,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out of 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$2f(2)+f(3)=2$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$3f(3)+f(4)=3$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eliminate to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$f(4)=3-6f(1)$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$f(3)=2f(1)$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$f(4)\equiv3\pmod6$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$[-8,8]$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$\equiv3\pmod6$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ones,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 out of range).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within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$f(4)=3\Rightarrow f(1)=0$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$f(4)=-3\Rightarrow 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$f(2),f(3)$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$(0,1,0,3)$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$(1,0,2,-3)$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within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functions.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recurrence with a fixed starting value determines the whole function; count the admissible starting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chain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congruence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 the possible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re-check the intermediate values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against the bound on the codomain.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recurrence with a fixed starting value determines the whole function; count the admissible starting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chain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$y=c-kx$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congruence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$y\equiv c\pmod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lists the possible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quickly.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re-check the intermediate values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$f(2),f(3)$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against the bound on the codomain.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$f(x)=\dfrac{\log_{(x+1)}(x-2)}{e^{2\log_e x}-(2x+3)}$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R-\{-1,3\}$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$(-1,\infty)-\{3\}$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$(2,\infty)-\{3\}$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function, Logarithm: base and argument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every restriction: argument, base, the inner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non-zero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every restriction: argument, base, the inner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$\log_e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 non-zero denominator.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The logarithm's argument must be 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The base must be positive and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$f(x)=\dfrac{\log_{(x+1)}(x-2)}{e^{2\log_e x}-(2x+3)}$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The logarithm's argument must be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The base must be positive and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$x\in(-1,0)\cup(0,\infty)$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The denominator must not vanish: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(i), (ii), (iii) and (iv)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(iv) The denominator must not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$e^{2\ln x}=x^2$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$x^2-(2x+3)\ne0$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$(x-3)(x+1)\ne0$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$x\ne3,\ x\ne-1$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Intersecting (i), (ii), (iii) and (iv)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$x\in(2,\infty)-\{3\}$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$(2,\infty)-\{3\}$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restriction survives);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different domains.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quotient, the denominator's zeros are removed after intersecting the other conditions (check each root lies in the intersection).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$\log_b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$e^{2\ln x}=x^2$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restriction survives);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$e^{\ln x^2}=x^2$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— different domains.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quotient, the denominator's zeros are removed after intersecting the other conditions (check each root lies in the intersection).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8000   (B) 8400   (C) 8100   (D) 8200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N\to\mathbb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$f(1)+2f(2)+3f(3)+\cdots+xf(x)=x(x+1)f(x)$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$\dfrac1{f(2022)}+\dfrac1{f(2028)}$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8000   (B) 8400   (C) 8100   (D) 8200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 with sums of terms, Telescoping relation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relation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the relation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that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$nf(n)$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$f(1)+2f(2)+\cdots+nf(n)=n(n+1)f(n)\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$f(1)+2f(2)+\cdots+nf(n)+(n+1)f(n+1)=(n+1)(n+2)f(n+1)\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$(n+1)f(n+1)=(n+1)(n+2)f(n+1)-n(n+1)f(n)$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$(n+1)f(n+1)-nf(n)=0\ \ldots(3)$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$n=2,3,\dots$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$3f(3)-2f(2)=0$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$4f(4)-3f(3)=0,\ \ldots,\ (n+1)f(n+1)-nf(n)=0$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adding,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$(n+1)f(n+1)=2f(2)$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$f(1)+2f(2)=6f(2)$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$1=4f(2)$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$f(n+1)=\dfrac{2f(2)}{n+1}=\dfrac1{2(n+1)}$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$f(n)=\dfrac1{2n}$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$\dfrac1{f(2022)}+\dfrac1{f(2028)}=4044+4056=8100$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8100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partial sums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given relation says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the partial sums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$S_x=\sum_{k\le x}kf(k)$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given relation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$S_x=x(x+1)f(x)$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$xf(x)=S_x-S_{x-1}$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$S_x=f(1)+2f(2)+\cdots+xf(x)$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$S_x=x(x+1)f(x)$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$xf(x)=S_x-S_{x-1}$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$f(x)=\dfrac{S_x-S_{x-1}}x$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$f(x)=\dfrac{S_x}{x(x+1)}$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$\dfrac{S_x}{x(x+1)}=\dfrac{S_x-S_{x-1}}x$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$S_x=(x+1)(S_x-S_{x-1})$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$xS_x=(x+1)S_{x-1}$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quantity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$\dfrac{S_x}{x+1}=\dfrac{S_{x-1}}{x}$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$\dfrac{S_x}{x+1}$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$\dfrac{S_2}3$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$S_2=f(1)+2f(2)=6f(2)$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$S_2=1+2f(2)$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$S_x=\dfrac{x+1}2$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$f(x)=\dfrac{S_x}{x(x+1)}=\dfrac1{2x}$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$\dfrac1{f(2022)}+\dfrac1{f(2028)}=4044+4056=8100$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8100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partial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attacked by taking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form can hold only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onwards: the given relation starts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fit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relation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$S_n=g(n)f(n)$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partial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 a_kf(k)$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attacked by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$S_{n+1}-S_n=a_{n+1}f(n+1)$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$(n+1)f(n+1)=nf(n)$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$f(n)=\dfrac cn$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closed form can hold only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onwards: the given relation starts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fit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$f(x)=\sqrt{3-x}+\sqrt{2+x}$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$[2\sqrt2,\sqrt{11}]$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$[\sqrt5,\sqrt{13}]$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$[\sqrt2,\sqrt7]$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$[\sqrt5,\sqrt{10}]$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function, Maxima and minima by differentiation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then decreases with the maximum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$[-2,3]$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then decreases with the maximum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$f'(x)=\dfrac1{2\sqrt{2+x}}-\dfrac1{2\sqrt{3-x}}=\dfrac{\sqrt{3-x}-\sqrt{2+x}}{2\sqrt{2+x}\sqrt{3-x}}$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$f'(x)=0\Rightarrow\sqrt{3-x}=\sqrt{2+x}\Rightarrow 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(inside the domain).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$\left(-2,\frac12\right)$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maximum.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$f(-2)=\sqrt5$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$f\left(\frac12\right)=\sqrt{\frac52}+\sqrt{\frac52}=\sqrt{10}$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$[\sqrt5,\sqrt{10}]$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$[\sqrt5,\sqrt{10}]$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Square it: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$f^2=5+2\sqrt{(3-x)(2+x)}$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$(3-x)(2+x)=\frac{25}4-\left(x-\frac12\right)^2\in\left[0,\frac{25}4\right]$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domain.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real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roots are real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$f^2=(3-x)+(2+x)+2\sqrt{(3-x)(2+x)}=5+2\sqrt{(3-x)(2+x)}$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$(3-x)(2+x)=6+x-x^2=\frac{25}4-\left(x-\frac12\right)^2$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$\left(x-\frac12\right)^2$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$\left[0,\frac{25}4\right]$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$(3-x)(2+x)$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$\left[0,\frac{25}4\right]$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continuous,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$\sqrt{(3-x)(2+x)}\in\left[0,\frac52\right]$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$f^2\in[5,\,5+5]=[5,10]$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continuous,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$[\sqrt5,\sqrt{10}]$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$[\sqrt5,\sqrt{10}]$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(Cauchy–Schwarz: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$f=\sqrt{a-x}+\sqrt{x-b}$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$[b,a]$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$f^2=(a-b)+2\sqrt{(a-x)(x-b)}$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$f\in\left[\sqrt{a-b},\ \sqrt{2(a-b)}\right]$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$\sqrt{2(a-b)}$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at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(Cauchy–Schwarz: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u+\sqrt v\le\sqrt{2(u+v)}$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$[\sqrt5,\sqrt{10}]$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the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range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53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$f(x)=\dfrac{[x]}{1+x^2}$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range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$\left(\frac5{26},\frac25\right]-\left\{\frac9{29},\frac{27}{109},\frac{18}{89},\frac9{53}\right\}$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$\left(\frac5{26},\frac25\right]$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$\left(\frac5{37},\frac25\right]-\left\{\frac9{29},\frac{27}{109},\frac{18}{89},\frac9{53}\right\}$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Range of a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decreases, so every piece is a half-open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each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 n{1+x^2}$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decreases, so every piece is a half-open interval.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(attained)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$f(x)=\dfrac2{1+x^2}$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decreasing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(attained)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$\frac2{10}=\frac15$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attained):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$\left(\frac15,\frac25\right]$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pieces overlap pairwise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union has no gaps.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$f(x)=\dfrac3{1+x^2}$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$\left(\frac3{17},\frac3{10}\right]$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$f(x)=\dfrac4{1+x^2}$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$\frac4{26}=\frac2{13}$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$\left(\frac2{13},\frac4{17}\right]$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$[5,6)$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$f(x)=\dfrac5{1+x^2}$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$\frac5{26}$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$\left(\frac5{37},\frac5{26}\right]$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pieces overlap pairwise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$\frac5{26}&gt;\frac2{13}$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$\frac4{17}&gt;\frac3{17}$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$\frac3{10}&gt;\frac15$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union has no gaps.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value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infimum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the infimum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$\frac5{37}$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$x\to6^-$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$=\left(\frac5{37},\frac25\right]$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$\left(\frac5{37},\frac25\right]$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functions, split the domain at the integers and find the range on each unit interval; then take the union.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end is attained and the right end is not: pieces are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function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consecutive pieces overlap before declaring the union a single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$\dfrac{[x]}{g(x)}$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functions, split the domain at the integers and find the range on each unit interval; then take the union.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$[n,n+1)$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 end is attained and the right end is not: pieces are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$(\cdot,\cdot]$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function decreases.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that consecutive pieces overlap before declaring the union a single interval.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minimum value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in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minimum value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$f(x)=|x^2-x+1|+[x^2-x+1]$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in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Quadratic function: minimum value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positive,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minimal at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positive,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$f=g+[g]$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minimal at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non-decreasing in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smallest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$f(x)=|x^2-x+1|+[x^2-x+1]$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$g(x)=x^2-x+1=\left(x-\frac12\right)^2+\frac34$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$g(x)\ge\frac34&gt;0$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$|g(x)|=g(x)$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$f(x)=g(x)+[g(x)]$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non-decreasing in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are smallest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smallest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$g\left(\frac12\right)=\frac34$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$[g]=\left[\frac34\right]=0$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$\frac34+0=\frac34$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holds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it lies in the given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modulus can be dropped: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$h(t)=t+[t]$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 h(g(x))=h(\min 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same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 b{2a}$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it lies in the given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modulus can be dropped: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$|g|=g$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R-\{0,1\}\to\mathbb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$f(x)+f\left(\dfrac1{1-x}\right)=1+x$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Functional equation: cyclic substitution, Composition of rational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cycles through the same three points and gives three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$x=2,\ \frac12,\ 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cycles through the same three points and gives three linear equations.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(3)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(4):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$\dfrac1{1-2}=-1$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$f(2)+f(-1)=3\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$\dfrac1{1-\frac12}=2$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$f\left(\frac12\right)+f(2)=\frac32\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$\dfrac1{1+1}=\frac12$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$f(-1)+f\left(\frac12\right)=0\ \ldots(3)$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 (3)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$f(2)-f(-1)=\frac32\ \ldots(4)$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(1) and (4):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$2f(2)=\frac92$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solve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the map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$x\to\frac1{1-x}\to\frac{x-1}x\to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(period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solve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general.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map has period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and third and subtract the second: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$z=\dfrac1{1-y}=\dfrac{x-1}x$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$\dfrac1{1-z}=x$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map has period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$f(x)+f(y)=1+x$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$f(y)+f(z)=1+y$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$f(z)+f(x)=1+z$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first and third and subtract the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$2f(x)=(1+x)-(1+y)+(1+z)$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really satisfies the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exists and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$f(x)=\dfrac{1+x-y+z}2$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$z=\dfrac{x-1}x$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$f(2)=\dfrac{1+2+1+\frac12}2=\dfrac94$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really satisfies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$f(x)+f(y)=\dfrac{(1+x-y+z)+(1+y-z+x)}2=1+x$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solution exists and is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$\frac94$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all three values of the orbit.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cyclic system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the orbit has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 suffice).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$x\to\frac1{1-x}\to\frac{x-1}x\to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Use all three values of the orbit.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cyclic system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$f(x)+f(y)=A$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$f(y)+f(z)=B$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$f(z)+f(x)=C$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$f(x)=\dfrac{A-B+C}2$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$f(x)+f\left(\frac1x\right)$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equations the orbit has size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equations suffice).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Q13 – Q17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$f:S\to 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$f(n)\subset f(m)$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functions into a power set, Subsets and chains of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⊊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chain of six sets with six different sizes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size is skipped.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$f(1)\subsetneq f(2)\subsetneq\cdots\subsetneq f(6)$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chain of six sets with six different sizes out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$0,1,\dots,6$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exactly one size is skipped.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six sets distinct, so the sizes strictly increase: six different sizes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option);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5-subset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of it (5);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 or empty (1), i.e. 3 options.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$f(1)\subset f(2)\subset\cdots\subset 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all six sets distinct, so the sizes strictly increase: six different sizes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$\{0,1,\dots,6\}$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option);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5-subset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of it (5);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 or empty (1), i.e. 3 options.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$1\cdot6\cdot5\cdot4\cdot3\cdot3=1080$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5-subset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(5);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4-subset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(15);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4: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5-subset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3-subset of it (10);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5-subset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(5);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3: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any 4-subset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(15);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$15\cdot4\cdot3\cdot2=360$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4: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5-subset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3-subset of it (10);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$6\cdot10\cdot3\cdot2=360$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5: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5-subset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(5);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2-subset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(2);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6: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3-subset (4);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(3);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5: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5-subset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4-subset (5);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2-subset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(2);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$6\cdot5\cdot6\cdot2=360$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6: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(6);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(5);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3-subset (4);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1-subset (3);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$f(1)=\varnothing$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$6\cdot5\cdot4\cdot3=360$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$=1080+720+360+360+360+360=3240$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Give each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index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it first enters the chain; strict inclusions mean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all be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Give each element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index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$t(x)\in\{1,\dots,7\}$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which it first enters the chain; strict inclusions mean the 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$2,\dots,6$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all be used.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in the chain. This is a bijection between chains and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some element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Strictness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to occur (values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image contains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inclusion–exclusion on the missing values among these five.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$f(1)\subseteq\cdots\subseteq f(6)$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$t(x)=\min\{i:x\in f(i)\}$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in the chain. This is a bijection between chains and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$t:S\to\{1,\dots,7\}$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$f(i)\ne f(i+1)$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some element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$t(x)=i+1$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Strictness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$i=1,\dots,5$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the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$2,3,4,5,6$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to occur (values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$S\to\{1,\dots,7\}$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whose image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$\{2,\dots,6\}$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inclusion–exclusion on the missing values among these five.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117649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233280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$=\sum_{j=0}^{5}(-1)^j\binom5j(7-j)^6=7^6-5\cdot6^6+10\cdot5^6-10\cdot4^6+5\cdot3^6-2^6$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$=117649-233280+156250-40960+3645-64=3240$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chain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⊆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corresponds to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step at which each element enters).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all (not necessarily strict) chains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strictness removes those functions missing a required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Chains of subsets with all sizes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(maximal chains)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one size is skipped, so there are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size patterns: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$A_1\subseteq\cdots\subseteq A_k$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subsets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corresponds to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$t:[n]\to\{1,\dots,k+1\}$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step at which each element enters).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all (not necessarily strict) chains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strictness removes those functions missing a required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Chains of subsets with all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(maximal chains)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one size is skipped, so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$\binom{7}{1}$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size patterns: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$720,\,360,\,360,\,360,\,360,\,360,\,720$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g)^{-1}(x)=\left(\dfrac{x-7}2\right)^{\frac13}$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g)(ac)+(g\circ f)(b)$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and inverse of functions, Matching polynomial forms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given inverse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Invert the given inverse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$(f\circ g)(x)=2x^3+7$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$a(x^b+c)-3$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$h^{-1}(x)=\left(\dfrac{x-7}2\right)^{1/3}$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$y=\left(\dfrac{x-7}2\right)^{1/3}$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$x=2y^3+7$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$h(x)=(f\circ g)(x)=2x^3+7$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g)(x)=a(x^b+c)-3=ax^b+ac-3$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$2x^3+7$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$ac-3=7$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2007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g)(ac)=(f\circ g)(10)=2\cdot1000+7=2007$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f)(x)=g(2x-3)=(2x-3)^3+5$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f)(b)=(g\circ f)(3)=3^3+5=32$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$2007+32=2039$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2039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ϕ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 and solve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functions; evaluate each at the point the question names.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unknown natural constants, match degree, leading coefficient and constant term of the two polynomial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$F^{-1}(x)=\phi(x)$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$F=\phi^{-1}$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swap and solve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$y=\phi(x)\Rightarrow x=F(y)$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functions; evaluate each at the point the question names.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unknown natural constants, match degree, leading coefficient and constant term of the two polynomial forms.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$f(1)=\dfrac15$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$\sum_{n=1}^{m}\dfrac{f(n)}{n(n+1)(n+2)}=\dfrac1{12}$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Cauchy additive functional equation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Telescoping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Cauchy additive functional equation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Telescoping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additive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then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additive equation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$f(1)=\frac15$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$f(n)=\frac n5$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sum then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induction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$f(2)=f(1)+f(1)=\frac25$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$f(3)=f(2)+f(1)=\frac35$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induction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$f(n)=\frac n5$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$\sum_{n=1}^{m}\dfrac{f(n)}{n(n+1)(n+2)}=\dfrac15\sum_{n=1}^{m}\dfrac1{(n+1)(n+2)}$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$\dfrac1{(n+1)(n+2)}=\dfrac1{n+1}-\dfrac1{n+2}$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$\dfrac15\left(\dfrac12-\dfrac13+\dfrac13-\dfrac14+\cdots+\dfrac1{m+1}-\dfrac1{m+2}\right)$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telescopes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$\dfrac15\left(\dfrac12-\dfrac1{m+2}\right)=\dfrac m{10(m+2)}$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m{10(m+2)}=\dfrac1{12}$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$12m=10m+20$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analogous telescoping form for three consecutive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$f(x+y)=f(x)+f(y)$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$\dfrac1{(n+1)(n+2)}=\dfrac1{n+1}-\dfrac1{n+2}$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$\sum_{n=1}^m\dfrac1{(n+1)(n+2)}=\dfrac m{2(m+2)}$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$\dfrac1{n(n+1)(n+2)}=\dfrac12\left[\dfrac1{n(n+1)}-\dfrac1{(n+1)(n+2)}\right]$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analogous telescoping form for three consecutive factors.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$f^1(x)=\dfrac{3x+2}{2x+3}$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R-\left\{\dfrac{-3}2\right\}$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$f^n(x)=f^1\circ f^{n-1}(x)$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$f^5(x)=\dfrac{ax+b}{bx+a}$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functions: iteration, Linear fractional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step by step; the coefficients follow the pattern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1563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step by step; the coefficients follow the pattern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$(3x+2),(13x+12),(63x+62),(313x+312),(1563x+1562)$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$f^1(x)=\dfrac{3x+2}{2x+3}$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$f^2(x)=f^1\left(f^1(x)\right)=\dfrac{3(3x+2)+2(2x+3)}{2(3x+2)+3(2x+3)}=\dfrac{13x+12}{12x+13}$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$f^3(x)=f^1\left(f^2(x)\right)=\dfrac{3(13x+12)+2(12x+13)}{2(13x+12)+3(12x+13)}=\dfrac{63x+62}{62x+63}$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$f^4(x)=f^1\left(f^3(x)\right)=\dfrac{3(63x+62)+2(62x+63)}{2(63x+62)+3(62x+63)}=\dfrac{313x+312}{312x+313}$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consecutive integers are coprime,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$f^5(x)=f^1\left(f^4(x)\right)=\dfrac{3(313x+312)+2(312x+313)}{2(313x+312)+3(312x+313)}=\dfrac{1563x+1562}{1562x+1563}$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$b=1562$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consecutive integers are coprime,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$a+b=1563+1562=3125$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linear fractional map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matrix; composing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matrix power, found by diagonalising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linear fractional map is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$2\times2$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matrix; composing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matrix power, found by diagonalising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$\begin{pmatrix}3&amp;2\\2&amp;3\end{pmatrix}$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(eigenvalues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Represent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represented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common scalar factor).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Represent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$M=\begin{pmatrix}3&amp;2\\2&amp;3\end{pmatrix}$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represented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(up to a common scalar factor).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eigenvalues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$M^n=\dfrac12\begin{pmatrix}5^n+1&amp;5^n-1\\5^n-1&amp;5^n+1\end{pmatrix}$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$f^n(x)=\dfrac{(5^n+1)x+(5^n-1)}{(5^n-1)x+(5^n+1)}$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3126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1563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1562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$5^5=3125$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$f^5(x)=\dfrac{3126x+3124}{3124x+3126}=\dfrac{1563x+1562}{1562x+1563}$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$a=1563$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$b=1562$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$a+b=\dfrac{(5^5+1)+(5^5-1)}2=5^5=3125$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3125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composes like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eigenvalues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λ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$x\mapsto\dfrac{px+q}{rx+s}$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composes like the matrix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$\begin{pmatrix}p&amp;q\\r&amp;s\end{pmatrix}$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$f^n\leftrightarrow M^n$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$M=\begin{pmatrix}p&amp;q\\q&amp;p\end{pmatrix}$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eigenvalues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(eigenvectors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$(1,1),(1,-1)$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$M^n=\dfrac12\begin{pmatrix}\lambda^n+\mu^n&amp;\lambda^n-\mu^n\\\lambda^n-\mu^n&amp;\lambda^n+\mu^n\end{pmatrix}$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$\lambda=p+q$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$\mu=p-q$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$a+b=\lambda^n=5^n$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$A=\{1,2,3,5,8,9\}$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possible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$f(m\cdot n)=f(m)\cdot 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$m\cdot n\in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functions with a multiplicative condition, Counting functions on a finite set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which products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apart from the trivial ones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real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which products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$m\cdot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apart from the trivial ones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$3\cdot3=9$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real condition.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inside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nothing new: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products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$0\notin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Products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nothing new: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$f(1\cdot n)=f(1)f(n)=f(n)$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products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$2\cdot2=4,\ 2\cdot3=6,\ 2\cdot5=10,\ 3\cdot5=15,\dots$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none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except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$3\cdot3=9\in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an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$f(9)=f(3)\cdot f(3)=f(3)^2$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square of an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$f(3)=3\to9$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fixed,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$f(2),f(5),f(8)$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unconstrained: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$=1\times6\times2\times6\times6\times1=432$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multiplicative condition on a finite set, list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set; the chains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constraints.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codomain,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not involved in any product relation are free: each contributes a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multiplicative condition on a finite set, list the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set; the chains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$f(a^2)=f(a)^2$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constraints.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$f(1)\in\{0,1\}$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in the codomain,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Elements not involved in any product relation are free: each contributes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Q18 – Q22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April 2023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limLoc m:val="undOvr"/>
                                    <m:subHide m:val="off"/>
                                    <m:supHide m:val="off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∞</m:t>
                                    </m:r>
                                  </m:sup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sSup>
                                          <m:e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10</m:t>
                                            </m:r>
                                          </m:e>
                                          <m:sup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greatest integer function.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$A=\{x\in\mathbb R:[x+3]+[x+4]\le3\}$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$B=\left\{x\in\mathbb R:3^x\left(\sum_{r=1}^{\infty}\dfrac3{10^r}\right)^{x-3}&lt;3^{-3x}\right\}$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greatest integer function. Then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$B\subset C,\ A\ne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B=\phi$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$A\subset B,\ A\ne B$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function, Infinite geometric series with exponents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geometric series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simplifies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$[x+k]=[x]+k$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$[x]\le-2$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geometric series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simplifies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$27&lt;3^{-3x}$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$[x+3]+[x+4]=[x]+3+[x]+4\le3$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$2[x]\le-4$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$[x]\le-2\iff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$\sum_{r=1}^{\infty}\dfrac3{10^r}=\dfrac{3\cdot\frac1{10}}{1-\frac1{10}}=\dfrac13$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$3^x\cdot\left(\dfrac13\right)^{x-3}&lt;3^{-3x}$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$3^x\cdot3^{3-x}=27&lt;3^{-3x}$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$3^3&lt;3^{-3x}\Rightarrow-3x&gt;3\Rightarrow x&lt;-1$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$B=(-\infty,-1)$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two solution sets of inequalities: reduce each to an interval and compare end-points and whether they are closed or open.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$[x+k]=[x]+k$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 m\iff x&lt;m+1$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$\sum_{r=1}^\infty\dfrac a{k^r}=\dfrac a{k-1}$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$\dfrac3{9}=\dfrac13$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two solution sets of inequalities: reduce each to an interval and compare end-points and whether they are closed or open.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domain and range respectively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smallest integer greater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statements: 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(S2):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(S1) nor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5927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domain and range respectively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$f(x)=\dfrac1{\sqrt{[x]-x}}$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smallest integer greater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among the statements: 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B=(1,\infty)-\mathbb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B=(1,\infty)$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(S1) nor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Ceiling function: domain and range, Sets: intersection and union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exactly on integers and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otherwise,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zero exactly on integers and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otherwise,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R-\mathbb 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value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$[x]-x&gt;0\Rightarrow[x]&gt;x\Rightarrow x\notin\mathbb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$A=\mathbb R-\mathbb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$x\notin\mathbb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$0&lt;[x]-x&lt;1$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$\sqrt{[x]-x}\in(0,1)$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value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for example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B=(1,\infty)-\mathbb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B=(1,\infty)\cup(\mathbb R-\mathbb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contains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(S2)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true: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only (S1)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domain and range are read off the fractional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$\lceil x\rceil-x=\{-x\}$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$\dfrac1{\sqrt{\{-x\}}}$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domain and range are read off the fractional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fractional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x\rceil=-\lfloor-x\rfloor$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x\rceil-x=-\lfloor-x\rfloor-x=(-x)-\lfloor-x\rfloor=\{-x\}$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$f(x)=\dfrac1{\sqrt{\{-x\}}}$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fractional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negative non-integers), so only (S1)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$A\cap B=(1,\infty)-\mathbb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$A\cup B\ne(1,\infty)$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negative non-integers), so only (S1)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only (S1) is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integers,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function of these has a bounded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x\rceil=-\lfloor-x\rfloor$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x\rceil-x=\{-x\}$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integers,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otherwise.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$x-\lfloor x\rfloor=\{x\}\in[0,1)$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$\lceil x\rceil-x\in[0,1)$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any function of these has a bounded argument.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$\dfrac1{\sqrt{t}}$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1234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8   (C) 4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$f(x)=\dfrac{(\tan1^\circ)x+\log_e(123)}{x\log_e(1234)-(\tan1^\circ)}$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$f(f(x))+f\left(f\left(\dfrac4x\right)\right)$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   (B) 8   (C) 4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AM-GM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(trace zero),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$\frac{Ax+B}{Cx-A}$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(trace zero),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$x+\frac4x$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$A=\tan1^\circ$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$B=\log_e123$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$C=\log_e1234$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$f(f(x))=\dfrac{A\left(\frac{Ax+B}{Cx-A}\right)+B}{C\left(\frac{Ax+B}{Cx-A}\right)-A}=\dfrac{A^2x+AB+BCx-AB}{ACx+BC-ACx+A^2}$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$=\dfrac{x(A^2+BC)}{A^2+BC}=x$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$f\left(f\left(\frac4x\right)\right)=\dfrac4x$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$x+\dfrac4x$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AM–GM,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$x+\dfrac4x\ge2\sqrt{x\cdot\frac4x}=4$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corresponds to the matrix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78350F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square is a scalar matrix,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$f(x)=\dfrac{Ax+B}{Cx-A}$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corresponds to the matrix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$\begin{pmatrix}A&amp;B\\C&amp;-A\end{pmatrix}$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trace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square is a scalar matrix,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f=\mathrm{id}$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(composition of such maps corresponds to matrix product).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Identify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$M=\begin{pmatrix}A&amp;B\\C&amp;-A\end{pmatrix}$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(composition of such maps corresponds to matrix product).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$M^2=\begin{pmatrix}A^2+BC&amp;AB-AB\\AC-AC&amp;BC+A^2\end{pmatrix}=(A^2+BC)I$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scalar matrix.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matrix gives the identity map,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(AM–GM), least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scalar matrix gives the identity map,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wherever defined.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sum is 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$x+\dfrac4x\ge4$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(AM–GM), least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 is an involution: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test: the map is its own inverse iff the matrix has trace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is scalar).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simplifying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least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$x\mapsto\dfrac{ax+b}{cx-a}$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(trace zero) is an involution: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test: the map is its own inverse iff the matrix has trace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is scalar).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simplifying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$x+\dfrac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155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$f(x)=\dfrac1{\sqrt{[x]^2-3[x]-10}}$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$(-\infty,-3]\cup(5,\infty)$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$(-\infty,-2)\cup[6,\infty)$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$(-\infty,-2)\cup(5,\infty)$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$(-\infty,-3]\cup[6,\infty)$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243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function, Greatest integer function; quadratic inequality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quadratic inequality for the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convert back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Solve the quadratic inequality for the integer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convert back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under the root must be positive: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under the root must be 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$[x]^2-3[x]-10&gt;0$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$([x]-5)([x]+2)&gt;0$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$[x]\in(-\infty,-2)\cup(5,\infty)$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$[x]\le-3\iff 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$[x]\ge6\iff x\ge6$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$x\in(-\infty,-2)\cup[6,\infty)$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$(-\infty,-2)\cup[6,\infty)$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first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keep only integer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convert each to an interval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must be strictly positive (not just non-negative).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$[x]\ge m\iff x\ge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$[x]\le m\iff x&lt;m+1$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strict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$[x]&lt;m\iff x&lt;m$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first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keep only integer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convert each to an interval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$\dfrac1{\sqrt{\cdot}}$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must be strictly positive (not just non-negative).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real valued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0   (C) -3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two real valued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g(x)=x+3-\sqrt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   (B) 0   (C) -3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finding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Domain and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80383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finding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Domain and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but only on the range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$x+3-\sqrt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$g=\sqrt 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$f(t)=t^2-3t+5$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but only on the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g)(x)=x+3-\sqrt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$x+3-\sqrt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x=g-1$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$x+3-\sqrt x=(\sqrt x+1)^2-3(\sqrt x+1)+5$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 x+1)^2-3(\sqrt x+1)+5=x+2\sqrt x+1-3\sqrt x-3+5=x-\sqrt 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✓.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formally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determined for arguments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fixed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question has no unique answer (it was awarded as a Bonus); the formal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$f(g(x))=g(x)^2-3g(x)+5$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$f(x)=x^2-3x+5$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formally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 x+1\ge1$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determined for arguments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fixed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question has no unique answer (it was awarded as a Bonus); the formal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(formally (A) 5, but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 determined by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Bonus (formally (A) 5, but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is not determined by the data)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 the right side as a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is valid only on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deduced.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only 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 are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express the right side as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is valid only on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$g(x)=\sqrt 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deduced.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 are free.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Q23 – Q27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number of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$R=\{a,b,c,d,e\}$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Total number of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Onto functions: counting, Counting under a restriction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onto functions, then subtract those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splitting by whether the other four elements also hit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all onto functions, then subtract those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splitting by whether the other four elements also hit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groups (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assign the groups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onto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four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make the map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all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partition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non-empty groups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$\binom52=10$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 and assign the groups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$10\times24=240$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count onto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four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make the map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supplies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$b,c,d,e$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supplies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$\dfrac{4!}{2!\,2!}\times3!=6\times6=36$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$24+36=60$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$=240-60=180$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values are interchangeable, so each value is the image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exactly one quarter of the onto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four values are interchangeable, so each value is the image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exactly one quarter of the onto functions.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Permuting the labels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codomain maps onto functions to onto functions, one-to-one.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onto functions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onto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$4!\,S(5,4)=240$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Permuting the labels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codomain maps onto functions to onto functions, one-to-one.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onto functions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$j=1,2,3,4$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namely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$\dfrac{240}4=60$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$3\times60=180$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of the codomain, the image of a fixed element is uniformly distributed over the values in the set of onto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restriction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 the complement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onto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$m!\,S(n,m)=\sum_{k=0}^{m}(-1)^k\binom mk(m-k)^n$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$n=5,m=4$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$n=4,m=3$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of the codomain, the image of a fixed element is uniformly distributed over the values in the set of onto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restriction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$f(a)\ne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count the complement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subtract.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real roots of the quadratic equations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numbers of real roots of the quadratic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$x^2-12x+[x]+31=0$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$x^2-5|x+2|-4=0$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$m^2+mn+n^2$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real roots: greatest integer function, Modulus equation;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first equation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the left side is positive away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splits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first equation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$[x]&gt;x-1$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show the left side is positive away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$[5,6)$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splits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either (for instance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PDF).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$L(x)=x^2-12x+31+[x]=(x-6)^2-5+[x]$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$[x]&gt;x-1$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$L(x)&gt;x^2-12x+31+x-1=x^2-11x+30=(x-5)(x-6)$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$(x-5)(x-6)\ge0$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$x\in[5,6)$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$L(x)=(x-6)^2&gt;0$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root either (for instance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$L(5)=1$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PDF).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equation, Case 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equation, Case 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$x^2-5x-10-4=0\Rightarrow x^2-5x-14=0\Rightarrow(x-7)(x+2)=0$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$x=7,-2$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$|x+2|=-(x+2)$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$x^2+5x+10-4=0\Rightarrow x^2+5x+6=0\Rightarrow x=-2,-3$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$-3,-2,7$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$m^2+mn+n^2=0+0+9=9$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first equation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roots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the condition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second 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first equation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$s=\sqrt{5-[x]}$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the roots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$x=6\pm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test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$[x]\le x&lt;[x]+1$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the second set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$u=x+2$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violates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Lower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inequality: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 Contradiction,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$x^2-12x+31+k=0$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$(x-6)^2=5-k$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$x=6\pm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$s=\sqrt{5-k}\ge0$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$x=6+s\ge6\ge 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violates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Lower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$k\le6-s&lt;k+1$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$k=5-s^2$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$6-s&lt;6-s^2\iff s^2&lt;s\iff0&lt;s&lt;1$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$k=5-s^2$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an integer. Contradiction,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equation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second equation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$(u-2)^2-5|u|-4=u^2-4u-5|u|=0$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$u^2-9u=0\Rightarrow u=9$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$u^2+u=0\Rightarrow u=-1$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$u\in\{9,0,-1\}$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$x\in\{7,-2,-3\}$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bound the left side and show it has constant sign outside a short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Alternatively 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algebraic equation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each root against its case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$x-1&lt;[x]\le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bound the left side and show it has constant sign outside a short interval.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Alternatively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algebraic equation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$k\le x&lt;k+1$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equations,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split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each root against its case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$A=\{1,2,3,4,5\}$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$B=\{1,2,3,4,5,6\}$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$f(1)+f(2)=f(4)-1$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with a linear condition, Stars and bars / casework on sums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$f(4)=f(1)+f(2)+1\le6$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free.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$f(1)+f(2)+1=f(4)$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$(f_1,f_2)=(1,4),(4,1),(2,3),(3,2)$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$=4\cdot1\cdot6\cdot6=144$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$(f_1,f_2)=(1,3),(3,1),(2,2)$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$=3\cdot1\cdot6\cdot6=108$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$(f_1,f_2)=(1,2),(2,1)$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$=2\cdot1\cdot6\cdot6=72$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$=1\cdot1\cdot6\cdot6=36$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$=144+108+72+36=360$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bars; each pair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pairs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$(f(1),f(2))$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$f(1),f(2)\ge1$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stars and bars; each pair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admissible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automatically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a slack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solutions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admissible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$(f(1),f(2))$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$f(4)=f(1)+f(2)+1$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automatically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$f(1)+f(2)\le5$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Introduce a slack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number of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$=\binom{3+2}{2}=10$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free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choices each):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$10\times6\times6=360$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linking some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one value from the others; the remaining values are free and multiply.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bound of the codomain on the dependent value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it is the only constraint.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linking some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one value from the others; the remaining values are free and multiply.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$a+b\le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$\binom s2$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bound of the codomain on the dependent value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$f(4)\le6$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- it is the only constraint.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$[\alpha]$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$[\sqrt1]+[\sqrt2]+[\sqrt3]+\cdots+[\sqrt{120}]$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function: sum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Summation of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Greatest integer function: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$\lfloor\sqrt k\rfloor$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Summation of series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k]=r$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$r^2\le k&lt;(r+1)^2$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occurs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$2r+1$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contribution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$S=[\sqrt1]+[\sqrt2]+\cdots+[\sqrt{120}]$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$[\sqrt1],[\sqrt2],[\sqrt3]$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contribution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$[\sqrt{15}]$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continues;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pattern continues;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$[\sqrt{100}]$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$[\sqrt{120}]$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$10\times21$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$S=1\times3+2\times5+3\times7+\cdots+10\times21=\sum_{r=1}^{10}r(2r+1)$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$=2\sum r^2+\sum r=2\cdot\dfrac{10\cdot11\cdot21}6+\dfrac{10\cdot11}2=770+55=825$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b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$[\sqrt k]=\sum_{j\ge1}\mathbf 1[k\ge j^2]$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$S=\sum_{j=1}^{10}\#\{k\le120:k\ge j^2\}$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sup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k]$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number of integers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$j^2\le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$S=\sum_{k=1}^{120}\sum_{j\ge1}\mathbf 1[j^2\le k]=\sum_{j=1}^{10}\#\{k:j^2\le k\le120\}$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$j\le10$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$11^2=121&gt;120$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$120-j^2+1=121-j^2$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$S=\sum_{j=1}^{10}(121-j^2)=1210-385=825$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identity: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⌊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k]=r\iff r^2\le k\le r^2+2r$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occurs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identity: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$\sum_{k\le N}\lfloor\sqrt k\rfloor=\sum_{j=1}^{\lfloor\sqrt N\rfloor}(N+1-j^2)$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$\sum_{r=1}^{n}r^2=\dfrac{n(n+1)(2n+1)}6$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$f(x)=\sum_{k=1}^{10}kx^k$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$2f(2)+f'(2)=119(2)^n+1$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Summation of an arithmetico-geometric series, Differentiation of a polynomial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by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trick, then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closed form by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$S-xS$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trick, then 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$2f(2)+f'(2)$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$f(x)=x+2x^2+\cdots+10x^{10}$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$xf(x)=x^2+2x^3+\cdots+9x^{10}+10x^{11}$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$f(x)(1-x)=x+x^2+\cdots+x^{10}-10x^{11}$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$f(x)=\dfrac{x(1-x^{10})}{(1-x)^2}-\dfrac{10x^{11}}{1-x}=\dfrac{x-11x^{11}+10x^{12}}{(1-x)^2}$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18434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121857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36868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84989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36868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84989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121857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$f(2)=10\cdot2^{12}-11\cdot2^{11}+2=40960-22528+2=18434$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$f'(x)=\dfrac{N'(1-x)^2+2N(1-x)}{(1-x)^4}$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$N=10x^{12}-11x^{11}+x$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$N'(2)=120\cdot2^{11}-121\cdot2^{10}+1=121857$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$f'(2)=N'(2)-2N(2)=121857-36868=84989$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$2f(2)+f'(2)=36868+84989=121857=119\cdot1024+1=119\cdot2^{10}+1$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telescope it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$2f(2)+f'(2)=\sum_{k=1}^{10}2^{k-1}k(k+4)$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telescope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$T_k=(k^2+2k-1)2^k$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$T_k-T_{k-1}=2^{k-1}k(k+4)$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$f'(x)=\sum k^2x^{k-1}$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$2f(2)+f'(2)=\sum_{k=1}^{10}\left(4k+k^2\right)2^{k-1}=\sum_{k=1}^{10}2^{k-1}k(k+4)$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$T_k=(ak^2+bk+c)2^k$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$T_k-T_{k-1}=2^{k-1}k(k+4)$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$T_k-T_{k-1}=2^{k-1}\left[ak^2+(b+2a)k+(c-a+b)\right]$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$b+2a=4\Rightarrow 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$c-a+b=0\Rightarrow c=-1$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$T_k=(k^2+2k-1)2^k$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telescopes: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$\sum_{k=1}^{10}(T_k-T_{k-1})=T_{10}-T_0=(100+20-1)2^{10}-(-1)=119\cdot2^{10}+1$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$119\cdot2^n+1$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 turns an arithmetico-geometric series into a geometric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polynomial, try the telescoping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deg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(undetermined coefficients).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$\sum_{k=1}^{n}kx^k=\dfrac{x-(n+1)x^{n+1}+nx^{n+2}}{(1-x)^2}$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$=2+8=10$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formula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$=\dfrac{2-3\cdot8+2\cdot16}{1}=10$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$S-xS$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 turns an arithmetico-geometric series into a geometric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$p(k)r^k$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polynomial, try the telescoping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$T_k=q(k)r^k$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$\deg q=\deg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(undetermined coefficients).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Q28 – Q34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Jan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highest prime factor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N-\{1\}\to\mathbb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is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highest prime factor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only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functions, Prime numbers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Different numbers can share the same largest prime factor, and the range contains only primes.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prime factors of two different natural numbers can be the same,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only of prime numbers, a proper subset of the codomain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Largest prime factors of two different natural numbers can be the same,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$f(6)=3=f(12)$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$f(10)=5=f(15)$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consists only of prime numbers, a proper subset of the codomain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a function is not one-one by exhibiting two inputs with the same output; not onto by exhibiting a codomain value never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whose values lie in a proper subset of the codomain is never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'Largest prime factor' is the same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all prime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infinitely many inputs share each output.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Show a function is not one-one by exhibiting two inputs with the same output; not onto by exhibiting a codomain value never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whose values lie in a proper subset of the codomain is never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'Largest prime factor' is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$p^a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all prime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infinitely many inputs share each output.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R-\left\{\dfrac{-1}2\right\}\to\mathbb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R-\left\{\dfrac{-5}2\right\}\to\mathbb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$f(x)=\dfrac{2x+3}{2x+1}$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$g(x)=\dfrac{|x|+1}{2x+5}$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R-\left\{-\frac74\right\}$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R-\left\{-\frac52\right\}$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R-\left\{-\frac52,-\frac74\right\}$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composite function, Rational function;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𝑑𝑜𝑚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𝑑𝑜𝑚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Domain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$\{x\in\text{dom }g: g(x)\in\text{dom }f\}$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exclude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$x=-\frac52$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$g(x)=-\frac12$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$f(g(x))=\dfrac{2\cdot\frac{|x|+1}{2x+5}+3}{2\cdot\frac{|x|+1}{2x+5}+1}$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exist.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function is undefined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also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denominator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$f(g(x))=\dfrac{2|x|+2+6x+15}{2|x|+2+2x+5}=\dfrac{2|x|+6x+17}{2|x|+2x+7}$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inner function is undefined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 also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$2|x|+2x+7\ne0$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$2x+2x+7=4x+7&gt;0$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$-2x+2x+7=7&gt;0$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denominator never vanishes.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R-\left\{-\frac52\right\}$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 R-\left\{-\frac52\right\}$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positive, 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Mobius function that never reaches its asymptote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li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never takes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positive, and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$-\tfrac12+\dfrac7{2(2x+5)}$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Mobius function that never reaches its asymptote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$-\tfrac12$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ask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$\{x\ne-\frac52:\ g(x)\ne-\frac12\}$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ask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$g(x)=\dfrac{x+1}{2x+5}&gt;0$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$g(x)=\dfrac{1-x}{2x+5}=-\dfrac12+\dfrac{7}{2(2x+5)}$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extra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excluded: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extra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$\dfrac7{2(2x+5)}$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$g(x)\ne-\frac12$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well.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excluded: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R-\left\{-\frac52\right\}$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$\mathbb R-\left\{-\frac52\right\}$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𝑑𝑜𝑚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remove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undefined, then the points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 a forbidden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Mobius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its horizontal-asymptote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modulus function, treat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$\text{dom}(f\circ g)=\{x\in\text{dom }g:\ g(x)\in\text{dom }f\}$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first remove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undefined, then the points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 a forbidden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Mobius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$\dfrac{ax+b}{cx+d}$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never takes its horizontal-asymptote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 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modulus function,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[0, 1)   (B) [0, 3)   (C) (0, 1]   (D) [0, 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$f(x)=\begin{cases}2+2x,&amp;-1\le x&lt;0\\1-\frac x3,&amp;0\le x\le3\end{cases}$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$g(x)=\begin{cases}-x,&amp;-3\le x\le0\\x,&amp;0&lt;x\le1\end{cases}$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g)(x)$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[0, 1)   (B) [0, 3)   (C) (0, 1]   (D) [0, 1]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composite function, Piecewise-defined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read the range off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all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$f(t)=1-\frac 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read the range off each piece.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branch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never used (no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$f(g(x))=\begin{cases}2+2g(x),&amp;-1\le g(x)&lt;0\\1-\frac{g(x)}3,&amp;0\le g(x)\le3\end{cases}$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$-3\le 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$g(x)=-x\in[0,3]$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branch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g&lt;0$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never used (no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runs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$x\in[-3,0]$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$f(g(x))=1-\dfrac{-x}3=1+\dfrac x3$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runs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$f(g(x))=1-\dfrac x3\in\left[\frac23,1\right)$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already inside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$[0,1]$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𝑟𝑎𝑛𝑔𝑒 𝑜𝑓 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$\text{range}(f\circ g)=f(\text{range of }g)$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range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$1-\frac t3$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 piece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lies in the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avoids the first branch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first piece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second,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$\text{range}(g)=[0,3]$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lies in the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avoids the first branch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acts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 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used, so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decreasing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used,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$\text{range}(f\circ g)=f([0,3])=[0,1]$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$[0,1]$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𝑟𝑎𝑛𝑔𝑒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∩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𝑑𝑜𝑚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every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range of the inner function first; this tells which branch of a piecewise outer function is 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monotone map sends an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 interval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$\text{range}(f\circ g)=f\big(\text{range}(g)\cap\text{dom}(f)\big)$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every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attained.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range of the inner function first; this tells which branch of a piecewise outer function is 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continuous monotone map sends an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the interval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   (B) 9   (C) 12   (D) 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$f(x)=\log_e\left(\dfrac{2x+3}{4x^2+x-3}\right)+\cos^{-1}\left(\dfrac{2x-1}{x+2}\right)$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$5\beta-4\alpha$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10   (B) 9   (C) 12   (D) 11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function, Inverse cosine and logarithm: rational inequalities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is the intersection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is a sign-chart problem.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domain is the intersection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$\frac{2x+3}{4x^2+x-3}&gt;0$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$-1\le\frac{2x-1}{x+2}\le1$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is a sign-chart problem.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chart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cosine: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Logarithm: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$\dfrac{2x+3}{4x^2+x-3}&gt;0\Rightarrow\dfrac{2x+3}{(4x-3)(x+1)}&gt;0$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Critical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$-\frac32,-1,\frac34$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chart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$-,+,-,+$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$x\in\left(-\frac32,-1\right)\cup\left(\frac34,\infty\right)$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 cosine: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$-1\le\dfrac{2x-1}{x+2}\le1$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$\dfrac{2x-1}{x+2}+1\ge0\Rightarrow\dfrac{3x+1}{x+2}\ge0\Rightarrow x\in(-\infty,-2)\cup\left[-\frac13,\infty\right)$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part: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the inverse-cosine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the logarithm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$\dfrac{2x-1}{x+2}-1\le0\Rightarrow\dfrac{x-3}{x+2}\le0\Rightarrow x\in(-2,3]$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the inverse-cosine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$x\in\left[-\frac13,3\right]$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the logarithm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$x\in\left(\frac34,3\right]=(\alpha,\beta]$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$5\beta-4\alpha=15-3=12$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sum of functions is the intersection of the domains of the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into two rational inequalities.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sign chart;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excluded, zeros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strict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sum of functions is the intersection of the domains of the parts.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 u\le1$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split into two rational inequalities.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$\dfrac{p(x)}{q(x)}\gtrless0$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sign chart;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always excluded, zeros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strict inequalities.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-4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$f(x)=\dfrac{4x+3}{6x-4}$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$x\ne\dfrac23$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R-\left\{\dfrac23\right\}\to\mathbb R-\left\{\dfrac23\right\}$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g\circ g)(4)$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-4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0087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Linear fractional functions: involution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the identity, so any number of compositions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returns the input.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the identity, so any number of compositions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returns the input.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numerator and denominator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identity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$g(x)=f(f(x))=\dfrac{4\left(\frac{4x+3}{6x-4}\right)+3}{6\left(\frac{4x+3}{6x-4}\right)-4}$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$=16x+12+18x-12=34x$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$=24x+18-24x+16=34$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$g(x)=\dfrac{34x}{34}=x$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identity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g\circ g)(4)=g(g(g(4)))=g(g(4))=g(4)=4$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$x=f(y)$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its own inverse,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𝑖𝑑𝑒𝑛𝑡𝑖𝑡𝑦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$y=\dfrac{4x+3}{6x-4}$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$6xy-4y=4x+3$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$x(6y-4)=4y+3$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$x=\dfrac{4y+3}{6y-4}=f(y)$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$f^{-1}=f$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$f(f(x))=x$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identity.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g\circ g=g=\text{identity}$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value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and opposite coefficients on the diagonal)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self-inverse maps: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type, and trace-zero linear fractional maps.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$x\mapsto\dfrac{ax+b}{cx-a}$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(equal and opposite coefficients on the diagonal)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f=\text{id}$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$f=f^{-1}$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$f^{(2k)}=\text{id}$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$f^{(2k+1)}=f$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self-inverse maps: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$\frac{a-x}{1+ax}$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type, and trace-zero linear fractional maps.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$f(x)=\begin{cases}\log_e x,&amp;x&gt;0\\e^{-x},&amp;x\le0\end{cases}$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$g(x)=\begin{cases}x,&amp;x\ge0\\e^x,&amp;x&lt;0\end{cases}$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neither one-one nor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functions, Composition of piecewise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 by piece (the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branch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read off the graph.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$g(f(x))$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piece by piece (the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decides the branch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read off the graph.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f)(x)=g(f(x))=\begin{cases}f(x),&amp;f(x)\ge0\\e^{f(x)},&amp;f(x)&lt;0\end{cases}$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$f(x)=e^{-x}&gt;0$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falls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follows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f)(x)=e^{\ln x}=x$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$f(x)=\ln 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f)(x)=\ln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f=\begin{cases}e^{-x},&amp;x\le0\\x,&amp;0&lt;x&lt;1\\\ln x,&amp;x\ge1\end{cases}$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graph falls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follows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lines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graph twice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is no point of the graph below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negative values are never attained: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Horizontal lines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the graph twice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is no point of the graph below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negative values are never attained: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onto: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breaks injectivity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breaks surjectivity.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$f(0)=f(e)=1$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breaks injectivity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breaks surjectivity.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$f(0)=e^{0}=1$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$f(e)=\ln e=1$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f)(0)=(g\circ f)(e)$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$0\ne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$g(t)=e^t&gt;0$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negative number is never attained: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onto: option (D). (No piecewise computation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$(g\circ f)(x)\ge0$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negative number is never attained: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onto: option (D). (No piecewise computation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needed.)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𝑟𝑎𝑛𝑔𝑒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the composite cannot be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composition of piecewise functions, determine the sign of the inner value first; it decides the branch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$g\circ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enough to find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$\text{range}(f)$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everywhere the composite cannot be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composition of piecewise functions, determine the sign of the inner value first; it decides the branch of the outer function.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175   (B) 140   (C) 150   (D) 125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domain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$f(x)=\dfrac{\sqrt{x^2-25}}{(4-x^2)}+\log_{10}\left(x^2+2x-15\right)$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$(-\infty,\alpha)\cup[\beta,\infty)$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175   (B) 140   (C) 150   (D) 125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of a function, Square root, logarithm and denominator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two are met automatically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Intersect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$x^2-25\ge0$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$x^2\ne4$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$x^2+2x-15&gt;0$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first two are met automatically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$|x|\ge5$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excluded by the previous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$x^2-25\ge0\Rightarrow x\in(-\infty,-5]\cup[5,\infty)$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$4-x^2\ne0\Rightarrow x\notin\{-2,2\}$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(already excluded by the previous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$x^2+2x-15&gt;0\Rightarrow(x+5)(x-3)&gt;0\Rightarrow x\in(-\infty,-5)\cup(3,\infty)$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dropped by the strict inequality of the logarithm).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$x\in(-\infty,-5)\cup[5,\infty)$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dropped by the strict inequality of the logarithm).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$\alpha^2+\beta^3=25+125=150$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(closed end-points),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end-points): the intersection keeps the stricter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denominator are removed only if they survive the other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(closed end-points),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(open end-points): the intersection keeps the stricter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$p&lt;q$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Zeros of the denominator are removed only if they survive the other conditions.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$A=\{1,2,3,\dots,7\}$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power 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number of 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a\in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functions into a power set, Subsets containing a given element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are free,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per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subset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are free,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choices per element.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are in or out freely,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$n(P(A))=2^7$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are in or out freely,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different subsets.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each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functions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holds for each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number of functions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$\left(2^6\right)^7=2^{42}$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table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entries (entry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whose diagonal is forced to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$7\times7$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table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$0/1$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entries (entry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$(a,b)=1$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$b\in f(a)$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whose diagonal is forced to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entries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are free: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base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P(A)$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same as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$e_{ab}=1$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diagonal entries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$49-7=42$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entries are free: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arrays.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count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least base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binary arrays: 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each constraint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one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subsets of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containing a fixed element: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least, take the smallest base that works: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Functions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P(B)$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$|A|\times|B|$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binary arrays: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$2^{|A||B|}$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them; each constraint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$b\in 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one entry.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subsets of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containing a fixed element: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$m^n=N$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least, take the smallest base that works: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$N=2^{42}$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Q36 – Q43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April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one-one maps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180   (B) 120   (C) 480   (D) 240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$A=\{1,3,7,9,11\}$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$B=\{2,4,5,7,8,10,12\}$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total number of one-one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$f(1)+f(3)=14$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180   (B) 120   (C) 480   (D) 240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one-one maps, Pairs with a given sum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ordered pairs of distinct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map the remaining three elements one-one into the remaining five.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ordered pairs of distinct elements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map the remaining three elements one-one into the remaining five.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 since the values must differ).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unordered pair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choices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$f(1)+f(3)=14$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$f(1),f(3)\in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$f(1)\ne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(one-one).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Pairs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$\{2,12\}$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$\{4,10\}$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allowed since the values must differ).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unordered pair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choices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$(f(1),f(3))$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elements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map one-one into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remaining elements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remaining elements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$7,9,11$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map one-one into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remaining elements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$5\times4\times3=60$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$=2\times(2\times5\times4\times3)=240$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240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count ordered pairs of distinct values in the codomain summing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fixing the images of some elements, the rest map one-one into what is left: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independent stages.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$f(a)+f(b)=s$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one-one, count ordered pairs of distinct values in the codomain summing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(exclude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$s/2+s/2$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fixing the images of some elements, the rest map one-one into what is left: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${}^{r}P_k$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values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the independent stages.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$g(x)=\begin{cases}e^x,&amp;x\ge0\\x+1,&amp;x\le0\end{cases}$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One-one but not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functions, Composition of piecewise functions: modulus and exponential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at the graph: it is symmetric-looking with a vertex at the origin and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at the graph: it is symmetric-looking with a vertex at the origin and range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276088"/>
                <a:ext cx="10725912" cy="13990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$f(x)=\begin{cases}x-1,&amp;x\ge1\\1-x,&amp;x&lt;1\end{cases}$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$g(x)=\begin{cases}e^x,&amp;x\ge0\\x+1,&amp;x\le0\end{cases}$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graph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coming down to the origin on the left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rising from the origin on the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takes every positive value twice (once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once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values are all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negative numbers are never attained: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$f(g(x))=\begin{cases}g(x)-1,&amp;g(x)\ge1\\1-g(x),&amp;g(x)&lt;1\end{cases}$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$g(x)=e^x\ge1$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$g(x)=x+1&lt;1$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$f(g(x))=1-(x+1)=-x$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$f(g(x))=\begin{cases}e^x-1,&amp;x\ge0\\-x,&amp;x&lt;0\end{cases}$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graph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coming down to the origin on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rising from the origin on the right.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takes every positive value twice (once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once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values are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negative numbers are never attained: not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Hence neither one-one nor onto: option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the properties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bijection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exactly the properties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$f=|x-1|$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strictly increasing on both pieces, with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and onto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not onto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strictly increasing on both pieces, with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$(-\infty,1]\cup[1,\infty)=\mathbb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and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one-one, and onto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$f(x)=|x-1|$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$f(0)=f(2)$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not onto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injective/surjective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bijections: continuous, strictly monotone pieces that join at a point and cover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one-one on an interval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its interior and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bijection,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injective/surjective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Spot bijections: continuous, strictly monotone pieces that join at a point and cover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one-one on an interval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its interior and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but not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43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$f(x)=\dfrac{x^2+2x-15}{x^2-4x+9}$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one-one and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onto but not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one-one but not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524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functions, Rational function: range and derivative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derivative that changes sign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many-one; the range is a bounded interval,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derivative that changes sign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many-one; the range is a bounded interval,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onto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all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$x^2-4x+9=(x-2)^2+5&gt;0$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defined on all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$f'(x)=\dfrac{(x^2-4x+9)(2x+2)-(x^2+2x-15)(2x-4)}{(x^2-4x+9)^2}$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$(2x^3-6x^2+10x+18)-(2x^3-38x+60)$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$-6x^2+48x-42$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$f'(x)=\dfrac{-6(x-7)(x-1)}{(x^2-4x+9)^2}$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monotonic: it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values: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codomain is taken as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neither one-one nor onto: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elsewhere,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monotonic: it is many-one.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Extreme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$f(1)=\dfrac{-12}{6}=-2$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(minimum)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$f(7)=\dfrac{48}{30}=\dfrac85$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(maximum);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$\left[-2,\frac85\right]\ne\mathbb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codomain is taken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neither one-one nor onto: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ask for which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quadratic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 (discriminant).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ask for which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quadratic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$(y-1)x^2-(4y+2)x+9y+15=0$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a real root (discriminant).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$y=\dfrac{x^2+2x-15}{x^2-4x+9}\Rightarrow(y-1)x^2-(4y+2)x+(9y+15)=0$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$(4y+2)^2-4(y-1)(9y+15)\ge0$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$16y^2+16y+4-4(9y^2+6y-15)=-20y^2-8y+64\ge0\iff5y^2+2y-16\le0\iff-2\le y\le\frac85$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attained as the limit but the linear case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the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attained as the limit but the linear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$-6x+24=0$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$f(4)=\frac{9}{9}=1$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$\left[-2,\frac85\right]$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 one-one: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$(x+5)(x-3)$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$f(-5)=f(3)=0$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$-5\ne3$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rational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a real root of the resulting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of two quadratics tends to the ratio of leading coefficients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bounded when the denominator has no real zero: it cannot be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has two real roots,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twice, so it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the range of a rational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$\dfrac{ax^2+bx+c}{dx^2+ex+f}$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demand a real root of the resulting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quotient of two quadratics tends to the ratio of leading coefficients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bounded when the denominator has no real zero: it cannot be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numerator has two real roots,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twice, so it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544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$f(x)=\dfrac1{7-\sin5x}$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$\left[\frac18,\frac16\right]$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$\left[\frac17,\frac15\right]$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$\left[\frac18,\frac15\right]$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$\left[\frac17,\frac16\right]$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506323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function, Bounds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5063235"/>
                <a:ext cx="10725912" cy="160324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Range of a function, Bounds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reciprocals reverse the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$-1\le\sin5x\le1$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$6\le7-\sin5x\le8$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reciprocals reverse the inequality.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$f(x)=\dfrac1{7-\sin5x}$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$-1\le\sin5x\le1\Rightarrow-1\le-\sin5x\le1$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$6\le7-\sin5x\le8$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reciprocals (all quantities positive, so the inequalities reverse):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are attained (when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reciprocals (all quantities positive, so the inequalities reverse):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$\dfrac18\le\dfrac1{7-\sin5x}\le\dfrac16$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bounds are attained (when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$\sin5x=-1$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$\left[\frac18,\frac16\right]$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$\left[\frac18,\frac16\right]$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continuous periodic function that reaches both extremes, the range is the closed interval between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$\dfrac1{a-\sin kx}$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$\left[\dfrac1{a+1},\dfrac1{a-1}\right]$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 matter.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$u\in[p,q]$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$\dfrac1u\in\left[\dfrac1q,\dfrac1p\right]$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continuous periodic function that reaches both extremes, the range is the closed interval between them.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prime factors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one-to-one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25   (B) 20   (C) 120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set of all prime factors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$f:A\to\mathbb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$f(x)=\left[\log_2\left(x^2+\left[\dfrac{x^3}5\right]\right)\right]$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number of one-to-one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25   (B) 20   (C) 120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functions: counting, Greatest integer and logarithm; prime factors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five primes; if the five values are distinct the range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and the count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five primes; if the five values are distinct the range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 and the count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$5!$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214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250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$2310=231\times10=3\times11\times7\times2\times5$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$A=\{2,3,5,7,11\}$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$f(2)=\left[\log_2\left(4+\left[\frac85\right]\right)\right]=\left[\log_2\left(4+1\right)\right]=\left[\log_25\right]=2$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$f(3)=\left[\log_2\left(9+\left[\frac{27}5\right]\right)\right]=\left[\log_2\left(9+5\right)\right]=\left[\log_214\right]=3$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$f(5)=\left[\log_2\left(25+25\right)\right]=\left[\log_250\right]=5$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343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68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2117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1331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266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2387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to the range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$f(7)=\left[\log_2\left(49+\left[\frac{343}5\right]\right)\right]=\left[\log_2\left(49+68\right)\right]=\left[\log_2117\right]=6$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$f(11)=\left[\log_2\left(121+\left[\frac{1331}5\right]\right)\right]=\left[\log_2\left(121+266\right)\right]=\left[\log_2387\right]=8$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$f=\{2,3,5,6,8\}$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five distinct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to the range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$=5!=120$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120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factors of a number: divide by primes in order;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of the first five primes).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$\left[\log_2N\right]=k\iff2^k\le N&lt;2^{k+1}$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one-one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${}^nP_m$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Prime factors of a number: divide by primes in order;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$2310=2\cdot3\cdot5\cdot7\cdot11$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product of the first five primes).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𝑖𝑓 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874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$f(x)=\begin{cases}-a,&amp;\text{if }-a\le x\le0\\x+a,&amp;\text{if }0&lt;x\le a\end{cases}$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$g(x)=\dfrac{\left(f(|x|)-|f(x)|\right)}2$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$g:[-a,a]\to[-a,a]$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One-one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one-one nor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one-one and onto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 and onto functions, Modulus and piecewise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$f(|x|)$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$|f(x)|$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$g=-\frac x2\le\frac 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three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$0&lt;x\le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$f(x)=x+a&gt;0$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whole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 points share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$f(|0|)=f(0)=-a$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$|f(0)|=a$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$g(0)=\dfrac{-a-a}2=-a$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$-a\le 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$|x|=-x\in(0,a]$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$f(|x|)=-x+a$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$g(x)=\dfrac{(-x+a)-a}2=-\dfrac x2\in\left(0,\frac a2\right]$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whole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 points share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never attained, 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 a2\right]$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never attained, 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$a\in[-a,a]$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one-one nor onto: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two facts are needed: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except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two facts are needed: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$g\equiv0$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$(0,a]$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$g\le\frac a2&lt;a$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everywhere except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$g=-a$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infinitely many points have the same image,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$f(|x|)=f(x)=x+a&gt;0$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$|f(x)|=f(|x|)$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infinitely many points have the same image,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$g(x)=-\frac x2\le\frac 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codomain element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reached: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$g(x)\le\frac a2&lt;a$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codomain element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reached: not onto.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one-one nor onto.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Neither one-one nor onto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two terms cancel,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wherever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constant on an interval (more than one point)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forget isolated points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piecewise definitions: evaluate both terms there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$g=\dfrac{f(|x|)-|f(x)|}2$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two terms cancel,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vanishes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$f(x)=f(|x|)\ge0$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constant on an interval (more than one point) is not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 not forget isolated points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piecewise definitions: evaluate both terms there directly.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eccentricity and the length of the latus rectum of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12   (C) 16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$g(x)=\dfrac x{x-9}$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$a=f\circ g(10)$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$b=g\circ 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eccentricity and the length of the latus rectum of the 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$\dfrac{x^2}a+\dfrac{y^2}b=1$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$8e^2+l^2$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12   (C) 16   (D) 8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functions, Ellipse: eccentricity and latus rectum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$a=109$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$e^2=1-\frac ba$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$l=\frac{2b}{\sqrt 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ellipse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$\frac{x^2}{a}+\frac{y^2}{b}=1$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$a=(f\circ g)(10)=f(g(10))=f\left(\dfrac{10}{10-9}\right)=f(10)=109$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$b=(g\circ f)(3)=g(f(3))=g(18)=\dfrac{18}{18-9}=2$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ellipse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$\dfrac{x^2}{109}+\dfrac{y^2}2=1$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$a^2=109&gt;b^2=2$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(major axis along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109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856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872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$2=109(1-e^2)\Rightarrow e^2=\dfrac{107}{109}$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$l=\dfrac{2\times2}{\sqrt{109}}$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$l^2=\dfrac{16}{109}$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$8e^2+l^2=\dfrac{856}{109}+\dfrac{16}{109}=\dfrac{872}{109}=8$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semi-axes squared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one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semi-axes squared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one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$8e^2+l^2=8-\dfrac{4B(2-B)}A$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whatever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correction term vanishes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(it only matters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answer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$\dfrac{x^2}{A}+\dfrac{y^2}{B}=1$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$e^2=1-\dfrac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$l^2=\dfrac{4B^2}A$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$8e^2+l^2=8-\dfrac{8B}A+\dfrac{4B^2}A=8-\dfrac{4B(2-B)}A$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$B=b=g(f(3))=g(18)=2$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correction term vanishes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$8e^2+l^2=8$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$A=a=109$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(it only matters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answer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the inner function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cancellation of the unknown parameter: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Ellipse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$\dfrac{x^2}{A}+\dfrac{y^2}{B}=1$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$e^2=1-\dfrac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$=\dfrac{2B}{\sqrt 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$l^2=\dfrac{4B^2}{A}$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$f\circ g(x)=f(g(x))$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evaluate the inner function first.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Look for cancellation of the unknown parameter: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$8e^2+l^2$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independent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A.M. and the G.M.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2  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$f(x)=\dfrac1{2+\sin3x+\cos3x}$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$[a,b]$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A.M. and the G.M.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2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a function, Arithmetic and geometric means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extremes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two means.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$\sin3x+\cos3x\in[-\sqrt2,\sqrt2]$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the extremes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the two means.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reciprocals: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$-\sqrt2\le\sin3x+\cos3x\le\sqrt2$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$2-\sqrt2\le2+\sin3x+\cos3x\le2+\sqrt2$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(all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reciprocals: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$\dfrac1{2+\sqrt2}\le f(x)\le\dfrac1{2-\sqrt2}$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$a=\dfrac1{2+\sqrt2}=\dfrac{2-\sqrt2}2$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$b=\dfrac1{2-\sqrt2}=\dfrac{2+\sqrt2}2$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𝐴.𝑀.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𝐺.𝑀.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$\alpha=\text{A.M.}=\dfrac{\frac{2-\sqrt2}2+\frac{2+\sqrt2}2}2=1$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$\beta=\text{G.M.}=\sqrt{\dfrac{2-\sqrt2}2\cdot\dfrac{2+\sqrt2}2}=\sqrt{\dfrac24}=\dfrac1{\sqrt2}$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$\dfrac\alpha\beta=\dfrac1{\frac1{\sqrt2}}=\sqrt2$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reciprocals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reciprocals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$D_1=2-\sqrt2$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$D_2=2+\sqrt2$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product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$a+b=\frac{D_1+D_2}{D_1D_2}$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$ab=\frac1{D_1D_2}$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$D=2+\sin3x+\cos3x$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$[D_1,D_2]=[2-\sqrt2,\,2+\sqrt2]$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$a=\frac1{D_2}$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$b=\frac1{D_1}$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$D_1+D_2=4$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$D_1D_2=4-2=2$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$a+b=\dfrac{D_1+D_2}{D_1D_2}=\dfrac42=2$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$\alpha=\dfrac{a+b}2=1$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$ab=\dfrac1{D_1D_2}=\dfrac12$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$\beta=\sqrt{ab}=\dfrac1{\sqrt2}$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$\dfrac\alpha\beta=\sqrt2$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of the angle does not change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conjugate surds multiply to an integer,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expressions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from the sum and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$p\sin\theta+q\cos\theta\in\left[-\sqrt{p^2+q^2},\sqrt{p^2+q^2}\right]$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of the angle does not change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$(2+\sqrt2)(2-\sqrt2)=2$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conjugate surds multiply to an integer,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$\dfrac1{2\pm\sqrt2}=\dfrac{2\mp\sqrt2}2$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$=\dfrac{a+b}2$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symmetric expressions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found from the sum and the product.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Q44 – Q47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composition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limLow>
                      <m:e>
                        <m:limLow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⏟</m:t>
                            </m:r>
                          </m:lim>
                        </m:limLow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 𝑡𝑖𝑚𝑒𝑠</m:t>
                        </m:r>
                      </m:lim>
                    </m:limLow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$f(x)=\dfrac{2x}{\sqrt{1+9x^2}}$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composition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$(\underbrace{f\circ f\circ\cdots\circ f}_{10\text{ times}})(x)=\dfrac{2^{10}x}{\sqrt{1+9\alpha 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iteration, Sequences: pattern recognition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functions: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-fold iteration, Sequences: pattern recognition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a few times to see the pattern: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Compose a few times to see the pattern: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$f^n(x)=\dfrac{2^nx}{\sqrt{1+9\alpha_nx^2}}$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$\alpha_n=1,5,21,85,\dots$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fourth composition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$f(x)=\dfrac{2x}{\sqrt{1+9x^2}}$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f)(x)=\dfrac{2f(x)}{\sqrt{1+9f(x)^2}}=\dfrac{\frac{4x}{\sqrt{1+9x^2}}}{\sqrt{1+9\cdot\frac{4x^2}{1+9x^2}}}=\dfrac{4x}{\sqrt{1+45x^2}}$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$(f\circ f\circ f)(x)=\dfrac{4\cdot\frac{2x}{\sqrt{1+9x^2}}}{\sqrt{1+45\cdot\frac{4x^2}{1+9x^2}}}=\dfrac{8x}{\sqrt{1+21\times9x^2}}$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fourth composition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$\dfrac{16x}{\sqrt{1+85\times9x^2}}$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$10^{\text{th}}$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$1,5,21,85,\dots$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$\dfrac{(2^1)^2-1}3,\dfrac{(2^2)^2-1}3,\dfrac{(2^3)^2-1}3,\dfrac{(2^4)^2-1}3,\dots$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$\alpha=\dfrac{\left(2^{10}\right)^2-1}3$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$3\alpha+1=2^{20}$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map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affine map whose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iterate is easy.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Linearise: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$u=\dfrac1{x^2}$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map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$u\mapsto\dfrac u4+\dfrac94$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affine map whose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iterate is easy.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*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$\dfrac1{y^2}=\dfrac{1+9x^2}{4x^2}=\dfrac14\cdot\dfrac1{x^2}+\dfrac94$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$u=\dfrac1{x^2}$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$u\mapsto\dfrac u4+\dfrac94$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fixed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$u^*=3$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$u^*=\frac{u^*}4+\frac94$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$u_n-3=\dfrac{u_0-3}{4^n}$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$u_n=3+\dfrac{\frac1{x^2}-3}{4^n}=\dfrac{1+3(4^n-1)x^2}{4^nx^2}$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𝑠𝑖𝑔𝑛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$f^n(x)=\dfrac1{\sqrt{u_n}}\cdot\text{sign}(x)=\dfrac{2^nx}{\sqrt{1+3(4^n-1)x^2}}$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$\dfrac{2^{10}x}{\sqrt{1+9\alpha 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$9\alpha=3\left(4^{10}-1\right)$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$3\alpha+1=4^{10}$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$\sqrt{3\alpha+1}=2^{10}=1024$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affine, so iterates are explicit: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Linearise an iteration by a substitution that turns the map into an affine or linear one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$f(x)=\dfrac{cx}{\sqrt{1+kx^2}}$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$u=\dfrac1{x^2}\mapsto\dfrac1{c^2}u+\dfrac k{c^2}$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affine, so iterates are explicit: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$f^n(x)=\dfrac{c^nx}{\sqrt{1+k\frac{c^{2n}-1}{c^2-1}x^2}}$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$\dfrac{4^n-1}3\cdot9=3(4^n-1)$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$\alpha_n=\dfrac{4^n-1}3$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$1,5,21,85$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$n=1,\dots,4$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Linearise an iteration by a substitution that turns the map into an affine or linear one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$x\mapsto\frac1{x^2}$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$S=\{a\in\mathbb R:|2a-1|=3[a]+2\{a\}\}$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represents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$72\sum_{a\in S}a$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Fractional part and greatest integer function, Equations with modulus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case into an equation for the integer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the sign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$2a-1$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case into an equation for the integer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$|2a-1|=3[a]+2\{a\}$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$3[a]+2\{a\}=[a]+2a$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contradicting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solution.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$1-2a=[a]+2a$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$1=[a]+4a$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$1=5[a]+4\{a\}$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$4\{a\}=1-5[a]$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in this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$0\le4\{a\}&lt;4$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$0\le1-5[a]&lt;4$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$-\frac35&lt;[a]\le\frac15$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integer in this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$4\{a\}=1$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$S=\left\{\frac14\right\}$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$|2\cdot\frac14-1|=\frac12=0+2\cdot\frac14$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$72\sum a=72\times\frac14=18$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right-hand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removes all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leaves little casework.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right-hand 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$3[a]+2\{a\}$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$[a]\ge0$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removes all negative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 and leaves little casework.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$|2a-1|\ge0$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$3[a]+2\{a\}\ge0$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$3[a]&gt;-2$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$2a-1=3[a]+2\{a\}$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$2[a]+2\{a\}-1=3[a]+2\{a\}$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a&lt;\frac12$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$1-2a=2a$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$S=\left\{\frac14\right\}$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$72\sum a=18$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treat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non-negative left side (modulus) restricts the sign of the right side; use it before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inequality and keep integers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$a=[a]+\{a\}$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treat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$[a]\in\mathbb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$\{a\}\in[0,1)$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unknowns.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non-negative left side (modulus) restricts the sign of the right side; use it before casework.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p-qn&lt;k$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solve the inequality and keep integers only.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largest natural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largest natural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$\sum_{k=1}^{2022}f(\lambda+k)\le(2022)^2$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Additive functional equation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Arithmetic series and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168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Additive functional equation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Arithmetic series and inequality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1(JEE Main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an arithmetic series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is an arithmetic series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natural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natural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$f(n+1)=f(n)+f(1)$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$\sum_{k=1}^{2022}f(\lambda+k)=\sum_{k=1}^{2022}(\lambda+k)\le(2022)^2$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$2022\lambda+\dfrac{2022\times2023}2\le(2022)^2$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natural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2022.5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$\lambda\le2022-\dfrac{2023}2=1010.5$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largest natural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$\lambda=1010$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$\lambda=1011$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$2022\cdot2022.5&gt;2022^2$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'largest integer' question, solve the real inequality and take the integer part of the bound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1010.5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$f(m+n)=f(m)+f(n)$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$f(n)=cn$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$\sum_{k=1}^{N}(\lambda+k)=N\lambda+\dfrac{N(N+1)}2$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'largest integer' question, solve the real inequality and take the integer part of the bound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$\lfloor1010.5\rfloor$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$A=\{(x,y):2x+3y=23,\ x,y\in\mathbb 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$B=\{x:(x,y)\in A\}$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number of one-one functions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one-one functions, Solutions of a linear Diophantine equation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natural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so one-one means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List the natural solutions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$2x+3y=23$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elements, so one-one means a bijection.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$2x+3y=23$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$x=10,7,4,1$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$(x,y)=(1,7),(4,5),(7,3),(10,1)$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$A=\{(1,7),(4,5),(7,3),(10,1)\}$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$B=\{x:(x,y)\in A\}=\{1,4,7,10\}$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from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to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are bijections.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One-one functions from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to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-element set are bijections.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$4!=24$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one, then the others come from stepping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ordered pairs,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set of numbers - check the cardinalities, not the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one-one functions from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to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-set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$\dfrac{n!}{(n-m)!}$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Positive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$px+qy=c$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find one, then the others come from stepping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$(1,7)\to(4,5)\to(7,3)\to(10,1)$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set of ordered pairs,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set of numbers - check the cardinalities, not the elements.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(10/10)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1.87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11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32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47 questions, 188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Function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1.87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