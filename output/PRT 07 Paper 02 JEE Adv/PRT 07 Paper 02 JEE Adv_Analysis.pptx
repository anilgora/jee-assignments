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Sheet1!$A$2:$A$18</c:f>
              <c:strCache>
                <c:ptCount val="17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2.0</c:v>
                </c:pt>
                <c:pt idx="1">
                  <c:v>3.0</c:v>
                </c:pt>
                <c:pt idx="2">
                  <c:v>2.0</c:v>
                </c:pt>
                <c:pt idx="3">
                  <c:v>3.0</c:v>
                </c:pt>
                <c:pt idx="4">
                  <c:v>2.0</c:v>
                </c:pt>
                <c:pt idx="5">
                  <c:v>4.0</c:v>
                </c:pt>
                <c:pt idx="6">
                  <c:v>3.0</c:v>
                </c:pt>
                <c:pt idx="7">
                  <c:v>3.0</c:v>
                </c:pt>
                <c:pt idx="8">
                  <c:v>3.0</c:v>
                </c:pt>
                <c:pt idx="9">
                  <c:v>4.0</c:v>
                </c:pt>
                <c:pt idx="10">
                  <c:v>2.0</c:v>
                </c:pt>
                <c:pt idx="11">
                  <c:v>2.0</c:v>
                </c:pt>
                <c:pt idx="12">
                  <c:v>3.0</c:v>
                </c:pt>
                <c:pt idx="13">
                  <c:v>3.0</c:v>
                </c:pt>
                <c:pt idx="14">
                  <c:v>4.0</c:v>
                </c:pt>
                <c:pt idx="15">
                  <c:v>3.0</c:v>
                </c:pt>
                <c:pt idx="16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says that for $|k|\ge4$ the equation has 'only one real root'. That is false at $|k|=4$ (e.g. $2x^3-6x-4=2(x+1)^2(x-2)$ has two distinct real roots, one of them double with no sign change of $f'$). The conclusion $n=1$ for $|k|\ge4$ and the answer 28 are unchanged; the Case II step was rewritten to cover $|k|=4$ 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PRT 07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Paper 02 · JEE Adv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the straight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$f(x)=\int\frac{x^2e^x}{(x+2)^2}dx$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the straight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$y=\frac{e^2}{4}x+1$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$e^2-1$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9115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Indefinite integration of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Tangency of a curve and a line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9115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Indefinite integration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$e^x(f+f')$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Tangency of a curve and a line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integrand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$x^2=(x^2-4)+4$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integrand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$e^x(h+h')$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$h=\frac{x-2}{x+2}$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 e^x(h+h')dx=e^xh+C$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integral has the standard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 e^x\frac{x^2-4+4}{(x+2)^2}dx$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$x^2=(x^2-4)+4$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 e^x\left(\frac{x-2}{x+2}+\frac{4}{(x+2)^2}\right)dx$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$h(x)=\frac{x-2}{x+2}$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$h'(x)=\frac{4}{(x+2)^2}$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integral has the standard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e^x(h(x)+h'(x))dx=e^xh(x)+C$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$f(x)=e^x\left(\frac{x-2}{x+2}\right)+C$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touches the line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-values are equal there: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touches the line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-values are equal there: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$f(2)=\frac{e^2}{4}(2)+1$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$f(2)=e^2\cdot\frac{2-2}{2+2}+C=C$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$C=\frac{e^2}{2}+1$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$f(0)=e^0\left(\frac{0-2}{0+2}\right)+C=-1+C$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$f(0)=-1+\frac{e^2}{2}+1=\frac{e^2}{2}$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$\frac{e^2}{2}$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by parts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produced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 one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by parts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$dv=\frac{dx}{(x+2)^2}$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produced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 one power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$u=x^2e^x$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$dv=\frac{dx}{(x+2)^2}$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$v=-\frac{1}{x+2}$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$u'=(x^2+2x)e^x=x(x+2)e^x$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$f(x)=-\frac{x^2e^x}{x+2}+\int\frac{x(x+2)e^x}{x+2}dx=-\frac{x^2e^x}{x+2}+\int xe^xdx$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xe^xdx=(x-1)e^x$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$f(x)=e^x\left[(x-1)-\frac{x^2}{x+2}\right]+C=e^x\cdot\frac{x^2+x-2-x^2}{x+2}+C=e^x\frac{x-2}{x+2}+C$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Contact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the bracket vanishes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Contact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$f(2)=\frac{e^2}{4}\cdot2+1=\frac{e^2}{2}+1$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the bracket vanishes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$f(0)=f(2)+\left[\frac{0-2}{0+2}-0\right]=\frac{e^2}{2}+1-1=\frac{e^2}{2}$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$\frac{e^2}{2}$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Typical disguises: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split an integrand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add and subtract a constant in the numerator, e.g.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denominator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pieces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then a function and its derivative.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curve touches a line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 value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slope; one condition fixes the constant, the other is a free check (here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 to the given slope).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e^x\,(h(x)+h'(x))\,dx=e^xh(x)+C$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Typical disguises: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$e^x\frac{x^2+1}{(x+1)^2}$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$h=\frac{x-1}{x+1}$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$e^x(\ln x+\frac1x)$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$e^x(\sin x+\cos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split an integrand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$h+h'$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add and subtract a constant in the numerator,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$x^2=(x^2-4)+4$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denominator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pieces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$\frac{x-2}{x+2}$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$\frac{4}{(x+2)^2}$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then a function and its derivative.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curve touches a line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 value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$f'(a)=$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slope; one condition fixes the constant, the other is a free check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$f'(2)=e^2\cdot\frac{4}{16}=\frac{e^2}{4}$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 to the given slope).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the limit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</m:t>
                            </m:r>
                          </m:den>
                        </m:f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the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$\lim_{x\to0}\left(\frac{e^x\ln(1+x)+e^{-x}\ln(1-x)}{x^2}\right)^{\frac{1}{1-\cos(x^2)}}$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$e^{-\frac{7}{36}}$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$e^{-\frac{7}{72}}$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$e^{-\frac{5}{36}}$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$e^{-\frac{1}{72}}$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019295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Limits of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series expansion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019295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series expansion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cancel, so the numerator must be expanded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exponent.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cancel, so the numerator must be expanded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$x^2-\frac{7}{72}x^6+\dots$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$1-\cos x^2\sim\frac{x^4}{2}$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exponent.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limit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has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Taylor series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limit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has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L=\lim_{x\to0}\frac{\frac{e^x\ln(1+x)+e^{-x}\ln(1-x)}{x^2}-1}{1-\cos(x^2)}$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L=\lim_{x\to0}\frac{e^x\ln(1+x)+e^{-x}\ln(1-x)-x^2}{x^2\,(1-\cos(x^2))}$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Taylor series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$e^x\ln(1+x)=x+\frac12x^2+\frac13x^3+0\cdot x^4+\frac{3}{40}x^5-\frac{7}{144}x^6+\dots$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 two series: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$e^{-x}\ln(1-x)=-x+\frac12x^2-\frac13x^3+0\cdot x^4-\frac{3}{40}x^5-\frac{7}{144}x^6+\dots$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 two series: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$e^x\ln(1+x)+e^{-x}\ln(1-x)=x^2-\frac{7}{72}x^6+O(x^8)$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$1-\cos(x^2)=\frac{x^4}{2}-\frac{x^8}{24}+\dots$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L=\lim_{x\to0}\frac{-\frac{7}{72}x^6+O(x^8)}{x^2\left(\frac{x^4}{2}-\frac{x^8}{24}+\dots\right)}=\frac{-7/72}{1/2}=-\frac{7}{36}$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$L=e^{-\frac{7}{36}}$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den>
                        </m:f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$e^{-\frac{7}{36}}$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Taylor coefficients with Leibniz's rule: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doubles even coefficients and kills odd ones.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Taylor coefficients with Leibniz's rule: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$F=e^x\ln(1+x)$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$F(x)+F(-x)$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doubles even coefficients and kills odd ones.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numerator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even function,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Leibniz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$F(x)=e^x\ln(1+x)$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$N(x)=F(x)+F(-x)$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even function,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$N(x)=2\sum_{n\ \mathrm{even}}\frac{F^{(n)}(0)}{n!}x^n$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$\frac{d^k}{dx^k}\ln(1+x)\Big|_0=(-1)^{k-1}(k-1)!$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Leibniz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$F^{(n)}(0)=\sum_{k=1}^{n}\binom nk(-1)^{k-1}(k-1)!$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$F''(0)=2-1=1$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$F^{(4)}(0)=4-6+8-6=0$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$F^{(6)}(0)=6-15+40-90+144-120=-35$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720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$N(x)=2\left(\frac{1}{2}x^2+0\cdot x^4-\frac{35}{720}x^6+\dots\right)=x^2-\frac{7}{72}x^6+\dots$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L=\lim\frac{N/x^2-1}{1-\cos x^2}=\lim\frac{-\frac{7}{72}x^4+\dots}{\frac12x^4}=-\frac{7}{36}$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$L=e^{-7/36}$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den>
                        </m:f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$e^{-\frac{7}{36}}$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expanded to order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needs the numerator to order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Series to remember: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adding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only twice the even-order terms, so such sums often cancel at low order (here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vanishes).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u^v=e^{\lim v(u-1)}$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$v=\frac{1}{1-\cos x^2}\sim\frac{2}{x^4}$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expanded to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needs the numerator to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Series to remember: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$\ln(1+x)=x-\frac{x^2}{2}+\frac{x^3}{3}-\dots$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$e^x=1+x+\frac{x^2}{2}+\dots$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 u\sim\frac{u^2}{2}$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$\frac{x^4}{2}$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$e^x\ln(1+x)$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$\frac{1}{n!}\sum_{k=1}^{n}\binom nk(-1)^{k-1}(k-1)!$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adding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only twice the even-order terms, so such sums often cancel at low order (here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vanishes).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triangle have vertices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family of straight lines is represented by the equation: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parameter. If the maximum distance of the orthocentre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any line of this family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   (B) 5   (C) 6   (D) 7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triangle have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$B(5,1)$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$C(1,4)$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family of straight lines is represented by the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$(6\lambda+3)x+(3\lambda-6)y-(20\lambda-5)=0$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parameter. If the maximum distance of the orthocentre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any line of this family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   (B) 5   (C) 6   (D) 7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Family of lines through a fixed point; orthocentre and centroid of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family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passes through the centroid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orthocentre is the right-angle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maximum distance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family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$L_1+\lambda L_2=0$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passes through the centroid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orthocentre is the right-angle vertex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maximum distance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(horizontal) and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(vertical),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right-angled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right-angled triangle the orthocentre is the vertex containing the right angle: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the family in the form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every line passes through the fixed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(horizontal) and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(vertical),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$AB\perp 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right-angled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right-angled triangle the orthocentre is the vertex containing the right angle: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$H\equiv(1,1)$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the family in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$L_1+\lambda L_2=0$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$(3x-6y+5)+\lambda(6x+3y-20)=0$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every line passes through the fixed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$3x-6y+5=0$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$6x+3y-20=0$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$G\left(\frac73,2\right)$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point is the centroid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distance from a fixed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variable line through another fixed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(when the line is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point is the centroid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$\left(\frac{1+5+1}{3},\frac{1+1+4}{3}\right)=\left(\frac73,2\right)$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distance from a fixed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variable line through another fixed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(when the line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$d=HG=\sqrt{\left(\frac73-1\right)^2+(2-1)^2}=\sqrt{\frac{16}{9}+1}=\sqrt{\frac{25}{9}}=\frac53$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$3d=3\times\frac53=5$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general line as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maximise it with the Cauchy-Schwarz inequality.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distance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$H(1,1)$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general line as a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maximise it with the Cauchy-Schwarz inequality.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Orthocentre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the triangle is right-angled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line: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length squared: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Orthocentre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the triangle is right-angled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$(6\lambda+3)+(3\lambda-6)-(20\lambda-5)=2-11\lambda$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length squared: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$(6\lambda+3)^2+(3\lambda-6)^2=45\lambda^2+45=45(\lambda^2+1)$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Cauchy-Schwarz: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 member of the family.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$d^2=\frac{(11\lambda-2)^2}{45(\lambda^2+1)}$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Cauchy-Schwarz: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$(11\lambda-2\cdot1)^2\le(11^2+2^2)(\lambda^2+1^2)=125(\lambda^2+1)$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$\lambda=-\frac{11}{2}$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 member of the family.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$d_{\max}^2=\frac{125}{45}=\frac{25}{9}$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$3d=5$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family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pencil of lines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contains every line through that point except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fixed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lines through a fixed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distance ranges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maximum is attained by the line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(Cauchy-Schwarz); a general tool for extremising the distance from a point to a one-parameter family.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right triangle the orthocentre is the right-angle vertex and the circumcentre is the midpoint of the hypotenuse; the centroid divides each median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family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$L_1+\lambda L_2=0$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pencil of lines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$L_1\cap 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contains every line through that point except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fixed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lines through a fixed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distance ranges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$[0,HG]$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maximum is attained by the line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$\max_\lambda\frac{(a\lambda+b)^2}{\lambda^2+1}=a^2+b^2$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(Cauchy-Schwarz); a general tool for extremising the distance from a point to a one-parameter family.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right triangle the orthocentre is the right-angle vertex and the circumcentre is the midpoint of the hypotenuse; the centroid divides each median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592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curve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real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exactly two distinct tangents can be drawn from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592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curve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$y=\frac{\ln 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real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exactly two distinct tangents can be drawn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$(0,1)\cup(4e^{3/2},\infty)$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$(0,1]\cup[4e^{3/2},\infty)$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$(-\infty,0)\cup(1,4e^{3/2})$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$(0,e)\cup(e^{3/2},\infty)$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Tangents to a curve from an external point, Monotonicity and number of roots of an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 at parameter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count how often the horizontal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the graph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 at parameter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$a=g(t)$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count how often the horizontal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the graph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$y=f(x)=\frac{\ln 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$f'(x)=\frac{1-\ln x}{x^2}$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 the point of tangency. The tangent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reads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no tangent.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number of distinct tangents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number of real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$P\left(t,\frac{\ln t}{t}\right)$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 the point of tangency. The tangent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$y-\frac{\ln t}{t}=\frac{1-\ln t}{t^2}(x-t)$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$y=\frac{1-\ln t}{t^2}x+\frac{2\ln t-1}{t}$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$0=\frac{1-\ln t}{t^2}a+\frac{2\ln t-1}{t}\Rightarrow a(1-\ln t)=t(1-2\ln 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$0=-e$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no tangent.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$t\ne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$a=g(t)=\frac{t(2\ln t-1)}{\ln t-1}$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number of distinct tangents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number of real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$g(t)=a$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$g'(t)=\frac{(2\ln t+1)(\ln t-1)-(2\ln t-1)}{(\ln t-1)^2}=\frac{\ln t\,(2\ln t-3)}{(\ln t-1)^2}$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Critical points: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Behaviour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rises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falls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falls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rises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graph exactly twice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Critical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t=0\Rightarrow 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$2\ln t-3=0\Rightarrow t=e^{3/2}$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$g(1)=\frac{1\cdot(-1)}{-1}=1$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$g(e^{3/2})=\frac{e^{3/2}(3-1)}{\frac32-1}=4e^{3/2}$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Behaviour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$(0,\infty)\setminus\{e\}$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$t\in(1,e)$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falls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$t\in(e,e^{3/2})$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falls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$4e^{3/2}$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$t\in(e^{3/2},\infty)$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$4e^{3/2}$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graph exactly twice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$a\in(4e^{3/2},\infty)$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$S=(0,1)\cup(4e^{3/2},\infty)$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$(0,1)\cup(4e^{3/2},\infty)$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 of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Newton-Raphson iterate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turning points are the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 of the tangent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Newton-Raphson iterate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$N(t)=t-\frac{f(t)}{f'(t)}$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turning points are the zeros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(needs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tangent is the horizontal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never meets the 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tangent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exactly for those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count the preimages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$(t,f(t))$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$x=N(t)=t-\frac{f(t)}{f'(t)}$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$f'(t)\ne0$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tangent is the horizontal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never meets the 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tangent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exactly for those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$N(t)=a$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count the preimages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$N'(t)=1-\frac{f'^2-ff''}{f'^2}=\frac{f(t)f''(t)}{f'(t)^2}$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sign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positive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negative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the break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(tangent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Preimages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two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at most one otherwise.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$f=\frac{\ln t}{t}$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$f''=\frac{2\ln t-3}{t^3}$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t\,(2\ln t-3)$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positive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$(e^{3/2},\infty)$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negative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$(1,e^{3/2})$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the break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$N(0^+)=0$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(tangent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$N(e^-)=-\infty$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$N(e^+)=+\infty$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$N(e^{3/2})=e^{3/2}+3e^{3/2}=4e^{3/2}$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$N(\infty)=\infty$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Preimages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two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$a&gt;4e^{3/2}$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$(e,\infty)$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at most one otherwise.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$S=(0,1)\cup(4e^{3/2},\infty)$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$(0,1)\cup(4e^{3/2},\infty)$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of the tangent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Newton-Raphson map; its derivative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number of tangents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only at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inflection points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number of tangents is the number of real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(counted without multiplicity), so the question becomes a root-count by monotonicity.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maximum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inflection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zero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Key limits: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of the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$t-\frac{f(t)}{f'(t)}$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Newton-Raphson map; its derivative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$\frac{ff''}{f'^2}$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number of tangents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only at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inflection 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$b=f(t)+f'(t)(a-t)$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number of tangents is the number of real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(counted without multiplicity), so the question becomes a root-count by monotonicity.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$f=\frac{\ln 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$f'=\frac{1-\ln x}{x^2}$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inflection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zero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Key limits: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$\frac{t(2\ln t-1)}{\ln t-1}\to0$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$t\ln t\to0$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One or more than one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Q05 – Q08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1323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a curve passing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satisfying the differential equation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a member of the family of ellipses given by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a real parameter.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intersect at a point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in the first quadrant, then which of the following statement(s) is (are) TRUE?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The product of the slopes of the tangents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independent of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is equal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 acute angle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of intersection between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The area of the region bounded by the curve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-axis, and the vertical line passing through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There exists a unique value of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for which the curves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intersect orthogonally at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1323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a curve passing through the point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satisfying the differential equation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$2y\frac{dy}{dx}=3x^2$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$x&gt;0,y&gt;0$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a member of the family of ellipses given by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$3x^2+4y^2=\lambda$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$\lambda&gt;0$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a real parameter. If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intersect at a point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$P(x_0,y_0)$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in the first quadrant, then which of the following statement(s) is (are) TRUE?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The product of the slopes of the tangents to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independent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is equal to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$-\frac98$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$\lambda=7$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 acute angle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of intersection between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$\tan\theta=18$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The area of the region bounded by the curve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-axis, and the vertical line passing through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$\lambda=7$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$\frac25$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There exists a unique value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$\lambda&gt;0$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for which the curves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intersect orthogonally at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Variable-separable differential equation; slopes, angle and orthogonality of curves, Area under a curve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Integrating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at any common point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Integrating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at any common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$m_1=\frac{3x_0^2}{2y_0}$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$m_2=-\frac{3x_0}{4y_0}$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product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$-\frac98$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$2y\frac{dy}{dx}=3x^2$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$\int2y\,dy=\int3x^2dx\Rightarrow y^2=x^3+c$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$1=1+c\Rightarrow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$C_1:y^2=x^3$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first-quadrant intersection, so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slope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is a constant,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unique positive real root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first-quadrant intersection,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$y_0^2=x_0^3$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$2y\frac{dy}{dx}=3x^2$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slope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$m_1=\frac{3x_0^2}{2y_0}$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$3x^2+4y^2=\lambda$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$6x+8y\frac{dy}{dx}=0$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$m_2=-\frac{3x_0}{4y_0}$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$m_1m_2=\left(\frac{3x_0^2}{2y_0}\right)\left(-\frac{3x_0}{4y_0}\right)=-\frac{9x_0^3}{8y_0^2}=-\frac98$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$y_0^2=x_0^3$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is a constant,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$3x_0^2+4x_0^3=7\Rightarrow(x_0-1)(4x_0^2+7x_0+7)=0$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unique positive real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area bounded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$m_2=-\frac34$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$\tan\theta=\left|\frac{m_1-m_2}{1+m_1m_2}\right|=\left|\frac{\frac32+\frac34}{1-\frac98}\right|=\left|\frac{9/4}{-1/8}\right|=18$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area 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$\int_0^1x^{3/2}dx=\left[\frac25x^{5/2}\right]_0^1=\frac25$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Orthogonal intersection needs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every intersection point, so the curves never meet orthogonally 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options: (A), (B),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Orthogonal intersection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$m_1m_2=-1$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$m_1m_2=-\frac98$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every intersection point, so the curves never meet orthogonally 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options: (A), (B),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its slope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ellipse's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product is constant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$x=u^2$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$y=u^3$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its slope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$\frac{3u}{2}$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ellipse's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$-\frac{3}{4u}$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product is constant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semicubical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slope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is true, and orthogonality would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$C_1:y^2=x^3$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semicubical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$y=u^3$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$P=(u^2,u^3)$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$m_1=\frac{dy/du}{dx/du}=\frac{3u^2}{2u}=\frac{3u}{2}$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$\lambda=3u^4+4u^6$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$m_2=-\frac{3x}{4y}=-\frac{3u^2}{4u^3}=-\frac{3}{4u}$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$m_1m_2=-\frac98$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is true, and orthogonality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$-\frac98=-1$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left side strictly increasing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$3u^4+4u^6=7$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left side strictly increasing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$\tan\theta=\frac{|m_1-m_2|}{|1+m_1m_2|}=8\left(\frac{3u}{2}+\frac{3}{4u}\right)=12u+\frac6u=18$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$=\int_0^1x^{3/2}dx=\frac25$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Implicit slope: for a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slope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angle between curves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they are orthogonal iff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semicubical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parametrisation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with parameter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Implicit slope: for a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$F(x,y)=c$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$-\frac{F_x}{F_y}$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angle between curves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$\tan\theta=\left|\frac{m_1-m_2}{1+m_1m_2}\right|$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they are orthogonal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$m_1m_2=-1$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semicubical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parametrisation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$(u^2,u^3)$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$\frac{3u}{2}$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with parameter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family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field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orthogonal trajectories solve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of this form,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orthogonal to the family.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rule for areas: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family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$3x^2+4y^2=\lambda$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field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$-\frac{3x}{4y}$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orthogonal trajectories 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$\frac{dy}{dx}=\frac{4y}{3x}$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$y=cx^{4/3}$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of this form,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orthogonal to the family.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rule for areas: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$\int_0^1x^{n}dx=\frac1{n+1}$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787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Selecting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of the following statements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number of points 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is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maximum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787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$f(x)=\min\left\{\max\{x+1,|x^3-x|\},\max\left\{2-x^2,\frac{2}{1+|x|}\right\}\right\}$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Selecting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$\phi=\frac{1+\sqrt5}{2}$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of the following statements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number of points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maximum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$\frac{\sqrt5-1}{2}$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and differentiability of min/max functions, Maximum and monotonicity of a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find which branch is active on each interval; the kinks sit exactly at the five points where the active branch changes or has its own corner.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$f=\min(A,B)$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find which branch is active on each interval; the kinks sit exactly at the five points where the active branch changes or has its own corner.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$A(x)=\max\{x+1,|x^3-x|\}$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$B(x)=\max\left\{2-x^2,\frac2{1+|x|}\right\}$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$f=\min\{A,B\}$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$\phi^2=\phi+1$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$1-\phi=\frac{1-\sqrt5}{2}$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exactly one root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left of it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right of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throughout.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$A(x)=x-x^3$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x&lt;1-\phi$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$1-\phi\le x\le\phi$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$x^3-x=x+1\iff(x+1)(x^2-x-1)=0$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$B(x)=\frac2{1-x}$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$\frac2{1+x}$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$x-x^3=\frac2{1-x}\Rightarrow x^4-x^3-x^2+x-2=0$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exactly one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$x_0\in(-2,-1)$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$x_0\approx-1.29$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left of it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right of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x&lt;1-\phi$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$A(x)&lt;B(x)$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throughout.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$1-\phi\le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$x=\phi-1$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$B(x)&lt;A(x)$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minimum of two continuous functions, so it is continuous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At each of the break points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and right derivatives differ,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it attains its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$f(x)=\frac2{1-x}$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$x_0\le x&lt;-1$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x&lt;1-\phi$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$1-\phi\le x&lt;\phi-1$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$\phi-1\le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$\frac2{1+x}$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minimum of two continuous functions, so it is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At each of the break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$x_0,\,-1,\,1-\phi,\,\phi-1,\,1$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and right derivatives differ,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$x=\phi-1$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it attains its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$f(\phi-1)=\phi=\frac{\sqrt5+1}{2}$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$\frac{\sqrt5-1}{2}$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options: (A), (B),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$f(x)=\frac2{1+x}$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$f'(x)=-\frac2{(1+x)^2}&lt;0$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options: (A), (B),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continuous functions are continuous. They fail to be differentiable only where the active branch changes with different slopes (crossings of the two graphs) or where a branch itself has a corner (such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rebuild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function: sketch each piece, list the crossings (solve branch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branch), then read the active branch interval by interval; test one sample point between consecutive crossings.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continuous functions are continuous. They fail to be differentiable only where the active branch changes with different slopes (crossings of the two graphs) or where a branch itself has a corner (such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$|x^3-x|$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rebuild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$\min/\max$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function: sketch each piece, list the crossings (solve branch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branch), then read the active branch interval by interval; test one sample point between consecutive crossings.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Golden ratio facts: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common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𝑖𝑛𝑐𝑟𝑒𝑎𝑠𝑖𝑛𝑔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𝑑𝑒𝑐𝑟𝑒𝑎𝑠𝑖𝑛𝑔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 at the crossing of the two graphs.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Golden ratio facts: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$\phi=\frac{1+\sqrt5}2$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$\phi^2=\phi+1$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$\phi-1=\frac1\phi$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$x+1=2-x^2$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$x=\phi-1$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common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$\min\{\text{increasing},\text{decreasing}\}$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 at the crossing of the two graphs.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93217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mutually independent events with probabilities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Define the following events: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occur, or neither of them occurs.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one of the events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least one of the events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occurs. Then which of the following statements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 events.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93217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mutually independent events with probabilities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$P(B)=\frac13$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$P(C)=\frac14$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Define the following events: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occur, or neither of them occurs.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one of the events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least one of the events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occurs. Then which of the following statements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 events.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$P(E_3|E_1)=P(E_3)$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$P(E_2|E_1^c)=\frac5{12}$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Independent events and conditional probability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each event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compute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intersections, then compare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products.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each event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compute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$P(E_1)=\frac12$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$P(E_2)=\frac5{12}$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$P(E_3)=\frac58$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intersections, then compare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$P(\cdot\cap\cdot)$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products.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$P(A^c)=\frac12$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$P(B^c)=\frac23$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$P(C^c)=\frac34$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$E_1=(A\cap B)\cup(A^c\cap B^c)$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$P(E_1)=\frac12\cdot\frac13+\frac12\cdot\frac23=\frac12$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independent.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$E_1\cap B=A\cap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$P(E_1\cap B)=P(A)P(B)=\frac16=\frac12\cdot\frac13=P(E_1)P(B)$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independent.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$E_2=(B\cap C^c)\cup(B^c\cap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$P(E_2)=\frac13\cdot\frac34+\frac23\cdot\frac14=\frac5{12}$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$E_1\cap E_2=(A\cap B\cap C^c)\cup(A^c\cap B^c\cap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$P(E_1\cap E_2)=\frac12\cdot\frac13\cdot\frac34+\frac12\cdot\frac23\cdot\frac14=\frac3{24}+\frac2{24}=\frac5{24}$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$P(E_1)P(E_2)=\frac12\cdot\frac5{12}=\frac5{24}=P(E_1\cap E_2)$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$E_3=A\cup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$P(E_3)=\frac12+\frac14-\frac18=\frac58$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independent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independent,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options: (A), (B),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$E_1\cap E_3=(A\cap B)\cup(A^c\cap B^c\cap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$P(E_1\cap E_3)=\frac16+\frac12\cdot\frac23\cdot\frac14=\frac16+\frac1{12}=\frac14$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$P(E_3|E_1)=\frac{1/4}{1/2}=\frac12\ne\frac58=P(E_3)$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$E_1,E_2$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independent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$E_1^c,E_2$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independent,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$P(E_2|E_1^c)=P(E_2)=\frac5{12}$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options: (A), (B),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event 'A agrees with B' has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whatever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do,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independent of everything determined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$P(A)=\frac12$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event 'A agrees with B' has probability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whatever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do,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independent of everything determined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$(B,C)$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Fix any outcome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the same status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probability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independent of every event determined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(exactly one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such events, so (A) and (B) are TRUE,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Fix any outcome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the same status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$P(A^c)$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$P(E_1\mid B,C)=\frac12=P(E_1)$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independent of every event determined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(exactly one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such events, so (A) and (B) are TRUE,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$P(E_1)=\frac12$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has conditional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outcome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independent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(C):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independent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FALSE. Correct options (A), (B),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has conditional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outcome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$P(E_2|E_1^c)=P(E_2)=\frac13\cdot\frac34+\frac23\cdot\frac14=\frac5{12}$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$E_3^c=A^c\cap C^c$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$P(A^c\mid E_1)=\frac{P(A^c\cap B^c)}{P(E_1)}=\frac{1/3}{1/2}=\frac23$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$P(E_3^c\mid E_1)=\frac23\cdot\frac34=\frac12$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$P(E_3|E_1)=\frac12\ne\frac58=P(E_3)$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FALSE. Correct options (A), (B),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for any event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event 'A matches B' (an XOR with a fair coin) is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more generally it is independent of anything built from the other variables.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Events determined by disjoint sets of mutually independent events are independent; complements of independent events are independent;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Independence test: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equivalently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Write events as unions of atoms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multiplying.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independent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for any event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event 'A matches B' (an XOR with a fair coin) is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more generally it is independent of anything built from the other variables.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Events determined by disjoint sets of mutually independent events are independent; complements of independent events are independent;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$E_1\perp E_2\Rightarrow E_1^c\perp 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Independence test: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$P(E\cap F)=P(E)P(F)$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$P(F|E)=P(F)$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Write events as unions of atoms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B^c\cap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multiplying.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$P(A\cup C)=1-P(A^c)P(C^c)$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independent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$1-\frac12\cdot\frac34=\frac58$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8845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discrete random variable taking values in the set of positive integers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its probability mass function is given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mean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variance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probability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an even value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probability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an even value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8845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discrete random variable taking values in the set of positive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$\{1,2,3,\dots\}$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its probability mass function is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$P(X=k)=\frac{4k}{3^{k+1}}$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$k\in\{1,2,3,\dots\}$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mean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variance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probability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an even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$\sum_{k=1}^{\infty}P(X&gt;k)=1$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probability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an even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Probability distribution of a discrete random variable: mean and variance, Sums of arithmetico-geometric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(C)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kx^k=\frac x{(1-x)^2}$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k^2x^k$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k^3x^k$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(C)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$E[X]=\sum_{k\ge0}P(X&gt;k)$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$\sum_{k\ge1}kx^k=\frac{x}{(1-x)^2}$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$\sum_{k\ge1}k^2x^k=\frac{x(1+x)}{(1-x)^3}$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$\sum_{k\ge1}k^3x^k=\frac{x(1+4x+x^2)}{(1-x)^4}$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den>
                            </m:f>
                          </m:e>
                        </m:d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𝑒𝑣𝑒𝑛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claims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same probability, which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$E[X]=\sum k\cdot\frac{4k}{3^{k+1}}=\frac43\sum k^2\left(\frac13\right)^k=\frac43\cdot\frac{\frac13\left(1+\frac13\right)}{\left(1-\frac13\right)^3}=\frac43\cdot\frac{4/9}{8/27}=2$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$E[X^2]=\frac43\sum k^3\left(\frac13\right)^k=\frac43\cdot\frac{\frac13\left(1+\frac43+\frac19\right)}{\left(1-\frac13\right)^4}=\frac43\cdot\frac{22/27}{16/81}=\frac{11}2$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$\mathrm{Var}(X)=E[X^2]-(E[X])^2=\frac{11}2-4=\frac32$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$P(X\text{ even})=\sum_{m\ge1}\frac{4(2m)}{3^{2m+1}}=\frac83\sum m\left(\frac19\right)^m=\frac83\cdot\frac{1/9}{(1-\frac19)^2}=\frac83\cdot\frac9{64}=\frac38$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claims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same probability,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taking values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options: (A), (B),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taking values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$\{1,2,\dots\}$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$E[X]=\sum_{k\ge0}P(X&gt;k)=P(X&gt;0)+\sum_{k\ge1}P(X&gt;k)$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$P(X&gt;0)=1$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$E[X]=2$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$2=1+\sum_{k\ge1}P(X&gt;k)\Rightarrow\sum_{k\ge1}P(X&gt;k)=1$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options: (A), (B),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pmf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trial number of the 2nd success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 sum of two geometrics).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$\frac{4k}{3^{k+1}}=k\left(\frac23\right)^2\left(\frac13\right)^{k-1}$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pmf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trial number of the 2nd success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$p=\frac23$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 sum of two geometrics).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pmf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(trials to 2nd success)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independent geometric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geometric variable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pmf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(trials to 2nd success)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$P(Y=y)=(y-1)p^2q^{y-2}$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$kp^2q^{k-1}$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$p=\frac23,q=\frac13$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$\frac{4k}{3^{k+1}}$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$Y=G_1+G_2$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independent geometric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geometric variable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$E[G]=\frac1p=\frac32$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$\mathrm{Var}(G)=\frac q{p^2}=\frac34$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𝑒𝑣𝑒𝑛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𝑜𝑑𝑑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two add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𝑜𝑑𝑑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TRUE and (D)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$E[X]=2\cdot\frac32-1=2$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$\mathrm{Var}(X)=\mathrm{Var}(Y)=2\cdot\frac34=\frac32$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$E[(-1)^G]=\sum_{g\ge1}pq^{g-1}(-1)^g=-\frac{p}{1+q}=-\frac12$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$E[(-1)^Y]=\frac14$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$P(Y\text{ even})-P(Y\text{ odd})=\frac14$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two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$P(Y\text{ odd})=\frac38$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TRUE and (D)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$\sum_{k\ge1}P(X&gt;k)=E[X]-P(X&gt;0)=2-1=1$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pmf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that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waiting time for the 2nd success: for waiting time for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success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Series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Tail-sum formula: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Parity trick: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𝑒𝑣𝑒𝑛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often a one-line generating-function value.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pmf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$kp^2q^{k-1}$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that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waiting time for the 2nd success: for waiting time for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success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$E[Y]=\frac rp$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$\mathrm{Var}(Y)=\frac{rq}{p^2}$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Series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kx^k=\frac{x}{(1-x)^2}$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k^2x^k=\frac{x(1+x)}{(1-x)^3}$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k^3x^k=\frac{x(1+4x+x^2)}{(1-x)^4}$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Tail-sum formula: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$X\in\{0,1,2,\dots\}$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$E[X]=\sum_{k\ge0}P(X&gt;k)$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Parity trick: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$P(X\text{ even})=\frac{1+E[(-1)^X]}{2}$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$E[(-1)^{X}]$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often a one-line generating-function value.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Paragraph Based 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Q09 – Q10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3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88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follows: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Based on the above information, answer the following two questions.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0   (B) 1   (C) 3   (D) 5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88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follows: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$f(x)=\max_{0\le t\le x}\{3t^2-t^3\}$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$g(x)=\min_{t\in[x,x+2]}\{2t^3-9t^2+12t\}$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Based on the above information, answer the following two questions.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$\lim_{x\to2^+}\frac{g(x)-g(2)}{(x-2)^2}$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0   (B) 1   (C) 3   (D) 5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9732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Maximum and minimum of a function over an interval (monotonicity), Evaluating a limit by factorisation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window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increasing,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there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window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$[x,x+2]$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$k(t)=2t^3-9t^2+12t$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increasing,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there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$k(x)-k(2)=(x-2)^2(2x-1)$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so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maximum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the right end: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so the minimum is at the left endpoint: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$h(t)=3t^2-t^3$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$h'(t)=3t(2-t)\ge0$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so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maximum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the right end: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$f(x)=3x^2-x^3$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$k(t)=2t^3-9t^2+12t$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$k'(t)=6(t-1)(t-2)$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$k(1)=5$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$k(\frac12)=4$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$[x,x+2]$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so the minimum is at the left endpoint: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$g(x)=k(x)=2x^3-9x^2+12x$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$\lim_{x\to2^+}\frac{g(x)-g(2)}{(x-2)^2}=\lim\frac{2x^3-9x^2+12x-4}{(x-2)^2}=\lim\frac{(2x-1)(x-2)^2}{(x-2)^2}=\lim(2x-1)=3$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Second-order Taylor expansion: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Second-order Taylor expansion: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$k'(2)=0$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$k(x)-k(2)\approx\frac{k''(2)}{2}(x-2)^2$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window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Taylor: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window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$[x,x+2]$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$g(x)=k(x)$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$g(2)=k(2)=4$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$k'(2)=6(2-1)(2-2)=0$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$k''(t)=12t-18$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$k''(2)=6$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Taylor: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$g(x)-g(2)=k(x)-k(2)=\frac{k''(2)}{2}(x-2)^2+O((x-2)^3)=3(x-2)^2+O((x-2)^3)$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$x\to2^+$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$\frac{k''(2)}{2}=3$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(provided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Running maximum: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Sliding-window minimum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the window, and the value at an interior local minimum when one lies inside and is lower.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cubic with a local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𝑙𝑖𝑛𝑒𝑎𝑟 𝑓𝑎𝑐𝑡𝑜𝑟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also shows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$k'(a)=0$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a}\frac{k(x)-k(a)}{(x-a)^2}=\frac{k''(a)}{2}$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(provided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Running maximum: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$\max_{0\le t\le x}h(t)=h(x)$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Sliding-window minimum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$[x,x+2]$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the window, and the value at an interior local minimum when one lies inside and is lower.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cubic with a local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$k(t)-k(m)=(t-m)^2(\text{linear factor})$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$k(t)-4=(t-2)^2(2t-1)$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also shows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$k(t)=4$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60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follows: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Based on the above information, answer the following two questions.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greatest value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3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60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follows: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$f(x)=\max_{0\le t\le x}\{3t^2-t^3\}$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$g(x)=\min_{t\in[x,x+2]}\{2t^3-9t^2+12t\}$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Based on the above information, answer the following two questions.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greatest value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$F(x)=g(x)-f(x)$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$\frac{27}{8}$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3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Greatest value of a piecewise function using monotonicity on intervals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breakpoint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decreases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maximum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breakpoint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$k(x)=k(2)=4$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increases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$[0,\frac12]$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decreases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$[\frac12,2]$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maximum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$F(\frac12)$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605272"/>
                <a:ext cx="10725912" cy="106984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Analyse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local minimum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absolute minimum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605272"/>
                <a:ext cx="10725912" cy="106984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Analyse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$g(x)=\min_{t\in[x,x+2]}k(t)$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$x\in[0,\frac12]$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$2\in[x,x+2]$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local minimum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$k(x)\le k(\frac12)=4$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absolute minimum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$g(x)=2x^3-9x^2+12x$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absolute minimum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strictly increases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$x\in(\frac12,2]$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$k(x)&gt;4$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$2\in[x,x+2]$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absolute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$x\in[0,\frac12]$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$F(x)=(2x^3-9x^2+12x)-(3x^2-x^3)=3x^3-12x^2+12x$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$F'(x)=9x^2-24x+12=3(3x-2)(x-2)&gt;0$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strictly increases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$[0,\frac12]$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$F\left(\frac12\right)=\frac{27}8$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strictly decreases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greatest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$x\in[\frac12,2]$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$F(x)=4-(3x^2-x^3)=x^3-3x^2+4$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$F'(x)=3x(x-2)&lt;0$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strictly decreases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$F(\frac12)=\frac{27}8$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greatest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$\frac{27}{8}$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$\frac{27}{8}$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Bound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above by a decreasing curve and an increasing curve; the best bound is where they cross, and it is attained there.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Bound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above by a decreasing curve and an increasing curve; the best bound is where they cross, and it is attained there.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increasing.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first bound decreases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second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$f(x)=3x^2-x^3$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increasing.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$2\in[x,x+2]$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$g(x)\le k(2)=4$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$x\in[x,x+2]$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$g(x)\le k(x)$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$F(x)\le\min\{4-f(x),\ k(x)-f(x)\}$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first bound decreases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second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$P(x)=3x^3-12x^2+12x$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$P'=3(3x-2)(x-2)&gt;0$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$[0,\frac23)$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bounds coincide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the minimum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(increasing);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(decreasing).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upper bound is largest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is attained,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exactly. Hence the greatest value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bounds coincide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$k(x)=4$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$2x^3-9x^2+12x-4=(x-2)^2(2x-1)=0\Rightarrow 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$k(x)&lt;4$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the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(increasing);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(decreasing).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upper bound is largest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$4-f\left(\frac12\right)=4-\frac58=\frac{27}{8}$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is attained,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$g(\frac12)=4$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exactly. Hence the greatest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$\frac{27}8$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$\frac{27}{8}$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maximise a difference of a piecewise-defined 'running max' and 'window min', locate the breakpoints first (here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then differentiate piece by piece.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decreasing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increasing, the bound's maximum is at the crossing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that bound there, that is the maximum.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cubic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local minimum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(double root at the extremum) gives the other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same value instantly.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endpoints too: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maximise a difference of a piecewise-defined 'running max' and 'window min', locate the breakpoints first (here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$k(x)=k(2)$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then differentiate piece by piece.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$F\le\min\{u,v\}$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decreasing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increasing, the bound's maximum is at the crossing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that bound there, that is the maximum.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cubic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local minimum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$k(t)-m=(t-2)^2(2t-1)$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(double root at the extremum) gives the other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same value instantly.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endpoints too: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$F(2)=4-4=0$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Integer Type(0 to 9)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Q11 – Q14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indefinite integral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$I(x)=\int x^5e^{x^3}dx$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indefinite integral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$\lim_{x\to0}\frac{18I(x)-3x^6}{x^9}=L$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Indefinite integration by substitution, Limits using series expansion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only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survives the limit.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$I=\frac13(t-1)e^t+C$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only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$18I-3x^6$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survives the limit.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$I(x)=\int x^3e^{x^3}\cdot x^2dx$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$I(x)=\frac13\int te^tdt$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$I(x)=\frac13(t-1)e^t+C=\frac13(x^3-1)e^{x^3}+C$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$\frac13(0-1)e^0+C=0\Rightarrow C=\frac13$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$I(x)=\frac13(x^3-1)e^{x^3}+\frac13$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$18I(x)=6(x^3-1)e^{x^3}+6$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$e^{x^3}=1+x^3+\frac{x^6}{2}+\frac{x^9}{6}+\dots$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$(x^3-1)e^{x^3}=-1+\frac{x^6}{2}+\frac{x^9}{3}+\dots$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$18I(x)=3x^6+2x^9+\dots$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$L=\lim_{x\to0}\frac{(3x^6+2x^9+\dots)-3x^6}{x^9}=\lim\frac{2x^9+\dots}{x^9}=2$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Skip the closed form: expand the integrand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a power series and integrate term by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Skip the closed form: expand the integrand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$x^5e^{x^3}$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a power series and integrate term by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term by term;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constant zero: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$x^5e^{x^3}=x^5\sum_{n\ge0}\frac{x^{3n}}{n!}=x^5+x^8+\frac{x^{11}}{2}+\frac{x^{14}}{6}+\dots$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term by term;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constant zero: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$I(x)=\frac{x^6}{6}+\frac{x^9}{9}+\frac{x^{12}}{24}+\dots$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$18I(x)=3x^6+2x^9+\frac{3}{4}x^{12}+\dots$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$\frac{18I(x)-3x^6}{x^9}=2+\frac34x^3+\dots\to2$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what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integrable in closed form).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Series of the antiderivative can be read from the integrand: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first surviving power decides limits like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𝑙𝑒𝑎𝑑𝑖𝑛𝑔 𝑡𝑒𝑟𝑚𝑠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limits of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𝑠𝑒𝑟𝑖𝑒𝑠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𝑙𝑒𝑎𝑑𝑖𝑛𝑔 𝑡𝑒𝑟𝑚𝑠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answer is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xe^xdx=(x-1)e^x+C$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te^tdt=(t-1)e^t$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$x^2dx=\frac{dt}3$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what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$x^5e^{x^3}$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integrable in closed form).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Series of the antiderivative can be read from the integrand: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$\int_0^xt^{m}e^{t^3}dt=\sum_n\frac{x^{3n+m+1}}{n!\,(3n+m+1)}$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first surviving power decides limits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$\frac{I-\text{leading terms}}{x^k}$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limits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$\frac{\text{series}-\text{leading terms}}{x^k}$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answer is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236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parallel lines given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and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variable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in the region contained between the parallel lines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square of its perpendicular distance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the product of its perpendicular distances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locus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236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parallel lines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variable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in the region contained between the parallel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square of its perpendicular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the product of its perpendicular distances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locus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and distance of a point from a line, Equation of a circle: centre and radius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Between the parallel lines the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negative, so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a second-degree equation with equal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coefficients: a circle.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Between the parallel lines the product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$(x-y+2)(x-y-4)$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negative,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$d_3^2=d_1d_2$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a second-degree equation with equal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$x^2,y^2$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coefficients: a circle.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Perpendicular distances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Perpendicular distances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$d_1=\frac{|x-y+2|}{\sqrt2}$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$d_2=\frac{|x-y-4|}{\sqrt2}$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$d_3=\frac{|x+y|}{\sqrt2}$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opposite signs: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$(x-y+2)$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$(x-y-4)$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opposite signs: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$|(x-y+2)(x-y-4)|=-(x-y+2)(x-y-4)$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$d_3^2=d_1d_2$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$\frac{(x+y)^2}{2}=\frac{-(x-y+2)(x-y-4)}{2}=\frac{-[(x-y)^2-2(x-y)-8]}{2}$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$(x+y)^2+(x-y)^2-2(x-y)-8=0\Rightarrow2x^2+2y^2-2x+2y-8=0\Rightarrow x^2+y^2-x+y-4=0$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circle with 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$\left(\frac12,-\frac12\right)$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$r=\sqrt{\frac14+\frac14+4}=\sqrt{\frac92}$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$2r^2=2\cdot\frac92=9$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Rotate the axes so the parallel lines become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𝑐𝑜𝑛𝑠𝑡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condition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circle on the segment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diameter.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Rotate the axes so the parallel lines become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$p=\text{const}$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condition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$q^2=(p-p_1)(p_2-p)$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circle on the segment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$p_1p_2$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diameter.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rotation, so distances are preserved).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the lines,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$p=\frac{x-y}{\sqrt2}$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$q=\frac{x+y}{\sqrt2}$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rotation, so distances are preserved).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$L_1:p=-\sqrt2$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$L_2:p=2\sqrt2$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$L_3:q=0$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the lines,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$d_1=p+\sqrt2$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$d_2=2\sqrt2-p$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$d_3=|q|$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$d_3^2=d_1d_2$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$q^2=(p+\sqrt2)(2\sqrt2-p)=-p^2+\sqrt2\,p+4$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circle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the width of the strip, tangent to both lines).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$q^2+\left(p-\frac{\sqrt2}{2}\right)^2=4+\frac12=\frac92$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circle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the width of the strip, tangent to both lines).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Perpendicular 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between two parallel lines the signed expressions have opposite signs, so the absolute value of the product is minus the product.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parallel lines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perpendicular to them: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circle having the segment of the perpendicular (through the points where it meets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as a diameter,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parallel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second-degree equation with equal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 and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a circle;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Perpendicular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$\frac{|ax_0+by_0+c|}{\sqrt{a^2+b^2}}$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between two parallel lines the signed expressions have opposite signs, so the absolute value of the product is minus the product.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parallel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$L_1,L_2$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perpendicular to them: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$d_3^2=d_1d_2$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circle having the segment of the perpendicular (through the points where it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as a diameter,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$q^2=(p-p_1)(p_2-p)$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parallel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$d_1+d_2=\frac{|c_1-c_2|}{\sqrt{a^2+b^2}}$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second-degree equation with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$x^2,y^2$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 and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a circle;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$r^2=g^2+f^2-c$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868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continuous frequency distribution consisting of four classes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frequencies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points of non-differentiability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integers in the domain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value of the limit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distinct real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median of this distribution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868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continuous frequency distribution consisting of four classes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$[10,20)$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$[20,30)$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$[30,40)$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frequencies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points of non-differentiability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$g(x)=|x^3-3x^2+2x|$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integers in the domain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$h(x)=\sqrt{\frac{12+4x-x^2}{\log_ex}}$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value of the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$\lim_{x\to0}\frac{\sqrt{1+x^2}-1}{1-\cos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distinct real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$e^x+x^2-x-1=0$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median of this distribution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$(M-10)$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Median of a continuous frequency distribution, Non-differentiability, domain, limit and roots of an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the four frequencies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from four small sub-problems, then apply the grouped-data median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the four frequencies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$3,5,1,1$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from four small sub-problems, then apply the grouped-data median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three distinct simple real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exactly these points: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$x^3-3x^2+2x=x(x-1)(x-2)$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three distinct simple real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$g=|x(x-1)(x-2)|$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exactly these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defined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no solution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convex.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unique global minimum,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real root: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defined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$\frac{12+4x-x^2}{\ln x}\ge0$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$12+4x-x^2\ge0\Rightarrow(x-6)(x+2)\le0\Rightarrow x\in[-2,6]$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$x\in(1,6]$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$2,3,4,5,6$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$12+4x-x^2\le0\Rightarrow x\in(-\infty,-2]\cup[6,\infty)$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no solution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$f_3=\lim_{x\to0}\frac{\sqrt{1+x^2}-1}{1-\cos x}=\lim\frac{(1+\frac12x^2+\dots)-1}{\frac12x^2+\dots}=1$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$k(x)=e^x+x^2-x-1$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$k'(x)=e^x+2x-1$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$k''(x)=e^x+2&gt;0$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convex.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unique global minimum,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real root: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Frequency table: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median class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first class whose cumulative frequency exceeds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Frequency table: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$[10,20)$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$[20,30)$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$[30,40)$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median class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$[10,20)$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first class whose cumulative frequency exceeds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$M=L+\frac{\frac N2-CF}{f}\times h=10+\frac{5-3}{5}\times10=14$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$M-10=14-10=4$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the series and calculus by cleaner tools: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rationalisation with standard limits, and a sign chart for the domain.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the series and calculus by cleaner tools: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$e^x\ge1+x$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rationalisation with standard limits, and a sign chart for the domain.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brackets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vanish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root: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corners exactly at its three simple roots: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$e^x+x^2-x-1=(e^x-1-x)+x^2$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brackets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$e^x\ge1+x$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vanish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root: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$\frac{\sqrt{1+x^2}-1}{1-\cos x}=\frac{x^2}{\sqrt{1+x^2}+1}\cdot\frac{1}{2\sin^2\frac x2}=\frac{1}{\sqrt{1+x^2}+1}\cdot\frac{x^2}{2\sin^2\frac x2}\to\frac12\cdot2=1$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$|x(x-1)(x-2)|$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corners exactly at its three simple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sign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 exactly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negative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Integers: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by interpolation: the cumulative count reaches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observations,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class width: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$\frac{(6-x)(x+2)}{\ln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 exactly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$(1,6]$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negative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Integers: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$2,\dots,6$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by interpolation: the cumulative count reaches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$[10,20)$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$5-3=2$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observations,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class width: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$M=10+\frac25\cdot10=14$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$M-10=4$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exactly at the real roots of odd multiplicity (simple roots give corners; at a double root the graph just touches the axis smoothly).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equality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unique zero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of grouped data: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lower limit of the median class,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cumulative frequency before it,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 frequency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 width.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$|p(x)|$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exactly at the real roots of odd multiplicity (simple roots give corners; at a double root the graph just touches the axis smoothly).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$e^x\ge1+x$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equality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$e^x+x^2-x-1\ge0$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unique zero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of grouped data: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$M=L+\frac{\frac N2-CF}{f}h$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lower limit of the median class,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cumulative frequency before it,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 frequency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 width.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require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sign chart of numerator and denominator;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 even though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sign change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arguments.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$\sqrt{\frac{P(x)}{\ln 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require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sign chart of numerator and denominator;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 even though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sign change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$\sqrt{1+u}-1\sim\frac u2$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 x\sim\frac{x^2}{2}$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arguments.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number of distinct real roots of 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$f(x)=(x-1)(x-2)(x-3)(x-4)(x-5)$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number of distinct real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$(f'(x))^2+f(x)f''(x)=0$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Rolle's theorem and number of real roots of a polynomial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nine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interlace, so Rolle gives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roots of its derivative, and the degree caps 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$(f')^2+ff''=(ff')'$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nine roots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interlace, so Rolle gives at least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roots of its derivative, and the degree caps it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Define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required count equals the number of real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five distinct real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Rolle's theorem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one root in each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 has exactly four distinct real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Define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$g(x)=f(x)f'(x)$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$g'(x)=f'(x)f'(x)+f(x)f''(x)=(f')^2+ff''$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required count equals the number of real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five distinct real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$1,2,3,4,5$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Rolle's theorem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one root in each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$(1,2),(2,3),(3,4),(4,5)$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 has exactly four distinct real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$r_1&lt;r_2&lt;r_3&lt;r_4$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$1&lt;r_1&lt;2&lt;r_2&lt;3&lt;r_3&lt;4&lt;r_4&lt;5$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with those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because they interlace,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 are real and distinct: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Rolle's theorem between any two consecutive distinct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is at least one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disjoint intervals,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real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roots. 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real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$g=ff'$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with those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because they interlace,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$5+4=9$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 are real and distinct: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$1,r_1,2,r_2,3,r_3,4,r_4,5$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Rolle's theorem between any two consecutive distinct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is at least one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disjoint intervals,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real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real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nine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its sign alternates, so the intermediate value theorem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$F=(f')^2+ff''$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nine points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$1,r_1,2,\dots,5$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its sign alternates, so the intermediate value theorem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simple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simple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(Rolle plus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the roots are simple.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zero and its only critical point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strict extremum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maximum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minimum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simple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$1,\dots,5$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simple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$r_1&lt;\dots&lt;r_4$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$r_i\in(i,i+1)$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(Rolle plus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$F(k)=f'(k)^2&gt;0$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the roots are simple.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$f'(r_i)=0$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$F(r_i)=f(r_i)f''(r_i)$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$(i,i+1)$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zero and its only critical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strict extremum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$f''(r_i)\ne0$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maximum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minimum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$f(r_i)f''(r_i)&lt;0$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eight sign changes, hence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roots by the intermediate value theorem.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(leading coefficient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there are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roots. Hence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real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$1,r_1,2,r_2,3,r_3,4,r_4,5$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$+,-,+,-,+,-,+,-,+$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eight sign changes, hence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roots by the intermediate value theorem.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(leading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$5^2+5\cdot4=45$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there are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roots. Hence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real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expressions of this shape are derivatives of a product, so Rolle's theorem converts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roots of its derivative.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real polynomial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real roots, its derivative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real roots interlacing them; the same holds for every further derivative.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by Rolle plus a degree bound gives an exact count: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roots, at most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deg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a critical point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has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negative at a strict extremum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two simple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$(f')^2+ff''=(ff')'=\frac12(f^2)''$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expressions of this shape are derivatives of a product, so Rolle's theorem converts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roots of its derivative.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real polynomial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real roots, its derivative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real roots interlacing them; the same holds for every further derivative.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by Rolle plus a degree bound gives an exact count: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roots,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$(f')^2+ff''=(f')^2&gt;0$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a critical point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has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negative at a strict extremum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two simple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Q15 – Q17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inverse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composite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all points 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differentiable, then the value of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$f(x)=\begin{cases}x^3+x &amp; \text{if } x\ge0\\ 2x &amp; \text{if } x&lt;0\end{cases}$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inverse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composite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$h(x)=g(x^3-3x)$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all points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$\sum_{x\in S}x^2$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605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Inverse function and its derivative, Differentiability of a composite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single 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(slopes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fail to be differentiable only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one-sided derivatives decide each case.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single corner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(slopes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$h=g(\phi)$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$\phi=x^3-3x$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fail to be differentiable only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$\phi=0$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one-sided derivatives decide each case.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hence a bijection, so its inverse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$f'(x)=3x^2+1&gt;0$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hence a bijection, so its inverse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$g'(0^+)=\frac{1}{f'(0^+)}=\frac11=1$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$g'(0^-)=\frac{1}{f'(0^-)}=\frac12$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polynomial. By the chain rule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fail to be differentiable only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They differ,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left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right;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differentiable.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$h(x)=g(\phi(x))$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$\phi(x)=x^3-3x$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polynomial. By the chain rule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fail to be differentiable only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$x(x^2-3)=0\Rightarrow x=0,\sqrt3,-\sqrt3$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$\phi'(0)=-3&lt;0$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$h'(0^+)=g'(0^-)\cdot\phi'(0)=\frac12(-3)=-1.5$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$h'(0^-)=g'(0^+)\cdot\phi'(0)=1\cdot(-3)=-3$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They differ,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$\phi'(\sqrt3)=6&gt;0$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$h'(\sqrt3^+)=g'(0^+)\cdot6=6$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$h'(\sqrt3^-)=g'(0^-)\cdot6=3$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$\phi'(-\sqrt3)=6&gt;0$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left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right;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$h'(-\sqrt3^-)=3$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$h'(-\sqrt3^+)=6$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differentiable.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$S=\{0,\sqrt3,-\sqrt3\}$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$\sum_{x\in S}x^2=0+3+3=6$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corner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passed on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(transversal crossing); so only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checking.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corner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$y_0$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passed on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$g\circ\phi$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$\phi=y_0$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$\phi'\ne0$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(transversal crossing); so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$\phi'\neq0$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checking.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everywhere except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its one-sided slopes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away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chain rule applies, so non-differentiable points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such an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one-sided derivatives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an order set by the sign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which differ: a corner.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everywhere except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its one-sided slopes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$f'(0^+)=1$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$h=g\circ\phi$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$\phi=x^3-3x$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away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chain rule applies, so non-differentiable points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$\{x:\phi(x)=0\}=\{0,\sqrt3,-\sqrt3\}$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such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$\phi'(x_0)\ne0$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one-sided derivatives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$\frac12\phi'(x_0)$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$1\cdot\phi'(x_0)$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an order set by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which differ: a corner.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all three points are corners.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$\phi'(x)=3x^2-3$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$\phi'(0)=-3\ne0$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$\phi'(\pm\sqrt3)=6\ne0$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all three points are corners.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$S=\{0,\pm\sqrt3\}$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x^2=6$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and differentiable on each side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inverse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±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corner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corner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reciprocal slopes.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Composition with a kink: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one-sided slopes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corner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derivative exists and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Strictly monotone piecewise-differentiable functions are bijections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pieces tend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appropriately; the inverse exists even without a formula.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squares of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and differentiable on each side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$f'(a^\pm)\ne0$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inverse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$g'(f(a)^\pm)=\frac1{f'(a^\pm)}$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corner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corner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reciprocal slopes.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Composition with a kink: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one-sided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$m_1\ne m_2$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$\phi(x_0)=y_0$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corner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$\phi'(x_0)\ne0$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$\phi'(x_0)=0$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derivative exists 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Strictly monotone piecewise-differentiable functions are bijections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pieces tend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appropriately; the inverse exists even without a formula.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squares of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$x(x^2-3)=0$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$0+3+3=6$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334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parabola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variable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square of the distance between the center of the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variable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parabola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distinct points of local minima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all integral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334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variable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$C_2:(x-k)^2+\left(y-\frac72\right)^2=1$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square of the distance between the center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variable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 of distinct points of local minima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all integral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Local minima of a function (maxima and minima), Number of real roots of a cubic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when this cubic has three real roots,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since the two outer roots are minima.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$2x^3-6x=k$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when this cubic has three real roots,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$|k|&lt;4$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since the two outer roots are minima.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square of the distance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$P\left(k,\frac72\right)$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square of the distance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$f(x)=(x-k)^2+\left(x^2-\frac72\right)^2$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Local maximum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local minimum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three distinct real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local minimum.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local maximum.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local minimum.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$f'(x)=2(x-k)+2\left(x^2-\frac72\right)(2x)=4x^3-12x-2k$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$f'(x)=0\Rightarrow2x^3-6x=k$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$g(x)=2x^3-6x$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$g'(x)=6x^2-6=0\Rightarrow 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Local maximum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$g(-1)=4$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local minimum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$f''(x)=12x^2-12=12(x^2-1)$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$k\in(-4,4)$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three distinct real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$x_1\in(-2,-1)$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$x_2\in(-1,1)$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$x_3\in(1,2)$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$x_1^2&gt;1\Rightarrow f''(x_1)&gt;0$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local minimum.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$x_2^2&lt;1\Rightarrow f''(x_2)&lt;0$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local maximum.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$x_3^2&gt;1\Rightarrow f''(x_3)&gt;0$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local minimum.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cubic has a single real root and it is a local minimum.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has a double root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change sign, so no extremum) and one simple root, a local minimum. In both cases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integral values: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$|k|\ge4$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$|k|&gt;4$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cubic has a single real root and it is a local minimum.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has a double root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$x=\mp1$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change sign, so no extremum) and one simple root, a local minimum. In both cases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$k\in(-4,4)$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integral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$S=\{-3,-2,-1,0,1,2,3\}$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$\sum_{k\in S}k^2=9+4+1+0+1+4+9=28$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Local minima of the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parabola are feet of normals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read the number of normals off the evolute of the parabola.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Local minima of the distance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parabola are feet of normals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read the number of normals off the evolute of the parabola.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normal to the parabola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normal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cubic.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evolute (envelope of normals)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cusp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point inside the cusped region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normals to the parabola, a point outside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normal to the parabola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$Q=(x,x^2)$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$(t,t^2)$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$x+2ty=t+2t^3$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$P\left(k,\frac72\right)$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$k+7t=t+2t^3\Rightarrow2t^3-6t=k$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cubic.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evolute (envelope of normals)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$(X,Y)=\left(-4t^3,\ 3t^2+\frac12\right)$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cusp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point inside the cusped region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normals to the parabola, a point outside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evolute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three normals exactly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Of three feet of normals, the two outer ones give local minima of the distance and the middle one a local maximum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negative only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two feet merge into an inflection of the distance, leaving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evolute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$3t^2+\frac12=\frac72$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$X=\mp4$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$P(k,\frac72)$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three normals exactly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$|k|&lt;4$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Of three feet of normals, the two outer ones give local minima of the distance and the middle one a local maximum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$f''=12(x^2-1)$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negative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two feet merge into an inflection of the distance, leaving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$|k|&lt;4$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$S=\{-3,\dots,3\}$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k^2=28$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Local extrema of the squared distance from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curve occur at feet of normals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normal condition. Among them the nearest points are local minima.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three real roots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double root appears and the number of extrema drops.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Evolute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number of normals from a point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the cusp region,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double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extremum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sign change), so always check the boundary parameter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Local extrema of the squared distance from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curve occur at feet of normals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normal condition. Among them the nearest points are local minima.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$2x^3-bx-k$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three real roots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$|k|&lt;\frac{2b}{3}\sqrt{\frac b6}$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$|k|&lt;4$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double root appears and the number of extrema drops.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Evolute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$(-4t^3,\ 3t^2+\frac12)$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number of normals from a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the cusp region,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double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extremum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sign change), so always check the boundary parameter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fixed point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variable point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variable point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locus of the midpoint of the line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straight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perpendicular distance of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fixed point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variable point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variable point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BAC=90^\circ$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locus of the midpoint of the line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straight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perpendicular distance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605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of a midpoint, Perpendicular lines and distance of a point from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links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eliminating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midpoint gives a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$B(t,t)$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$C(s,-s)$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$\vec{AB}\cdot\vec{AC}=0$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links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$s=7t-25$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eliminating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midpoint gives a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$B(t,t)$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$C(s,-s)$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$t,s\in\mathbb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$\vec{AB}=(t-3)\hat i+(t-4)\hat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$\vec{AC}=(s-3)\hat i+(-s-4)\hat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BAC=90^\circ\Rightarrow\vec{AB}\cdot\vec{AC}=0$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$(t-3)(s-3)+(t-4)(-s-4)=0\Rightarrow ts-3t-3s+9-ts-4t+4s+16=0\Rightarrow-7t+s+25=0$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$s=7t-25$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$x=\frac{t+s}{2}=4t-\frac{25}{2}$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$y=\frac{t-s}{2}=-3t+\frac{25}{2}$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$3x+4y=\left(12t-\frac{75}{2}\right)+\left(-12t+50\right)=\frac{25}{2}$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$L:6x+8y-25=0$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$p=\frac{|6(3)+8(4)-25|}{\sqrt{6^2+8^2}}=\frac{|18+32-25|}{10}=\frac{25}{10}=2.5$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2.5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both see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a right angle, so both lie on the circle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equidistant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both see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a right angle, so both lie on the circle with diameter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equidistant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 and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lie on the circle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(Thales), whose centre is the midpoint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perpendicular bisector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varies,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describes this whole line,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perpendicular bisector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 and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BOC=90^\circ$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BAC=90^\circ$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lie on the circle with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(Thales), whose centre is the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$MO=MA$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perpendicular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describes this whole line,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perpendicular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normal is along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its perpendicular bisector is half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$\left(\frac32,2\right)$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normal is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$3x+4y=\frac{25}{2}$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$6x+8y-25=0$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its perpendicular bisector is half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$\frac52=2.5$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2.5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Thales: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midpoint of the hypotenuse is equidistant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from all three vertices.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subtend a right angle at the ends of a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perpendicular bisector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loci of such midpoints are straight lines.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from a point to its perpendicular bisector with a second point is half the distance between the two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Perpendicular lines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general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midpoint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Thales: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BXC=90^\circ$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midpoint of the hypotenuse is equidistant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$MB=MC=MX$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from all three vertices.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subtend a right angle at the ends of a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perpendicular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loci of such midpoints are straight lines.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from a point to its perpendicular bisector with a second point is half the distance between the two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Perpendicular lines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general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$(s,-s)$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$\left(\frac{t+s}2,\frac{t-s}2\right)$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2.80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17 questions, 66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PRT 07 Paper 02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2.80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