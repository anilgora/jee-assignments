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Sheet1!$A$2:$A$19</c:f>
              <c:strCache>
                <c:ptCount val="18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1.0</c:v>
                </c:pt>
                <c:pt idx="1">
                  <c:v>2.0</c:v>
                </c:pt>
                <c:pt idx="2">
                  <c:v>2.0</c:v>
                </c:pt>
                <c:pt idx="3">
                  <c:v>1.0</c:v>
                </c:pt>
                <c:pt idx="4">
                  <c:v>1.0</c:v>
                </c:pt>
                <c:pt idx="5">
                  <c:v>2.0</c:v>
                </c:pt>
                <c:pt idx="6">
                  <c:v>1.0</c:v>
                </c:pt>
                <c:pt idx="7">
                  <c:v>2.0</c:v>
                </c:pt>
                <c:pt idx="8">
                  <c:v>3.0</c:v>
                </c:pt>
                <c:pt idx="9">
                  <c:v>1.0</c:v>
                </c:pt>
                <c:pt idx="10">
                  <c:v>2.0</c:v>
                </c:pt>
                <c:pt idx="11">
                  <c:v>2.0</c:v>
                </c:pt>
                <c:pt idx="12">
                  <c:v>1.0</c:v>
                </c:pt>
                <c:pt idx="13">
                  <c:v>2.0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1.0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cos(beta) = +-1/sqrt2 without discarding the negative sign (the right side 4*sqrt2*sin(alpha)cos(beta) must equal 4 &gt; 0, so cos(beta) = +1/sqrt2) and its last line reads '-2*sqrt2' although the previous line is -2*(1/sqrt2) = -sqrt2. Corrected the sign argument and the final value to -sqrt2 (option B, as in the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line 4 reads 3cos^2(cos^2-1) + 2sin^2(sin^4 - 1) = 0; the sign of the second bracket is wrong (2sin^2 - 2sin^6 = 2sin^2(1 - sin^4)). PDF line 5 also ends with a stray '... cos^2 - 1' instead of '= 0'. Both fixed; the factorisation sin^2 cos^2 (2sin^2 - 1) = 0 and the count 9 are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the denominator of tan(alpha+beta) as '1 - tan(alpha) + tan(beta)'; it must be '1 - tan(alpha)tan(beta)'. The PDF's computed value lambda/sqrt2 already uses the correct product, so only the formula line was fixed; the intermediate step 1 - (k-1)/(k+1) = 2/(k+1) was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(log sin x)^2 - 4(log sin x)(log cos x) + 4(log cos x)^2 = 1; the right side must be 0 (multiplying the equation by log sin x * log cos x cancels the 1 against the product term). With '= 1' the next line log sin x = 2 log cos x would not follow. Fixed to '= 0', added the perfect-square step and the rejection of the negative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second line has the typo 2cos((x+5)/2) for 2cos((x+y)/2). The PDF also stops at 'put x = y = pi/3' without evaluating sin x + cos y; the final evaluation (sqrt3/2 + 1/2 = (1+sqrt3)/2) was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solution is incomplete and mislabelled: it writes 'x = 60 deg, y = 30 deg' although x, y were defined as tan(theta1), tan(theta2) (the intended case is theta1 = 30 deg, theta2 = 60 deg), and it stops at the ratio theta2/theta1 = 2 without using the area or computing the perimeter. Added: AC = a/sqrt3, area gives a = 3 - sqrt3, sides a, a*sqrt3, 2a of triangle CED, perimeter 6 (matches the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'tan theta - 1' for the case sin + cos = 0; it should read tan(theta) = -1. Also added the check that both tangents are defined at the six values (the PDF does not mention it). Final answer 2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labels the compound-angle line 'tan(alpha + beta) = (tan alpha + tan 2beta)/(1 - tan alpha tan 2beta)'; the left side should be tan(alpha + 2beta). Answer 1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Trigonometry 01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 10^\circ-\cos 10^\circ\cos 50^\circ+\cos^2 50^\circ$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$\frac{3}{2}\left(1+\cos 20^\circ\right)$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$\frac{3}{4}+\cos 20^\circ$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Power-reduction and product-to-sum transformations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Lower every square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every product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Lower every square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 A=\frac{1+\cos 2A}{2}$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every product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$2\cos A\cos B=\cos(A+B)+\cos(A-B)$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expression as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expression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$\left(\frac{1+\cos 20^\circ}{2}\right)+\left(\frac{1+\cos 100^\circ}{2}\right)-\frac{1}{2}\left(2\cos 10^\circ\cos 50^\circ\right)$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$=1+\frac{1}{2}\left(\cos 20^\circ+\cos 100^\circ\right)-\frac{1}{2}\left[\cos 60^\circ+\cos 40^\circ\right]$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A\cos B=\cos(A+B)+\cos(A-B)$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60^\circ=\frac{1}{2}$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$=\left(1-\frac{1}{4}\right)+\frac{1}{2}\left[\cos 20^\circ+\cos 100^\circ-\cos 40^\circ\right]$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bracket vanishes and the value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20^\circ+\cos 100^\circ=2\cos 60^\circ\cos 40^\circ$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$=\frac{3}{4}+\frac{1}{2}\left[2\cos 60^\circ\cos 40^\circ-\cos 40^\circ\right]$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60^\circ\cos 40^\circ=\cos 40^\circ$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bracket vanishes and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3/4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it as the cosine rule in sine form for a triangle with angles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it as the cosine rule in sine form for a triangle with angles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$80^\circ, 40^\circ, 60^\circ$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with 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sine rule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10^\circ=\sin 80^\circ$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50^\circ=\sin 40^\circ$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60^\circ=\frac{1}{2}$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 80^\circ+\sin^2 40^\circ-2\sin 80^\circ\sin 40^\circ\cos 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with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$A=80^\circ, B=40^\circ, C=60^\circ$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sine rule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$a:b:c=\sin A:\sin B:\sin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cosine rule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reads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cosine rule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$c^2=a^2+b^2-2ab\cos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 C=\sin^2 A+\sin^2 B-2\sin A\sin B\cos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$=\sin^2 60^\circ=\frac{3}{4}$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3/4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cosine rule in sine form).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Consequence: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Likewise,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(triangle with 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trigonometric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cosine rule with an angle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step: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$A+B+C=180^\circ$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 A+\sin^2 B-2\sin A\sin B\cos C=\sin^2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cosine rule in sine form).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Consequence: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 x-\cos x\cos y+\cos^2 y=\frac{3}{4}$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$10^\circ+50^\circ=60^\circ$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 y=60^\circ$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$1-\frac{1}{2}+\frac{1}{4}=\frac{3}{4}$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 x+\sin x\sin y+\sin^2 y=\frac{3}{4}$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(triangle with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 y, 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$a^2\pm ab+b^2$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trigonometric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cosine rule with an angle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step: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$\cos(60^\circ-\theta)+\cos(60^\circ+\theta)=\cos\theta$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263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263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2\theta+\tan 2\theta&gt;0$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$\left(0,\frac{\pi}{2}\right)\cup\left(\pi,\frac{3\pi}{2}\right)$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$\left(0,\frac{\pi}{4}\right)\cup\left(\frac{\pi}{2},\frac{3\pi}{4}\right)\cup\left(\frac{3\pi}{2},\frac{11\pi}{6}\right)$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$\left(0,\frac{\pi}{4}\right)\cup\left(\frac{\pi}{2},\frac{3\pi}{4}\right)\cup\left(\pi,\frac{5\pi}{4}\right)\cup\left(\frac{3\pi}{2},\frac{7\pi}{4}\right)$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$\left(0,\frac{\pi}{2}\right)\cup\left(\frac{\pi}{2},\frac{3\pi}{4}\right)\cup\left(\pi,\frac{7\pi}{6}\right)$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inequalities using double-angle identities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2\theta+\tan 2\theta=\tan 2\theta\,(1+\cos 2\theta)=\tan 2\theta\cdot 2\cos^2\theta$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$2\cos^2\theta\ge 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2\theta+\tan 2\theta&gt;0$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2\theta+\frac{\sin 2\theta}{\cos 2\theta}&gt;0$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2\theta\left(\frac{\cos 2\theta+1}{\cos 2\theta}\right)&gt;0$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it is non-zero (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condition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$1+\cos 2\theta=2\cos^2\theta$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2\theta\left(2\cos^2\theta\right)&gt;0$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$2\cos^2\theta&gt;0$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it is non-zero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$\cos^2\theta\neq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2\theta&gt;0$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$2\theta\in[0,4\pi]$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2\theta&gt;0$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$2\theta\in\left(0,\frac{\pi}{2}\right)\cup\left(\pi,\frac{3\pi}{2}\right)\cup\left(2\pi,\frac{5\pi}{2}\right)\cup\left(3\pi,\frac{7\pi}{2}\right)$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$\theta\in\left(0,\frac{\pi}{4}\right)\cup\left(\frac{\pi}{2},\frac{3\pi}{4}\right)\cup\left(\pi,\frac{5\pi}{4}\right)\cup\left(\frac{3\pi}{2},\frac{7\pi}{4}\right)$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by the positive quantity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sign of the expression is the sign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by the positive quantity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 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sign of the expression is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4\theta$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Where it is defined,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top and bottom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except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there, so excluded).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Where it is defined,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2\theta+\tan 2\theta=\frac{\sin 2\theta\,(1+\cos 2\theta)}{\cos 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top and bottom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$=\frac{\sin 2\theta\cos 2\theta\,(1+\cos 2\theta)}{\cos^2 2\theta}=\frac{\sin 4\theta\cdot 2\cos^2\theta}{2\cos^2 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$\frac{\cos^2\theta}{\cos^2 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except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there, so excluded).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we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endpoints, not inside.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4\theta&gt;0$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$4\theta\in(0,\pi)\cup(2\pi,3\pi)\cup(4\pi,5\pi)\cup(6\pi,7\pi)$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$4\theta\in[0,8\pi]$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$\theta\in\left(0,\frac{\pi}{4}\right)\cup\left(\frac{\pi}{2},\frac{3\pi}{4}\right)\cup\left(\pi,\frac{5\pi}{4}\right)\cup\left(\frac{3\pi}{2},\frac{7\pi}{4}\right)$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$\theta=\frac{\pi}{2},\frac{3\pi}{2}$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endpoints, not inside.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have the sign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non-zero).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 of splitting into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defined),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check: pick one point inside an interval that only one option contains,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in (C):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x+\tan x=\tan x\,(1+\cos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x-\sin x=\tan x\,(1-\cos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have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non-zero).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$\frac{f}{g}$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$f\cdot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$g\neq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 of splitting into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kx&gt;0 \iff \sin 2kx&gt;0$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defined),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kx=\frac{\sin 2kx}{2\cos^2 kx}$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check: pick one point inside an interval that only one option contains,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$\theta=\frac{9\pi}{8}$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in 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$\sin\frac{9\pi}{4}+\tan\frac{9\pi}{4}=\frac{1}{\sqrt{2}}+1&gt;0$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$\cos^3\left(\frac{\pi}{8}\right)\cos\left(\frac{3\pi}{8}\right)+\sin^3\left(\frac{\pi}{8}\right)\sin\left(\frac{3\pi}{8}\right)$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$\frac{1}{2\sqrt{2}}$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$\frac{1}{\sqrt{2}}$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0087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Triple-angle identities and sums of cubes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angles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collect.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$\theta=\frac{\pi}{8}$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angles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3\theta, \sin 3\theta$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collect.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expression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$\cos^3\theta\cos 3\theta+\sin^3\theta\sin 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$=\cos^3\theta\left(4\cos^3\theta-3\cos\theta\right)+\sin^3\theta\left(3\sin\theta-4\sin^3\theta\right)$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$=4\left(\cos^6\theta-\sin^6\theta\right)+3\left[\sin^4\theta-\cos^4\theta\right]$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$=4\left(\cos^2\theta-\sin^2\theta\right)\left(\cos^4\theta+\cos^2\theta\sin^2\theta+\sin^4\theta\right)+3\left(\sin^2\theta-\cos^2\theta\right)\cdot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$=4\cos 2\theta\left(\left(\cos^2\theta+\sin^2\theta\right)^2-\sin^2\theta\cos^2\theta\right)-3\cos 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$=4\cos 2\theta\left(1-\frac{1}{4}\sin^2 2\theta\right)-3\cos 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2\theta=\sin 2\theta=\frac{1}{\sqrt{2}}$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$3\cos 2\theta=\frac{3}{\sqrt{2}}$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$=\frac{4}{\sqrt{2}}\times\frac{7}{8}-\frac{3}{\sqrt{2}}$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$1-\frac{1}{4}\cdot\frac{1}{2}=\frac{7}{8}$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$=\frac{7}{2\sqrt{2}}-\frac{6}{2\sqrt{2}}=\frac{1}{2\sqrt{2}}$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$\frac{1}{2\sqrt{2}}$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sum collapses 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$4\cos^3\theta=\cos 3\theta+3\cos\theta$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$4\sin^3\theta=3\sin\theta-\sin 3\theta$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sum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$\cos^3 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(triple-angle formula for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$4\left(\cos^3\theta\cos 3\theta+\sin^3\theta\sin 3\theta\right)=\left(\cos 3\theta+3\cos\theta\right)\cos 3\theta+\left(3\sin\theta-\sin 3\theta\right)\sin 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$=\left(\cos^2 3\theta-\sin^2 3\theta\right)+3\left(\cos\theta\cos 3\theta+\sin\theta\sin 3\theta\right)=\cos 6\theta+3\cos 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6\theta+3\cos 2\theta=4\cos^3 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(triple-angle formula for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$\cos^3\theta\cos 3\theta+\sin^3\theta\sin 3\theta=\cos^3 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$\cos^3\frac{\pi}{4}=\left(\frac{1}{\sqrt{2}}\right)^3=\frac{1}{2\sqrt{2}}$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$\frac{1}{2\sqrt{2}}$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Companion: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reduction: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 it whenever cubes meet triple angles.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$\cos^3\theta\cos 3\theta+\sin^3\theta\sin 3\theta=\cos^3 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Companion: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$\cos^3\theta\sin 3\theta+\sin^3\theta\cos 3\theta=\frac{3}{4}\sin 4\theta$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reduction: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$\cos^3\theta=\frac{\cos 3\theta+3\cos\theta}{4}$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$\sin^3\theta=\frac{3\sin\theta-\sin 3\theta}{4}$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 it whenever cubes meet triple angles.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$\cos^6\theta-\sin^6\theta=\cos 2\theta\left(1-\frac{1}{4}\sin^2 2\theta\right)$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$\cos^6\theta+\sin^6\theta=1-\frac{3}{4}\sin^2 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25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25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$\theta\in\left(\frac{\pi}{4},\frac{\pi}{2}\right)$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$3(\sin\theta-\cos\theta)^4+6(\sin\theta+\cos\theta)^2+4\sin^6\theta$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$13-4\cos^2\theta+6\sin^2\theta\cos^2\theta$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$13-4\cos^4\theta+2\sin^2\theta\cos^2\theta$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$13-4\cos^2\theta+6\cos^4\theta$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$13-4\cos^6\theta$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73405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Identities in powers of sine and cosine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cancel, then write all in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$(\sin\theta\mp\cos\theta)^2=1\mp 2\sin\theta\cos\theta$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cancel, then write all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terms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$\theta\in\left(\frac{\pi}{4},\frac{\pi}{2}\right)$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$(\sin\theta-\cos\theta)^2=1-2\sin\theta\cos\theta$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$(\sin\theta+\cos\theta)^2=1+2\sin\theta\cos\theta$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$3(1-2\sin\theta\cos\theta)^2+6(1+2\sin\theta\cos\theta)+4\sin^6\theta$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$=3\left(1+4\sin^2\theta\cos^2\theta-4\sin\theta\cos\theta\right)+6+12\sin\theta\cos\theta+4\sin^6\theta$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$=3+12\sin^2\theta\cos^2\theta+6+4\sin^6\theta$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$\mp 12\sin\theta\cos\theta$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$=9+12\cos^2\theta\left(1-\cos^2\theta\right)+4\left(1-\cos^2\theta\right)^3$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$=9+12\cos^2\theta-12\cos^4\theta+4\left(1-\cos^6\theta+3\cos^4\theta-3\cos^2\theta\right)$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$=13-4\cos^6\theta$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$13-4\cos^6\theta$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 identity true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be tested at one convenient angle;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separates the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 identity true for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be tested at one convenient angle;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$\theta=\frac{\pi}{3}$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separates the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$\theta=\frac{\pi}{3}\in\left(\frac{\pi}{4},\frac{\pi}{2}\right)$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$\sin\theta=\frac{\sqrt{3}}{2}$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$(\sin\theta-\cos\theta)^2=1-\frac{\sqrt{3}}{2}$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$3(\sin\theta-\cos\theta)^4=3\left(1-\frac{\sqrt{3}}{2}\right)^2=\frac{21-12\sqrt{3}}{4}$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$6(\sin\theta+\cos\theta)^2=6\left(1+\frac{\sqrt{3}}{2}\right)=6+3\sqrt{3}$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$4\sin^6\theta=4\cdot\frac{27}{64}=\frac{27}{16}$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at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(D) matches.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$\frac{84-48\sqrt{3}}{16}+\frac{96+48\sqrt{3}}{16}+\frac{27}{16}=\frac{207}{16}$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$\cos^2\theta=\frac{1}{4}, \sin^2\theta=\frac{3}{4}$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$\frac{210}{16}$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$\frac{210}{16}$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$\frac{198}{16}$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$13-\frac{4}{64}=\frac{207}{16}$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(D) matches.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$13-4\cos^6\theta$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Classic: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the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missing,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single-correct identity questions, substitute a special angle (not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options coincide there) to eliminate options.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$(\sin\theta\pm\cos\theta)^2=1\pm\sin 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$(\sin\theta-\cos\theta)^4=(1-\sin 2\theta)^2$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Classic: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$3(\sin\theta-\cos\theta)^4+6(\sin\theta+\cos\theta)^2+4(\sin^6\theta+\cos^6\theta)=13$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$\cos^6\theta$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missing,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$13-4\cos^6\theta$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$\sin^6\theta+\cos^6\theta=1-3\sin^2\theta\cos^2\theta$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$\sin^4\theta+\cos^4\theta=1-2\sin^2\theta\cos^2\theta$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single-correct identity questions, substitute a special angle (not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options coincide there) to eliminate options.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42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42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$L=\sin^2\left(\frac{\pi}{16}\right)-\sin^2\left(\frac{\pi}{8}\right)$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$M=\cos^2\left(\frac{\pi}{16}\right)-\sin^2\left(\frac{\pi}{8}\right)$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$L=-\frac{1}{2\sqrt{2}}+\frac{1}{2}\cos\frac{\pi}{8}$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$M=\frac{1}{2\sqrt{2}}+\frac{1}{2}\cos\frac{\pi}{8}$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$M=\frac{1}{4\sqrt{2}}+\frac{1}{4}\cos\frac{\pi}{8}$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$L=\frac{1}{4\sqrt{2}}-\frac{1}{4}\cos\frac{\pi}{8}$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Half-angle (power-reduction) formulas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each square by a first power: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each square by a first power: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 x=\frac{1-\cos 2x}{2}$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 x=\frac{1+\cos 2x}{2}$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532376"/>
                <a:ext cx="10725912" cy="214274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matches neither (A) nor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532376"/>
                <a:ext cx="10725912" cy="214274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$L=\left(\frac{1-\cos\frac{\pi}{8}}{2}\right)-\left(\frac{1-\cos\frac{\pi}{4}}{2}\right)$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$L=\frac{\cos\frac{\pi}{4}-\cos\frac{\pi}{8}}{2}=\frac{1}{2\sqrt{2}}-\frac{1}{2}\cos\frac{\pi}{8}$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matches neither (A) nor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$M=\left(\frac{1+\cos\frac{\pi}{8}}{2}\right)-\left(\frac{1-\cos\frac{\pi}{4}}{2}\right)$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$M=\frac{\cos\frac{\pi}{8}+\cos\frac{\pi}{4}}{2}=\frac{1}{2\sqrt{2}}+\frac{1}{2}\cos\frac{\pi}{8}$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product-to-sum.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 A-\sin^2 B=\sin(A+B)\sin(A-B)$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 A-\sin^2 B=\cos(A+B)\cos(A-B)$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product-to-sum.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Product-to-sum: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$A=\frac{\pi}{16}, B=\frac{\pi}{8}$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$M=\cos^2 A-\sin^2 B=\cos(A+B)\cos(A-B)=\cos\frac{3\pi}{16}\cos\frac{\pi}{16}$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Product-to-sum: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$M=\frac{1}{2}\left[\cos\frac{4\pi}{16}+\cos\frac{2\pi}{16}\right]=\frac{1}{2}\cos\frac{\pi}{4}+\frac{1}{2}\cos\frac{\pi}{8}$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ruling out (A)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$=\frac{1}{2\sqrt{2}}+\frac{1}{2}\cos\frac{\pi}{8}$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$L=\sin(A+B)\sin(A-B)=-\sin\frac{3\pi}{16}\sin\frac{\pi}{16}=\frac{1}{2}\left[\cos\frac{\pi}{4}-\cos\frac{\pi}{8}\right]$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ruling out (A)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quick consistency check on any claimed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reduction turns differences of squares of 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linear combinations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 A-\sin^2 B=\sin(A+B)\sin(A-B)=\cos^2 B-\cos^2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 A-\sin^2 B=\cos(A+B)\cos(A-B)$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2A=\cos 2A\cdot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$M-L=\cos^2 A-\sin^2 A=\cos 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quick consistency check on any claimed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$L,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reduction turns differences of squares of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 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linear combinations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2x, \cos 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$36\left(4\cos^2 9^\circ-1\right)\left(4\cos^2 27^\circ-1\right)\left(4\cos^2 81^\circ-1\right)\left(4\cos^2 243^\circ-1\right)$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Telescoping products using the triple-angle identity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angles triple from factor to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$4\cos^2\theta-1=3-4\sin^2\theta=\frac{\sin 3\theta}{\sin\theta}$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angles triple from factor to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given expression can be written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729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telescopes: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729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$4\cos^2\theta-1=4\left(1-\sin^2\theta\right)-1=3-4\sin^2\theta=\frac{\sin 3\theta}{\sin\theta}$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given expression can be written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$36\times\frac{\sin 27^\circ}{\sin 9^\circ}\times\frac{\sin 81^\circ}{\sin 27^\circ}\times\frac{\sin 243^\circ}{\sin 81^\circ}\times\frac{\sin 729^\circ}{\sin 243^\circ}$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telescopes: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$36\times\frac{\sin 729^\circ}{\sin 9^\circ}$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729^\circ=\sin\left(720^\circ+9^\circ\right)=\sin 9^\circ$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telescope each factor with half-angles.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$4\cos^2\theta-1=(2\cos\theta+1)(2\cos\theta-1)$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telescope each factor with half-angles.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half-angles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4.5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13.5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40.5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121.5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13.5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40.5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121.5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364.5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364.5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4.5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364.5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4.5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$2\cos\theta+1=\frac{\sin\frac{3\theta}{2}}{\sin\frac{\theta}{2}}$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$2\cos\theta-1=\frac{\cos\frac{3\theta}{2}}{\cos\frac{\theta}{2}}$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3x=\sin x(2\cos 2x+1)$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3x=\cos x(2\cos 2x-1)$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$\theta=9^\circ, 27^\circ, 81^\circ, 243^\circ$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half-angles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$4.5^\circ, 13.5^\circ, 40.5^\circ, 121.5^\circ$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$13.5^\circ, 40.5^\circ, 121.5^\circ, 364.5^\circ$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$\prod(2\cos\theta+1)=\frac{\sin 364.5^\circ}{\sin 4.5^\circ}=1$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$364.5^\circ=360^\circ+4.5^\circ$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364.5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4.5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four brackets multiply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$\prod(2\cos\theta-1)=\frac{\cos 364.5^\circ}{\cos 4.5^\circ}=1$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four brackets multiply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 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when angles in a product go up by a fixed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look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as above).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the constant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$4\cos^2\theta-1=1+2\cos 2\theta=\frac{\sin 3\theta}{\sin\theta}$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$4\cos^2\theta-3=\frac{\cos 3\theta}{\cos\theta}$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$\prod_{k=0}^{n-1}\left(4\cos^2 3^k\theta-1\right)=\frac{\sin 3^n\theta}{\sin\theta}$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$4\cdot\frac{3}{4}-1=2=\frac{\sin 90^\circ}{\sin 30^\circ}$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when angles in a product go up by a fixed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look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$f(m\theta)/f(\theta)$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$\cos\theta=\frac{\sin 2\theta}{2\sin\theta}$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as above).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answer is the constant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$3^n\theta\equiv\theta\pmod{360^\circ}$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$81\cdot 9^\circ=729^\circ\equiv 9^\circ$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equation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real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 2x-2\sin^4 x-2\cos^2 x=\lambda$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real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$\left[-1,-\frac{1}{2}\right]$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$\left[-2,-\frac{3}{2}\right]$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$[-2,-1]$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$\left[-\frac{3}{2},-1\right]$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Range of trigonometric expressions reducible to a quadratic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everything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find the range of the resulting quadratic on that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everything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$t=\cos^2 x\in[0,1]$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find the range of the resulting quadratic on that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convert everything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$\lambda=\cos^2 2x-2\sin^4 x-2\cos^2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convert everything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$\lambda=\left(2\cos^2 x-1\right)^2-2\left(1-\cos^2 x\right)^2-2\cos^2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$=4\cos^4 x-4\cos^2 x+1-2\left(1-2\cos^2 x+\cos^4 x\right)-2\cos^2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$=2\cos^4 x-2\cos^2 x+1-2=2\cos^4 x-2\cos^2 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range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$=2\left[\cos^4 x-\cos^2 x-\frac{1}{2}\right]=2\left[\left(\cos^2 x-\frac{1}{2}\right)^2-\frac{3}{4}\right]$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 x\in[0,1]$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$\left(\cos^2 x-\frac{1}{2}\right)^2\in\left[0,\frac{1}{4}\right]$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$\lambda_{max}=2\left[\frac{1}{4}-\frac{3}{4}\right]=2\times\left(-\frac{2}{4}\right)=-1$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$\lambda_{min}=2\left[0-\frac{3}{4}\right]=-\frac{3}{2}$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$\left[-\frac{3}{2},-1\right]$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$\left[-\frac{3}{2},-1\right]$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instead: the linear terms cancel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$c=\cos 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instead: the linear terms cancel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$\lambda=\frac{c^2-3}{2}$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terms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 2x\in[-1,1]$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 x=\frac{1-c}{2}$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 x=\frac{1+c}{2}$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$\lambda=c^2-2\cdot\frac{(1-c)^2}{4}-2\cdot\frac{1+c}{2}=c^2-\frac{1-2c+c^2}{2}-1-c$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$=\frac{c^2}{2}-\frac{3}{2}$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terms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$\lambda\in\left[-\frac{3}{2},-1\right]$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$\left[-\frac{3}{2},-1\right]$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questions: reduce to one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record the exact interval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range of the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that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extreme values are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at the end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rather than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variable often removes the linear term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questions: reduce to one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record the exact interval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range of the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that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$f(t)=a(t-h)^2+k$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$[p,q]$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extreme values are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$h\in[p,q]$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at the end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rather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variable often removes the linear term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$\lambda=\frac{\cos^2 2x-3}{2}$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 x=\frac{(1-\cos 2x)^2}{4}$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 x=\frac{(1+\cos 2x)^2}{4}$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$S=\left\{x\in\left(-\frac{\pi}{2},\frac{\pi}{2}\right): 9^{1-\tan^2 x}+9^{\tan^2 x}=10\right\}$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$\beta=\sum_{x\in S}\tan^2\left(\frac{x}{3}\right)$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$\frac{1}{6}(\beta-14)^2$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Exponential equations reducible to quadratics, Trigonometric ratios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Exponential equations reducible to quadratics, Trigonometric ratios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$15^\circ$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equation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$y=9^{\tan^2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equation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$y^2-10y+9=0$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$\tan^2 x\in\{0,1\}$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$9^{1-\tan^2 x}+9^{\tan^2 x}=10\Rightarrow\frac{9}{y}+y=10$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$9^{\tan^2 x}=y$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$9+y^2=10y$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$y^2-10y+9=0$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$(y-1)(y-9)=0$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$9^{\tan^2 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$9^{\tan^2 x}=9$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$\left(-\frac{\pi}{2},\frac{\pi}{2}\right)$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x=0\Rightarrow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x=1\Rightarrow x=\frac{\pi}{4}$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x=-1\Rightarrow x=-\frac{\pi}{4}$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$\beta=\sum\tan^2\frac{x}{3}=\tan^2 0+\tan^2\frac{\pi}{12}+\tan^2\left(-\frac{\pi}{12}\right)=2\tan^2\frac{\pi}{12}$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$=2\left(2-\sqrt{3}\right)^2=2\left(7-4\sqrt{3}\right)$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$\beta=14-8\sqrt{3}\Rightarrow\frac{1}{6}(\beta-14)^2=\frac{1}{6}\cdot 192=32$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convex, so the two obvious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only ones.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$g(t)=9^{1-t}+9^t$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$t=\frac{1}{2}$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convex, so the two obvious roots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$t=0, 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only ones.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graph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sum of two convex exponentials, so it is convex; a convex function takes a value at most twice.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inspection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$t=\tan^2 x\ge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$g(t)=9^{1-t}+9^t$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$g(1-t)=g(t)$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graph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sum of two convex exponentials, so it is convex; a convex function takes a value at most twice.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inspection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$g(0)=9+1=10$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$g(1)=1+9=10$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 x\in\{0,1\}$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$S=\left\{0,\pm\frac{\pi}{4}\right\}$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$\beta=2\tan^2 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 15^\circ+\cot^2 15^\circ=(7-4\sqrt{3})+(7+4\sqrt{3})=14$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$\beta-14=\tan^2 15^\circ-\cot^2 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 15^\circ-\cot^2 15^\circ=-8\sqrt{3}$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$\frac{1}{6}(\beta-14)^2=\frac{192}{6}=32$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-values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 equally to a sum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count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Convex function + symmetry: once two roots are found by inspection there are no more.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$a^{k-t}+a^{t}=c$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$y^2-cy+a^k=0$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$y_1y_2=a^k$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-values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15^\circ=2-\sqrt{3}$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75^\circ=2+\sqrt{3}$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 15^\circ=7-4\sqrt{3}$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 15^\circ+\tan^2 75^\circ=14$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$\tan(-x)=-\tan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 equally to a 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count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Convex function + symmetry: once two roots are found by inspection there are no more.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$\sin^4\alpha+4\cos^4\beta+2=4\sqrt{2}\sin\alpha\cos\beta$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$\cos(\alpha+\beta)-\cos(\alpha-\beta)$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AM-GM inequality, Compound angle formulas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apply AM-GM to the four terms: equality forces each term to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$2=1+1$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apply AM-GM to the four terms: equality forces each term to be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GM for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g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equation says equality holds, so AM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GM: all four terms are equal,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$\sin^4\alpha+4\cos^4\beta+2=4\sqrt{2}\sin\alpha\cos\beta$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GM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$\sin^4\alpha, 4\cos^4\beta, 1,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$\frac{\sin^4\alpha+4\cos^4\beta+1+1}{4}\ge\sqrt[4]{\sin^4\alpha\cos^4\beta\cdot 1\cdot 1\cdot 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$\sin^4\alpha+4\cos^4\beta+2\ge 4\sqrt{2}\left|\sin\alpha\cos\beta\right|\ge 4\sqrt{2}\sin\alpha\cos\beta$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equation says equality holds, so AM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GM: all four terms are equal,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$\sin^4\alpha=4\cos^4\beta=1$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right side must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Either way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$\sin\alpha\ge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$\cos\beta=\pm\frac{1}{\sqrt{2}}$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right side must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$\cos\beta=\frac{1}{\sqrt{2}}$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Either way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$\sin\beta=\frac{1}{\sqrt{2}}$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$\cos(\alpha+\beta)-\cos(\alpha-\beta)=-2\sin\alpha\sin\beta$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$=-2\cdot 1\cdot\frac{1}{\sqrt{2}}=-\sqrt{2}$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$-\sqrt{2}$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Rewrite the condition as a sum of three squares equal to zero.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condition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square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$s=\sin\alpha, c=\cos\beta$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$(s^2-1)^2+(2c^2-1)^2+2(s-\sqrt{2}c)^2=s^4+4c^4+2-4\sqrt{2}sc$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$(s^2-1)^2+(2c^2-1)^2+2\left(s-\sqrt{2}c\right)^2=0$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square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$s=\sqrt{2}c$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$s\ge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$\cos\beta=\frac{1}{\sqrt{2}}$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$\alpha=\frac{\pi}{2}, \beta=\frac{\pi}{4}$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$\cos\frac{3\pi}{4}-\cos\frac{\pi}{4}=-\frac{1}{\sqrt{2}}-\frac{1}{\sqrt{2}}=-\sqrt{2}$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$-\sqrt{2}$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 with padding: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split constants into equal parts to match the right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equation of the form 'expression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AM-GM lower bound' forces all terms equal - it pins the variables down.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route: write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bound as a sum of squares; each square must vanish.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 with padding: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$a^4+b^4+1+1\ge 4|ab|$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$a^4=b^4=1$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split constants into equal parts to match the right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equation of the form 'expression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AM-GM lower bound' forces all terms equal - it pins the variables down.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route: write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bound as a sum of squares; each square must vanish.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$\cos(A+B)-\cos(A-B)=-2\sin A\sin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$\cos(A+B)+\cos(A-B)=2\cos A\cos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$1+\sin^4 x=\cos^2 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$x\in\left[-\frac{5\pi}{2},\frac{5\pi}{2}\right]$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equations solved by bounding both sides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left side is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right side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both must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left side is at least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right side at most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both must equal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L.H.S.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R.H.S.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L.H.S.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R.H.S.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L.H.S.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R.H.S.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$1+\sin^4 x=\cos^2 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L.H.S.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$=1+\sin^4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R.H.S.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$=\cos^2 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L.H.S.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R.H.S.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L.H.S.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R.H.S.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 3x=1$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automatically.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solutions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$\left(4\cos^2 x-3\right)^2\cos^2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3x=\cos x(4\cos^2 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$(4-3)^2\cdot 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automatically.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$\left[-\frac{5\pi}{2},\frac{5\pi}{2}\right]$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 \pm\pi, \pm 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solutions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Move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across: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is a sum of two squares equal to 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 3x$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across: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$1-\cos^2 3x=\sin^2 3x$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is a sum of two squares equal to 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terms are non-negative,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$1+\sin^4 x=\cos^2 3x\iff\sin^4 x+\left(1-\cos^2 3x\right)=0\iff\sin^4 x+\sin^2 3x=0$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terms are non-negative,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3x=0$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x=0\Rightarrow x=n\pi$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3x=\sin 3n\pi=0$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$x=n\pi\in\left[-\frac{5\pi}{2},\frac{5\pi}{2}\right]$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$n=-2,-1,0,1,2$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(bounding method).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non-negative terms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exposes such a sum.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$f(x)\ge k\ge 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$f(x)=g(x)\iff f(x)=g(x)=k$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(bounding method).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non-negative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$1-\cos^2 u=\sin^2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exposes such a sum.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x=0\Rightarrow\sin nx=0$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 nx=1$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$[-a,a]$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$2\lfloor a/\pi\rfloor+1$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$a=\frac{5\pi}{2}$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elements in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elements in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$S=\left\{\theta\in[0,2\pi]: 3\cos^4\theta-5\cos^2\theta-2\sin^6\theta+2=0\right\}$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equations by factorisation and counting solutions in an interval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factor out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$-5\cos^2\theta=-3\cos^2\theta-2\cos^2\theta$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$2-2\cos^2\theta=2\sin^2\theta$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factor 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$\sin^2\theta\cos^2\theta$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$3\cos^4\theta-5\cos^2\theta-2\sin^6\theta+2=0$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 3\cos^4\theta-3\cos^2\theta-2\cos^2\theta-2\sin^6\theta+2=0$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 3\cos^4\theta-3\cos^2\theta+2\sin^2\theta-2\sin^6\theta=0$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$2-2\cos^2\theta=2\sin^2\theta$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 3\cos^2\theta\left(\cos^2\theta-1\right)+2\sin^2\theta\left(1-\sin^4\theta\right)=0$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 -3\cos^2\theta\sin^2\theta+2\sin^2\theta\left(1+\sin^2\theta\right)\cos^2\theta=0$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$1-\sin^4\theta=\cos^2\theta(1+\sin^2\theta)$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3: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$\Rightarrow\sin^2\theta\cos^2\theta\left(2+2\sin^2\theta-3\right)=0\Rightarrow\sin^2\theta\cos^2\theta\left(2\sin^2\theta-1\right)=0$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$\theta\in\{0,\pi,2\pi\}$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$\theta\in\left\{\frac{\pi}{2},\frac{3\pi}{2}\right\}$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$\theta\in\left\{\frac{\pi}{4},\frac{3\pi}{4},\frac{5\pi}{4},\frac{7\pi}{4}\right\}$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$=3+2+4=9$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the cubic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$t=\sin^2\theta$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the cubic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$-t(t-1)(2t-1)=0$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$t=\sin^2\theta\in[0,1]$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$\cos^2\theta=1-t$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$3(1-t)^2-5(1-t)-2t^3+2=3-6t+3t^2-5+5t-2t^3+2=-2t^3+3t^2-t$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$-2t^3+3t^2-t=-t\left(2t^2-3t+1\right)=-t(t-1)(2t-1)$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$\sin^2\theta\in\left\{0,\frac{1}{2},1\right\}$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equation in even powers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factor that polynomial.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(both end points),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closed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remember the end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it changes the count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equation in even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$\sin\theta, 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factor that polynomial.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(both end points),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$\sin^2\theta=k\in(0,1)$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closed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remember the end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it changes the count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$1-\sin^4\theta=\cos^2\theta\left(1+\sin^2\theta\right)$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$1-\sin^6\theta=\cos^2\theta\left(1+\sin^2\theta+\sin^4\theta\right)$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real roots of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numbers. If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real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$(k+1)\tan^2 x-\sqrt{2}\lambda\tan x=(1-k)$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$k\,(\neq 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numbers.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$\tan^2(\alpha+\beta)=50$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$5\sqrt{2}$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$10\sqrt{2}$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Relation between roots and coefficients of a quadratic, Compound angle formula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Relation between roots and coefficients of a quadratic, Compound angle formula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$\tan(\alpha+\beta)$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roots of a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use their sum and product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$\tan\alpha, \tan\beta$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roots of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use their sum and product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$\tan(\alpha+\beta)$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$(k+1)\tan^2 x-\sqrt{2}\lambda\tan x+(k-1)=0$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$\tan\alpha, \tan\beta$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$\tan\alpha+\tan\beta=\frac{\sqrt{2}\lambda}{k+1}$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$\tan\alpha\tan\beta=\frac{k-1}{k+1}$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$\tan(\alpha+\beta)=\frac{\tan\alpha+\tan\beta}{1-\tan\alpha\tan\beta}=\frac{\frac{\sqrt{2}\lambda}{k+1}}{1-\frac{k-1}{k+1}}=\frac{\frac{\sqrt{2}\lambda}{k+1}}{\frac{2}{k+1}}=\frac{\lambda}{\sqrt{2}}$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$\tan^2(\alpha+\beta)=50=\frac{\lambda^2}{2}$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$\Rightarrow\lambda^2=100\Rightarrow\lambda=\pm 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two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$\sec^2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2x+\frac{\lambda}{\sqrt{2}}\sin 2x=k$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two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$a\cos\phi+b\sin\phi=k$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$\tan\frac{\phi_1+\phi_2}{2}=\frac{b}{a}$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$(k+1)\sin^2 x-\sqrt{2}\lambda\sin x\cos x+(k-1)\cos^2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$k\left(\sin^2 x+\cos^2 x\right)-\left(\cos^2 x-\sin^2 x\right)-\frac{\lambda}{\sqrt{2}}\sin 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2x+\frac{\lambda}{\sqrt{2}}\sin 2x=k$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2x+\frac{\lambda}{\sqrt{2}}\sin 2x=R\cos(2x-\delta)$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$\tan\delta=\frac{\lambda}{\sqrt{2}}$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different roots),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$2\alpha-\delta=\gamma+2m\pi$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$2\beta-\delta=-\gamma+2n\pi$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different roots),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$\alpha+\beta=\delta+(m+n)\pi$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$\tan(\alpha+\beta)=\tan\delta=\frac{\lambda}{\sqrt{2}}$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$\frac{\lambda^2}{2}=50$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$\lambda=\pm 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solutions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differing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Remember to keep the sign: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choose the value offered in the options.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$\tan\alpha, \tan\beta$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$at^2+bt+c=0$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$\tan(\alpha+\beta)=\frac{-b}{a-c}$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$\frac{\sqrt{2}\lambda}{2}$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$at^3+bt^2+ct+d=0$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$\tan(\alpha+\beta+\gamma)=\frac{-b/a+d/a}{1-c/a}=\frac{d-b}{a-c}$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$\phi_1, \phi_2$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$a\cos\phi+b\sin\phi=k$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differing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$\tan\frac{\phi_1+\phi_2}{2}=\frac{b}{a}$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Remember to keep the sign: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choose the value offered in the options.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$96\cos\frac{\pi}{33}\cos\frac{2\pi}{33}\cos\frac{4\pi}{33}\cos\frac{8\pi}{33}\cos\frac{16\pi}{33}$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Product of cosines with angles in geometric progression (doubling)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and 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repeatedly.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and 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$2\sin x\cos x=\sin 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repeatedly.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and 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applying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five times: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$\frac{\pi}{33}=A$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$96\cos A\cos 2A\cos 2^2A\cos 2^3A\cos 2^4A$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and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$2^5\sin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applying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x\cos x=\sin 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five times: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$=96\frac{\sin 2^5A}{2^5\sin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33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$=\frac{96\sin\frac{32\pi}{33}}{32\sin\frac{\pi}{33}}=\frac{96\sin\left(\pi-\frac{\pi}{33}\right)}{32\sin\frac{\pi}{33}}$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$=\frac{96\sin\frac{\pi}{33}}{32\sin\frac{\pi}{33}}=3$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$z=e^{i\pi/33}$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$2\cos 2^kA=z^{2^k}+z^{-2^k}$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$(w-w^{-1})(w+w^{-1})=w^2-w^{-2}$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$z=e^{i\pi/33}$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2^k A=z^{2^k}+z^{-2^k}$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$z-z^{-1}=2i\sin\frac{\pi}{33}\neq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$(z-z^{-1})(z+z^{-1})=z^2-z^{-2}$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$(z^2-z^{-2})(z^2+z^{-2})=z^4-z^{-4}$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sup>
                            </m:sSup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product of cosines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$\prod_{k=0}^{4}\left(z^{2^k}+z^{-2^k}\right)=\frac{z^{32}-z^{-32}}{z-z^{-1}}=\frac{2i\sin\frac{32\pi}{33}}{2i\sin\frac{\pi}{33}}=1$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$2^5\prod\cos 2^kA=1$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product of cosines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$96\cdot\frac{1}{32}=3$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Watch for angles not exactly doubling (e.g.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first convert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A\cos 2A\cos 4A\cdots\cos 2^{n-1}A=\frac{\sin 2^nA}{2^n\sin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A\neq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$A=\frac{\pi}{2^n+1}$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$A=\frac{\pi}{2^n-1}$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$-\frac{1}{2^n}$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$A=\frac{\pi}{5}$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36^\circ\cos 72^\circ=\frac{1}{4}$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$33=2^5+1$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Watch for angles not exactly doubling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$\cos\frac{\pi}{7}\cos\frac{3\pi}{7}\cos\frac{5\pi}{7}$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first convert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$\cos(\pi-x)=-\cos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of the equation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$\log_{\cos x}\cot x+4\log_{\sin x}\tan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$\sin^{-1}\left(\frac{\alpha+\sqrt{\beta}}{2}\right)$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Logarithms: change of base, Trigonometric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 common base,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equation becomes the perfect square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 common base,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$a=\log\sin x, b=\log\cos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equation becomes the perfect square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$(a-2b)^2=0$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Changing to a common base: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simplifying: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$\log_{\cos x}\cot x+4\log_{\sin x}\tan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Changing to a common base: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$\frac{\log\cos x-\log\sin x}{\log\cos x}+4\frac{\left(\log\sin x-\log\cos x\right)}{\log\sin 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$\log\sin x\log\cos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simplifying: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$(\log\sin x)^2-4(\log\sin x)(\log\cos x)+4(\log\cos x)^2=0$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$(\log\sin x-2\log\cos x)^2=0$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$\log\sin x=2\log\cos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x=\cos^2 x=1-\sin^2 x\Rightarrow\sin^2 x+\sin 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x=\frac{-1\pm\sqrt{5}}{2}$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x=\frac{-1+\sqrt{5}}{2}$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$x=\sin^{-1}\left(\frac{-1+\sqrt{5}}{2}\right)$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$\alpha=-1, \beta=5$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one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one variable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$t=\log_{\cos x}\sin 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$\log_{\sin x}\cos x=\frac{1}{t}$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equation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$t+\frac{4}{t}=4$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bases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$t=\log_{\cos x}\sin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bases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$\log_{\sin x}\cos x=\frac{1}{t}$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$\log_{\cos x}\cot x=\log_{\cos x}\cos x-\log_{\cos x}\sin x=1-t$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$\log_{\sin x}\tan x=1-\log_{\sin x}\cos x=1-\frac{1}{t}$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$1-t+4-\frac{4}{t}=1\iff t+\frac{4}{t}=4\iff(t-2)^2=0\iff 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x=\cos^2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x=\frac{-1+\sqrt{5}}{2}$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$\alpha=-1, \beta=5$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equations in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sum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(golden-ratio value).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logs to these bases need no sign casework.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 b\cdot\log_b 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$\neq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equations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$\log_b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$t+\frac{k^2}{t}\ge 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sum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$t+\frac{4}{t}=4$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x=\cos^2 x\Rightarrow\sin x=\frac{\sqrt{5}-1}{2}$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18^\circ$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(golden-ratio value).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x, \cos 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logs to these bases need no sign casework.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$0&lt;x,y&lt;\pi$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x+\cos y-\cos(x+y)=\frac{3}{2}$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$\frac{1+\sqrt{3}}{2}$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$\frac{\sqrt{3}}{2}$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$\frac{1-\sqrt{3}}{2}$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Sum-to-product transformations and extreme values of trigonometric expressions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terms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left side is at most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forces the equality case.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$\cos\frac{x+y}{2}$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left side is at most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$\frac{3}{2}$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forces the equality case.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positive.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x+\cos y-\cos(x+y)=\frac{3}{2}$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$2\cos\frac{x+y}{2}\cos\frac{x-y}{2}-2\cos^2\frac{x+y}{2}+1=\frac{3}{2}$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$2\cos\frac{x+y}{2}\left[\cos\frac{x-y}{2}-\cos\frac{x+y}{2}\right]=\frac{1}{2}$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$2\cos\frac{x+y}{2}\cdot 2\sin\frac{x}{2}\sin\frac{y}{2}=\frac{1}{2}$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$0&lt;x,y&lt;\pi$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$\sin\frac{y}{2}$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$\cos\frac{x+y}{2}$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positive.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(1) the right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$1\ge\cos\frac{x-y}{2}$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$2\cos\frac{x+y}{2}\ge 2\cos\frac{x+y}{2}\cos\frac{x-y}{2}$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$\cos\frac{x+y}{2}&gt;0$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$2\cos\frac{x+y}{2}-2\cos^2\frac{x+y}{2}+1\ge 2\cos\frac{x+y}{2}\cos\frac{x-y}{2}-2\cos^2\frac{x+y}{2}+1$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(1)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$2\cos\frac{x+y}{2}-2\cos^2\frac{x+y}{2}+1\ge\frac{3}{2}$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$\Rightarrow\left(2\cos\frac{x+y}{2}-1\right)^2\le 0\Rightarrow\cos\frac{x+y}{2}=\frac{1}{2}\Rightarrow\frac{x+y}{2}=\frac{\pi}{3}$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$2\cos\frac{\pi}{3}\cos\frac{x-y}{2}-2\cos^2\frac{\pi}{3}+1=\frac{3}{2}\Rightarrow\cos\frac{x-y}{2}=1\Rightarrow 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y=\frac{\sqrt{3}}{2}+\frac{1}{2}=\frac{1+\sqrt{3}}{2}$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$\frac{1+\sqrt{3}}{2}$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(1) as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real root needs a non-negative discriminant, which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(1) as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$u=\cos\frac{x+y}{2}$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real root needs a non-negative discriminant, which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$\cos\frac{x-y}{2}=1$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(1)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so the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$u=\cos\frac{x+y}{2}$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$v=\cos\frac{x-y}{2}$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(1)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$2uv-2u^2+1=\frac{3}{2}$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$4u^2-4uv+1=0$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so the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$16v^2-16\ge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$v^2\ge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$v^2\le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$0&lt;x,y&lt;\pi$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$\frac{x-y}{2}\in\left(-\frac{\pi}{2},\frac{\pi}{2}\right)$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$4u^2-4u+1=0$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$\frac{x+y}{2}=\frac{\pi}{3}$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y=\frac{\sqrt{3}}{2}+\frac{1}{2}=\frac{1+\sqrt{3}}{2}$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$\frac{1+\sqrt{3}}{2}$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triangle,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only for the equilateral triangle.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(discriminant argument above).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maximum' questions: write it as a quadratic in one cosine and use discriminant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force the extreme case.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triangle, equality iff equilateral.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$C=\pi-(x+y)$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A+\cos B+\cos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triangle,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A+\cos B+\cos C\le\frac{3}{2}$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only for the equilateral triangle.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x+\cos y-\cos(x+y)\le\frac{3}{2}$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(discriminant argument above).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maximum' questions: write it as a quadratic in one cosine and use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force the extreme case.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A+\sin B+\sin C\le\frac{3\sqrt{3}}{2}$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triangle, equality iff equilateral.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Integer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Q16 – Q18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figure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rectangle: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base,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produced beyond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largest, then the perimeter (in unit)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figure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$ABDC$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rectangle: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base,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produced beyond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CDE=90^\circ$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$\theta_1=\angle CBA$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$\theta_2=\angle ECD$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$\theta_1+\theta_2=\frac{\pi}{2}$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$\sqrt{3}(BE)=4(AB)$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CAB$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$2\sqrt{3}-3$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$\frac{\theta_2}{\theta_1}$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largest, then the perimeter (in unit)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CED$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800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ratios of complementary angles in right-angled triangles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$AB=CD$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$AC=BD$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$\tan\theta_1+\tan\theta_2=\frac{BE}{AB}=\frac{4}{\sqrt{3}}$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$\tan\theta_1\tan\theta_2=1$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$AB=CD=a$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$\tan\theta_1=\frac{AC}{AB}$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$\tan\theta_2=\frac{DE}{CD}=\frac{BE-AC}{AB}$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$\tan\theta_2=\frac{4}{\sqrt{3}}-\tan\theta_1\Rightarrow\tan\theta_1+\tan\theta_2=\frac{4}{\sqrt{3}}$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$\theta_1+\theta_2=\frac{\pi}{2}\Rightarrow\tan\theta_1\tan\theta_2=1$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$\tan\theta_1=x$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$\tan\theta_2=y$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$x+y=\frac{4}{\sqrt{3}}$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$x+\frac{1}{x}=\frac{4}{\sqrt{3}}$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$\sqrt{3}x^2-4x+\sqrt{3}=0$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correspondingly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Perimeter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$\sqrt{3}x\left(x-\sqrt{3}\right)-1\left(x-\sqrt{3}\right)=0\Rightarrow x=\sqrt{3}$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$x=\frac{1}{\sqrt{3}}$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correspondingly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$y=\frac{1}{\sqrt{3}}$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$\frac{\theta_2}{\theta_1}$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$\theta_2=60^\circ$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$\tan\theta_1=\frac{1}{\sqrt{3}}$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$AC=\frac{a}{\sqrt{3}}$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CAB=\frac{1}{2}\cdot a\cdot\frac{a}{\sqrt{3}}=\frac{a^2}{2\sqrt{3}}=2\sqrt{3}-3\Rightarrow a^2=12-6\sqrt{3}=\left(3-\sqrt{3}\right)^2$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$a=3-\sqrt{3}$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CED$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$\theta_2=60^\circ$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$DE=a\sqrt{3}$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$=a+a\sqrt{3}+2a=a\left(3+\sqrt{3}\right)=\left(3-\sqrt{3}\right)\left(3+\sqrt{3}\right)=6$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once; then scale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triangle.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$\tan\theta+\cot\theta=\frac{2}{\sin 2\theta}$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2\theta_1=\frac{\sqrt{3}}{2}$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once; then scale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triangle.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(1) reads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sides in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$\theta_2=90^\circ-\theta_1$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(1)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$\tan\theta_1+\cot\theta_1=\frac{4}{\sqrt{3}}$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$\frac{2}{\sin 2\theta_1}=\frac{4}{\sqrt{3}}$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2\theta_1=\frac{\sqrt{3}}{2}$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$\frac{\theta_2}{\theta_1}$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$\theta_1=30^\circ, \theta_2=60^\circ$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CAB=\frac{1}{2}AB^2\tan 30^\circ=\frac{AB^2}{2\sqrt{3}}$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CED$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$CD=AB$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sides in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$1:\sqrt{3}:2$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Perimeter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perimeter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Perimeter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$=(3+\sqrt{3})AB$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$AB^2=2\sqrt{3}(2\sqrt{3}-3)=12-6\sqrt{3}$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perimeter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$^2=(12+6\sqrt{3})(12-6\sqrt{3})=144-108=36$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 the sides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perimeter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shortest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Figure questions: name equal lengths first (opposite sides of a rectangle), then convert every given length into tangents of the marked angles.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$\tan\theta+\cot\theta=\frac{2}{\sin 2\theta}=2\,\mathrm{cosec}\,2\theta$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$\cot\theta-\tan\theta=2\cot 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$A+B=\frac{\pi}{2}\Rightarrow\tan A\tan 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$A+B=\frac{\pi}{4}\Rightarrow(1+\tan A)(1+\tan B)=2$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 the sides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$1:\sqrt{3}:2$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perimeter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$=(3+\sqrt{3})\times$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shortest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Figure questions: name equal lengths first (opposite sides of a rectangle), then convert every given length into tangents of the marked angles.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$S=\left\{\theta\in[0,2\pi): \tan(\pi\cos\theta)+\tan(\pi\sin\theta)=0\right\}$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$\sum_{\theta\in S}\sin^2\left(\theta+\frac{\pi}{4}\right)$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General solution of tangent equations with domain restrictions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A=\tan(-B)\Rightarrow A=n\pi-B$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$\sin\theta+\cos\theta=n$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$|n|\le\sqrt{2}$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possible values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$\tan(\pi\cos\theta)+\tan(\pi\sin\theta)=0$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$\tan(\pi\cos\theta)=-\tan(\pi\sin\theta)=\tan(-\pi\sin\theta)$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$\pi\cos\theta=n\pi-\pi\sin\theta$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$\sin\theta+\cos\theta\in\left[-\sqrt{2},\sqrt{2}\right]$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possible 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$n=-1, 0,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all six values both tangents are defined,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$\theta=0, 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$\theta=\frac{3\pi}{4}, \frac{7\pi}{4}$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$\theta=\pi, 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all six values both tangents are defined,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$\cos\theta,\sin\theta\neq\pm\frac{1}{2}$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$\sum_{\theta\in S}\sin^2\left(\theta+\frac{\pi}{4}\right)=4\left(\frac{1}{2}\right)+2(0)=2$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work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throughout.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A+\tan B=\frac{\sin(A+B)}{\cos A\cos 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$\sin\left(\pi\sqrt{2}\sin\left(\theta+\frac{\pi}{4}\right)\right)=0$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work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$\sin\left(\theta+\frac{\pi}{4}\right)$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throughout.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A+\tan B=\frac{\sin(A+B)}{\cos A\cos B}=0\iff\sin(A+B)=0$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A,\cos B\neq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$\sin\left(\pi(\sin\theta+\cos\theta)\right)=0$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$\sqrt{2}\sin\left(\theta+\frac{\pi}{4}\right)=n\in\{-1,0,1\}$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$\sin^2\left(\theta+\frac{\pi}{4}\right)=\frac{n^2}{2}$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$n=\pm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with defined tangents).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$\sin\left(\theta+\frac{\pi}{4}\right)=\frac{1}{\sqrt{2}}, -\frac{1}{\sqrt{2}},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with defined tangents).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$=2\cdot\frac{1}{2}+2\cdot\frac{1}{2}+2\cdot 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defined); always check the excluded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 exactly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test candidate solutions against this.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A+\tan B=\frac{\sin(A+B)}{\cos A\cos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A-\tan B=\frac{\sin(A-B)}{\cos A\cos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A=\tan B\iff A=n\pi+B$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defined); always check the excluded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$\sin\theta+\cos\theta=\sqrt{2}\sin\left(\theta+\frac{\pi}{4}\right)\in\left[-\sqrt{2},\sqrt{2}\right]$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$\tan(\pi\cos\theta)$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$\cos\theta=\pm\frac{1}{2}$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test candidate solutions against this.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$\frac{\sqrt{2}\sin\alpha}{\sqrt{1+\cos 2\alpha}}=\frac{1}{7}$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$\sqrt{\frac{1-\cos 2\beta}{2}}=\frac{1}{\sqrt{10}}$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$\tan(\alpha+2\beta)$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57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Half-angle formulas and tangent of compound angles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 the data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$1+\cos 2\alpha=2\cos^2\alpha$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$\frac{1-\cos 2\beta}{2}=\sin^2\beta$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 the data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$\frac{\sqrt{2}\sin\alpha}{\sqrt{1+\cos 2\alpha}}=\frac{1}{7}$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$\frac{\sqrt{2}\sin\alpha}{\sqrt{2}\cos\alpha}=\frac{1}{7}\Rightarrow\tan\alpha=\frac{1}{7}$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$\sqrt{\frac{1-\cos 2\beta}{2}}=\frac{1}{\sqrt{10}}$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$\sin\beta=\frac{1}{\sqrt{10}}$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$\tan\beta=\frac{1}{3}$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$\cos\beta=\frac{3}{\sqrt{10}}$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2\beta=\frac{2\cdot\frac{1}{3}}{1-\frac{1}{9}}=\frac{3}{4}$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$\tan(\alpha+2\beta)=\frac{\tan\alpha+\tan 2\beta}{1-\tan\alpha\tan 2\beta}=\frac{\frac{1}{7}+\frac{3}{4}}{1-\frac{1}{7}\times\frac{3}{4}}$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$\tan(\alpha+2\beta)=\frac{25/28}{25/28}=1$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Angles add when complex numbers multiply: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Angles add when complex numbers multiply: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$\arg\left[(7+i)(3+i)^2\right]=\alpha+2\beta$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acute,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$\tan\alpha=\frac{1}{7}$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$\tan\beta=\frac{1}{3}$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acute,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$\alpha=\arg(7+i)$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$\beta=\arg(3+i)$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$(3+i)^2=9+6i-1=8+6i$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$(7+i)(8+6i)=56+42i+8i-6=50+50i$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$\tan(\alpha+2\beta)=\frac{50}{50}=1$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$\alpha+2\beta=\frac{\pi}{4}$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sign comes from the quadrant.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sums of such angles are arguments of products.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Known: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angle).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$\sqrt{\frac{1-\cos 2x}{2}}=|\sin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$\sqrt{\frac{1+\cos 2x}{2}}=|\cos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sign comes from the quadrant.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A=\frac{b}{a}$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$A=\arg(a+ib)$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sums of such angles are arguments of products.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Known: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$\tan^{-1}\frac{1}{7}+2\tan^{-1}\frac{1}{3}=\frac{\pi}{4}$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$\tan^{-1}\frac{1}{2}+\tan^{-1}\frac{1}{3}=\frac{\pi}{4}$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2\beta=\frac{2\tan\beta}{1-\tan^2\beta}$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$\tan\beta=\frac{1}{3}$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angle).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1.83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18 questions, 72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QB 02 Trigonometry 01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1.83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