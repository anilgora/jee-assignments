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9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Sheet1!$A$2:$A$21</c:f>
              <c:strCache>
                <c:ptCount val="20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  <c:pt idx="19">
                  <c:v>Q20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3.0</c:v>
                </c:pt>
                <c:pt idx="1">
                  <c:v>2.0</c:v>
                </c:pt>
                <c:pt idx="2">
                  <c:v>1.0</c:v>
                </c:pt>
                <c:pt idx="3">
                  <c:v>2.0</c:v>
                </c:pt>
                <c:pt idx="4">
                  <c:v>2.0</c:v>
                </c:pt>
                <c:pt idx="5">
                  <c:v>2.0</c:v>
                </c:pt>
                <c:pt idx="6">
                  <c:v>3.0</c:v>
                </c:pt>
                <c:pt idx="7">
                  <c:v>2.0</c:v>
                </c:pt>
                <c:pt idx="8">
                  <c:v>2.0</c:v>
                </c:pt>
                <c:pt idx="9">
                  <c:v>2.0</c:v>
                </c:pt>
                <c:pt idx="10">
                  <c:v>2.0</c:v>
                </c:pt>
                <c:pt idx="11">
                  <c:v>2.0</c:v>
                </c:pt>
                <c:pt idx="12">
                  <c:v>2.0</c:v>
                </c:pt>
                <c:pt idx="13">
                  <c:v>1.0</c:v>
                </c:pt>
                <c:pt idx="14">
                  <c:v>2.0</c:v>
                </c:pt>
                <c:pt idx="15">
                  <c:v>1.0</c:v>
                </c:pt>
                <c:pt idx="16">
                  <c:v>3.0</c:v>
                </c:pt>
                <c:pt idx="17">
                  <c:v>3.0</c:v>
                </c:pt>
                <c:pt idx="18">
                  <c:v>2.0</c:v>
                </c:pt>
                <c:pt idx="19">
                  <c:v>2.0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working writes the first point of the line as $\left(-\frac{22}{7},4\right)$, but the question (and the line $7x-3y+10=0$ the PDF uses afterwards) needs $\left(-\frac{22}{7},-4\right)$; the sign typo is corrected. Everything else, including the answer 2,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$A\left(\frac12,1\right)$; for $t_1=\frac12$, $A=(t_1^2,2t_1)=\left(\frac14,1\right)$. The PDF's $D\left(\frac14,-1\right)$ and the final area $\frac{75}{4}$ are correct and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JEE Main Question Bank – Coordinate Geometry 04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Circle and Parabola (PDF Q61–Q80, numbered 1–20)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values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two distinct chords drawn from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629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bisects two distinct chords drawn from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$P\left(\frac{1+a}{2},\frac{1-a}{2}\right)$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$2x^2+2y^2-(1+a)x-(1-a)y=0$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$(2,12]$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71695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Chord with given midpoint and circle, Discriminant condition for real roots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midpoint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exists once per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demand two distinct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chord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midpoint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$(\lambda,-\lambda)$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exists once per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demand two distinct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midpoint of a chord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end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λ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$x^2+y^2-\frac{1+a}{2}x-\frac{1-a}{2}y=0$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$\frac{1+a}{2}=\alpha,\ \frac{1-a}{2}=\beta$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circle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$x^2+y^2-\alpha x-\beta 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midpoint of a chord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$(\lambda,-\lambda)$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other end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$Q(2\lambda-\alpha,\,-2\lambda-\beta)$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$(2\lambda-\alpha)^2+(-2\lambda-\beta)^2-\alpha(2\lambda-\alpha)-\beta(-2\lambda-\beta)=0$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$4\lambda^2+3(\beta-\alpha)\lambda+(\alpha^2+\beta^2)=0$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distinct chords correspond to two distinct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λ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distinct chords correspond to two distinct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$\lambda$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$9(\beta-\alpha)^2-4(4)(\alpha^2+\beta^2)&gt;0$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$\beta-\alpha=-a$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$\alpha^2+\beta^2=\frac{1+a^2}{2}$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$9a^2-16\left(\frac{1+a^2}{2}\right)&gt;0$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$9a^2-8-8a^2&gt;0\Rightarrow a^2&gt;8$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$a^2\in(8,\infty)$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$(8,\infty)$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Midpoints of chords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cut that circle at two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Midpoints of chords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lie on the circle with diameter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line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must cut that circle at two points.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any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circle has centre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$x^2+y^2-\alpha x-\beta 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$C\left(\frac{\alpha}{2},\frac{\beta}{2}\right)$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$\frac{\sqrt{\alpha^2+\beta^2}}{2}$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any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$CM\perp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CMP=90^\circ$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That circle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$\left(\frac{3\alpha}{4},\frac{3\beta}{4}\right)$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$R=\frac{\sqrt{\alpha^2+\beta^2}}{4}$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with midpoint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for each intersection point of this circle with the line;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 the line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we need two intersection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centre from the line: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intersections: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set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chord with midpoint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exists for each intersection point of this circle with the line;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on the line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we need two intersection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the centre from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$\frac{|3\alpha+3\beta|}{4\sqrt2}=\frac{3}{4\sqrt2}$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intersections: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$\frac{3}{4\sqrt2}&lt;\frac{\sqrt{\alpha^2+\beta^2}}{4}\Rightarrow\frac{9}{2}&lt;\alpha^2+\beta^2=\frac{1+a^2}{2}$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$a^2&gt;8$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same 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$(8,\infty)$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$(8,\infty)$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midpoints of all chords of a circle through a fixed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 lie on the 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centre of the given 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with midpoint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equation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existence for a given midpoint is a quadratic/discriminant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chords bisected by a line = number of intersection points of the line with the midpoint-circle.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midpoints of all chords of a circle through a fixed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it lie on the 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centre of the given circle).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with midpoint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$T=S_1$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its existence for a given midpoint is a quadratic/discriminant condition.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Number of chords bisected by a line = number of intersection points of the line with the midpoint-circle.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$\frac{3}{4\sqrt2}$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$\frac{\sqrt{(1+a^2)/2}}{4}$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Q02 – 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absolute difference between the squares of the radii of the two circles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absolute difference between the squares of the radii of the two circles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$(-9,4)$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touching 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Circles touching two lines,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lines are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so 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two lines are symmetric about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-axis, so the centre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$r=\frac{|a-3|}{\sqrt2}$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 symmetric about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angle containing the negative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the centre is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= distance from the centre to a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$x-y=3$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are symmetric about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$(-9,4)$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angle containing the negative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the centre is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= distance from the centre to a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$r=\left|\frac{a-0-3}{\sqrt2}\right|$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$(x-a)^2+y^2=\left(\frac{a-3}{\sqrt2}\right)^2$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$(-9,4)$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$2\left(a^2+18a+81+16\right)=a^2-6a+9$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37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$a^2+42a+185=0\Rightarrow(a+37)(a+5)=0\Rightarrow a=-37,\,-5$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$r_1=\left|\frac{-37-3}{\sqrt2}\right|=20\sqrt2$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$r_2=\left|\frac{-5-3}{\sqrt2}\right|=4\sqrt2$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$\left|r_1^2-r_2^2\right|=|800-32|=768$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768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solve for the centres: use Vieta's sum and difference of the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Do not solve for the centres: use Vieta's sum and difference of the roots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$a_1,a_2$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$r_1^2-r_2^2$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185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1764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740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1024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48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768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$a_1,a_2$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$a^2+42a+185=0$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$a_1+a_2=-42$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$a_1a_2=185$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$|a_1-a_2|=\sqrt{(a_1+a_2)^2-4a_1a_2}=\sqrt{1764-740}=\sqrt{1024}=32$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$r_1^2-r_2^2=\frac{(a_1-3)^2-(a_2-3)^2}{2}=\frac{(a_1-a_2)(a_1+a_2-6)}{2}$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$=\frac{(a_1-a_2)(-48)}{2}=-24(a_1-a_2)$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$\left|r_1^2-r_2^2\right|=24\times32=768$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768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a circle touching two intersecting lines lies on a bisector of the angle between them;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bisectors are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tangent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 removes the modulus and yields a quadratic whose two roots are the two circles.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functions of the roots (Vieta) often give the asked quantity without finding the roots: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𝐷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a circle touching two intersecting lines lies on a bisector of the angle between them;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$x\pm 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bisectors are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tangent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$r=\frac{|a-3|}{\sqrt2}$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squaring removes the modulus and yields a quadratic whose two roots are the two circles.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Symmetric functions of the roots (Vieta) often give the asked quantity without finding the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$|a_1-a_2|=\frac{\sqrt D}{|A|}$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circle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circle touches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distance from the origin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$(x-\alpha)^2+(y-\beta)^2=50$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circle touches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$y+x=0$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distance from the origin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Tangent to a circle, Distance of a point from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Tangency means the distance from the centre to the line equals the radius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Tangency means the distance from the centre to the line equals the radius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$\sqrt{50}$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touches the circle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$S:(x-\alpha)^2+(y-\beta)^2=50$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$r=\sqrt{50}=5\sqrt2$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touches the circle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line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$CP=r$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$\frac{|\alpha+\beta|}{\sqrt2}=5\sqrt2$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(Check: the data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needed, but it is consistent: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$|\alpha+\beta|=10$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$(\alpha+\beta)^2=100$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(Check: the data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$OP=4\sqrt2$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needed, but it is consistent: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$OC^2=OP^2+r^2=82=\alpha^2+\beta^2$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given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locate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line, then step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the normal direction to reach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given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$OP=4\sqrt2$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locate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line, then step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the normal direction to reach the centre.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line, i.e. along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$P=(4,-4)$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the line, i.e. along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$\pm(1,1)/\sqrt2$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$r=5\sqrt2$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$C=P\pm5(1,1)$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$P=(4,-4)$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$C=(9,1)$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$P=(-4,4)$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$C=(1,9)$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$(-9,-1)$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centre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both cases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(both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both cases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$(\alpha+\beta)^2=100$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100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touches a circle iff the distance of the centre from the line equals the radius; the contact point is the foot of the perpendicular from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angle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unit normal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acc>
                      <m:accPr>
                        <m:chr m:val="̂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acc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 tangent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touches a circle iff the distance of the centre from the line equals the radius; the contact point is the foot of the perpendicular from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$OC^2=OP^2+r^2$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(right angle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unit normal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$\hat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centre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$C=P\pm r\hat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the tangent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$(\alpha+\beta)^2=2r^2$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two diameters of a circle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joining the points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circle at only one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two diameters of a circle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line joining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$\left(-\frac{22}{7},-4\right)$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$\left(-\frac{1}{7},3\right)$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circle at only one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$17\beta-\alpha$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Diameters and centre of a circle, Tangent to a circle at a point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Meeting the circle at one point makes the line a tangent, so the radius is the centre-to-line distance.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diameters meet at the centre: solving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meets the circle at one point only, so it is a tangent; radius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58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58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diameters meet at the centre: 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$2x-3y=5$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$3x-4y=7$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line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$\left(-\frac{22}{7},-4\right)$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$\left(-\frac17,3\right)$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$y=\frac73x+\frac{10}{3}$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$7x-3y+10=0$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meets the circle at one point only, so it is a tangent;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it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$=\frac{|7+3+10|}{\sqrt{58}}=\frac{20}{\sqrt{58}}$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the same line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142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$(x-1)^2+(y+1)^2=\frac{400}{58}$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$x^2+y^2-2x+2y-\frac{142}{29}=0$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Tangent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 x+\beta y-(\alpha+x)+(\beta+y)-\frac{142}{29}=0$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$(\alpha-1)x+(\beta+1)y-\alpha+\beta-\frac{142}{29}=0$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is the same line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$7x-3y+10=0$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$\frac{\alpha-1}{7}=\frac{\beta+1}{-3}=\frac{-\alpha+\beta-\frac{142}{29}}{10}$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$\alpha=-\frac{41}{29},\ \beta=\frac{1}{29}$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$17\beta-\alpha=\frac{17}{29}+\frac{41}{29}=2$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 of contact is the foot of the perpendicular from the centre: move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the normal direction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point of contact is the foot of the perpendicular from the centre: move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the normal direction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$(7,-3)$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tangent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single-intersection condition).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to the point of contact is perpendicular to the tangent,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tangent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$7x-3y+10=0$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single-intersection condition).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radius to the point of contact is perpendicular to the tangent,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$P=C+t(7,-3)=(1+7t,\,-1-3t)$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on the 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$7(1+7t)-3(-1-3t)+10=0\Rightarrow58t+20=0\Rightarrow t=-\frac{10}{29}$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30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radius is never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$P=\left(1-\frac{70}{29},\,-1+\frac{30}{29}\right)=\left(-\frac{41}{29},\frac{1}{29}\right)$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radius is never needed.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$17\beta-\alpha=\frac{17+41}{29}=2$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meeting a circle at exactly one point is a tangent, and the contact point is the foot of the perpendicular from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29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a circle is the intersection of any two of its diameters.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meeting a circle at exactly one point is a tangent, and the contact point is the foot of the perpendicular from the centre.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$(x_1,y_1)-\frac{ax_1+by_1+c}{a^2+b^2}(a,b)$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$C-\frac{20}{58}(7,-3)=\left(-\frac{41}{29},\frac1{29}\right)$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of a circle is the intersection of any two of its diameters.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two circles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angle between the two radii (one to each circle) drawn from one of the intersection points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63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8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length of the common chord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6156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two circles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$C_1:x^2+y^2=25$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$C_2:(x-\alpha)^2+y^2=16$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$\alpha\in(5,9)$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angle between the two radii (one to each circle) drawn from one of the intersection points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$\sin^{-1}\left(\frac{\sqrt{63}}{8}\right)$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length of the common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$(\alpha\beta)^2$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7032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Angle between two circles, Common chord of two circles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triangle with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cosine rule; the chord is twice the height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triangle with sides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$5,4,\alpha$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cosine rule; the chord is twice the height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centres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intersection point;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Cosine rule: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acute (principal value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$C(\alpha,0)$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centres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 intersection point;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Cosine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$\cos\theta=\frac{25+16-\alpha^2}{40}$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$\sin\theta=\frac{\sqrt{63}}{8}$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acute (principal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$\frac18=\frac{41-\alpha^2}{40}\Rightarrow\alpha^2=36\Rightarrow\alpha=6$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chord (subtract the circle equations):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15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chord (subtract the circle equations):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 x=\alpha^2+9$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$x=\frac{15}{4}$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$AM=\frac{15}{4}$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$MP^2=25-\left(\frac{15}{4}\right)^2=\frac{175}{16}$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$\beta=2MP$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$\beta^2=4\cdot\frac{175}{16}=\frac{175}{4}$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$\alpha^2\beta^2=36\times\frac{175}{4}=1575$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1575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of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computed two ways: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 need to 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all.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Area of triangle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$APC$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computed two ways: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$\frac12\cdot5\cdot4\sin\theta$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$\frac12\cdot\alpha\cdot\frac{\beta}{2}$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no need to 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all.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radii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bisected by it, so the height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$APC$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radii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$=\frac12\cdot5\cdot4\sin\theta=10\cdot\frac{\sqrt{63}}{8}=\frac{5\sqrt{63}}{4}$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$PP'$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bisected by it, so the height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 AC\cdot\frac{\beta}{2}=\frac{\alpha\beta}{4}$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1575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$\frac{\alpha\beta}{4}=\frac{5\sqrt{63}}{4}\Rightarrow\alpha\beta=5\sqrt{63}$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$(\alpha\beta)^2=25\cdot63=1575$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1575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circles of radii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radii at an intersection point satisfies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chord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area of the triangle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the equations of two circles gives the radical axis, which contains the common chord and is perpendicular to the line of centres.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circles of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 radii at an intersection point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$\cos\theta=\frac{R^2+r^2-d^2}{2Rr}$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chord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$\beta=\frac{4\Delta}{d}=\frac{2Rr\sin\theta}{d}$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 d=2Rr\sin\theta$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$\Delta$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area of the triangle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$R,r,d$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$\beta\alpha=2\cdot5\cdot4\cdot\frac{\sqrt{63}}8=5\sqrt{63}$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Subtracting the equations of two circles gives the radical axis, which contains the common chord and is perpendicular to the line of centres.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inside the region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: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≤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set of all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interval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$(p,p+1)$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inside the region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$E=\left\{(x,y):3-x\le y\le\sqrt{9-x^2},\ 0\le x\le3\right\}$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set of all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interval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$b^2+b-a^2$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Region represented by inequalities, Line and circle intersection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moves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interval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bounded by its crossings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$(p,p+1)$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moves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interval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bounded by its crossings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$y=3-x$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above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inside the upper half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$3-x\le y\le\sqrt{9-x^2}$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above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inside the upper half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$(p,p+1)$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$y=3-x$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$x=1,\ 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$y=\sqrt{9-x^2}$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$x+1=\sqrt{9-x^2}\Rightarrow x=\frac{-1+\sqrt{17}}{2}$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$p\in\left(1,\frac{-1+\sqrt{17}}{2}\right)$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$b=\frac{-1+\sqrt{17}}{2}$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$b^2+b-4=0$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$b^2+b-a^2=4-1=3$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Substitute the point into the two defining inequalities and solve them algebraically instead of reading intersections from the figure.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Strictly inside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boundary: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Strictly inside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$3-x&lt;y&lt;\sqrt{9-x^2}$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$y=p+1$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$0&lt;p&lt;3$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Lower boundary: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$p+1&gt;3-p\Rightarrow p&gt;1$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boundary (both sides positive, square):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17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17</m:t>
                                </m:r>
                              </m:e>
                            </m:rad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Upper boundary (both sides positive, square):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$(p+1)^2&lt;9-p^2\Rightarrow p^2+p-4&lt;0\Rightarrow p&lt;\frac{-1+\sqrt{17}}{2}$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$(a,b)=\left(1,\frac{-1+\sqrt{17}}{2}\right)$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$b^2+b-a^2=3$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3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the form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a fixed line; its allowed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-interval comes from the endpoints of the part of the line inside the region (open ends for strict inequalities).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reduce expressions using the defining quadratic instead of computing the surd.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(upper half-disc).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$(p,p+k)$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moves on a fixed line; its allowed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-interval comes from the endpoints of the part of the line inside the region (open ends for strict inequalities).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$p^2+p-4=0$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$b^2+b=4$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reduce expressions using the defining quadratic instead of computing the surd.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$y\le\sqrt{9-x^2}$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$x^2+y^2\le9$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together (upper half-disc).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passing through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touches the two coordinate axes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units, then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518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touches the two coordinate axes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above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foot of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units, then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60596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touching both coordinate axes, Foot of the perpendicular from a point to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circle equation turns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$PQ^2=\frac{(\alpha+\beta-a)^2}{2}$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circle equation turns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$(\alpha+\beta-a)^2$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$2\alpha\beta$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touching the axes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circle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$(x-a)^2+(y-a)^2=a^2$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touching the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$B(0,a)$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$\alpha^2+\beta^2-2a\alpha-2a\beta+a^2=0$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$Q(\alpha',\beta')$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foot of the perpendicular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$\frac{\alpha'-\alpha}{1}=\frac{\beta'-\beta}{1}=\frac{-(\alpha+\beta-a)}{2}$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five terms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(circle equation),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$PQ^2=(\alpha'-\alpha)^2+(\beta'-\beta)^2=\frac14(\alpha+\beta-a)^2+\frac14(\alpha+\beta-a)^2$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$121=\frac12(\alpha+\beta-a)^2$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$242=\alpha^2+\beta^2-2a\alpha-2a\beta+a^2+2\alpha\beta$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first five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(circle equation),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$2\alpha\beta=242$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$\alpha\beta=121$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121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a circle, (distance to the chord of contact)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(distance to one tangent)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(distance to the other).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a circle, (distance to the chord of contact)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(distance to one tangent)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(distance to the other).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axes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chord of contact of their meeting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Known result: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distances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tangents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Proof: by the tangent-chord angle,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distances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axes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tangents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axes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chord of contact of their meeting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Known result: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circle,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$PQ^2=PM\cdot PN$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$PM,PN$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distances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tangents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Proof: by the tangent-chord angle,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$PM=PA\sin\angle ABP$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$PN=PB\sin\angle BAP$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$PM\cdot PN=(PA\sin\angle BAP)(PB\sin\angle ABP)=PQ\cdot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the distances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axes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the direct computation: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the circle equation), the same identity.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$PQ^2=\alpha\beta\Rightarrow\alpha\beta=11^2=121$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with the direct computation: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$PQ^2=\frac{(\alpha+\beta-a)^2}{2}=\alpha\beta$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the circle equation), the same identity.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121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 and a chord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tangents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circle touching the axes: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in the first quadrant touching both axes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chord of contact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substituting the circle equation removes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leaves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circle and a chord of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tangents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$d(P,AB)^2=d(P,TA)\cdot d(P,TB)$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circle touching the axes: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$PQ^2=\alpha\beta$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in the first quadrant touching both axes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$(x-a)^2+(y-a)^2=a^2$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chord of contact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$(\alpha,\beta)$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$\frac{|\alpha+\beta-a|}{\sqrt2}$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substituting the circle equation removes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leaves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$2\alpha\beta=(\alpha+\beta-a)^2$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its mirror image in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another circle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radius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Consider a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$C_1:x^2+y^2-4x-2y=\alpha-5$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its mirror image in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$y=2x+1$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another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$C_2:5x^2+5y^2-10fx-10gy+36=0$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radius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Reflection of a point in a line, Radius and centre from general equation of a circle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reflection preserves the radius,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 the image of the centre is 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reflection preserves the radius,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$r^2=\alpha=f^2+g^2-\frac{36}{5}$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once the image of the centre is known.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mirror line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Image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$C_1:x^2+y^2-4x-2y+5-\alpha=0$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$r_1=\sqrt\alpha$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mirror line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Image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$\frac{x-2}{2}=\frac{y-1}{-1}=\frac{-2(4-1+1)}{5}$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$\frac{x-2}{2}=\frac{y-1}{-1}=-\frac85$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$x=2-\frac{16}{5}=-\frac65$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$y=1+\frac85=\frac{13}{5}$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$C_2:x^2+y^2-2fx-2gy+\frac{36}{5}=0$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$f=-\frac65$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$g=\frac{13}{5}$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𝑔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36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reflection keeps the radius,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180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$r=\sqrt{f^2+g^2-\frac{36}{5}}$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reflection keeps the radius,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$\alpha=f^2+g^2-\frac{36}{5}$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$\alpha=\frac{36}{25}+\frac{169}{25}-\frac{36}{5}=\frac{36+169-180}{25}=1$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$\alpha+r=2$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2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Mirror-image circles are congruent: same radius, centres are mirror images.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by the leading coefficient first).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Reflection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$ax+by+c=0$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$\frac{x-x_1}{a}=\frac{y-y_1}{b}=-\frac{2(ax_1+by_1+c)}{a^2+b^2}$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Mirror-image circles are congruent: same radius, centres are mirror images.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$5x^2+5y^2-10fx-10gy+36=0$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$(f,g)$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$r^2=f^2+g^2-\frac{36}{5}$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(divide by the leading coefficient first).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in the first quadrant of radii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coordinate axes. Each of them cuts off an intercept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with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0812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circles in the first quadrant of radii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touch the coordinate axes. Each of them cuts off an intercept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with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$r_1^2+r_2^2-r_1r_2$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________.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16884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touching both coordinate axes, Chord length cut by a line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half-chord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distance of the centre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Centre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$(r,r)$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half-chord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=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$r^2-d^2$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distance of the centre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touching both axes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intercept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half the chord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first quadrant touching both axes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$(x-r)^2+(y-r)^2=r^2$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$C(r,r)$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$CP=\frac{|r+r-2|}{\sqrt2}=\sqrt2\,|r-1|$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intercept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half 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$CP=\sqrt{r^2-1}$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$\left(\sqrt2(r-1)\right)^2=r^2-1\Rightarrow2(r-1)^2=r^2-1$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$r^2-4r+3=0\Rightarrow r_1=1,\ r_2=3$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$r_1^2+r_2^2-r_1r_2=1+9-3=7$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the circle; the chord length comes from the difference of the two roots of the resulting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Substitute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$y=2-x$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the circle; the chord length comes from the difference of the two roots of the resulting quadratic.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with the right side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combine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 lies along 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length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$(x-r)^2+(y-r)^2=r^2$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$(x-r)^2+(x-(2-r))^2=r^2$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$2x^2-4x+(2-r)^2=0$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cancels with the right side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-terms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$-2rx-2(2-r)x$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combine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$(x_1-x_2)^2=4-2(2-r)^2$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chord lies along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its length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$\sqrt2|x_1-x_2|$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$2(x_1-x_2)^2=4\Rightarrow(x_1-x_2)^2=2$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$4-2(2-r)^2=2\Rightarrow(2-r)^2=1$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$r_1^2+r_2^2-r_1r_2=(r_1+r_2)^2-3r_1r_2=16-9=7$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7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a chord of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Along a line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chord length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after substitution.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solving.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a circle of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a chord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$2\sqrt{r^2-d^2}$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Along a line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chord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$=\sqrt{1+m^2}\,|x_1-x_2|$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$x_1,x_2$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roots after substitution.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$r_1^2+r_2^2-r_1r_2=(r_1+r_2)^2-3r_1r_2$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$r^2-4r+3=0$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$16-9=7$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without solving.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Q10 – Q20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(JEE Advanced default; no marks printed in the paper)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focal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an angle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positive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first quadrant. If the circle, whose one diameter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the focus of the parabola,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focal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 an angle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the positive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the first quadrant. If the circle, whose one diameter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the focus of the parabola, touches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$(0,\alpha)$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chord of a parabola, Tangent to a circle and the coordinate axes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 on a focal radius as diameter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the height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circle on a focal radius as diameter touches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the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$\frac{y_P}{2}$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focal chord: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is negative).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with diameter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$P(t^2,2t)$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(first quadrant).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Slope of the focal chord: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$\tan60^\circ=\frac{2t-0}{t^2-1}=\sqrt3$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$\sqrt3t^2-2t-\sqrt3=0$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other root is negative).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$\therefore P(3,2\sqrt3)$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with diameter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$(x-1)(x-3)+(y-0)(y-2\sqrt3)=0$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double root, so it touches).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$3+y^2-2\sqrt3\,y=0$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$(y-\sqrt3)^2=0\Rightarrow y=\sqrt3=\alpha$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double root, so it touches).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$5\alpha^2=15$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Locate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polar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note that the 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always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the midpoint's height.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Locate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polar form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$SP=\frac{2a}{1-\cos\varphi}$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note that the circle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always touches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at the midpoint's height.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𝑃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it always touches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$SP=x_P+1$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$x_P=1+SP\cos60^\circ$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$SP=2+\frac{SP}{2}$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$P=S+4(\cos60^\circ,\sin60^\circ)=(1+2,\ 2\sqrt3)=(3,2\sqrt3)$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$M\left(\frac{x_P+1}{2},\frac{y_P}{2}\right)$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$\frac{SP}{2}=\frac{x_P+1}{2}$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it always touches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contact is the foot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point of contact is the foot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$\left(0,\frac{y_P}{2}\right)=(0,\sqrt3)$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$5\alpha^2=15$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circle on any focal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touches the tangent at the vertex (the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at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𝑃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focal chord inclined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double root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signals tangency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$SP=x_P+a$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circle on any focal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diameter touches the tangent at the vertex (the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-axis)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$\left(0,\frac{y_P}{2}\right)$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focal chord inclined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$SP=\frac{2a}{1-\cos\varphi}$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$SQ=\frac{2a}{1+\cos\varphi}$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$\frac{4a}{\sin^2\varphi}$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a double root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signals tangency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focal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focus of the parabola divides the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gcd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focal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focus of the parabola divides the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$m:n$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$\gcd(m,n)=1$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$m^2+n^2$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chord of a parabola, Section formula and ratio of focal segments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focal chord,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parameter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parameter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a focal chord,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$PS:QS=t^2$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parameter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parameter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$-\frac1t$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other end of the focal chord, with parameter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Focal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$y^2=16x$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$P(at^2,2at)=(4t^2,8t)=(1,-4)$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$8t=-4\Rightarrow t=-\frac12$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other end of the focal chord, with parameter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$Q\left(\frac{a}{t^2},\frac{-2a}{t}\right)$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$S(4,0)$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Focal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$PS=a+at^2$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$QS=a+\frac{a}{t^2}=\frac{at^2+a}{t^2}$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$\frac{PS}{QS}=t^2=\frac14=\frac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$m:n=1:4$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$m^2+n^2=1+16=17$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reciprocal property of focal chords: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reciprocal property of focal chords: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$\frac1{SP}+\frac1{SQ}=\frac1a$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focal 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every focal 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$\frac{1}{SP}+\frac{1}{SQ}=\frac1a$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$SP=x_P+a=1+4=5$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$\frac1{SQ}=\frac14-\frac15=\frac1{20}\Rightarrow SQ=20$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divides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internally in the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$SP:SQ=5:20=1:4$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$m^2+n^2=17$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17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$17$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ends of a focal chord have parameters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 rule: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𝑙𝑎𝑡𝑢𝑠 𝑟𝑒𝑐𝑡𝑢𝑚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(semi-latus rectum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ends of a focal chord have parameters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$SP=a(1+t_1^2)$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$SQ=a\left(1+\frac1{t_1^2}\right)$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$SP:SQ=t_1^2$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Reciprocal rule: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$\frac1{SP}+\frac1{SQ}=\frac1a=\frac2{\text{latus rectum}}$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(semi-latus rectum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$\frac15+\frac1{20}=\frac14$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$(x_1,y_1)$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$x_1+a$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axis of a parabola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vertex and focus are in the first quadrant at distances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from the origin, respectively. If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parabola, then a possible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axis of a parabola is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vertex and focus are in the first quadrant at distances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units from the origin, respectively. If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the parabola, then a possible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Parabola: axis, vertex, focus and directrix, Focal-distance definition of a parabola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the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Vertex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focus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$(2,2)$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 the directrix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$PS=PM$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is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focus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directrix is perpendicular to the axis,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beyond the vertex: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ℎ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vertex is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focus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$S(2,2)$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$VS=\sqrt2$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directrix is perpendicular to the axis,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$VS=\sqrt2$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beyond the vertex: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parabola,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$PS=PM$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$\sqrt{(h-2)^2+(k-2)^2}=\left|\frac{h+k}{\sqrt2}\right|$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among the options,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$(x-2)^2+(y-2)^2=\left(\frac{x+y}{\sqrt2}\right)^2$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Putting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$1+(k-2)^2=\frac{(1+k)^2}{2}$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simplifies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$k^2-10k+9=0$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among the options,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the axes: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the axis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perpendicular; the parabola becomes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Rotate the axes: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along the axis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perpendicular; the parabola becomes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$v^2=4a(u-u_0)$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axis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across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option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$u=\frac{x+y}{\sqrt2}$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the axis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$v=\frac{y-x}{\sqrt2}$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across it.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$u_0=\sqrt2,\ v=0$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$a=VS=\sqrt2$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$v^2=4a(u-u_0)=4\sqrt2(u-\sqrt2)$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$u=\frac{1+k}{\sqrt2}$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$v=\frac{k-1}{\sqrt2}$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$\frac{(k-1)^2}{2}=4(1+k)-8=4k-4$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$(k-1)^2=8(k-1)\Rightarrow 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option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9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$9$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directrix: the line perpendicular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𝑉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side away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parabola is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axes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and across its axis; this avoids the squared-distance expansion.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lies on the parabola iff (distance to focus)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(distance to directrix)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​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this gave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vertex itself.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Vertex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$a=VS$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directrix: the line perpendicular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side away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Any parabola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$v^2=4a(u-u_0)$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axes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$(u,v)$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along and across its axis; this avoids the squared-distance expansion.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lies on the parabola iff (distance to focus)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(distance to directrix)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this gave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$k^2-10k+9=0$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vertex itself.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parabola, whose focus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the ordinates of the points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abscissa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813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parabola, whose focus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directrix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$2x+y+2=0$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sum of the ordinates of the points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abscissa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$\frac34$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69011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Parabola from focus and directrix, Sum of roots of a quadratic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Distance to focus equals distance to directrix gives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the sum of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Distance to focus equals distance to directrix gives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use the sum of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the parabola: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real roots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two points).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of the parabola: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$(x+2)^2+(y-1)^2=\left(\frac{2x+y+2}{\sqrt5}\right)^2$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$5\left[(x+2)^2+(y-1)^2\right]=(2x+y+2)^2$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$5(y-1)^2=(y-2)^2$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$5\left(y^2-2y+1\right)=y^2-4y+4$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$4y^2-6y+1=0$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real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$y_1,y_2$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two points).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$y_1+y_2=\frac{6}{4}=\frac32$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line through the focus: use the focal-distance and the polar form of the parabola, no expansion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line through the focus: use the focal-distance and the polar form of the parabola, no expansion needed.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points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signed offset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focus; the distance from the focus to the directrix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directrix: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Setting it equal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would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$P=(-2,1+r)$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signed offset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focus; the distance from the focus to the directrix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$\frac{|-4+1+2|}{\sqrt5}=\frac1{\sqrt5}$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$(-2,1+r)$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directrix: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$\frac{|{-4}+1+r+2|}{\sqrt5}=\frac{|r-1|}{\sqrt5}$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Setting it equal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$|r-1|=\sqrt5|r|$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$0&lt;r&lt;1$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$1-r=\sqrt5r\Rightarrow r=\frac{1}{1+\sqrt5}=\frac{\sqrt5-1}{4}$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we would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$r-1=\sqrt5r$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impossible).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$1-r=-\sqrt5r\Rightarrow r=-\frac1{\sqrt5-1}=-\frac{\sqrt5+1}{4}$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$y_1+y_2=2+r_1+r_2=2+\frac{(\sqrt5-1)-(\sqrt5+1)}{4}=2-\frac12=\frac32$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$\frac32$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the focus meets the parabola in two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distance from the focus to the directrix.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𝑙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Sum/product of the ordinates on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follows from the quadratic obtained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Vieta avoids solving.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from focus-directrix: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line through the focus meets the parabola in two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$\frac1{SP}+\frac1{SQ}=\frac2l$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= distance from the focus to the directrix.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$l=\frac1{\sqrt5}$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$\frac1{SP}+\frac1{SQ}=(1+\sqrt5)+(\sqrt5-1)=2\sqrt5=\frac2l$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Sum/product of the ordinates on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follows from the quadratic obtained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$PS^2=d^2$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Vieta avoids solving.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Equation from focus-directrix: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$(x-p)^2+(y-q)^2=\frac{(ax+by+c)^2}{a^2+b^2}$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meet the coordinate axes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circle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$y=x^2+px-3$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meet the coordinate axes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PQR$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Circle through the points where a parabola meets the axes, Area of a triangle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circle's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-intercepts are the parabola's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-intercepts,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same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circle's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-intercepts are the parabola's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-intercepts,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$x^2+px-3=0$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same roots.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cuts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points)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of the circle: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cuts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(two points)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$x=0,\ y=-3$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Radius of the circle: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$\sqrt{(-1-0)^2+(-1+3)^2}=\sqrt5$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$(x+1)^2+(y+1)^2=5$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Its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$(x+1)^2+1=5$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$x+1=\pm2$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$x=-3,\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of roots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 of roots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$-p=-2\Rightarrow 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$x=-3,\ 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$(0,-3),\ (-3,0),\ 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$=\frac12\times4\times3=6$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coefficients of the general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parabola's intercept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Compare coefficients of the general circle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the parabola's intercept equation.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-intercepts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these are the same points as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$P,Q,R$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$x^2+y^2+2x+2y+c=0$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$g=f=1$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-intercepts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these are the same points as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(Check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$R(0,-3)$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$9-6-3=0$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at depth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$x^2+2x-3=0$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$|x_1-x_2|=\sqrt{4+12}=4$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is at depth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$=\frac12\cdot4\cdot3=6$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pair is read off directly; equal to the parabola's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formed by the intercepts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axes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$x^2+y^2+2gx+2fy+c=0$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$x^2+2gx+c=0$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-intercept pair is read off directly; equal to the parabola's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$x^2+px-3$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$2g=p,\ c=-3$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triangle formed by the intercepts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$y=x^2+px+c$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$\frac12|x_1-x_2||c|=\frac12\sqrt{p^2-4c}\,|c|$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$y=ax^2+bx+c$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meets the axes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$(x_1,0),(x_2,0)$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focal chord of the parabola.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foot of perpendiculars drawn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on the directrix of the parabola, then the area of the quadrilateral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263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506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$P\left(4,4\sqrt3\right)$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point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focal chord of the parabola.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foot of perpendiculars drawn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respectively on the directrix of the parabola, then the area of the quadrilateral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$\frac{34\sqrt3}{3}$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$\frac{263\sqrt3}{8}$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$\frac{343\sqrt3}{8}$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$17\sqrt3$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3823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chord of a parabola, Area of a trapezium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trapezium with parallel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height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𝑄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$PM\parallel QN$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a trapezium with parallel sides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$PM+QN=PQ$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height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$y_P-y_Q$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(focal chord),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𝑠𝑢𝑚 𝑜𝑓 𝑝𝑎𝑟𝑎𝑙𝑙𝑒𝑙 𝑠𝑖𝑑𝑒𝑠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between them).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$P(4,4\sqrt3)=(at^2,2at)$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$at^2=4$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$2at=4\sqrt3$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$at=2\sqrt3$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Dividing: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$t=\frac{2}{\sqrt3}$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$Q\left(\frac{a}{t^2},-\frac{2a}{t}\right)$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(focal chord),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$M(-a,2at)$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$N\left(-a,-\frac{2a}{t}\right)$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$PM\parallel QN$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$=\frac12(\text{sum of parallel sides})\times$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 between them).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e>
                                </m:rad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$=\frac12\left(a+at^2+a+\frac{a}{t^2}\right)\times\left(2at+\frac{2a}{t}\right)$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$=\frac12\,a\left(t+\frac1t\right)^2\times2a\left(t+\frac1t\right)=a^2\left(t+\frac1t\right)^3$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$=9\left(\frac{2}{\sqrt3}+\frac{\sqrt3}{2}\right)^3=9\left(\frac{7}{2\sqrt3}\right)^3=\frac{9\times49}{4\times3}\times\frac{7}{2\sqrt3}=\frac{343\sqrt3}{8}$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343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$\frac{343\sqrt3}{8}$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three triangles meeting at the 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Split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$PQMN$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into three triangles meeting at the focus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PSM$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SQN$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$\triangle MSN$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other end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cut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ℎ𝑒𝑖𝑔ℎ𝑡 𝑜𝑓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nor/>
                      </m:rP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 𝑎𝑏𝑜𝑣𝑒 𝑡ℎ𝑒 𝑙𝑖𝑛𝑒 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horizontal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$S(3,0)$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$P(4,4\sqrt3)$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$M(-3,4\sqrt3)$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$PM=7$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other end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$Q\left(\frac94,-3\sqrt3\right)$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$t_2=-\frac1t=-\frac{\sqrt3}2$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$N(-3,-3\sqrt3)$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$QN=\frac{21}4$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cut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PSM$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MSN$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$\triangle NSQ$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$[PSM]=\frac12\cdot PM\cdot(\text{height of }S\text{ above the line }PM)=\frac12\cdot7\cdot4\sqrt3=14\sqrt3$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horizontal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$y=4\sqrt3$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distance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directrix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343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$[NSQ]=\frac12\cdot\frac{21}{4}\cdot3\sqrt3=\frac{63\sqrt3}{8}$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$[MSN]=\frac12\cdot MN\cdot6=\frac12\cdot7\sqrt3\cdot6=21\sqrt3$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distance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directrix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Total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$=14\sqrt3+\frac{63\sqrt3}8+21\sqrt3=\frac{343\sqrt3}{8}$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343</m:t>
                        </m:r>
                        <m:rad>
                          <m:radPr>
                            <m:degHide m:val="on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$\frac{343\sqrt3}{8}$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focal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ends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ordinate difference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(feet on the directrix) is a trapezium of area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from the directrix,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focal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$t,-\frac1t$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$a\left(t+\frac1t\right)^2$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ordinate difference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$2a\left(t+\frac1t\right)$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$PQMN$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(feet on the directrix) is a trapezium of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$a^2\left(t+\frac1t\right)^3$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MSN=90^\circ$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$\overrightarrow{SM}\cdot\overrightarrow{SN}=(-6)(-6)+4\sqrt3(-3\sqrt3)=0$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distance from the directrix,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$PM=PS$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$QN=QS$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$PM+QN=PQ$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parabola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at the vertex of the parabola, the line segment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an angle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81660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$3x-2y+12=0$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intersects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at the vertex of the parabola, the line segment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subtends an angle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$\tan^{-1}\left(\frac{11}{9}\right)$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$\tan^{-1}\left(\frac45\right)$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$\frac\pi2-\tan^{-1}\left(\frac32\right)$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$\tan^{-1}\left(\frac97\right)$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Intersection of a line and a parabola, Angle between two lines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slopes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vertex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Find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$A,B$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the slopes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$OA,OB$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vertex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$\tan\theta=\left|\frac{m_1-m_2}{1+m_1m_2}\right|$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Substitute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794504"/>
                <a:ext cx="10725912" cy="1880615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Line: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$y=\frac{3x+12}{2}$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Substitute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$3x^2=4\left(\frac{3x+12}{2}\right)$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$3x^2-6x-24=0$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$x^2-2x-8=0$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vertex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 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vectors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acc>
                      <m:accPr>
                        <m:chr m:val="⃗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acc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acute).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$x^2-4x+2x-8=0\Rightarrow x(x-4)+2(x-4)=0$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$A(4,12)$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$B(-2,3)$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vertex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$m_{OA}=3,\quad m_{OB}=-\frac32$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$\tan\theta=\left|\frac{3+\frac32}{1-\frac92}\right|=\frac97$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vectors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$\overrightarrow{OA}\cdot\overrightarrow{OB}=28&gt;0$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acute).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$\theta=\tan^{-1}\left(\frac97\right)$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$\tan^{-1}\left(\frac97\right)$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Homogenise the parabola with the chord to get the pair of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Homogenise the parabola with the chord to get the pair of lines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$OA,OB$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$\tan\theta=\frac{2\sqrt{h^2-ab}}{a+b}$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Homogenise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pair of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18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315163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chord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$\frac{3x-2y}{-12}=1$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Homogenise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$4y\cdot\frac{3x-2y}{-12}=3x^2$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$-y(3x-2y)=9x^2\Rightarrow9x^2+3xy-2y^2=0$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pair of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$OA,OB$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Compare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$ax^2+2hxy+by^2=0$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$a=9,\ h=\frac32,\ b=-2$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$\tan\theta=\frac{2\sqrt{h^2-ab}}{|a+b|}=\frac{2\sqrt{\frac94+18}}{7}=\frac{2\cdot\frac92}{7}=\frac97$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$\tan^{-1}\left(\frac97\right)$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subtended at the origin by a chord of a conic: homogenise the conic with the chord (write the constant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chord's linear expression) to get the pair of lines through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ℎ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lines are perpendicular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subtends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90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vertex (the chord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subtended at the origin by a chord of a conic: homogenise the conic with the chord (write the constant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the chord's linear expression) to get the pair of lines through the origin.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$ax^2+2hxy+by^2=0$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$\tan\theta=\frac{2\sqrt{h^2-ab}}{|a+b|}$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lines are perpendicular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$y=mx+4a$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$x^2=4ay$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 subtends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$90^\circ$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the vertex (the chord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$(0,4a)$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shortest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equation of the circle passing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focus of the parabola, and having its centre on the axis of the parabola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8153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the shortest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$(a,0),\ 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to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the equation of the circle passing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focus of the parabola, and having its centre on the axis of the parabola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$x^2+y^2-10x+9=0$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$x^2+y^2-8x+7=0$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$x^2+y^2-6x+5=0$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$x^2+y^2-4x+3=0$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32409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Normal to a parabola, Circle with given diameter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shortest distance from an external point is along a normal, and the 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axis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shortest distance from an external point is along a normal, and the normal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$(t^2,2t)$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meets the axis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$x=2+t^2$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nearest point. The shortest distance lies along the normal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$P(t^2,2t)$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nearest point. The shortest distance lies along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$y=-tx+2t+t^3$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$S'(a,0)$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$0=-at+2t+t^3\Rightarrow a=2+t^2$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Distance: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$S'P^2=4^2=(a-t^2)^2+4t^2=4+4t^2$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$a-t^2=2$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point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focus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on the axis and the circle passes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these are the ends of a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$16=4+4t^2\Rightarrow t^2=\frac{12}{4}=3$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$a=2+3=5$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point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focus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centre is on the axis and the circle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these are the ends of a diameter.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$(x-1)(x-5)+y^2=0\Rightarrow x^2+y^2-6x+5=0$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$x^2+y^2-6x+5=0$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Minimise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minimum is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Minimise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$d^2=(x-a)^2+4x$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directly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minimum is at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$x=a-2$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the parabola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minimum, since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convex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valid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the parabola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$d^2=(x-a)^2+4x$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$\frac{d(d^2)}{dx}=2(x-a)+4=0\Rightarrow x=a-2$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 minimum,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convex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valid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$d^2_{\min}=4+4(a-2)=4a-4$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would be at the vertex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on the axis: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$4a-4=16\Rightarrow a=5$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minimum would be at the vertex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$d=a&lt;2\ne4$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Circle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centre on the axis: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$x^2+y^2-6x+5=0$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$x^2+y^2-6x+5=0$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normal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meets the axis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segment from this point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on the axis passing through two axis points meets the axis exactly there, so they are the ends of a diameter: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normal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$(t^2,2t)$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$y=-tx+2t+t^3$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it meets the axis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$(2+t^2,0)$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the segment from this point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$(t^2,2t)$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$2\sqrt{1+t^2}$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Shortest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$2\sqrt{h-1}$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circle with centre on the axis passing through two axis points meets the axis exactly there, so they are the ends of a diameter: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$(x-1)(x-5)+y^2=0$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163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trapezium whose vertices lie on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sides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trapezium be parallel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the diagonal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 passes through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51637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a trapezium whose vertices lie on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the sides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trapezium be parallel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-axis. If the diagonal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of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 passes through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the area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$ABCD$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$\frac{75}{8}$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$\frac{125}{8}$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$\frac{25}{2}$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$\frac{75}{4}$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5025135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Focal chord of a parabola, Area of a trapezium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focal chord; its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the parameter,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vertical chords symmetric about the 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a focal chord; its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$a\left(t+\frac1t\right)^2$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fixes the parameter,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$AD,BC$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are vertical chords symmetric about the axis.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diagonal passes through the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b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focal chord.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b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diagonal passes through the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$A(at_1^2,2at_1)$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$C\left(\frac{a}{t_1^2},-\frac{2a}{t_1}\right)$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form a focal chord.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$AC=a\left(t_1+\frac1{t_1}\right)^2=\frac{25}{4}$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$t_1+\frac1{t_1}=\pm\frac52$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Taking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$A\left(\frac14,1\right)$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$C(4,-4)$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 sides: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distance between them: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trapezium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$D\left(\frac14,-1\right)$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parallel to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Parallel sides: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distance between them: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$4-\frac14=\frac{15}{4}$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Area of the trapezium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$=\frac12(8+2)\left(4-\frac14\right)=\frac{75}{4}$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$\frac{75}{4}$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focal-chord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inclination, then intersect the line through the focus with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the focal-chord length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$\frac{4a}{\sin^2\varphi}$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get the inclination, then intersect the line through the focus with the parabola.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focal chord at inclination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upper-left end).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17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 focal chord at inclination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$\frac{4}{\sin^2\varphi}=\frac{25}{4}$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$\sin^2\varphi=\frac{16}{25}$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$\tan\varphi=\pm\frac43$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$y=-\frac43(x-1)$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upper-left end).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$\frac{16}{9}(x-1)^2=4x\Rightarrow4x^2-17x+4=0\Rightarrow x=\frac14$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vertical chords through them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width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$A\left(\frac14,1\right)$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$C(4,-4)$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vertical chords through them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$D\left(\frac14,-1\right)$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width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$\frac{15}4$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$\frac12\cdot10\cdot\frac{15}{4}=\frac{75}{4}$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75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$\frac{75}{4}$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chord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length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Chords perpendicular to the axis are bisected by it, so a trapezium with two such sides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absolute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ends of a focal chord have parameters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coordinates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Focal chord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inclined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$\frac{4a}{\sin^2\varphi}=a\left(t+\frac1t\right)^2$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$t+\frac1t=\frac{2}{\sin\varphi}$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Chords perpendicular to the axis are bisected by it, so a trapezium with two such sides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$AD=2|y_A|$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$BC=2|y_C|$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area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$=\frac12(2y_A+2y_C)\times(x_C-x_A)$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absolute values.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ends of a focal chord have parameters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$t,-\frac1t$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coordinates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$(t^2,2t)$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$\left(\frac1{t^2},-\frac2t\right)$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parabolas have the same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directrices are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respectively. If these parabolas intersects at the 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4434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parabolas have the same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their directrices are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 and the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-axis, respectively. If these parabolas intersects at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952239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Parabola from focus and directrix, Intersection of two parabolas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common point is equidistant from both directrices, hence lies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common point is equidistant from both directrices, hence lies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$y=\pm 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first parabola (directrix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parabola (directrix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$S(4,3)$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the first parabola (directrix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$PS=PM$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$\sqrt{(h-4)^2+(k-3)^2}=k$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$(x-4)^2+(y-3)^2=y^2\Rightarrow x^2-8x+16+y^2-6y+9=y^2$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$x^2-8x-6y+25=0\ \ldots(1)$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 parabola (directrix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$\sqrt{(h-4)^2+(k-3)^2}=h$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$(x-4)^2+(y-3)^2=x^2$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$y^2-8x-6y+25=0\ \ldots(2)$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$(1)-(2)$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$x^2-y^2=0\Rightarrow x=\pm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equation (2)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real points).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196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100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radPr>
                                  <m:deg/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6</m:t>
                                    </m:r>
                                  </m:e>
                                </m:rad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equation (2)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$y^2-14y+25=0$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$y^2+2y+25=0$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 real points).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$y=\frac{14\pm\sqrt{196-100}}{2}=\frac{14\pm4\sqrt6}{2}=7\pm2\sqrt6$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$A\left(7+2\sqrt6,7+2\sqrt6\right)$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$B\left(7-2\sqrt6,7-2\sqrt6\right)$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$AB=\sqrt{\left(4\sqrt6\right)^2+\left(4\sqrt6\right)^2}=\sqrt{96+96}=\sqrt{192}$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$(AB)^2=192$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192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$192$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common point is equidistant from the two directrices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from the focus; use only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 common point is equidistant from the two directrices (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$\Rightarrow|x|=|y|$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 and from the focus; use only the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$(t,t)$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$PS=t$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parabolas have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the distance to their directrix, so at a common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Conversely, a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directrices, so it lies on both parabolas: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parabolas have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 to the distance to their directrix, so at a common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$|y|=|x|$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(distances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Conversely, a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$(t,t)$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$PS=t$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at distance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both directrices, so it lies on both parabolas: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$(t-4)^2+(t-3)^2=t^2$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$t^2-14t+25=0$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$t_1+t_2=14$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$t_1t_2=25$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real root.)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$A(t_1,t_1)$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$B(t_2,t_2)$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$AB^2=2(t_1-t_2)^2=2\left[(t_1+t_2)^2-4t_1t_2\right]=2(196-100)=192$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$t^2+2t+25=0$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no real root.)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192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$192$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points of two parabolas with the same focus lie on the locus of points equidistant from the two directrices: the angle bisectors of the directrices.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points on a line,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quadratic after substitution.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parabola with directrix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focus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Common points of two parabolas with the same focus lie on the locus of points equidistant from the two directrices: the angle bisectors of the directrices.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points on a line,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$AB^2=(1+m^2)(x_1-x_2)^2=(1+m^2)\frac{D}{a^2}$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quadratic after substitution.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parabola with directrix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focus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$(p,q)$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$(x-p)^2-2qy+q^2=0$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shortest distance of the parabola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24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071623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the shortest distance of the parabola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from the centre of 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$x^2+y^2-4x-16y+64=0$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 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$24$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580383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Single Correct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Normal to a parabola, Shortest distance from a point to a curve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109472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The shortest distance from a point to a parabola lies along a normal passing through that point.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to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this normal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circle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$x^2+y^2-4x-16y+64=0$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$C(2,8)$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Normal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$y=mx-2m-m^3$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 passes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$C(2,8)$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$8=2m-2m-m^3\Rightarrow m^3=-8\Rightarrow m=-2$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foot of this normal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$P(am^2,-2am)=(4,4)$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$PC=\sqrt{(4-2)^2+(4-8)^2}=\sqrt{4+16}=\sqrt{20}$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Minimise the squared distance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calculus in the parameter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Minimise the squared distance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$f(y)=\left(\frac{y^2}{4}-2\right)^2+(y-8)^2$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calculus in the parameter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the parabola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real critical point;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negative to positive).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point of the parabola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$\left(\frac{y^2}{4},y\right)$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$f(y)=\left(\frac{y^2}{4}-2\right)^2+(y-8)^2$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$f'(y)=\left(\frac{y^2}{4}-2\right)y+2(y-8)=\frac{y^3}{4}-16$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$f'(y)=0\Rightarrow y^3=64\Rightarrow y=4$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only real critical point;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changes from negative to positive).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$P(4,4)$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$f(4)=(4-2)^2+(4-8)^2=20$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$d^2=20$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20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shortest distance from a point to a curve is along a normal to the curve through the point; for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normal of slope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normal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single real root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a unique nearest 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shortest distance between the circle and the parabola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circle lies outside the parabola (the radius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shortest distance from a point to a curve is along a normal to the curve through the point;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$y^2=4ax$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normal of slope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$y=mx-2am-am^3$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foot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$(am^2,-2am)$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normal through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$(h,k)$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the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$am^3+(2a-h)m+k=0$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$m^3+8=0$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the single real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a unique nearest point).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shortest distance between the circle and the parabola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$d-r=\sqrt{20}-2$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the circle lies outside the parabola (the radius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2.05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13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4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20 questions, 80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JEE Main Question Bank – Coordinate Geometry 04 Circle and Parabola (PDF Q61–Q80, numbered 1–20) · detailed solutions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2.05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