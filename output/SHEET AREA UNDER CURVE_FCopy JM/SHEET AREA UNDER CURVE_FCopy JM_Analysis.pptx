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Sheet1!$A$2:$A$48</c:f>
              <c:strCache>
                <c:ptCount val="4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  <c:pt idx="34">
                  <c:v>Q35</c:v>
                </c:pt>
                <c:pt idx="35">
                  <c:v>Q36</c:v>
                </c:pt>
                <c:pt idx="36">
                  <c:v>Q37</c:v>
                </c:pt>
                <c:pt idx="37">
                  <c:v>Q38</c:v>
                </c:pt>
                <c:pt idx="38">
                  <c:v>Q39</c:v>
                </c:pt>
                <c:pt idx="39">
                  <c:v>Q40</c:v>
                </c:pt>
                <c:pt idx="40">
                  <c:v>Q41</c:v>
                </c:pt>
                <c:pt idx="41">
                  <c:v>Q42</c:v>
                </c:pt>
                <c:pt idx="42">
                  <c:v>Q43</c:v>
                </c:pt>
                <c:pt idx="43">
                  <c:v>Q44</c:v>
                </c:pt>
                <c:pt idx="44">
                  <c:v>Q45</c:v>
                </c:pt>
                <c:pt idx="45">
                  <c:v>Q46</c:v>
                </c:pt>
                <c:pt idx="46">
                  <c:v>Q47</c:v>
                </c:pt>
              </c:strCache>
            </c:strRef>
          </c:cat>
          <c:val>
            <c:numRef>
              <c:f>Sheet1!$B$2:$B$48</c:f>
              <c:numCache>
                <c:formatCode>General</c:formatCode>
                <c:ptCount val="47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1.0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3.0</c:v>
                </c:pt>
                <c:pt idx="14">
                  <c:v>1.0</c:v>
                </c:pt>
                <c:pt idx="15">
                  <c:v>1.0</c:v>
                </c:pt>
                <c:pt idx="16">
                  <c:v>2.0</c:v>
                </c:pt>
                <c:pt idx="17">
                  <c:v>2.0</c:v>
                </c:pt>
                <c:pt idx="18">
                  <c:v>1.0</c:v>
                </c:pt>
                <c:pt idx="19">
                  <c:v>2.0</c:v>
                </c:pt>
                <c:pt idx="20">
                  <c:v>2.0</c:v>
                </c:pt>
                <c:pt idx="21">
                  <c:v>3.0</c:v>
                </c:pt>
                <c:pt idx="22">
                  <c:v>2.0</c:v>
                </c:pt>
                <c:pt idx="23">
                  <c:v>3.0</c:v>
                </c:pt>
                <c:pt idx="24">
                  <c:v>2.0</c:v>
                </c:pt>
                <c:pt idx="25">
                  <c:v>3.0</c:v>
                </c:pt>
                <c:pt idx="26">
                  <c:v>3.0</c:v>
                </c:pt>
                <c:pt idx="27">
                  <c:v>1.0</c:v>
                </c:pt>
                <c:pt idx="28">
                  <c:v>3.0</c:v>
                </c:pt>
                <c:pt idx="29">
                  <c:v>1.0</c:v>
                </c:pt>
                <c:pt idx="30">
                  <c:v>2.0</c:v>
                </c:pt>
                <c:pt idx="31">
                  <c:v>3.0</c:v>
                </c:pt>
                <c:pt idx="32">
                  <c:v>2.0</c:v>
                </c:pt>
                <c:pt idx="33">
                  <c:v>3.0</c:v>
                </c:pt>
                <c:pt idx="34">
                  <c:v>1.0</c:v>
                </c:pt>
                <c:pt idx="35">
                  <c:v>2.0</c:v>
                </c:pt>
                <c:pt idx="36">
                  <c:v>3.0</c:v>
                </c:pt>
                <c:pt idx="37">
                  <c:v>3.0</c:v>
                </c:pt>
                <c:pt idx="38">
                  <c:v>3.0</c:v>
                </c:pt>
                <c:pt idx="39">
                  <c:v>2.0</c:v>
                </c:pt>
                <c:pt idx="40">
                  <c:v>2.0</c:v>
                </c:pt>
                <c:pt idx="41">
                  <c:v>3.0</c:v>
                </c:pt>
                <c:pt idx="42">
                  <c:v>2.0</c:v>
                </c:pt>
                <c:pt idx="43">
                  <c:v>2.0</c:v>
                </c:pt>
                <c:pt idx="44">
                  <c:v>2.0</c:v>
                </c:pt>
                <c:pt idx="45">
                  <c:v>1.0</c:v>
                </c:pt>
                <c:pt idx="46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As printed ($xy\le8$, $1\le y\le x^2$ with no sign condition on $x$) the set also contains every point with $x\le-1$, $1\le y\le x^2$ (there $xy&lt;0\le8$), so its area is infinite. The PDF silently uses the first quadrant $x&gt;0$. Solution kept, with the assumption $x&gt;0$ stated in the first bullet. The key (B) is right for that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'there can be infinitely many parabolas through the given points' and then assumes a vertical axis. That is wrong for $y=p(x)$: $p$ is a quadratic polynomial $ax^2+bx+c$ and $p(-1)=p(0)=p(1)$ conditions give $c=1,\ a=-1,\ b=0$ uniquely. The first bullet now derives $p(x)=1-x^2$ directly (the PDF's arithmetic and the answer 16 are right).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case '(i) $y&gt;0$' says the fraction $\frac{x(x-1)(x-2)}{(x-3)(x-4)}&lt;0$, giving $x\in(1,2)\cup(3,4)$. That is the wrong sign: for $y&gt;0$ the fraction must be $&gt;0$, giving $(0,1)\cup(2,3)$ (e.g. $x=0.5$ gives a positive value). The PDF's final sum covers all four intervals with absolute values, so its total $\frac{32}{3}$ is right. Rewritten with both cases correctly assigned.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subtracts in the wrong order, $\int_0^6\left(2x^2-12x\right)dx$, whose value is $-72$, but its last line writes '$36(-2)=72$' (a sign slip; the area is $|-72|=72$). Also the printed key is 198, which is wrong; the PDF itself notes 'Answer by Matrix is (72)'. Corrected working uses the upper curve first so the integral is $+72$; the answer is 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Area Under Curve (Exercise J-M)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JM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Exercise J-M: JEE Main previous-year questions (2023-2024)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Q47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for every question (single-correct and numerical), JEE Advanced defaults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curves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9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$y^2+4x=4$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9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$\frac{22}{3}$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line, Area under curves as a definite integral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region at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write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every piece is a power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region at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$\sqrt{4-4x}=2\sqrt{1-x}$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every piece is a power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triangles account for the line's part).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$=\int_{-3}^{0}\sqrt{4-4x}\,dx-\frac12(2)(4)+\frac12(1)(2)+2\int_0^1\sqrt{4-4x}\,dx$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triangles account for the line's part).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$\sqrt{4-4x}=2\sqrt{1-x}$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$=2\int_{-3}^{0}\sqrt{1-x}\,dx+4\int_0^1\sqrt{1-x}\,dx-3$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$=-2\times\frac23\left[(1-x)^{3/2}\right]_{-3}^{0}-4\times\frac23\left[(1-x)^{3/2}\right]_0^1-3$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$=-\frac43(1-8)-\frac83(0-1)-3$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$=\frac{28}{3}+\frac83-3=9$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both curves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one integral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perfect factorisation.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both curves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$x=f(y)$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one integral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$y\in[-4,2]$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perfect factorisation.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(parabola)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(line); they meet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lies to the right of the line between these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-values,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$x=1-\frac{y^2}{4}$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(parabola)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$x=\frac{y-2}{2}$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(line); they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$y^2+2y-8=0$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$y=-4,\,2$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lies to the right of the line between these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-values,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$=\int_{-4}^{2}\left[\left(1-\frac{y^2}{4}\right)-\frac{y-2}{2}\right]dy$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$2-\frac y2-\frac{y^2}{4}=-\frac14(y+4)(y-2)$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$=\frac14\int_{-4}^{2}(y+4)(2-y)\,dy=\frac14\cdot\frac{6^3}{6}=9$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$\int_\alpha^\beta(y-\alpha)(\beta-y)dy=\frac{(\beta-\alpha)^3}{6}$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both curves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(parabola with horizontal axis and a line), integrate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integral, no splitting at the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meeting it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standard shortcut for parabola-chord areas.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both curves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(parabola with horizontal axis and a line), integrate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integral, no splitting at the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$x=ay^2+by+c$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meeting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$\frac{|a|(y_2-y_1)^3}{6}$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$y_2-y_1=6$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$=\frac{216}{24}=9$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$\int_\alpha^\beta(x-\alpha)(\beta-x)\,dx=\frac{(\beta-\alpha)^3}{6}$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standard shortcut for parabola-chord areas.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transverse and conjugate axes of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region above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below the transverse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right of the conjugate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transverse and conjugate axes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$16x^2-y^2+64x+4y+44=0$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region above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$x^2=y+4$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below the transverse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right of the conjugate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$4\sqrt6+\frac{44}{3}$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$4\sqrt6+\frac{28}{3}$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$4\sqrt6-\frac{44}{3}$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$4\sqrt6-\frac{28}{3}$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Hyperbola: transverse and conjugate axes, Area between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region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region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$\int_{-2}^{\sqrt6}\left(2-(x^2-4)\right)dx$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$16(x^2+4x)-(y^2-4y)+44=0\Rightarrow16(x+2)^2-64-(y-2)^2+4+44=0$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$16(x+2)^2-(y-2)^2=16$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$\frac{(x+2)^2}{1}-\frac{(y-2)^2}{16}=1$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Transverse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conjugate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left, the parabola below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above,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Transverse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$T:\ 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conjugate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 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left, the parabola below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above,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$A=\int_{-2}^{\sqrt6}\left(2-(x^2-4)\right)dx=\int_{-2}^{\sqrt6}(6-x^2)\,dx=\left(6x-\frac{x^3}{3}\right)_{-2}^{\sqrt6}$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$A=\left(6\sqrt6-\frac{6\sqrt6}{3}\right)-\left(-12+\frac83\right)=\frac{12\sqrt6}{3}+\frac{28}{3}=4\sqrt6+\frac{28}{3}$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$4\sqrt6+\frac{28}{3}$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symmetric parabola segment: the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half of a segment of known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height, then add the strip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symmetric parabola segment: the part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half of a segment of known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$\frac23\times$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height, then add the strip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$-2\le x\le0$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 segment with chord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symmetry 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 segment with chord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$(-\sqrt6,2)$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$2-(-4)=6$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$=\frac23\times2\sqrt6\times6=8\sqrt6$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symmetry 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strip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strip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$\int_{-2}^{0}(6-x^2)\,dx=12-\frac83=\frac{28}{3}$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$=4\sqrt6+\frac{28}{3}$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$4\sqrt6+\frac{28}{3}$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read off centre and axes: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transverse 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conjugate 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parabolic segment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(chord)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(height from chord to vertex), independent of where the chord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vertical line through the vertex splits a symmetric parabolic segment into two equal halves - use symmetry before integrating.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read off centre and axes: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$\frac{(x-h)^2}{a^2}-\frac{(y-k)^2}{b^2}=1$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transverse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conjugate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$h=-2,\ 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parabolic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(chord)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(height from chord to vertex), independent of where the chord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vertical line through the vertex splits a symmetric parabolic segment into two equal halves - use symmetry before integrating.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e>
                            <m:r>
                              <m:rPr>
                                <m:scr m:val="double-struck"/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ratio of the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$A=\left\{(x,y)\in\mathbb R^2:\ y\ge0,\ 2x\le y\le\sqrt{4-(x-1)^2}\right\}$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$B=\left\{(x,y)\in\mathbb R\times\mathbb R:\ 0\le y\le\min\left\{2x,\sqrt{4-(x-1)^2}\right\}\right\}$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ratio of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$\frac{\pi+1}{\pi-1}$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$\frac{\pi}{\pi+1}$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$\frac{\pi}{\pi-1}$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$\frac{\pi-1}{\pi+1}$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regions bounded by a circle and a line, Circle: standard equation and sector area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regions live in the upper half of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top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regions live in the upper half of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$(x-1)^2+y^2=4$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top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 half of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it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this half-disc lying above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quarter-disc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$y\le\sqrt{4-(x-1)^2}$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 half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this half-disc lying above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quarter-disc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$(0,0),(1,0),(1,2)$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$A=\frac{\pi\times4}{4}-\frac12\times1\times2=\pi-1$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the half-disc below the line: the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the quarter-disc to the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𝑎𝑟𝑒𝑎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𝑎𝑟𝑒𝑎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the half-disc below the line: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$(0,0),(1,0),(1,2)$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the quarter-disc to the right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$B=\frac12\times1\times2+\frac{\pi\times4}{4}=1+\pi$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$\frac{\text{area }A}{\text{area }B}=\frac{\pi-1}{\pi+1}$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$\frac{\pi-1}{\pi+1}$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splits the half-disc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compute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integration and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subtraction.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splits the half-disc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$A+B=2\pi$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compute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integration and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subtraction.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upper half-disc (area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(below), so area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area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height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a quarter-disc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upper half-disc (area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$\frac12\pi\cdot2^2=2\pi$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(below), so area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area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$(B)=2\pi$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 2x\,dx=1$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$\sqrt{4-(x-1)^2}$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a quarter-disc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$B=\pi+1$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$A=2\pi-(\pi+1)=\pi-1$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$\frac{\pi-1}{\pi+1}$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$\frac{\pi-1}{\pi+1}$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line splits a region into two parts, compute the easier part and use the total: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vertical diameter splits a disc into mirror-image halves: the quarter-disc on either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an upper boundary means: follow whichever curve is lower, switching at their intersection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line splits a region into two parts, compute the easier part and use the total: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vertical diameter splits a disc into mirror-image halves: the quarter-disc on either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r^2/4=\pi$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$\min\{f,g\}$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an upper boundary means: follow whichever curve is lower, switching at their intersection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e>
                            <m:r>
                              <m:rPr>
                                <m:scr m:val="double-struck"/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$\left\{(x,y)\in\mathbb R^2:\ x^2+y^2\le21,\ y^2\le4x,\ x\ge1\right\}$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$\frac12\left(\Delta-21\sin^{-1}\frac{2}{\sqrt7}\right)$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$\sqrt3-\frac43$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circle and a parabola, Inverse trigonometric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circle part giving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circle part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$\sin^{-1}\frac{3}{\sqrt{21}}$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$\sin^{-1}\frac{\sqrt3}{\sqrt7}+\sin^{-1}\frac{2}{\sqrt7}=\frac\pi2$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double the upper half.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boundary is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nary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</m:rad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</m:rad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double the upper half.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boundary is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 x\le\sqrt{21}$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$y=\sqrt{21-x^2}$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$\Delta=2\left(\int_1^3 2\sqrt x\,dx+\int_3^{\sqrt{21}}\sqrt{21-x^2}\,dx\right)=2\left(2\left[\frac{x^{3/2}}{3/2}\right]_1^3+\left[\frac x2\sqrt{21-x^2}+\frac{21}{2}\sin^{-1}\frac{x}{\sqrt{21}}\right]_3^{\sqrt{21}}\right)$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$=2\left(\frac43\left(3\sqrt3-1\right)+\frac{21\pi}{4}-\frac32\cdot2\sqrt3-\frac{21}{2}\sin^{-1}\frac{3}{\sqrt{21}}\right)$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$=8\sqrt3-\frac83+\frac{21\pi}{2}-6\sqrt3-21\sin^{-1}\frac{\sqrt3}{\sqrt7}$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$\Delta=2\sqrt3+\frac{21\pi}{2}-\frac83-21\sin^{-1}\frac{\sqrt3}{\sqrt7}$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$\frac12\left(\Delta-21\sin^{-1}\frac{2}{\sqrt7}\right)=\frac12\left[2\sqrt3-\frac83+\frac{21\pi}{2}-21\left(\sin^{-1}\frac{\sqrt3}{\sqrt7}+\sin^{-1}\frac{2}{\sqrt7}\right)\right]$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$\sin^{-1}\frac{\sqrt3}{\sqrt7}+\sin^{-1}\frac{2}{\sqrt7}=\frac\pi2$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$\frac37+\frac47=1$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$\frac12\left[2\sqrt3-\frac83+\frac{21\pi}{2}-\frac{21\pi}{2}\right]=\sqrt3-\frac43$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$\sqrt3-\frac43$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circular part as a segment (half-angle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directly and no identity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circular part as a segment (half-angle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$\theta=\sin^{-1}\frac2{\sqrt7}$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so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$21\sin^{-1}\frac{2}{\sqrt7}$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directly and no identity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Beyond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 segment; its half-angle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Beyond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 segment; its half-angle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$\cos\theta=\frac{3}{\sqrt{21}}$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$\sin\theta=\frac{2}{\sqrt7}$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$\theta=\sin^{-1}\frac2{\sqrt7}$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$=\frac12r^2(2\theta-\sin2\theta)=\frac{21}{2}\left(2\theta-2\cdot\frac2{\sqrt7}\cdot\frac{\sqrt3}{\sqrt7}\right)=21\theta-6\sqrt3$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 under the parabola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signs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 under the parabola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signs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$2\int_1^3 2\sqrt x\,dx=\frac83\left(3\sqrt3-1\right)=8\sqrt3-\frac83$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$\Delta=8\sqrt3-\frac83+21\theta-6\sqrt3=2\sqrt3-\frac83+21\sin^{-1}\frac{2}{\sqrt7}$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$\frac12\left(\Delta-21\sin^{-1}\frac2{\sqrt7}\right)=\frac12\left(2\sqrt3-\frac83\right)=\sqrt3-\frac43$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$\sqrt3-\frac43$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 cut by a chord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with half-angle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chosen to be free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when an option expression is given with an inverse-trig term, look for the complementary-angle identity.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 cut by a chord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with half-angle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$\theta=\cos^{-1}(d/r)$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$=\frac12r^2(2\theta-\sin2\theta)$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$\sin^{-1}a+\cos^{-1}a=\frac\pi2$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$\sin^{-1}a+\sin^{-1}b=\frac\pi2$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$\frac37+\frac47=1$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chosen to be free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when an option expression is given with an inverse-trig term, look for the complementary-angle identity.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35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35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$A=\left\{(x,y):\ |\cos x-\sin x|\le y\le\sin x,\ 0\le x\le\frac\pi2\right\}$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$\sqrt5-2\sqrt2+1$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$1-\frac{3}{\sqrt2}+\frac{4}{\sqrt5}$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$\frac{3}{\sqrt5}-\frac{3}{\sqrt2}+1$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$\sqrt5+2\sqrt2-4.5$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of regions with modulus functions, Trigonometric ratios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of regions with modulus functions, Trigonometric ratios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lower curve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switches form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lower curve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$|\cos x-\sin 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switches form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meets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$y=|\cos x-\sin x|=\cos x-\sin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$=\sin x-\cos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$\frac\pi4&lt;x\le\frac\pi2$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 x-\sin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x-\sin x=\sin x\Rightarrow\tan 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x_0=\frac1{\sqrt5},\ \cos x_0=\frac2{\sqrt5}$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$=\int_{x_0}^{\pi/4}\left(\sin x-(\cos x-\sin x)\right)dx+\int_{\pi/4}^{\pi/2}\left(\sin x-(\sin x-\cos x)\right)dx$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$=\left(-2\cos x-\sin x\right)_{x_0}^{\pi/4}+\left(\sin x\right)_{\pi/4}^{\pi/2}$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$=\left(-\frac{2}{\sqrt2}-\frac1{\sqrt2}\right)-\left(-2\cos x_0-\sin x_0\right)+\left(1-\frac1{\sqrt2}\right)$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$=-\sqrt2-\frac1{\sqrt2}+\frac{4}{\sqrt5}+\frac1{\sqrt5}+1-\frac1{\sqrt2}=-2\sqrt2+1+\sqrt5$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$\sqrt5-2\sqrt2+1$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form exactly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split a modulus at the zero of its inside.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substitute exact values instead of using a calculator.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find where the curves cross to fix the starting limit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x-\sin x|=\sqrt2\,\left|\cos\left(x+\frac\pi4\right)\right|$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form exactly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split a modulus at the zero of its inside.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x_0=\frac12$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x_0=\frac1{\sqrt5}$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x_0=\frac2{\sqrt5}$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substitute exact values instead of using a calculator.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 y\le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find where the curves cross to fix the starting limit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maximum integral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rational. Then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25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164   (D) 243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maximum integral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$x^2-px+\frac54p=0$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rational. Then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$\left\{(x,y):\ 0\le y\le(x-q)^2,\ 0\le x\le q\right\}$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25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164   (D) 243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Nature of roots: discriminant a perfect square, Area under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 roots need a perfect-square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downwards.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 roots need a perfect-square discriminant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$p(p-5)$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$p=10,9,\dots$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downwards.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rational roots the discriminant must be the square of a rational: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want the largest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test in decreasing order: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perfect square - reject.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accept.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rational roots the discriminant must be the square of a rational: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$D=p^2-5p=p(p-5)$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want the largest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$p\in[0,10]$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test in decreasing order: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perfect square - reject.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$D=9\times4=36=6^2$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accept.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$=\int_0^9(x-9)^2\,dx$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$=\left[\frac{(x-9)^3}{3}\right]_0^9=0-\frac{(-9)^3}{3}=\frac{729}{3}=243$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243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the perfect-square condition into a difference of squares and factor, which lists every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the perfect-square condition into a difference of squares and factor, which lists every admissible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complete the square: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pairs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$p(p-5)=m^2$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complete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$(2p-5)^2-4m^2=25$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$(2p-5-2m)(2p-5+2m)=25$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$2p-5\ge0$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pairs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$2p-5=13$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$2p-5=-5$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admissible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$0,5,9$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$y=(x-q)^2$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$\frac{q^3}{3}=\frac{729}{3}=243$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243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integer coefficients,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rational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equations are solved by factoring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pairs - a quick way to list all integer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third of the bounding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integer coefficients,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rational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b^2-4c$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$\left(2p-5\right)^2-(2m)^2=25$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equations are solved by factoring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pairs - a quick way to list all integer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$y=(x-q)^2$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third of the bounding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$q\times 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closed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of intersection of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normals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length of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2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closed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$\frac{dy}{dx}+\frac{x+a}{y-2}=0$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of intersection of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normals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length of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2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$\frac{4\sqrt3}{3}$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equations: variable separable (family of circles), Normals to a circle and area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Separating variables gives a circle;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every normal to a circle passes through its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Separating variables gives a circle;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every normal to a circle passes through its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$\frac{dy}{dx}=\frac{x+a}{2-y}$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$(2-y)\,dy=(x+a)\,dx$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$2y-\frac{y^2}{2}=\frac{x^2}{2}+ax+c$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to a circle at a point passes through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$0=\frac12+a+c$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$x^2+y^2+2ax-4y-1-2a=0$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$(-a,2)$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 r^2=4\pi$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$r^2=a^2+4+1+2a$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$4=a^2+4+1+2a$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$(a+1)^2=0$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$x^2+y^2-2x-4y+1=0$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$y^2-4y+1=0$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$P,Q=\left(0,\,2\pm\sqrt3\right)$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to a circle at a point passes through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$y-2=\sqrt3(x-1)$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$y-2=-\sqrt3(x-1)$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$R=\left(1-\frac{2}{\sqrt3},0\right)$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$S=\left(1+\frac2{\sqrt3},0\right)$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$RS=\frac{4}{\sqrt3}=\frac{4\sqrt3}{3}$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$\frac{4\sqrt3}{3}$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fact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centred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similar triangles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fact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a circle of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centred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$(-a,2)$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similar triangles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cuts the circle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$(2-y)\,dy=(x+a)\,dx$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$(x+a)^2+(y-2)^2=\text{const}$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$(-a,2)$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$(1+a)^2+(0-2)^2=4$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cuts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$y=2\pm\sqrt{4-1}=2\pm\sqrt3$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Normals pass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while moving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horizontally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Normals pass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$P(0,2+\sqrt3)$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while moving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horizontally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$RS=2\cdot\frac{2}{\sqrt3}=\frac{4\sqrt3}{3}$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$\frac{4\sqrt3}{3}$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integrates to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ODE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family of circles centred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any point of a circle passes through its centre, so normals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it to turn an area condition into an equation for the parameter.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$(y-k)\,dy=-(x-h)\,dx$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integrates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$(x-h)^2+(y-k)^2=c$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$\frac{dy}{dx}=-\frac{x-h}{y-k}$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family of circles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any point of a circle passes through its centre, so normals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$r^2=g^2+f^2-c$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it to turn an area condition into an equation for the parameter.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given by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$\left\{(x,y):\ xy\le8,\ 1\le y\le x^2\right\}$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$8\log_e2+\frac76$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$16\log_e2-\frac{14}{3}$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$8\log_e2-\frac{13}{3}$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$16\log_e2+\frac73$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hyperbola and a parabola, Area under curves as a definite integral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below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below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$y=\frac8x$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$2\le x\le8$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taken is the one in the first quadrant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taken is the one in the first quadrant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$=\int_1^2\left(x^2-1\right)dx+\int_2^8\left(\frac8x-1\right)dx$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$=\left(\frac{x^3}{3}\right)_1^2+8\left(\ln x\right)_2^8-\left(x\right)_1^8$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$=\frac73+8\left(2\ln 2\right)-7$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$\ln8-\ln2=\ln4=2\ln2$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$=16\ln2-\frac{14}{3}$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$16\log_e2-\frac{14}{3}$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each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runs from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a single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each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$y\in[1,4]$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runs from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$x=\sqrt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hyperbola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$x=\frac8y$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a single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These bounds are consistent while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 x^2\iff x\ge\sqrt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$xy\le8\iff x\le\frac8y$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These bounds are consistent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y\le\frac8y$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$y^{3/2}\le8$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$=\int_1^4\left(\frac8y-\sqrt y\right)dy$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$=8\ln y\Big|_1^4-\frac23y^{3/2}\Big|_1^4=8\ln4-\frac23(8-1)$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$=16\ln2-\frac{14}{3}$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$16\log_e2-\frac{14}{3}$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slicing direction with the fewer pieces: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-slices need one integral,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-slices need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sign/quadrant implied by the region; an unrestricted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extends to infinity on the negative 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slicing direction with the fewer pieces: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-slices need one integral,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-slices need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$c\ln\frac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sign/quadrant implied by the region; an unrestricted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$xy\le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extends to infinity on the negative 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bounded by the curves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curves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integrate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their intersection ordinates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curves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$x=f(y)$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integrate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their intersection ordinates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They meet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is to the right of the line,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They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$2y-y^2=-y$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is to the right of the line,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$A=\int_0^3\left[(2y-y^2)-(-y)\right]dy=\int_0^3\left(3y-y^2\right)dy$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$=\left[\frac{3y^2}{2}-\frac{y^3}{3}\right]_0^3=\frac{3\times9}{2}-\frac{27}{3}$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$A=\frac{27}{2}-9=\frac92$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$8A=36$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the parabola-chord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the parabola-chord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$\frac{|a|\,\Delta^3}{6}$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variable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of the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-values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quadratic with leading 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of the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-values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$(2y-y^2)-(-y)=-y(y-3)=y(3-y)$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quadratic with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$=|a|\frac{(y_2-y_1)^3}{6}=1\cdot\frac{3^3}{6}=\frac92$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$8A=36$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two curves that are quadratics in the same variable with the same type of roots: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leading coefficient of the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parabola with horizontal axis is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horizontal slicing avoids square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which curve is on the right at a test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subtracting.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two curves that are quadratics in the same variable with the same type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$\int_{\alpha}^{\beta}|a|(y-\alpha)(\beta-y)\,dy=\frac{|a|(\beta-\alpha)^3}{6}$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leading coefficient of the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parabola with horizontal axis is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horizontal slicing avoids square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which curve is on the right at a test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subtracting.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enclosed by the parabolas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the area enclosed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enclosed by 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$P_1:\ 2y=5x^2$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$P_2:\ x^2-y+6=0$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the area enclosed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$y=\alpha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two parabolas, Area between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first area (symmetric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-axis), then equate it to the area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line, whose limits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first area (symmetric about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-axis), then equate it to the area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line, whose limits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$\frac{2\alpha}{5}$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enclosed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$2y=5x^2$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$\frac{5x^2}{2}=x^2+6$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$\frac32x^2=6$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enclosed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$P_1,P_2$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$2\int_0^2\left(x^2+6-\frac{5x^2}{2}\right)dx=2\left[6x-\frac{x^3}{2}\right]_0^2=2(12-4)=16$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$y=\alpha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$\frac{5x^2}{2}=\alpha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$x=\frac{2\alpha}{5}$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the areas: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$\int_0^{2\alpha/5}\left(\alpha x-\frac{5x^2}{2}\right)dx=\frac{\alpha}{2}\left(\frac{2\alpha}{5}\right)^2-\frac56\left(\frac{2\alpha}{5}\right)^3=\frac{2\alpha^3}{75}$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the areas: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$\frac{2\alpha^3}{75}=16$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formula for both areas, so no antiderivative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$\frac{|a|\Delta^3}{6}$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formula for both areas, so no antiderivative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area: the difference of the two parabolas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leading coefficient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area: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leading coefficient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width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area: the difference of the two parabolas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$6-\frac32x^2$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$=\frac32\cdot\frac{4^3}{6}=16$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area: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$\frac{5x^2}{2}-\alpha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$0,\frac{2\alpha}{5}$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$\frac{2\alpha}{5}$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$=\frac52\cdot\frac{(2\alpha/5)^3}{6}=\frac{5}{12}\cdot\frac{8\alpha^3}{125}=\frac{2\alpha^3}{75}$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areas: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areas: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$\frac{2\alpha^3}{75}=16\Rightarrow\alpha^3=600$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two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at abscissae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regions: integrate over half and double.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two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$y=a_1x^2+\dots$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$y=a_2x^2+\dots$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at abscissae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$x_1&lt;x_2$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$\frac{|a_1-a_2|(x_2-x_1)^3}{6}$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$\frac{|m|^3}{6a^2}$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$\frac{\alpha^3}{6\cdot(5/2)^2}=\frac{2\alpha^3}{75}$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regions: integrate over half and double.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larger region bounded by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the first quadrant.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larger region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the first quadrant.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larger region is the one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larger region is the one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$2\le x\le8$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larger region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parabola above the line: shaded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larger region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parabola above the line: shaded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$=\int_2^8\left(2\sqrt2\sqrt x-x\right)dx$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$=2\sqrt2\int_2^8\sqrt x\,dx-\int_2^8x\,dx=\frac{4\sqrt2}{3}\left[x^{3/2}\right]_2^8-\frac12\left[x^2\right]_2^8$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$=\frac{4\sqrt2}{3}\left[8^{3/2}-2^{3/2}\right]-\frac12\left[8^2-2^2\right]$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$=\frac{4\sqrt2\times2\sqrt2}{3}\left[8-1\right]-\frac12\times60=\frac{8\times2\times7}{3}-30=\frac{112}{3}-30=\frac{22}{3}=\alpha$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whole area between the line and the parabola by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formula and subtract the smaller piece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whole area between the line and the parabola by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$\frac{|a|\Delta^3}{6}$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formula and subtract the smaller piece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parabola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leading coefficient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total area between them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$y-\frac{y^2}{8}$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total area between them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$\frac18\cdot\frac{8^3}{6}=\frac{32}{3}$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$\int_0^2\left(2\sqrt2\sqrt x-x\right)dx=2\sqrt2\cdot\frac23\cdot2\sqrt2-2=\frac{16}{3}-2=\frac{10}{3}$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Larger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indeed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Larger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$=\frac{32}{3}-\frac{10}{3}=\frac{22}{3}$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$\frac{22}{3}&gt;\frac{10}{3}$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line cuts off a region from a parabola, compute the full parabola-chord area by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formula, then subtract the unwanted 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third line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splits the parabola-chord region into two pieces - always compare them to decide which is 'larger'.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keep surds exact.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line cuts off a region from a parabola, compute the full parabola-chord area by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$\frac{|a|\Delta^3}{6}$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formula, then subtract the unwanted 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third line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splits the parabola-chord region into two pieces - always compare them to decide which is 'larger'.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x^{1/2}dx=\frac23x^{3/2}$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$8^{3/2}=16\sqrt2$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$2^{3/2}=2\sqrt2$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keep surds exact.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$\left\{(x,y):\ y\ge x^2,\ y\ge(1-x)^2,\ y\le2x(1-x)\right\}$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$540A$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parabolas, Symmetry in area computation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left half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lower boundary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left half runs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lower boundary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lower parabolas cross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Everything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lower boundary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upper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double this half.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$y=(1-x)^2$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lower parabolas cross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Everything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 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lower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upper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double this half.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$A=2\int_{1/3}^{1/2}\left(2x-2x^2-(1-x)^2\right)dx=2\int_{1/3}^{1/2}\left(-3x^2+4x-1\right)dx$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$=2\left[2x^2-x^3-x\right]_{1/3}^{1/2}$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$\frac12-\frac18-\frac12=-\frac18$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$\frac29-\frac1{27}-\frac13=-\frac{4}{27}$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$A=2\left(-\frac18+\frac4{27}\right)=2\cdot\frac{5}{216}=\frac{5}{108}$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$540A=\frac{5}{108}\times540=25$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(area under the upper parabola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minus (area under the upper envelope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using symmetry on the envelope.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(area under the upper parabola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$[\frac13,\frac23]$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minus (area under the upper envelope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$\max\{x^2,(1-x)^2\}$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using symmetry on the envelope.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lies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above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$\left[\frac13,\frac23\right]$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lies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$\max\{x^2,(1-x)^2\}$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$\int_{1/3}^{2/3}2x(1-x)\,dx=\left[x^2-\frac{2x^3}{3}\right]_{1/3}^{2/3}=\left(\frac49-\frac{16}{81}\right)-\left(\frac19-\frac2{81}\right)=\frac{13}{81}$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$\int_{1/3}^{2/3}\max\{x^2,(1-x)^2\}dx=2\int_{1/2}^{2/3}x^2dx=\frac23\left(\frac{8}{27}-\frac18\right)=\frac{37}{324}$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$A=\frac{13}{81}-\frac{37}{324}=\frac{52-37}{324}=\frac{5}{108}$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$540A=25$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region between an upper curve and the pointwise maximum of two lower curves, find the three crossing points first; the lower boundary switches at the crossing of the lower pair.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halve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Equal-looking denominators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hint at the integer that the answer multiplies out 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region between an upper curve and the pointwise maximum of two lower curves, find the three crossing points first; the lower boundary switches at the crossing of the lower pair.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$x^2\leftrightarrow(1-x)^2$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halve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Equal-looking denominators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$108=4\cdot27$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$540=5\cdot108$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hint at the integer that the answer multiplies out 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area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$f(x)=\frac{x+|x|}{2}$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$g(x)=\begin{cases}x,&amp;x&lt;0\\x^2,&amp;x\ge0\end{cases}$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area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$y=(f\circ g)(x)$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$2y-x=15$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functions, Area bounded by curves and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is a triangle plus a piece cut by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$f(x)=\max(x,0)$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is a triangle plus a piece cut by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passes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$f(x)=\frac{x+|x|}{2}=\begin{cases}x,&amp;x\ge0\\0,&amp;x&lt;0\end{cases}$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$g(x)=\begin{cases}x^2,&amp;x\ge0\\x,&amp;x&lt;0\end{cases}$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g)(x)=\begin{cases}g(x),&amp;g(x)\ge0\\0,&amp;g(x)&lt;0\end{cases}$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g)(x)=\begin{cases}x^2,&amp;x\ge0\\0,&amp;x&lt;0\end{cases}$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$2y-x=15$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$2x^2-x-15=0$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$\left(0,\frac{15}{2}\right)$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is the triangle under the line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between the line and the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$-15\le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is the triangle under the line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between the line and the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$A=\int_0^3\left(\frac{x+15}{2}-x^2\right)dx+\frac12\times\frac{15}{2}\times15$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$=\left[\frac{x^2}{4}+\frac{15x}{2}-\frac{x^3}{3}\right]_0^3+\frac{225}{4}=\frac94+\frac{45}{2}-9+\frac{225}{4}$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$=\frac94+\frac{90}{4}-\frac{36}{4}+\frac{225}{4}=\frac{288}{4}=72$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parabola's area from one big triangle: the line,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a triangle containing the region.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parabola's area from one big triangle: the line,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a triangle containing the region.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 right triangle with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of that triangle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the region: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$y=\frac{x+15}{2}$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 right triangle with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$\frac12\cdot18\cdot9=81$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of that triangle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the region: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$\int_0^3x^2dx=9$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$=81-9=72$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these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only the non-negative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under a line and above a curve: (triangle/trapezoid under the line)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under the curve) avoids integrating the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$\frac{x+|x|}{2}=\max(x,0)$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$\frac{x-|x|}{2}=\min(x,0)$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these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$f=\max(\cdot,0)$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only the non-negative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under a line and above a curve: (triangle/trapezoid under the line)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under the curve) avoids integrating the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$\left\{(x,y):\ |2x-1|\le y\le\left|x^2-x\right|,\ 0\le x\le1\right\}$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$(6A+11)^2$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of regions with modulus functions, Symmetry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of regions with modulus functions, Symmetry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integrate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double.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$|2x-1|$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$|x^2-x|$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integrate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$\left[\frac{3-\sqrt5}{2},\frac12\right]$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double.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They meet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(and, by symmetry,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curves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$|x^2-x|=x-x^2$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$|2x-1|=1-2x$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They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$x-x^2=1-2x$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$x=\frac{3-\sqrt5}{2}$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(and, by symmetry,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curves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$A=2\int_{(3-\sqrt5)/2}^{1/2}\left[(x-x^2)-(1-2x)\right]dx$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$A=2\int_{(3-\sqrt5)/2}^{1/2}\left(-x^2+3x-1\right)dx=2\left[-\frac{x^3}{3}+\frac{3x^2}{2}-x\right]_{(3-\sqrt5)/2}^{1/2}$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bracket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$-\frac1{24}+\frac38-\frac12=-\frac16$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$s=\frac{3-\sqrt5}{2}$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$s^2=3s-1$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$s^3=8s-3$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bracket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$=\frac{5s}{6}-\frac12=\frac{9-5\sqrt5}{12}$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$A=2\left(-\frac16-\frac{9-5\sqrt5}{12}\right)=\frac{5\sqrt5-11}{6}$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$6A+11=5\sqrt5$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$(6A+11)^2=125$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the axis of symmetry,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region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even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the axis of symmetry,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region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$2|u|\le\frac14-u^2$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even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region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meet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$|2x-1|=2|u|$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$x-x^2=\frac14-u^2$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region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$2|u|\le y\le\frac14-u^2$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$\frac14-u^2=2|u|$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$u^2+2|u|-\frac14=0$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$|u|=u_0=\frac{\sqrt5-2}{2}$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$A=2\int_0^{u_0}\left(\frac14-u^2-2u\right)du=2\left[\frac{u_0}{4}-\frac{u_0^3}{3}-u_0^2\right]$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bracket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$u_0^2=\frac14-2u_0$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$u_0^3=\frac{17u_0}{4}-\frac12$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bracket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$=\frac{10u_0-1}{12}$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$A=\frac{10u_0-1}{6}=\frac{5\sqrt5-11}{6}$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$6A+11=5\sqrt5$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$(6A+11)^2=125$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origin to the axis of symmetry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even functions,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powers of an irrational root with its minimal polynomial: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claim 'symmetric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origin to the axis of symmetry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$\frac14-u^2$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even functions,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powers of an irrational root with its minimal polynomial: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$s^2=3s-1$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$s^3=8s-3$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claim 'symmetric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$|2(1-x)-1|=|1-2x|$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$(1-x)-(1-x)^2=x-x^2$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ordinates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$y=x|x-3|$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bounded by a curve with modulus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bounded by a curve with modulus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take absolute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$y=x(3-x)$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take absolute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integral is the area of the part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$y=x(3-x)=3x-x^2$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$A=\int_{-1}^{0}\left(x^2-3x\right)dx+\int_0^2\left(3x-x^2\right)dx$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integral is the area of the part 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$A=\left[\frac{x^3}{3}-\frac{3x^2}{2}\right]_{-1}^{0}+\left[\frac{3x^2}{2}-\frac{x^3}{3}\right]_0^2$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$A=\frac{11}{6}+\frac{10}{3}=\frac{31}{6}$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Compute the signed integral over the whole interval and add twice the area lying below the axis.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Signed integral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below the axis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Signed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$I=\int_{-1}^2\left(3x-x^2\right)dx=\left[\frac{3x^2}{2}-\frac{x^3}{3}\right]_{-1}^{2}=\left(6-\frac83\right)-\left(\frac32+\frac13\right)=\frac{10}{3}-\frac{11}{6}=\frac32$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below the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$\left|\int_{-1}^0\left(3x-x^2\right)dx\right|=\frac{11}{6}$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$=I+2\times\frac{11}{6}=\frac32+\frac{11}{3}=\frac{31}{6}$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signed integral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below the axis): positive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|negative part|.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that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zeros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find sign changes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computing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signed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$+\,2\times$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below the axis): positive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|negative part|.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$y=x|x-a|$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zeros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find sign changes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computing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3   (C) 6   (D) 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$y=|x-1|+|x-2|$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3   (C) 6   (D) 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curves with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flat-bottomed V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meeting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region is a trapezoid.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$y=|x-1|+|x-2|$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flat-bottomed V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meeting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region is a trapezoid.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between the curve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trapezoid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$y=\begin{cases}3-2x,&amp;x\le1\\1,&amp;1\le x\le2\\2x-3,&amp;x\ge2\end{cases}$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$3-2x=3$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between the curve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trapezoid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$=\frac12\times(1+3)\times2=4$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horizontal chord has length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at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$y\in[1,3]$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horizontal chord has length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two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chord of the region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$|x-1|+|x-2|=y$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two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$x=\frac{3-y}{2}$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$x=\frac{3+y}{2}$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chord of the region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$=\int_1^3 y\,dy=\frac{9-1}{2}=4$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outside; it is a trapezoid-shaped graph.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level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two points a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 - handy for horizontal slicing.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Straight-line boundaries: use geometry (trapezoid/triangle) instead of integrals.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$|x-a|+|x-b|$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outside; it is a trapezoid-shaped graph.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level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$|x-a|+|x-b|=y$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$y\ge|a-b|$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two points a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 - handy for horizontal slicing.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Straight-line boundaries: use geometry (trapezoid/triangle) instead of integrals.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   (B) 24   (C) 20   (D) 21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$\left\{(x,y):\ x^2\le y\le8-x^2,\ y\le7\right\}$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   (B) 24   (C) 20   (D) 21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parabolas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parabolas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cap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cuts the region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parabolas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$x=\pm2$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cap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$y\le7$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cuts the region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split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lower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$x^2=8-x^2\Rightarrow x=\pm2$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$y=8-x^2$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$y=8-x^2$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lower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$=2\left(1\cdot7+\int_1^2\left(8-2x^2\right)dx\right)-2\int_0^1x^2dx$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$=2\left[7+\left(8x-\frac{2x^3}{3}\right)_1^2\right]-2\left(\frac{x^3}{3}\right)_0^1$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$=2\left[7+\left(16-\frac{16}{3}\right)-\left(8-\frac23\right)\right]-\frac23=2\left[7+\frac{32}{3}-\frac{22}{3}\right]-\frac23$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$=2\left[7+\frac{10}{3}\right]-\frac23=\frac{60}{3}=20$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width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at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$|x|\le\min\{\sqrt y,\sqrt{8-y}\}$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width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$2\min$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reverse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$x^2\le8-y$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$|x|\le\sqrt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$|x|\le\sqrt{8-y}$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y\le\sqrt{8-y}$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reverse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$=2\left[\int_0^4\sqrt y\,dy+\int_4^7\sqrt{8-y}\,dy\right]$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$=2\left[\frac23\cdot8+\frac23\left(4^{3/2}-1\right)\right]=2\left[\frac{16}{3}+\frac{14}{3}\right]=20$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regions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extra cap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replace the upper boundary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view: without the cap the area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cap removes the top piece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Width-by-height slicing: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handles the cap automatically by stopping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regions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extra cap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replace the upper boundary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$\min\{g,c\}$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 view: without the cap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$\int_{-2}^{2}\left(8-2x^2\right)dx=\frac{64}{3}$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cap removes the top piece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$\int_{-1}^{1}\left(8-x^2-7\right)dx=\frac43$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$\frac{64}{3}-\frac43=20$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Width-by-height slicing: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$\int2\min\{\sqrt y,\sqrt{8-y}\}dy$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handles the cap automatically by stopping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$\left\{(x,y):\ x^2+(y-2)^2\le4,\ x^2\ge2y\right\}$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$\pi+\frac83$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$2\pi+\frac{16}{3}$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circle and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circle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is two symmetric slivers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$x^2=2y$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circle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$(\pm2,2)$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is two symmetric slivers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They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(inside the circle, outside the parabola) consists of two symmetric slivers, one in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(quarter of the circle,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minus the part inside the parabola).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$x^2+(y-2)^2=4$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They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(inside the circle, outside the parabola) consists of two symmetric slivers, one in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$=\frac14\pi(4)-\int_0^2\sqrt2\sqrt 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(quarter of the circle,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minus the part inside the parabola).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$=2\left[\pi-\frac{\sqrt2\,y^{3/2}}{3/2}\Big|_0^2\right]=2\left[\pi-\frac{2\sqrt2}{3}\cdot2\sqrt2\right]$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$=2\left[\pi-\frac83\right]=2\pi-\frac{16}{3}$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$2\pi-\frac{16}{3}$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between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(above) and the circle's lower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(below).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between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$y=\frac{x^2}{2}$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(above) and the circle's lower arc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$y=2-\sqrt{4-x^2}$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(below).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lies below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above the lower arc of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lies below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above the lower arc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$y=2-\sqrt{4-x^2}$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$=2\int_0^2\left(\frac{x^2}{2}-2+\sqrt{4-x^2}\right)dx$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(quarter-disc).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$\int_0^2\frac{x^2}{2}dx=\frac43$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$\int_0^22\,dx=4$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$\int_0^2\sqrt{4-x^2}\,dx=\pi$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(quarter-disc).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$=2\left(\frac43-4+\pi\right)=2\pi-\frac{16}{3}$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$2\pi-\frac{16}{3}$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trigonometric substitution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origin; its lower arc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 test point (e.g.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the circle but not satisfying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see which sliver is meant.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$\int_0^r\sqrt{r^2-x^2}dx=\frac{\pi r^2}{4}$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trigonometric substitution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$x^2+(y-r)^2=r^2$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origin; its lower arc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$y=r-\sqrt{r^2-x^2}$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 test point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the circle but not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$x^2\ge2y$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see which sliver is meant.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tangent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tangent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curve at a point, Area between a cubic and its tangent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double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third intersection follows from the sum of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double root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$x^3=3x+2$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third intersection follows from the sum of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with the curve: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the double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third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$y=x^3\Rightarrow\frac{dy}{dx}=3x^2$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$\left.\frac{dy}{dx}\right|_{(-1,-1)}=3$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$y+1=3(x+1)$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with the curve: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the double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third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$-1-1+\alpha=0$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$=\int_{-1}^{2}\left(3x+2-x^3\right)dx=\frac32(4-1)+2(2+1)-\frac14(16-1)$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$=\frac92+6-\frac{15}{4}=\frac{18+24-15}{4}=\frac{27}{4}$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$\frac{27}{4}$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difference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difference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$(x+1)^2(2-x)$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 root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simple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$3x+2-x^3=-(x^3-3x-2)=-(x+1)^2(x-2)=(x+1)^2(2-x)$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 root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simple root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$=\int_0^3t^2(3-t)\,dt$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$=\left[t^3-\frac{t^4}{4}\right]_0^3=27-\frac{81}{4}=\frac{27}{4}$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$\frac{27}{4}$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curve again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enclosed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tangent-minus-curve factorisation.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Cubic with sum of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term): once two roots are known the third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curve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enclosed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$\frac{27a^4}{4}$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$x^3-3a^2x+2a^3=(x-a)^2(x+2a)$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tangent-minus-curve factorisation.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Cubic with 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term): once two roots are known the third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$-(\text{sum})$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$f(x)=\max\{\sin x,\cos x\},\ -\pi\le x\le\pi$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$2(\sqrt2+1)$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$2\sqrt2(\sqrt2+1)$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$4(\sqrt2)$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of regions with maximum of two functions, Trigonometric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of regions with maximum of two functions, Trigonometric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elsewhere.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$-\frac{3\pi}4$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$\left[-\frac{3\pi}{4},\frac\pi4\right]$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elsewhere.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lies below the axis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above it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$\left[-\pi,-\frac{3\pi}{4}\right]$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$\left[-\frac{3\pi}{4},\frac\pi4\right]$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$\left[\frac\pi4,\pi\right]$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lies below the axis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above it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$=\left|\int_{-\pi}^{-3\pi/4}\sin x\,dx\right|+\left|\int_{-3\pi/4}^{-\pi/2}\cos x\,dx\right|+\int_{-\pi/2}^{\pi/4}\cos x\,dx+\int_{\pi/4}^{\pi}\sin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$=\left(1-\frac1{\sqrt2}\right)+\left(1-\frac{1}{\sqrt2}\right)+\left(1+\frac1{\sqrt2}\right)+\left(1+\frac1{\sqrt2}\right)=4$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graph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twice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$f\left(\frac\pi2-x\right)=f(x)$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graph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$\left[-\frac\pi2,\pi\right]$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twice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$\left[\frac\pi4,\pi\right]$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mirror image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area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mirror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$\left[\frac\pi4,\pi\right]$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$\left[-\frac\pi2,\frac\pi4\right]$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$\left[\frac\pi4,\pi\right]$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$f=\sin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$=\cos\frac\pi4-\cos\pi=\frac1{\sqrt2}+1$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area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$2\left(1+\frac1{\sqrt2}\right)=2+\sqrt2$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leftover part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below the axis: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leftover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$\left[-\pi,-\frac\pi2\right]$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below the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$\int_{-\pi}^{-3\pi/4}|\sin x|dx+\int_{-3\pi/4}^{-\pi/2}|\cos x|dx=2\left(1-\frac1{\sqrt2}\right)=2-\sqrt2$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$=(2+\sqrt2)+(2-\sqrt2)=4$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one full period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(shift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max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min; see Q47).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$f(x)=\max\{\sin x,\cos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$\min\{\sin x,\cos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$\sin\left(\frac\pi2-x\right)=\cos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$\max\{a,b\}=\frac{a+b+|a-b|}{2}$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$\min\{a,b\}=\frac{a+b-|a-b|}{2}$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one full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$\int|\max\{\sin,\cos\}|=\int|\min\{\sin,\cos\}|=4$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(shift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max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min; see Q47).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72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72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$\left\{(x,y):\ x^2\le y\le\left|x^2-4\right|,\ y\ge1\right\}$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$\frac34\left(4\sqrt2-1\right)$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$\frac43\left(4\sqrt2+1\right)$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$\frac34\left(4\sqrt2+1\right)$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$\frac43\left(4\sqrt2-1\right)$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816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parabolas with modulus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upper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cuts the lower boundary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$x^2\le|x^2-4|$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$|x|\le\sqrt2$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upper curve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cuts the lower boundary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lower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upper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$x^2\le|x^2-4|$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$|x^2-4|=4-x^2$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lower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upper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$A=2\left(\int_0^1\left(3-x^2\right)dx+\int_1^{\sqrt2}\left(4-2x^2\right)dx\right)=2\left(\left[3x-\frac{x^3}{3}\right]_0^1+\left[4x-\frac{2x^3}{3}\right]_1^{\sqrt2}\right)$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$=2\left(3-\frac13+4\sqrt2-\frac{4\sqrt2}{3}-4+\frac23\right)$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$=2\left(-\frac23+\frac23\cdot4\sqrt2\right)=\frac{4\left(4\sqrt2-1\right)}{3}$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$\frac43\left(4\sqrt2-1\right)$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Complement: take the whole region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remove 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Complement: take the whole region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$y=4-x^2$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remove the part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area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$\int_{-\sqrt2}^{\sqrt2}\left(4-2x^2\right)dx=2\left(4\sqrt2-\frac{4\sqrt2}{3}\right)=\frac{16\sqrt2}{3}$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$\int_{-1}^{1}\left(1-x^2\right)dx=\frac43$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$=\frac{16\sqrt2}{3}-\frac43=\frac43\left(4\sqrt2-1\right)$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$\frac43\left(4\sqrt2-1\right)$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which branch can satisfy the inequality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Cutting a region by a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compute the uncut area and subtract the piece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(complement), often simpler than splitting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(half-width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$|x^2-a^2|$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which branch can satisfy the inequality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Cutting a region by a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compute the uncut area and subtract the piece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(complement), often simpler than splitting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$\frac43k\sqrt{\frac k2}$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(half-width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$s=\sqrt{k/2}$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natural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$S=\left\{(x,y):\ 2y-y^2\le x^2\le2y,\ x\ge y\right\}$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$\frac{n+2}{n+1}-\frac{\pi}{n-1}$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natural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circle,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outside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inside the parabola; slice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the lower bound switches.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$x^2\ge2y-y^2$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outside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$x^2+(y-1)^2=1$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$x^2\le2y$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inside the parabola; slice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the lower bound switches.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outside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inside of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region below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figure shows the sliver between them near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runs from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$x^2+y^2\ge2y$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outside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inside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region below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figure shows the sliver between them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y\le2$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runs from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$x=\sqrt{2y-y^2}$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$=\int_1^2\left(\sqrt{2y}-y\right)dy+\int_0^1\left(\sqrt{2y}-\sqrt{2y-y^2}\right)dy$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circle integral is a quarter-disc,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$\int_1^2\left(\sqrt{2y}-y\right)dy=\frac{7-2^{5/2}}{6}$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$\int_0^1\left(\sqrt{2y}-\sqrt{2y-y^2}\right)dy=\frac{2^{7/2}-3\pi}{12}$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circle integral is a quarter-disc,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$=\frac{14-2^{7/2}+2^{7/2}-3\pi}{12}=\frac{14-3\pi}{12}=\frac76-\frac\pi4$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$\frac{n+2}{n+1}-\frac{\pi}{n-1}$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vertically instead: a thin sliver between parabola and circle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between parabola and the line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vertically instead: a thin sliver between parabola and circle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between parabola and the line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lies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below the circle's lower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higher).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 is no longer present; the region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lies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below the circle's lower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higher).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 is no longer present; the region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$=\int_0^1\left(1-\sqrt{1-x^2}-\frac{x^2}{2}\right)dx+\int_1^2\left(x-\frac{x^2}{2}\right)dx=\left(1-\frac\pi4-\frac16\right)+\left(\frac32-\frac76\right)$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$=\frac56-\frac\pi4+\frac13=\frac76-\frac\pi4$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inside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outside - read set conditions as inside/outside of standard curves.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origin;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meets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an answer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comparing the rational part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$x^2\le2y-y^2$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inside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$x^2+(y-1)^2\le1$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$x^2\ge2y-y^2$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outside - read set conditions as inside/outside of standard curves.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origin;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meets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an answer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$\frac{n+2}{n+1}-\frac{\pi}{n-1}$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comparing the rational part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enclosed by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enclosed by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$f(x)=\min\left\{x^2+\frac34,\ 1+[x]\right\}$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function and area, Area bounded by lines and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beyond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the upper boundary.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$1+[x]=1$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$x^2+\frac34\le1$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beyond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the upper boundary.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forms the upper boundary down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second term is the trapezoid with parallel sides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$1+[x]=1$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$x^2+\frac34\le1$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forms the upper boundary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$A=\int_0^{1/2}\left(x^2+\frac34\right)dx+\frac12\left(\frac32+\frac12\right)\times1$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second term is the trapezoid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$=\frac13\cdot\frac18+\frac34\cdot\frac12+1=\frac1{24}+\frac38+1$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$12A=\frac12+\frac92+12=17$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is a full-width strip,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trimmed by the parabola on the left.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y\le\frac34$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is a full-width strip,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$\frac34\le y\le1$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trimmed by the parabola on the left.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the parabola reaches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$f(x)\ge\frac34\ge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$\int_0^{3/4}(2-y)\,dy=\frac32-\frac{9}{32}=\frac{39}{32}$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$\frac34\le 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$\sqrt{y-\frac34}$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the parabola reaches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$\int_{3/4}^1\left(2-y-\sqrt{y-\frac34}\right)dy=\left[2y-\frac{y^2}{2}\right]_{3/4}^1-\frac23\left(\frac14\right)^{3/2}=\frac{9}{32}-\frac1{12}=\frac{19}{96}$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$A=\frac{39}{32}+\frac{19}{96}=\frac{136}{96}=\frac{17}{12}$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floor function, handle one unit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time;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on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region bounded by straight lines and a flat piece is mostly trapezoids/triangles - integrate only the curved 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Horizontal slicing works well when the upper boundary is a straight line and the curved boundary is on one 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$\min\{g(x),n\}$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floor function, handle one unit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$[n,n+1)$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time;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on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region bounded by straight lines and a flat piece is mostly trapezoids/triangles - integrate only the curved 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Horizontal slicing works well when the upper boundary is a straight line and the curved boundary is on one 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parabola passing through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parabola passing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$\left\{(x,y):\ (x+1)^2+(y-1)^2\le1,\ y\le p(x)\right\}$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$12(\pi-4A)$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Parabola through three points, Area of a circular region cut by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is the part of the circle below this parabola, i.e. a quarter-disc minus the corner above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$p(x)=1-x^2$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is the part of the circle below this parabola, i.e. a quarter-disc minus the corner above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parabola with vertical axis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parabola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parabola with vertical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$x^2=-4a(y-1)$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$1=-4a(-1)$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$x^2=-(y-1)$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$(x+1)^2+(y-1)^2\le1$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parabola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$\int_{-1}^{0}\left(1-x^2\right)dx=\left(x-\frac{x^3}{3}\right)_{-1}^{0}=1-\frac13=\frac23$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unit square with corners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this area is the part above the parabola: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sector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𝑠𝑞𝑢𝑎𝑟𝑒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𝑎𝑟𝑒𝑎 𝑢𝑛𝑑𝑒𝑟 𝑝𝑎𝑟𝑎𝑏𝑜𝑙𝑎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unit square with corners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$(-1,0),(0,0),(0,1),(-1,1)$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this area is the part above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$1-\frac23=\frac13$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$-\left\{\text{square}-\text{area under parabola}\right\}=\frac\pi4-\left(1-\frac23\right)=\frac\pi4-\frac13$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$12(\pi-4A)=12\left[\pi-4\left(\frac\pi4-\frac13\right)\right]=12\cdot\frac43=16$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directly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between the circle's lower arc and the parabola, the quarter-disc integral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directly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$x\in[-1,0]$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between the circle's lower arc and the parabola, the quarter-disc integral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part of the disc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the lower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parabola; for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nothing lies in the disc and below the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part of the disc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the lower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$y=1-\sqrt{1-(x+1)^2}$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parabola; for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nothing lies in the disc and below the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$A=\int_{-1}^{0}\left[\left(1-x^2\right)-\left(1-\sqrt{1-(x+1)^2}\right)\right]dx=\int_{-1}^0\sqrt{1-(x+1)^2}\,dx-\int_{-1}^0x^2\,dx$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integral is a quarter of the unit disc,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integral is a quarter of the unit disc,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$A=\frac\pi4-\frac13$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$12(\pi-4A)=12\cdot\frac43=16$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a quadratic polynomial is determined by three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three equations - unique, no 'family of parabolas'.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the factored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quarter-disc integral; spot it instead of substituting.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a quadratic polynomial is determined by three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$p(x)=a 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three equations - unique, no 'family of parabolas'.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$(-1,0),(1,0)$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the factored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$p(x)=k(x+1)(x-1)$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$p(0)=1\Rightarrow k=-1$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$\int_{c}^{c+r}\sqrt{r^2-(x-c)^2}\,dx=\frac{\pi r^2}{4}$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quarter-disc integral; spot it instead of substituting.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$\left\{(x,y):\ \left|x^2-2\right|\le y\le x\right\}$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$6A+16\sqrt2$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a line and a parabola with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switches form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$y=|x^2-2|$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switches form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runs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$2-x^2=x$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$x^2-2=x$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root)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lower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between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root)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lower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$A=\int_1^{\sqrt2}\left(x-(2-x^2)\right)dx+\int_{\sqrt2}^{2}\left(x-(x^2-2)\right)dx$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$\left[\frac{x^2}{2}-2x+\frac{x^3}{3}\right]_1^{\sqrt2}=\left(1-2\sqrt2+\frac{2\sqrt2}{3}\right)-\left(\frac12-2+\frac13\right)$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$\left[\frac{x^2}{2}-\frac{x^3}{3}+2x\right]_{\sqrt2}^{2}=\left(2-\frac83+4\right)-\left(1-\frac{2\sqrt2}{3}+2\sqrt2\right)$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$A=-4\sqrt2+\frac{4\sqrt2}{3}+\frac76+\frac{10}{3}=-\frac{8\sqrt2}{3}+\frac92$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$6A=-16\sqrt2+27$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$6A+16\sqrt2=27$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line-minus-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integral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remove the sliver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reflection.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line-minus-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integral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remove the sliver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$|x^2-2|=2-x^2$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reflection.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between the line and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true lower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higher than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remove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between the line and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$\int_1^2\left(x-x^2+2\right)dx=\frac32-\frac73+2=\frac76$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true lower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higher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$2(2-x^2)$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remove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$\int_1^{\sqrt2}2\left(2-x^2\right)dx=2\left[2x-\frac{x^3}{3}\right]_1^{\sqrt2}=\frac{8\sqrt2-10}{3}$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$A=\frac76-\frac{8\sqrt2-10}{3}=\frac{27-16\sqrt2}{6}$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$6A+16\sqrt2=27$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Intersections with a modulus curve: solve for each branch separately and keep only roots in the branch's 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ask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signals the surd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quick self-check.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Intersections with a modulus curve: solve for each branch separately and keep only roots in the branch's 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ask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$6A+16\sqrt2$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signals the surd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$-\frac{8\sqrt2}{3}$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quick self-check.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in the first quadrant enclosed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in the first quadrant enclosed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 2x^2-y+1=0$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parabola, Area bounded by a curve, a tangent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region is (area under the curve) minus triangles,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meeting point of tangent and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$y=2x^2+1$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tangent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$y=4x-1$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region is (area under the curve) minus triangles,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$S\left(\frac25,\frac35\right)$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meeting point of tangent and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(meeting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𝑎𝑟𝑒𝑎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𝑎𝑟𝑒𝑎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𝑎𝑟𝑒𝑎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origin.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 y=2x^2+1$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(meeting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$R\left(\frac14,0\right)$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$S\left(\frac25,\frac35\right)$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$A=\int_0^1\left(2x^2+1\right)dx-\text{area}(\triangle QOT)-\text{area}(\triangle PQR)+\text{area}(\triangle QRS)$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origin.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$\int_0^1\left(2x^2+1\right)dx=\frac23+1=\frac53$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QOT=\frac12$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PQR=\frac12\cdot\frac34\cdot3=\frac98$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QRS=\frac12\cdot\frac34\cdot\frac35=\frac9{40}$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$A=\frac53-\frac12-\frac98+\frac{9}{40}=\frac{200-60-135+27}{120}=\frac{32}{120}=\frac{16}{60}$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directly between the curves: parabola minus the line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parabola minus tangent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directly between the curves: parabola minus the line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$\left[0,\frac25\right]$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parabola minus tangent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$\left[\frac25,1\right]$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$2x^2+1-(4x-1)=2(x-1)^2$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lower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(higher than the tangent there);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lower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(higher than the tangent there);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$\int_0^{2/5}\left(2x^2+1-(1-x)\right)dx=\int_0^{2/5}\left(2x^2+x\right)dx=\frac23\cdot\frac{8}{125}+\frac12\cdot\frac{4}{25}=\frac{46}{375}$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$\int_{2/5}^{1}\left(2x^2+1-(4x-1)\right)dx=\int_{2/5}^{1}2(x-1)^2dx=\frac23\left(\frac35\right)^3=\frac{54}{375}$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$A=\frac{100}{375}=\frac4{15}=\frac{16}{60}$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minus its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perfect square; area between a parabola and a tangent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 points of such regions: intersect each pair of boundaries and list them before choosing limits.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minus its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$a(x-x_0)^2$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perfect square; area between a parabola and a tangent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$[x_0,x_1]$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$\frac{a(x_1-x_0)^3}{3}$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$y=y_0+(2ax_0+b)(x-x_0)$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 points of such regions: intersect each pair of boundaries and list them before choosing limits.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outside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outside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$(x-3)^2+y^2=2$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$4(\pi+4A)$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bounded by a parabola, a line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Sector area of a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bounded by a parabola, a line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Sector area of a circle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the circle's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part of the disc inside the region is exactly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disc.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the circle's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part of the disc inside the region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disc.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the parabola and the line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(horizontal strips):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$x=\frac{2y^2}{3}$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$2y^2+3y-9=0$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the parabola and the line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(horizontal strips):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$\int_0^{3/2}\left(3-y-\frac{2y^2}{3}\right)dy$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sector inside this region (the line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sector inside this region (the line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$=\pi\left(\sqrt2\right)^2\cdot\frac18=\frac\pi4$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$\int_0^{3/2}\left(3-y-\frac{2y^2}{3}\right)dy=\frac{36-9-6}{8}=\frac{21}{8}$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$A=\frac{21}{8}-\frac\pi4$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$4(\pi+4A)=4\pi+16A=4\pi+42-4\pi=42$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vertically: the curved boundary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 right triangle under the line, minus the circle sector.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vertically: the curved boundary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$y=\sqrt{\tfrac{3x}{2}}$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 right triangle under the line, minus the circle sector.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(before removing the disc):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triangle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(before removing the disc):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y\le\sqrt{\frac{3x}{2}}$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$\int_0^{3/2}\sqrt{\frac{3x}{2}}\,dx=\sqrt{\frac32}\cdot\frac23\left(\frac32\right)^{3/2}=\frac23\cdot\frac94=\frac32$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triangle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$\frac12\cdot\frac32\cdot\frac32=\frac98$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the sector of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disc: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the sector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disc: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$\frac12\cdot2\cdot\frac\pi4=\frac\pi4$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$A=\frac{21}8-\frac\pi4$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$4(\pi+4A)=42$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centre of a circle cuts it in half; a line through the centre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another through the centre cuts off a sector of fraction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Sector of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removed sector lies wholly inside the region (here the parabola stays far to the left of the disc).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centre of a circle cuts it in half; a line through the centre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another through the centre cuts off a sector of fraction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$\frac{\theta}{2\pi}$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Sector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$=\frac12r^2\theta$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$\frac12\cdot2\cdot\frac\pi4=\frac\pi4$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the removed sector lies wholly inside the region (here the parabola stays far to the left of the disc).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square units) of the region bounded by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9   (B) 8   (C) 7   (D) 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square units) of the region bounded by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9   (B) 8   (C) 7   (D) 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both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(their intersection ordinates).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both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$x=f(y)$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$y\in[-2,4]$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(their intersection ordinates).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line is to the right of the parabola).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$y=2x-8\Rightarrow x=\frac{y+8}{2}$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$y^2=2(y+8)-8$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$y^2-2y-8=0$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$=\int_{-2}^{4}\left(\frac{y+8}{2}-\frac{y^2+8}{4}\right)dy$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line is to the right of the parabola).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$=\int_{-2}^{4}\frac y2\,dy-\int_{-2}^4\frac{y^2}{4}\,dy+\int_{-2}^{4}2\,dy$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$=\left[\frac{y^2}{4}\right]_{-2}^4-\frac14\left[\frac{y^3}{3}\right]_{-2}^4+2\left[y\right]_{-2}^4=3-6+12=9$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Parabola-chord formula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difference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Parabola-chord formula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difference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$-\frac14(y+2)(y-4)$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$=\frac14\cdot\frac{6^3}{6}$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$\frac{y+8}{2}-\frac{y^2+8}{4}=-\frac14\left(y^2-2y-8\right)=\frac14(y+2)(4-y)$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$\int_{-2}^4(y+2)(4-y)\,dy=\frac{6^3}{6}=36$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$=\frac14\times36=9$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chord meeting it at ordinates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enclosed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Parabola-chord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of the triangle with the same chord and vertex at the point where the tangent is parallel to the chord (Archimedes).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the line into the parabola in the variable that appears linearly to find intersections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chord meeting it at 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enclosed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$\frac{(y_2-y_1)^3}{24a}$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$y_2-y_1=6$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$\frac{216}{24}=9$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Parabola-chord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of the triangle with the same chord and vertex at the point where the tangent is parallel to the chord (Archimedes).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the line into the parabola in the variable that appears linearly to find intersections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$\left\{(x,y):\ y^2\le4x,\ x&lt;4,\ \frac{xy(x-1)(x-2)}{(x-3)(x-4)}&gt;0,\ x\ne3\right\}$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Rational inequalities (wavy-curve method), Area bounded by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sign condition allows only one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cross-section length is always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admissible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$x\in(0,4)$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sign condition allows only one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cross-section length is always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condition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(wavy-curve method,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$y^2\le4x$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$\frac{xy(x-1)(x-2)}{(x-3)(x-4)}&gt;0$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$\frac{x(x-1)(x-2)}{(x-3)(x-4)}&gt;0$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(wavy-curve method,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$x\in(0,1)\cup(2,3)$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$\frac{x(x-1)(x-2)}{(x-3)(x-4)}&lt;0$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$x\in(1,2)\cup(3,4)$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Upper-half area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lower-half area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each case the height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nary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nary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Upper-half area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$(0,1)\cup(2,3)$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lower-half area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$(1,2)\cup(3,4)$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each case the height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$y^2\le4x$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$=\int_0^1 2\sqrt x\,dx+\left|\int_1^2 2\sqrt x\,dx\right|+\int_2^3 2\sqrt x\,dx+\left|\int_3^4 2\sqrt x\,dx\right|$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$=\frac43\left(\left[x^{3/2}\right]_0^1+\left[x^{3/2}\right]_1^2+\left[x^{3/2}\right]_2^3+\left[x^{3/2}\right]_3^4\right)=\frac43\left(1+2\sqrt2-1+3\sqrt3-2\sqrt2+8-3\sqrt3\right)$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$=\frac43\times8=\frac{32}{3}$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exactly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the inequality, so the area is just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$x\in(0,4)$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$x\notin\{1,2,3\}$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exactly one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the inequality, so the area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$\int_0^42\sqrt 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non-zero numbers of fixed sign, so the inequality fixes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that sign fixed,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vertical cross-section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non-zero numbers of fixed sign, so the inequality fixes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that sign fixed,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$y^2\le4x$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vertical cross-section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excluded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zero area).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$=\int_0^4 2\sqrt x\,dx=\frac43\cdot8=\frac{32}{3}$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excluded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zero area).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of the form (sign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of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keeps exactly half of a region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column by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Wavy-curve (sign-chart) method: mark zeros and poles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number line and alternate signs, starting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far right.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where a factor vanishes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lines/points - measure zero, they don't change areas.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of the form (sign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of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keeps exactly half of a region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column by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Wavy-curve (sign-chart) method: mark zeros and poles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$\frac{x(x-1)(x-2)}{(x-3)(x-4)}$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number line and alternate signs, starting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far right.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where a factor vanishes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lines/points - measure zero, they don't change areas.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4   (C) 6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$3y=(x-4)^2$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4   (C) 6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two parabolas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 the parabolas: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integrate the difference.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 the parabolas: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$4x^2-20x+16=0$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integrate the difference.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$3y=(x-4)^2$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$12x-3x^2=x^2-8x+16$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$4x^2-20x+16=0\Rightarrow(x-1)(x-4)=0\Rightarrow x=1,4$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$=\int_1^4\left[(4x-x^2)-\frac{(x-4)^2}{3}\right]dx=\left[2x^2-\frac{x^3}{3}-\frac{(x-4)^3}{9}\right]_1^4$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$=2(16-1)-\frac13(64-1)-\frac19(0+27)=30-21-3=6$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Parabola-parabola formula: the difference has leading 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Parabola-parabola formula: the difference has leading coefficient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$-\frac43$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$(4x-x^2)-\frac{(x-4)^2}{3}=-\frac43x^2+\frac{20}{3}x-\frac{16}{3}=-\frac43(x-1)(x-4)$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$=\frac43\int_1^4(x-1)(4-x)\,dx=\frac43\cdot\frac{3^3}{6}=6$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enclose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respectively: both pass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quick check on the second intersection.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of two quadratics is a quadratic with the same roots as the intersection equation - factor it to get limits and integrand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$y=a_1x^2+\dots$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$y=a_2x^2+\dots$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$x_1&lt;x_2$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enclose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$\frac{|a_1-a_2|(x_2-x_1)^3}{6}$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$\frac{(4/3)\cdot27}{6}=6$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$(x-4)^2/3$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respectively: both pass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quick check on the second intersection.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of two quadratics is a quadratic with the same roots as the intersection equation - factor it to get limits and integrand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$xy+4y=16$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$28-30\log_e2$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$32-30\log_e2$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$30-28\log_e2$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$30-32\log_e2$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a hyperbola and a line, Integration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a hyperbola and a line, Integration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$\frac{1}{x+a}$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intersection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area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$xy+4y=16$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$y=\frac{16}{x+4}$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intersection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$y=6-x$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$x=-2,4$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$\int\left(6-x-\frac{16}{x+4}\right)dx$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lies above the hyperbola branch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$y(x+4)=16$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$(6-x)(x+4)=16\Rightarrow6x-x^2+24-4x=16\Rightarrow x^2-2x-8=0$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lies above the hyperbola branch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$=\int_{-2}^{4}\left(6-x-\frac{16}{x+4}\right)dx$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$=\left[6x-\frac{x^2}{2}-16\ln|x+4|\right]_{-2}^{4}$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$=(24-8-16\ln8)-(-12-2-16\ln2)$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$=30-32\ln2$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$16\ln8=48\ln2$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$30-32\log_e2$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 for the line, calculus only for the hyperbola: trapezoid under the line minus 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 for the line, calculus only for the hyperbola: trapezoid under the line minus the area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$y=\frac{16}{x+4}$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trapezoid under the line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hyperbola: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trapezoid under the line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$\frac12(8+2)\times6=30$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$\int_{-2}^{4}\frac{16}{x+4}dx=16\ln\frac{8}{2}=32\ln2$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$=30-32\ln2$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$30-32\log_e2$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hyperbola regions: (trapezoid under the line)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 area) avoids integrating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rectangular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shifted left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$\int\frac{dx}{x+a}=\ln|x+a|$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$y=\frac{c}{x+a}$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$c\ln\frac{x_2+a}{x_1+a}$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hyperbola regions: (trapezoid under the line)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 area) avoids integrating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$xy+ky=c$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rectangular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$y=\frac{c}{x+k}$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shifted left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 numbers.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$\{(x,y):\ x-2y+4\ge0,\ x+2y^2\ge0,\ x+4y^2\le8,\ y\ge0\}$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 numbers.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parabolas and a line, Co-prime numbers and fractions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boundaries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split the area at those abscissae.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boundaries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$x=-2y^2$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$x=8-4y^2$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$y=\frac{x+4}{2}$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$x=-2,-1,0,8$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split the area at those abscissae.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$x+2y^2\ge0\Rightarrow y\ge\sqrt{-x/2}$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$x+4y^2\le8\Rightarrow y\le\frac{\sqrt{8-x}}{2}$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$x-2y+4\ge0\Rightarrow y\le\frac{x+4}{2}$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$y=\sqrt{-x/2}$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$y=\frac{\sqrt{8-x}}2$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$=\int_{-2}^{-1}\left(\frac{x+4}{2}-\sqrt{\frac{-x}{2}}\right)dx+\int_{-1}^{0}\left(\frac{\sqrt{8-x}}{2}-\sqrt{\frac{-x}{2}}\right)dx+\int_0^8\frac{\sqrt{8-x}}{2}\,dx$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$\frac54-\left(\frac43-\frac{\sqrt2}{3}\right)=-\frac1{12}+\frac{\sqrt2}{3}$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$\left(9-\frac{16\sqrt2}{3}\right)-\frac{\sqrt2}{3}=9-\frac{17\sqrt2}{3}$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$\frac13\cdot8^{3/2}=\frac{16\sqrt2}{3}$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$=-\frac1{12}+9+\sqrt2\left(\frac13-\frac{17}{3}+\frac{16}{3}\right)=\frac{107}{12}$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$m=107,\ 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the radicals disappear because every boundary is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the radicals disappear because every boundary is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boundary is the larger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line); right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right boundary meets the line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width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boundary is the larger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line); right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$x=8-4y^2$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right boundary meets the line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$=8-4y^2+2y^2=8-2y^2$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$\int_0^1\left(8-2y^2\right)dy=\frac{22}{3}$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width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y\le\frac32$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$=2y-4$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$=12-2y-4y^2$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$\left[12y-y^2-\frac{4y^3}{3}\right]_1^{3/2}=\frac{45}{4}-\frac{29}{3}$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$=\frac{22}{3}+\frac{45}{4}-\frac{29}{3}=\frac{107}{12}$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boundaries are parabolas with horizontal axis plus a line, choose the variable in which all curves are polynomials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- no square roots, fewer pieces.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Fractions in lowest terms: check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reading off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boundaries are parabolas with horizontal axis plus a line, choose the variable in which all curves are polynomials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- no square roots, fewer pieces.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Fractions in lowest terms: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$\gcd(107,12)=1$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reading off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$\int_a^b\sqrt{c-x}\,dx=\frac23\left[(c-a)^{3/2}-(c-b)^{3/2}\right]$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$\left\{(x,y):\ 0\le y\le\min\left\{2x,\ 6x-x^2\right\}\right\}$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of a region bounded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two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of a region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two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use the line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the parabola down to its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$y=6x-x^2$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use the line up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the parabola down to its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parabola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triangle);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$2x=6x-x^2$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parabola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triangle);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 x\le6$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$A=\frac12\cdot4\cdot8+\int_4^6\left(6x-x^2\right)dx=16+\left[3x^2-\frac{x^3}{3}\right]_4^6$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$=16+3(36-16)-\frac13(216-64)=16+60-\frac{152}{3}=16+\frac{28}{3}$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$A=\frac{76}{3}$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$12A=304$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304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Whole parabola area minus the lens between the parabola and the line: both come from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Whole parabola area minus the lens between the parabola and the line: both come from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$\frac{|a|\Delta^3}{6}$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of it above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region between the parabola and the line,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$\frac{6^3}{6}=36$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of it above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region between the parabola and the line,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$\frac{1\cdot4^3}{6}=\frac{32}{3}$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$A=36-\frac{32}{3}=\frac{76}{3}$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$12A=304$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304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its roots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split at the crossing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a lens from the full parabola area is often shorter than splitting limits.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$y=ax(b-x)$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its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$\frac{|a|b^3}{6}$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y\le\min\{f,g\}$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$=\int\min\{f,g\}$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split at the crossing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a lens from the full parabola area is often shorter than splitting limits.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part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is below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 numbers.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part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is below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$5x-y=13$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$\frac{\pi\alpha}{2\beta}-\frac{65}{2}+\frac\alpha\beta\sin^{-1}\left(\frac{12}{13}\right)$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 numbers.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76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Segment of a circle cut by a line,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meets the circle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segment's central angle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meets the circle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$(0,-13)$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$(5,12)$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segment's central angle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$\theta=\frac\pi2+\alpha_0$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$\sin\alpha_0=\frac{12}{13}$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$=\frac12r^2(\theta-\sin\theta)$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subtends at the centre an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$y=5x-13$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$26x^2-130x=0$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subtends at the centre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$\theta=\frac\pi2+\alpha_0$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$\tan\alpha_0=\frac{12}{5}$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$\sin\alpha_0=\frac{12}{13}$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$\cos\alpha_0=\frac5{13}$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$\sin\theta=\sin\left(\frac\pi2+\alpha_0\right)=\cos\alpha_0=\frac5{13}$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segment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(coprime).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$=\frac12r^2(\theta-\sin\theta)=\frac12\times169\left[\frac\pi2+\sin^{-1}\frac{12}{13}-\frac5{13}\right]$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$=\frac{169\pi}{4}+\frac{169}{2}\sin^{-1}\frac{12}{13}-\frac{65}{2}$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$\frac{\pi\alpha}{2\beta}=\frac{169\pi}{4}$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$\frac\alpha\beta=\frac{169}{2}$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(coprime).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171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directly: below the line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full chord of the circle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directly: below the line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x\le5$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full chord of the circle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$5\le x\le13$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169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$-\sqrt{169-x^2}\le y\le5x-13$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$5\le x\le13$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$-\sqrt{169-x^2}\le y\le\sqrt{169-x^2}$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$\int_0^5\left(5x-13+\sqrt{169-x^2}\right)dx=\frac{125}{2}-65+30+\frac{169}{2}\sin^{-1}\frac5{13}$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$2\int_5^{13}\sqrt{169-x^2}\,dx=\frac{169\pi}{2}-60-169\sin^{-1}\frac5{13}$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$=\frac{169\pi}{2}-\frac{65}{2}-\frac{169}{2}\sin^{-1}\frac5{13}$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$\sin^{-1}\frac5{13}=\frac\pi2-\sin^{-1}\frac{12}{13}$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$\frac{169\pi}{4}-\frac{65}{2}+\frac{169}{2}\sin^{-1}\frac{12}{13}$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$\alpha=169,\beta=2$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171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 with central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radians); the segment is the sector minus the isosceles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an expression be rewritten in the form the options use.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forms term by term: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and the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must have coefficients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consistent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 with central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$=\frac12r^2(\theta-\sin\theta)$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radians); the segment is the sector minus the isosceles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$\sin\left(\frac\pi2+\alpha\right)=\cos\alpha$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$\sin^{-1}x+\cos^{-1}x=\frac\pi2$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an expression be rewritten in the form the options use.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forms term by term: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must have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$\frac{\alpha}{2\beta}$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consistent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$\alpha=169,\beta=2$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$\{(x,y):\ 0\le x\le3,\ 0\le y\le\min\{x^2+2,\ 2x+2\}\}$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of a region bounded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two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of a region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two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parabola is the minimum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$x^2+2\le2x+2\iff0\le x\le2$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parabola is the minimum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curves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$x^2+2=2x+2\Rightarrow x(x-2)=0$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$x^2+2\le2x+2$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$A=\int_0^2\left(x^2+2\right)dx+\int_2^3(2x+2)\,dx$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$=\left[\frac{x^3}{3}+2x\right]_0^2+\left[x^2+2x\right]_2^3=\left(\frac83+4\right)+(15-8)=\frac{20}{3}+7$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$A=\frac{41}{3}$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$12A=164$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trapezoid under the line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the small region between the line and the parabola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trapezoid under the line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the small region between the line and the parabola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Trapezoid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heights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true height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lower than the line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remove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Trapezoid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heights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$=\frac{(2+8)}{2}\cdot3=15$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true height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lower than the line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$\int_0^2\left(2x-x^2\right)dx=\frac43$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$A=15-\frac43=\frac{41}{3}$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$12A=164$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interval: determine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test points;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under a straight line is a trapezoid: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$\min\{f,g\}$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interval: determine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test points;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$x^2+2-(2x+2)=x(x-2)$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under a straight line is a trapezoid: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$\frac12(h_1+h_2)\cdot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$\frac{|a|\Delta^3}{6}$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positive coordinate axes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$(y-2)^2=x-1$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positive coordinate axes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a parabola, a line and coordinate axes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is tangent to the parabola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(double root), so the region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under the parabola minus the triangle to the left of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is tangent to the parabola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(double root), so the region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$\int_0^3x\,dy$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under the parabola minus the triangle to the left of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touches the parabola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cuts the axes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enclosed (with respect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the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$y=\frac{x+4}{2}$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$(y-2)^2=x-1$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$\frac{x^2}{4}=x-1$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touches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cuts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enclosed (with respect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$=\int_0^3x\,dy-$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$(0,2),(0,3),(2,3)$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$=\int_0^3\left((y-2)^2+1\right)dy-\frac12\times1\times2=\int_0^3\left(y^2-4y+5\right)dy-1$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$=\left[\frac{y^3}{3}-2y^2+5y\right]_0^3-1=9-18+15-1=5$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vertically with the three pieces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answer comes from known integrals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vertically with the three pieces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$[2,5]$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answer comes from known integrals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$\sqrt{x-1}$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reaches up to the line: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lower strip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reaches up to the line: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$=\int_0^1\frac{x+4}{2}dx=\frac94$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lower strip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y\le2-\sqrt{x-1}$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$\int_1^5\left(2-\sqrt{x-1}\right)dx=8-\frac23\cdot8=\frac83$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also an upper strip between the parabola and the line: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also an upper strip between the parabola and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$\int_1^2\left(\frac{x+4}{2}-2-\sqrt{x-1}\right)dx=\frac34-\frac23=\frac1{12}$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$=\frac94+\frac83+\frac1{12}=5$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meets a parabola in a double root exactly when it is tangent - check the discriminant after substitution.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between the curve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subtract simple pieces geometrically.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meets a parabola in a double root exactly when it is tangent - check the discriminant after substitution.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between the curve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$(0,2),(0,3),(2,3)$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$\frac12\cdot1\cdot2=1$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subtract simple pieces geometrically.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 on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bounded by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minimum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$P\left(a,a^2\right)$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$Q\left(-b,b^2\right)$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bounded by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$\frac{S_1}{S_2}$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800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parabolic segment, Inequalities: AM-GM minimisation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AM-GM applies.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$S_1=\frac{(a+b)^3}{6}$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$S_2=\frac12ab(a+b)$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$\frac{S_1}{S_2}=\frac{(a+b)^2}{3ab}$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AM-GM applies.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$=\frac{a^2-b^2}{a+b}=a-b$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$y-a^2=(a-b)(x-a)$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$y=(a-b)x+ab$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$S_1=\int_{-b}^{a}\left((a-b)x+ab-x^2\right)dx=\left[\frac{a-b}{2}x^2+abx-\frac{x^3}{3}\right]_{-b}^{a}=\frac16(a+b)^3$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$S_2=\frac12\left|\begin{matrix}-b&amp;b^2&amp;1\\0&amp;0&amp;1\\a&amp;a^2&amp;1\end{matrix}\right|=\frac12ab(a+b)$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(AM-GM),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$\frac{S_1}{S_2}=\frac{\frac16(a+b)^3}{\frac12ab(a+b)}=\frac13\cdot\frac{(a+b)^2}{ab}=\frac13\left(\frac ab+\frac ba+2\right)$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ba+\frac ab\ge2$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$\left(\frac{S_1}{S_2}\right)_{\min}=\frac13(2+2)=\frac43=\frac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point where the tangent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the area formula for a triangle inscribed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$S_1=\frac43\times$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point where the tangent is 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the area formula for a triangle inscribed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with vertices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abscissae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that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triangle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with vertices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abscissae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$x_1,x_2,x_3$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$\frac12\left|(x_1-x_2)(x_2-x_3)(x_3-x_1)\right|$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$x=0,a,-b$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 a\cdot b\cdot(a+b)$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$x=\frac{a-b}{2}$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triangle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$\frac12(a+b)\cdot\frac{a+b}{2}\cdot\frac{a+b}{2}=\frac{(a+b)^3}{8}$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$S_1=\frac43\cdot\frac{(a+b)^3}{8}=\frac{(a+b)^3}{6}$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$\frac{S_1}{S_2}=\frac{(a+b)^2}{3ab}\ge\frac43$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$(a+b)^2\ge4ab$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vertices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a parabolic segment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inscribed triangle with the same chord whose apex has tangent parallel to the chord;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chord between abscissae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segment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minimisation of a ratio of symmetric expressions reduces to AM-GM.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vertices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$x_1,x_2,x_3$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$\frac12|(x_1-x_2)(x_2-x_3)(x_3-x_1)|$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a parabolic segment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inscribed triangle with the same chord whose apex has tangent parallel to the chord;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chord between abscissae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segment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$\frac{(q-p)^3}{6}$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$\frac{(a+b)^2}{ab}\ge4$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minimisation of a ratio of symmetric expressions reduces to AM-GM.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squares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area of the region bounded by the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maximum,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squares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area of the region bounded by 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$2y^2=kx$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$ky^2=2(y-x)$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maximum,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two parabolas, Maxima and minima of a function of one variable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maximising it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$\frac23\frac{k^2}{(k^2+4)^2}$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maximising it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$k^2=4$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$k=\pm2$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 k2x$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$ky^2-2y=-2x$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$y=\frac{2k}{k^2+4}$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$\frac{2y^2}{k}=y-\frac{ky^2}{2}$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$A=\int_0^{2k/(k^2+4)}\left[\frac{ky^2-2y}{-2}-\frac{2y^2}{k}\right]dy=\left[\left(-\frac k2-\frac2k\right)\frac{y^3}{3}+\frac{y^2}{2}\right]_0^{2k/(k^2+4)}$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$=-\frac{k^2+4}{2k}\cdot\left(\frac{2k}{k^2+4}\right)^3\cdot\frac13+\left(\frac{2k}{k^2+4}\right)^2\cdot\frac12=-\left(\frac{2k}{k^2+4}\right)^2\cdot\frac13+\left(\frac{2k}{k^2+4}\right)^2\cdot\frac12$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minimum,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maxima.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$=\frac16\cdot\frac{4k^2}{(k^2+4)^2}$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$A(k)=\frac23\cdot\frac{k^2}{(k^2+4)^2}$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$A'(k)=\frac23\cdot\frac{2k(k^2+4)^2-2k^2(k^2+4)(2k)}{(k^2+4)^4}=\frac23(2k)(k^2+4)\cdot\frac{k^2+4-2k^2}{(k^2+4)^4}=0$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minimum,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maxima.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$=(-2)^2+2^2=8$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nonzero intersection ordinate; AM-GM maximises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$=\frac{y_1^2}{6}$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$y_1=\frac{2}{k+4/k}$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nonzero intersection ordinate; AM-GM maximises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$|y_1|$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both curves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Their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both curves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$x=2y^2/k$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$x=y-\frac k2y^2$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Their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$y-\left(\frac k2+\frac2k\right)y^2$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$y_1=\frac{1}{\frac k2+\frac2k}=\frac{2}{k+\frac4k}$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$=\frac{|c|\,y_1^3}{6}$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 k2+\frac2k=\frac1{y_1}$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$A=\frac{y_1^2}{6}=\frac23\cdot\frac{1}{\left(k+\frac4k\right)^2}$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$\left|k+\frac4k\right|\ge4$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$\left|k+\frac4k\right|=4$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$A_{\max}=\frac1{24}$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standard reduction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functions.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two parabolas through the origin,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second intersection ordinate.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maxima occur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'all possible values' means count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$\left|k+\frac4k\right|\ge4$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standard reduction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$\frac{k}{k^2+4}$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functions.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two parabolas through the origin,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$x=y-\beta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$\frac{y_1^2}{6}$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$y_1=\frac{1}{\alpha+\beta}$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second intersection ordinate.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maxima occur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k_0$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'all possible values' means count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of the points of intersection of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area of the region enclosed by the curves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32   (B) 29   (C) 31   (D) 30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of the points of intersection of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$y=1+3x-2x^2$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area of the region enclosed by the curves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$\frac1{24}\left(\ell\sqrt5+m\right)-n\log_e\left(1+\sqrt5\right)$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$\ell,m,n\in\mathbb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$\ell+m+n$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32   (B) 29   (C) 31   (D) 30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cubic-type curve and a hyperbola, Cubic equation with a known root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known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other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$1+3x-2x^2=\frac1x$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$2x^3-3x^2-x+1=0$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known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other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$\frac{1\pm\sqrt5}{2}$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positive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$1+3x-2x^2=\frac1x\Rightarrow2x^3-3x^2-x+1=0\Rightarrow(2x-1)\left(x^2-x-1\right)=0$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positive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$=\int_{1/2}^{(1+\sqrt5)/2}\left(1+3x-2x^2-\frac1x\right)dx=\left[x+\frac{3x^2}{2}-\frac{2x^3}{3}-\ln x\right]_{1/2}^{(1+\sqrt5)/2}$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$=\left[\frac{\sqrt5+1}{2}+\frac38\left(\sqrt5+1\right)^2-\frac1{12}\left(\sqrt5+1\right)^3-\ln\frac{\sqrt5+1}{2}\right]-\left[\frac12+\frac38-\frac1{12}-\ln\frac12\right]$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$=\frac1{24}\left[12\left(\sqrt5+1\right)+9\left(\sqrt5+1\right)^2-2\left(\sqrt5+1\right)^3-12-9+2\right]-\ln\left(\frac{\sqrt5+1}{2}\cdot2\right)$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$=\frac1{24}\left[12\left(\sqrt5+1\right)+9\left(6+2\sqrt5\right)-2\left(8+4\sqrt5\right)-19\right]-\ln\left(\sqrt5+1\right)=\frac1{24}\left[14\sqrt5+15\right]-\ln\left(\sqrt5+1\right)$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$\ell=14,\ m=15,\ 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$\ell+m+n=30$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(golden ratio),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evaluate the antiderivative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$\varphi=\frac{1+\sqrt5}{2}$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(golden ratio),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$\varphi^2=\varphi+1$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$\varphi^3=2\varphi+1$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evaluate the antiderivative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expansion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$(\sqrt5+1)^3$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Antiderivative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Antiderivative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$F(x)=x+\frac32x^2-\frac23x^3-\ln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$\varphi+\frac32(\varphi+1)-\frac23(2\varphi+1)-\ln\varphi=\frac76\varphi+\frac56-\ln\varphi$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$\frac12+\frac38-\frac1{12}+\ln2=\frac{19}{24}+\ln2$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$=\frac76\varphi+\frac56-\frac{19}{24}-\ln(2\varphi)=\frac{7(1+\sqrt5)}{12}+\frac1{24}-\ln\left(1+\sqrt5\right)=\frac{14\sqrt5+15}{24}-\ln\left(1+\sqrt5\right)$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$\ell+m+n=14+15+1=30$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30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Golden-ratio reductions: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reduce all powers to degree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one intersection point of a polynomial equation, divide it out to get the rest: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Golden-ratio reductions: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$\varphi^2=\varphi+1$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$\varphi^3=2\varphi+1$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$\varphi^4=3\varphi+2$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reduce all powers to degree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one intersection point of a polynomial equation, divide it out to get the rest: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$2x^3-3x^2-x+1=(2x-1)(x^2-x-1)$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$-\ln\frac12=\ln2$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$\ln\varphi+\ln2=\ln(2\varphi)=\ln\left(1+\sqrt5\right)$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described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described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$\{(x,y):\ y^2\le2x,\ \text{and}\ y\ge4x-1\}$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$\frac{11}{32}$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both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both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$x=f(y)$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$x=\frac{y+1}{4}$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$x=\frac{y^2}{2}$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$y^2=\frac{y+1}{2}$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$2y^2-y-1=0$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$\left(\frac18,-\frac12\right)$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$y\ge4x-1\iff x\le\frac{y+1}{4}$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$y^2\le2x\iff x\ge\frac{y^2}{2}$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$=\int_{-1/2}^{1}\left(\frac{y+1}{4}-\frac{y^2}{2}\right)dy=\left[\frac{y^2}{8}+\frac y4-\frac{y^3}{6}\right]_{-1/2}^{1}$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$=\left(\frac18+\frac14-\frac16\right)-\left(\frac1{32}-\frac18+\frac1{48}\right)$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$=\frac{5}{24}+\frac{7}{96}=\frac{27}{96}=\frac9{32}$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$\frac{9}{32}$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One-line formula: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chord meeting it at ordinates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One-line formula: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$x=\frac{y^2}{2}$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chord meeting it at ordinates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leading 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$\frac{y+1}{4}-\frac{y^2}{2}=-\frac12\left(y-1\right)\left(y+\frac12\right)$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$=\frac12\cdot\frac{\left(\frac32\right)^3}{6}=\frac12\cdot\frac{27}{48}=\frac{9}{32}$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$\frac{9}{32}$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parabola-chord area in one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with end ordinates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intersections by substituting the line in terms of the variable that appears linearly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$\int_{y_1}^{y_2}|a|(y-y_1)(y_2-y)\,dy=\frac{|a|(y_2-y_1)^3}{6}$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parabola-chord area in one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with end 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$\frac{(y_2-y_1)^3}{24a}$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$\frac{(3/2)^3}{12}=\frac{9}{32}$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intersections by substituting the line in terms of the variable that appears linearly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$x=\frac{y+1}{4}$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between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between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curves with modulus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both curves piecewise: they coincide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region lies entirely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both curves piecewise: they coincide only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region lies entirely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points of intersection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$y=x|x|=\begin{cases}x^2,&amp;x&gt;0\\-x^2,&amp;x&lt;0\end{cases}$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$y=x-|x|=\begin{cases}0,&amp;x&gt;0\\2x,&amp;x&lt;0\end{cases}$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$-x^2=2x\Rightarrow x=0,-2$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points of intersection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$=\int_{-2}^{0}\left(-x^2-2x\right)dx=\left[-\frac{x^3}{3}-\frac{2x^2}{2}\right]_{-2}^{0}$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$=-\left[\frac83-4\right]=\frac43$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Once the region is known to be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apply the parabola-chord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Once the region is known to be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apply the parabola-chord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with leading 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$-x^2-2x=-x(x+2)=x\cdot(-1)(x+2)$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with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$=1\cdot\frac{(0-(-2))^3}{6}=\frac86=\frac43$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Curves that coincide on a half-line (or whose difference is zero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only enclose area on the other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pattern.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$x-|x|=\min(2x,0)$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Curves that coincide on a half-line (or whose difference is zero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only enclose area on the other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$\int_{-2}^0(-x)(x+2)dx=\frac{2^3}{6}=\frac43$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$\frac{\Delta^3}{6}$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pattern.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enclosed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184   (B) 172   (C) 154   (D) 162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enclosed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$2y=27-3x$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$y=3x-x\sqrt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184   (B) 172   (C) 154   (D) 162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bounded by straight lines and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bounded by straight lines and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$y=3x-x\sqrt 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lines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form a triangle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below it. 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lines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$(3,9)$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form a triangle with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the curve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$y=3x-x^{3/2}$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$(9,0)$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below it. Split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negative after.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lies above the curve and below the lines: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$2y=27-3x$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$y=3x-x^{3/2}$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$y'=3-\frac32\sqrt x=3\left(1-\frac{\sqrt x}{2}\right)$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negative after.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lies above the curve and below the lines: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 x\le9$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$y=\frac{27-3x}{2}$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in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Rational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972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$=\int_0^3\left(3x-\left(3x-x^{3/2}\right)\right)dx+\int_3^9\left(\frac{27-3x}{2}-\left(3x-x^{3/2}\right)\right)dx$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$=\int_0^3x^{3/2}dx+\frac12\int_3^9\left(27-9x+2x^{3/2}\right)dx=\left(\frac25x^{5/2}\right)_0^3+\frac12\left[27x-\frac{9x^2}{2}+\frac45x^{5/2}\right]_3^9$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$=\frac25\times9\sqrt3+\frac12\left[243-\frac{729}{2}+\frac45\times81\times3-81+\frac{81}{2}-\frac45\times9\sqrt3\right]$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$\frac{18\sqrt3}{5}-\frac12\cdot\frac{36\sqrt3}{5}=0$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Rational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$243-\frac{729}{2}-81+\frac{81}{2}=-162$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$\frac12\left[-162+\frac{972}{5}\right]=\frac{81}{5}$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$A=\frac{81}{5}$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$10A=162$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162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the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the area under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the triangle with vertices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$(0,0),(3,9),(9,0)$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the area under the curve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$y=3x-x^{3/2}$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$[0,9]$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lies below both lines, so the region is the triangle bounded by the lines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with the part under the curve removed.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Triangle: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lies below both lines, so the region is the triangle bounded by the lines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with the part under the curve removed.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Triangle: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curve: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curve: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$\int_0^9\left(3x-x^{3/2}\right)dx=\left[\frac{3x^2}{2}-\frac25x^{5/2}\right]_0^9=\frac{243}{2}-\frac{486}{5}=\frac{243}{10}$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$A=\frac{81}{2}-\frac{243}{10}=\frac{162}{10}=\frac{81}{5}$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$10A=162$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162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upper boundary is made of straight lines, use the triangle/trapezoid area and subtract the integral under the curved lower boundary.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keep exact surds until they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Irrational terms that appear in individual pieces often cancel in the total; if they do not, re-check the limits.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upper boundary is made of straight lines, use the triangle/trapezoid area and subtract the integral under the curved lower boundary.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x^{3/2}dx=\frac25x^{5/2}$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$x^{5/2}=243$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$x^{5/2}=9\sqrt3$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keep exact surds until they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Irrational terms that appear in individual pieces often cancel in the total; if they do not, re-check the limits.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   (B) 2   (C) 0   (D) -1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$\left\{(x,y):\ \frac{a}{x^2}\le y\le\frac1x,\ 1\le x\le2,\ 0&lt;a&lt;1\right\}$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$\left(\log_e2\right)-\frac17$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$7a-3$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   (B) 2   (C) 0   (D) -1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Definite integration of rational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$y=\frac{a}{x^2}$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Definite integration of rational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area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equating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area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$\ln2-\frac 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equating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$\ln2-\frac17$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a{x^2}\le\frac1x$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$=\int_1^2\left(\frac1x-\frac a{x^2}\right)dx=\left[\ln x+\frac ax\right]_1^2$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$=\ln2+\frac a2-a=\ln2-\frac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$=\ln2-\frac17$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a2=\frac17$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$7a-3=-1$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-1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of a family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validity condition: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parameter inside an area equation, evaluate the integral symbolically once, then solve for the parameter.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$\int_1^2\frac{dx}{x^2}=\frac12$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$\int_1^2\frac{dx}{x}=\ln2$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of a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$\frac{a}{x^2}\le y\le\frac1x$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$\ln2-\frac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validity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$\frac{a}{x^2}\le\frac1x$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parameter inside an area equation, evaluate the integral symbolically once, then solve for the parameter.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in the first quadrant inside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outside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in the first quadrant inside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outside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$\frac\pi2-\frac23$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circle and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and parabola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and parabola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$\int_0^2\left(\sqrt{8-x^2}-\sqrt{2x}\right)dx$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is between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lies outside the circle, so nothing more.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is between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$y=\sqrt{8-x^2}$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lies outside the circle, so nothing more.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$=\int_0^2\sqrt{8-x^2}\,dx-\int_0^2\sqrt{2x}\,dx$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 x2\sqrt{8-x^2}+\frac82\sin^{-1}\frac{x}{2\sqrt2}\right]_0^2-\sqrt2\left[\frac{x\sqrt x}{3/2}\right]_0^2$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$=\frac22\sqrt{8-4}+4\sin^{-1}\frac{2}{2\sqrt2}-\frac{2\sqrt2}{3}\left(2\sqrt2-0\right)$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$=2+4\cdot\frac\pi4-\frac83=\pi-\frac23$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$\pi-\frac23$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'outside the parabola'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strip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under a parabola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circle strip.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'outside the parabola'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$x\le\frac{y^2}{2}$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strip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under a parabola and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circle strip.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Outside the parabola in the first quadrant: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inside the circle: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Outside the parabola in the first quadrant: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$y^2&gt;2x$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x&lt;\frac{y^2}{2}$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inside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$x\le\sqrt{8-y^2}$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$\frac{y^2}{2}\le\sqrt{8-y^2}$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$\int_0^2\frac{y^2}{2}dy=\frac43$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y\le2\sqrt2$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$\sqrt{8-y^2}$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$\int_2^{2\sqrt2}\sqrt{8-y^2}\,dy=\left[\frac y2\sqrt{8-y^2}+4\sin^{-1}\frac y{2\sqrt2}\right]_2^{2\sqrt2}=2\pi-(2+\pi)=\pi-2$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$=\frac43+\pi-2=\pi-\frac23$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$\pi-\frac23$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'Outside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(first quadrant)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horizontal slice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giving simpler integrals.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Quarter-disc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 the part inside the parabola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'Outside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(first quadrant)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$x\le\frac{y^2}{2}$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horizontal slice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giving simpler integrals.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$\int\sqrt{a^2-x^2}\,dx=\frac x2\sqrt{a^2-x^2}+\frac{a^2}{2}\sin^{-1}\frac xa$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Quarter-disc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 the part inside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$\left(2\pi-\left(\pi+\frac23\right)\right)$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area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two parts. The area of the smaller part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area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two parts. The area of the smaller part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$\frac13+\sqrt5\sin^{-1}\left(\frac2{\sqrt5}\right)$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$\frac13+5\sin^{-1}\left(\frac2{\sqrt5}\right)$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$\frac23+5\sin^{-1}\left(\frac2{\sqrt5}\right)$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$\frac23+\sqrt5\sin^{-1}\left(\frac2{\sqrt5}\right)$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of a circle cut by a parabola,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curves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smaller part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(horizontal slices, symmetric).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curves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$(1,\pm2)$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smaller part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$\int_{-2}^{2}\left(\sqrt{5-y^2}-\frac{y^2}{4}\right)dy$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(horizontal slices, symmetric).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part is the region inside both the circle and the parabola: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sSub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part is the region inside both the circle and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$\sqrt{5-y^2}$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y\le2$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$=\int_{-2}^{2}\left(\sqrt{5-y^2}-\frac{y^2}{4}\right)dy=2\int_0^2\left(\sqrt{5-y^2}-\frac{y^2}{4}\right)dy$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$=2\left[\left(\frac y2\sqrt{5-y^2}+\frac52\sin^{-1}\frac y{\sqrt5}\right)_0^2-\frac1{12}\left(y^3\right)_0^2\right]$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$=2\left[1+\frac52\sin^{-1}\frac2{\sqrt5}-\frac23\right]=\frac23+5\sin^{-1}\left(\frac2{\sqrt5}\right)$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$\frac23+5\sin^{-1}\left(\frac{2}{\sqrt5}\right)$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Vertical slices: a parabola part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circle part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Vertical slices: a parabola part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circle part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$1\le x\le\sqrt5$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the parabola):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$|y|\le2\sqrt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the parabola):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$\int_0^14\sqrt x\,dx=\frac83$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$|y|\le\sqrt{5-x^2}$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$2\int_1^{\sqrt5}\sqrt{5-x^2}\,dx=2\left[\frac x2\sqrt{5-x^2}+\frac52\sin^{-1}\frac{x}{\sqrt5}\right]_1^{\sqrt5}=\frac{5\pi}{2}-2-5\sin^{-1}\frac1{\sqrt5}$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complementary).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$=\frac23+5\left(\frac\pi2-\sin^{-1}\frac1{\sqrt5}\right)=\frac23+5\sin^{-1}\frac{2}{\sqrt5}$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complementary).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$\frac23+5\sin^{-1}\left(\frac{2}{\sqrt5}\right)$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circle cut by a parabola through its interior, check which side is smaller by comparing with the total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15.7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Horizontal slices are better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parabola becomes the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circle cut by a parabola through its interior, check which side is smaller by comparing with the 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$5\pi\approx15.7$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$\approx6.2$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$\sin^{-1}\frac1{\sqrt5}+\sin^{-1}\frac2{\sqrt5}=\frac\pi2$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$\frac15+\frac45=1$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Horizontal slices are better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parabola becomes the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$y=7x-x^2$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two parabolas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parabolas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area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parabolas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$\int_0^6\left(12x-2x^2\right)dx$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upper curve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$x^2-5x=7x-x^2$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$2x^2-12x=0$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$=\int_0^6\left[(7x-x^2)-(x^2-5x)\right]dx=\int_0^6\left(12x-2x^2\right)dx$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upper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$y=7x-x^2$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$=\left[6x^2-\frac{2x^3}{3}\right]_0^6=6\times36-\frac{2\times216}{3}$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$=216-144=72$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Parabola-parabola formula: the leading coefficients differ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Parabola-parabola formula: the leading coefficients differ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$(7x-x^2)-(x^2-5x)=-2x(x-6)=2x(6-x)$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$=|a|\frac{(6-0)^3}{6}=2\cdot\frac{216}{6}=72$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enclose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Opposite-opening parabolas through a common point: the difference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key printed in this PDF (198) is not the area; the working and the formula both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$y=a_1x^2+\dots$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$y=a_2x^2+\dots$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$x_1&lt;x_2$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enclose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$\frac{|a_1-a_2|(x_2-x_1)^3}{6}$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$\frac{2\cdot216}{6}=72$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Opposite-opening parabolas through a common point: the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$|a_1-a_2|$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$(x-x_1)(x_2-x)$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key printed in this PDF (198) is not the area; the working and the formula both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enclosed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enclosed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$y=\min\{\sin x,\cos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regions with minimum of two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there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elsewhere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x&lt;\cos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$\left(-\frac{3\pi}{4},\frac\pi4\right)$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there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elsewhere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$\left[-\pi,-\frac{3\pi}{4}\right]$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$\left[-\frac{3\pi}{4},\frac\pi4\right]$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$\left[\frac\pi4,\pi\right]$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$\left[-\pi,-\frac{3\pi}4\right]$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$\left[-\frac{3\pi}4,0\right]$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$\left[\frac\pi4,\frac\pi2\right]$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$A=-\int_{-\pi}^{-3\pi/4}\cos x\,dx-\int_{-3\pi/4}^{0}\sin x\,dx+\int_0^{\pi/4}\sin x\,dx+\int_{\pi/4}^{\pi/2}\cos x\,dx-\int_{\pi/2}^{\pi}\cos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$=\frac1{\sqrt2}+\left(1+\frac1{\sqrt2}\right)+\left(1-\frac1{\sqrt2}\right)+\left(1-\frac1{\sqrt2}\right)+1=4$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area over a full period is the same as in Q20.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$\min\{\sin,\cos\}(x+\pi)=-\max\{\sin,\cos\}(x)$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area over a full period is the same as in Q20.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functions have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equals the area of the max-curve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Q20 that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max-curve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$\sin(x+\pi)=-\sin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$\cos(x+\pi)=-\cos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$\min\{\sin(x+\pi),\cos(x+\pi)\}=-\max\{\sin x,\cos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$y=\min\{\sin,\cos\}$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$y=\max\{\sin,\cos\}$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functions have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equals the area of the max-curve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Q20 that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max-curve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related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max): their absolute areas over a full period are equal,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a full period,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 the crossings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zeros of the chosen branch, then integrate each interval with its sign.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$\max\{\sin x,\cos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$\min\{\sin x,\cos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related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 x+\pi$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max): their absolute areas over a full period are equal,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a full period,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$\int|\min\{\sin x,\cos x\}|dx=\int|\max\{\sin x,\cos x\}|dx=4$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 the crossings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$x=\frac\pi4+n\pi$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zeros of the chosen branch, then integrate each interval with its sign.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(8/10)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(9/10)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(10/10)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2.09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25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47 questions, 188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Area Under Curve JM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2.09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