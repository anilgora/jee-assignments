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4.0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$\sin x(1+2\cos x-3+4\sin^2x)=3$, but $2\sin 2x=4\sin x\cos x$, so the middle term is $4\cos x$, not $2\cos x$. Consequently its next lines ($2-4\cos^2x+2\cos x$ and $\frac94-(2\cos x-\frac12)^2$) are wrong; correct is $2-4\cos^2x+4\cos x=3-(2\cos x-1)^2$ with L.H.S. $\le3$. The PDF's bound L.H.S. $\le\frac94$ is therefore invalid, though its conclusion (no solution, answer D) is correct. The strictness step (equality impossible)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Equations (Exercise J-A)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EQUATION · Exercise J-A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sheet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three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x+2\sin 2x-\sin 3x=3$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infinitely many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three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bounding (range) method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right side is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$3-(2\cos x-1)^2=\frac{3}{\sin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left side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right side is more than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(nonzero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3x=3\sin x-4\sin^3x$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2x=2\sin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x\,(1+4\cos x-3+4\sin^2x)=3$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(nonzero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$4\sin^2x+4\cos x-2=\frac{3}{\sin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$2-4\cos^2x+4\cos x=\frac{3}{\sin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$3-(2\cos x-1)^2=\frac{3}{\sin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would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R.H.S.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equation has no solution,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$0&lt;\sin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$=\frac{3}{\sin x}\ge3$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$=3-1=2\ne3$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R.H.S.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equation has no solution,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no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the left side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bracket.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x-\sin 3x=-2\cos2x\sin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write the left side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 x\,(2\cos x-\cos 2x)$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bound the bracket.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x-\sin 3x=-2\cos 2x\sin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2x=4\sin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$=2\sin x\,(2\cos x-\cos 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x-\cos 2x=-2c^2+2c+1=\frac32-2\left(c-\frac12\right)^2\le\frac32$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2\sin x\cdot\frac32=3\sin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time, which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same time, which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no solution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sums of sines/cosines that equal a constant are usually settled by a bound: show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whether equality is attainable simultaneously.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pulls out a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completing the square is the quickest way to bound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mixing sums of sines/cosines that equal a constant are usually settled by a bound: show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check whether equality is attainable simultaneously.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A-\sin B=2\cos\frac{A+B}{2}\sin\frac{A-B}{2}$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x-\sin3x=-2\cos2x\sin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pulls out a common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$-2c^2+2c+1$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completing the square is the quickest way to bound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attainability of equality: two bounds meeting at a value does not give a root unless both extremes occur at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attainability of equality: two bounds meeting at a value does not give a root unless both extremes occur at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x+2\sin2x-\sin3x$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$2.73&lt;3$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Integer Type (0 to 9)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distinct solutions of the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distinct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$\frac54\cos^2 2x+\cos^4x+\sin^4x+\cos^6x+\sin^6x=2$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Integer Type(0 to 9)(4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identities and number of solutions in an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reduce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$\cos^4x+\sin^4x$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$\cos^6x+\sin^6x$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$\tan^22x=1$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$\cos^4x+\sin^4x=1-\frac12\sin^22x$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$\cos^6x+\sin^6x=1-\frac34\sin^22x$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$\frac54\cos^22x+1-\frac12\sin^22x+1-\frac34\sin^22x=2$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 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$-\frac12-\frac34=-\frac54$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$\frac54\cos^22x-\frac54\sin^22x=0$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$\cos^22x=\sin^22x$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odd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$2x\in[0,4\pi]$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2x=\pm1$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$2x=\frac{\pi}{4},\frac{3\pi}{4},\dots,\frac{15\pi}{4}$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odd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$x=\frac{\pi}{8},\frac{3\pi}{8},\frac{5\pi}{8},\frac{7\pi}{8},\frac{9\pi}{8},\frac{11\pi}{8},\frac{13\pi}{8},\frac{15\pi}{8}$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everything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zeros can be counted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everything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$\cos4x=0$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zeros can be counted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sums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L.H.S.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$\cos^22x=\frac{1+y}{2}$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$\sin^22x=\frac{1-y}{2}$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sums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$\left(1-\frac12\cdot\frac{1-y}{2}\right)+\left(1-\frac34\cdot\frac{1-y}{2}\right)=2-\frac58(1-y)$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$\frac54\cdot\frac{1+y}{2}=\frac58(1+y)$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L.H.S.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$=2+\frac58(1+y)-\frac58(1-y)=2+\frac54y$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each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$2+\frac54y=2\Rightarrow\cos4x=0$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$4x\in[0,8\pi]$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each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periods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single trigonometric function of the largest angle makes counting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all eight roots into the original equation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$\cos^4x+\sin^4x=1-\frac12\sin^22x$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$\cos^6x+\sin^6x=1-\frac34\sin^22x$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$\cos^nx+\sin^nx$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$\sin^2\theta=\frac{1-\cos2\theta}{2}$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$\cos^2\theta=\frac{1+\cos2\theta}{2}$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single trigonometric function of the largest angle makes counting easy.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$\cos(kx)=0$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kx=\pm1$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pairs)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$\cos4x=\cos\frac\pi2=0$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substituting all eight roots into the original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all distinct solutions of the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$S=\left\{x\in(-\pi,\pi):x\ne0,\pm\frac\pi2\right\}$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sum of all distinct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$\sqrt3\sec x+\operatorname{cosec}x+2(\tan x-\cot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$-\frac{7\pi}{9}$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of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of solutions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$\sqrt3\sec x+\operatorname{cosec}x$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x-\cot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share the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$\cos(x-60^\circ)=\cos2x$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$\sqrt3\sec x+\operatorname{cosec}x=2\left(\frac{\sqrt3/2}{\cos x}+\frac{1/2}{\sin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$2\left(\frac{\sqrt3/2}{\cos x}+\frac{1/2}{\sin x}\right)+2(\tan x-\cot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$2\cdot\frac{\cos(x-60^\circ)}{\sin x\cos x}+\frac{2(-\cos2x)}{\sin x\cos 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x-\cot x=\frac{\sin^2x-\cos^2x}{\sin x\cos x}=\frac{-\cos2x}{\sin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$\cos(x-60^\circ)=\cos2x$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$2x=2n\pi\pm\left(x-\frac\pi3\right)$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$x=2n\pi-\frac\pi3$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$x=(6m+1)\frac\pi9$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$(m,n\in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$x=\frac\pi9,\frac{7\pi}{9},-\frac{5\pi}{9}$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$-\frac\pi3,-\frac{5\pi}{9},\frac\pi9,\frac{7\pi}{9}$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$=\frac{(-3-5+1+7)\pi}{9}=0$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three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AP,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$\cos(x-\frac\pi3)=\cos2x$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A-\cos 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three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$3x\equiv\frac\pi3$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an AP, so their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middle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 AP with common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AP has exactly three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$\cos(x-\frac\pi3)-\cos2x=0$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$-2\sin\frac{3x-\pi/3}{2}\sin\frac{-x-\pi/3}{2}=0$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$\sin\left(\frac{3x}{2}-\frac\pi6\right)\sin\left(\frac x2+\frac\pi6\right)=0$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factor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$3x=\frac\pi3+2k\pi$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$x=\frac\pi9+\frac{2k\pi}{3}$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 AP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this AP has exactly three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$-\frac{5\pi}{9},\frac\pi9,\frac{7\pi}{9}$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$3\times\frac\pi9=\frac\pi3$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 zero: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None of these four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factor 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$x=-\frac\pi3+2k\pi$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None of these four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$=\frac\pi3-\frac\pi3=0$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sums: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combine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families form an AP with common difference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over a full period window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remove roots that make an original denominator vanish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none of the roots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$\sqrt3\sec x+\operatorname{cosec}x=\frac{\sqrt3\sin x+\cos x}{\sin x\cos x}=\frac{2\cos(x-60^\circ)}{\sin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combine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x-\cot x=-2\cot2x$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$=\frac{-2\cos2x}{\sin2x}$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x+\cot x=\frac{2}{\sin2x}$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$A=2n\pi\pm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$\sin\left(\frac{kx}{2}\right)$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families form an AP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over a full period window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mean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$3\cdot\frac\pi9$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remove roots that make an original denominator vanish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none of the roots does.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- JEE Advanced default of 4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non-zero real numbers such that the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two distinct real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non-zero real numbers such that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$\sqrt3a\cos x+2b\sin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 two distinct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tangent half-angle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 x+b\sin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tangent half-angle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only its sum and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equation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$\tan\frac{\alpha+\beta}{2}=\frac{t_1+t_2}{1-t_1t_2}$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uses only its sum and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$\sqrt3a\cdot\frac{1-t^2}{1+t^2}+2b\cdot\frac{2t}{1+t^2}=c$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Clear the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$\sqrt3a(1-t^2)+4bt=c(1+t^2)$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Rearrange: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$t^2(c+\sqrt3a)-4bt+c-\sqrt3a=0$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$t_1=\tan\frac\alpha2$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$t_2=\tan\frac\beta2$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$\frac{\alpha+\beta}{2}=\frac\pi6$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$\tan\frac{\alpha+\beta}{2}=\frac1{\sqrt3}$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$\frac{t_1+t_2}{1-t_1t_2}=\frac1{\sqrt3}$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$t_1+t_2=\frac{4b}{c+\sqrt3a}$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$t_1t_2=\frac{c-\sqrt3a}{c+\sqrt3a}$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$\frac{4b}{c+\sqrt3a-c+\sqrt3a}=\frac1{\sqrt3}$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$\frac{4b}{2\sqrt3a}=\frac1{\sqrt3}$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left side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left side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$R\cos(x-\varphi)$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two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$R\cos(x-\varphi)=c$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$\alpha+\beta=2\varphi$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$\sqrt3a\cos x+2b\sin x=R\cos(x-\varphi)$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$R\cos\varphi=\sqrt3a$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$R\sin\varphi=2b$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$\tan\varphi=\frac{2b}{\sqrt3a}$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$\cos(x-\varphi)=\frac cR$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$x=\varphi\pm\delta$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$\cos\delta=\frac cR$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$\varphi\pm\delta$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$\frac{2b}{\sqrt3a}=\frac1{\sqrt3}$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0.5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period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sum depends only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half-angle: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linear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$p\cos x+q\sin x=R\cos(x-\varphi)$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two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$p\cos x+q\sin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period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sum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half-angle: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linear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x,\sin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$\tan\frac{\alpha+\beta}{2}=\frac{t_1+t_2}{1-t_1t_2}$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misses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nothing is lost.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instance: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here: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misses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nothing is lost.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instance: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$p\cos x+q\sin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qp=\tan\frac{\theta_0}{2}$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$\frac{2b}{\sqrt3a}=\tan\frac\pi6$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- JEE Advanced default of 3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49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lists.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(I)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(P) has two elements; (Q) has three elements; (R) has four elements; (S) has five elements; (T) has six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(S);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(T);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(T);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(S);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4944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lists.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$\left\{x\in\left[-\frac{2\pi}{3},\frac{2\pi}{3}\right]:\cos x+\sin x=1\right\}$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$\left\{x\in\left[-\frac{5\pi}{18},\frac{5\pi}{18}\right]:\sqrt3\tan3x=1\right\}$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$\left\{x\in\left[-\frac{6\pi}{5},\frac{6\pi}{5}\right]:2\cos2x=\sqrt3\right\}$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$\left\{x\in\left[-\frac{7\pi}{4},\frac{7\pi}{4}\right]:\sin x-\cos x=1\right\}$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(P) has two elements; (Q) has three elements; (R) has four elements; (S) has five elements; (T) has six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(P);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equations: number of solutions in a closed interval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each equation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single angle and count its solution families inside the interval, including the endpoints.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each equation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single angle and count its solution families inside the interval, including the endpoints.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x+\sin x=1\Rightarrow\sin\left(\frac\pi4+x\right)=\frac1{\sqrt2}$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$\frac\pi4+x=n\pi+(-1)^n\frac\pi4$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$x=n\pi+(-1)^n\frac\pi4-\frac\pi4$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endpoint, included):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$\left[-\frac{2\pi}{3},\frac{2\pi}{3}\right]$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$\sqrt3\tan3x=1\Rightarrow\tan3x=\frac1{\sqrt3}$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$3x=n\pi+\frac\pi6$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$x=\frac{n\pi}3+\frac\pi{18}$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$\left[-\frac{5\pi}{18},\frac{5\pi}{18}\right]$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$x=-\frac{5\pi}{18}$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endpoint, included):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$2\cos2x=\sqrt3\Rightarrow\cos2x=\frac{\sqrt3}2$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$2x=2n\pi\pm\frac\pi6$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$x=n\pi\pm\frac\pi{12}$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(P),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(P),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(T), 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$\left[-\frac{6\pi}5,\frac{6\pi}5\right]$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$\pm\frac\pi{12},\ \pm\frac{11\pi}{12},\ \pm\frac{13\pi}{12}$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$\frac{13\pi}{12}&lt;\frac{6\pi}5$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x=1\Rightarrow\sin\left(x-\frac\pi4\right)=\frac1{\sqrt2}$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$x=n\pi+(-1)^n\frac\pi4+\frac\pi4$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$\left[-\frac{7\pi}4,\frac{7\pi}4\right]$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$x=\frac\pi2,\ -\frac{3\pi}2,\ \pi,\ 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(P),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(P),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(T), 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unit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chords meeting the circle at two points,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counted by scaling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unit circle: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x\pm\sin 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chords meeting the circle at two points,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counted by scaling the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unit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Interval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the circle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x,\sin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meets the unit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Interval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$\frac{4\pi}3&lt;2\pi$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$\left[-\frac{7\pi}4,\frac{7\pi}4\right]$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$\frac\pi2,\pi,\ \frac\pi2-2\pi=-\frac{3\pi}2,\ \pi-2\pi=-\pi$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repeats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interval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(endpoint):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within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(too large):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(P),(P),(T),(R):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$u=3x\in\left[-\frac{5\pi}6,\frac{5\pi}6\right]$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u=\frac1{\sqrt3}$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repeats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interval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$u=\frac\pi6-\pi=-\frac{5\pi}6$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(endpoint):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$v=2x\in\left[-\frac{12\pi}5,\frac{12\pi}5\right]$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v=\frac{\sqrt3}2$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$v=\pm\frac\pi6+2k\pi$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$\pm\frac{11\pi}6,\pm\frac{13\pi}6$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$\pm\frac{23\pi}6$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(too large):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$2,2,6,4$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(P),(P),(T),(R):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per period.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(unit-circle chord picture; 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x+\sin x=\sqrt2\sin\left(x+\frac\pi4\right)$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x=\sqrt2\sin\left(x-\frac\pi4\right)$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two points per period.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x+\sin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(unit-circle chord picture; 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period has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𝑙𝑒𝑛𝑔𝑡ℎ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solutions; always test the endpoints of a closed interval separately (II has a root exactly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trick: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interval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a standard 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per period has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k\cdot\frac{\text{length}}{T}$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solutions; always test the endpoints of a closed interval separately (II has a root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$-\frac{5\pi}{18}$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Scaling trick: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interval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$[-ka,ka]$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is a standard 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59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each entry in List-I to the correct entry in List-II.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(P) the number of elements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in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(1) is 1; (2) is 2; (3) is 3; (4) is 4; (5) is 5.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(1);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5917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each entry in List-I to the correct entry in List-II.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List-I: (P) 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$\left\{x\in[-\pi,\pi]:\sin^6x+\cos^4x=1\right\}$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$\left\{x\in\left[-\frac\pi2,\frac\pi2\right]:\sin^2x+\cos^6x=1\right\}$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$\left\{x\in[-\pi,\pi]:\cos^2\frac x2-\sin^2x=\frac12\right\}$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$\left\{x\in[-2\pi,2\pi]:6\sin^2\frac x2-\cos3x=3\right\}$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List-II: (1) is 1; (2) is 2; (3) is 3; (4) is 4; (5) is 5.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number of solutions in an interval (bounding and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equations: number of solutions in an interval (bounding and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when both inequalities are equalities.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$\sin^6x\le\sin^2x$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$\cos^4x\le\cos^2x$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when both inequalities are equalities.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$\sin^6x\le\sin^2x$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$\cos^4x\le\cos^2x$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$\sin^6x+\cos^4x\le\sin^2x+\cos^2x=1$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$\cos^2x(\cos^2x-1)=0$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$x=-\pi,0,\pi$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$x=-\frac\pi2,\frac\pi2$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$\sin^2x+\cos^6x=1\Rightarrow\cos^6x=\cos^2x\Rightarrow\cos^2x(\cos^4x-1)=0$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$x=-\frac\pi2,0,\frac\pi2$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value is below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 x2-\sin^2x=\frac12\Rightarrow\frac{1+\cos x}{2}-\left(1-\cos^2x\right)=\frac12\Rightarrow2\cos^2x+\cos 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x=\frac{-1+\sqrt{17}}{4}$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value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rejected;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x=\frac{-1+\sqrt{17}}4\approx0.78$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$x=\pm\cos^{-1}(0.78)$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$6\sin^2\frac x2-\cos3x=3\Rightarrow\cos3x=3\left(2\sin^2\frac x2-1\right)=-3\cos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$4\cos^3x-3\cos x=-3\cos x\Rightarrow4\cos^3x=0\Rightarrow\cos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$x=-\frac{3\pi}2,-\frac\pi2,\frac\pi2,\frac{3\pi}2$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Eliminate options with a parity argument on (R) and quick substitution checks on (P), without solving everything.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clearly satisfy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substitution, so (P) has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elements;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 only (it cannot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leaves options (B) and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(R): the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non-zero roots occur in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$x=0,\pm\frac\pi2,\pm\pi$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clearly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$\sin^6x+\cos^4x=1$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substitution, so (P) has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elements;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 only (it cannot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This leaves options (B) and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(R):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$\cos^2\frac x2-\sin^2x$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non-zero roots occur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root; hence the number of roots is even, and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in option (C)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(B) survives: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(5),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(3),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(4), matching the full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$1-0=1\ne\frac12$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root; hence the number of roots is even, and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 in option (C) is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option (B) survives: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(5),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(3),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(2),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(4), matching the full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the (S)-type equation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functions have an even number of non-zero roots in a symmetric interval;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the total is even (a quick elimination tool for matching lists).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x|^{2m}\le\sin^2x$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$\cos^{2m}x\le\cos^2x$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$\sin^{2p}x+\cos^{2q}x\le1$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$\cos3x=4\cos^3x-3\cos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$6\sin^2\frac x2=3-3\cos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the (S)-type equation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functions have an even number of non-zero roots in a symmetric interval;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root the total is even (a quick elimination tool for matching lists).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reject quadratic roots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discarded.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 were verified numerically, as were the counts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reject quadratic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 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$\frac{-1-\sqrt{17}}4\approx-1.28$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discarded.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$x=\pm\frac\pi2,0,\pm\pi$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 were verified numerically, as were the counts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$5,3,2,4$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Integer (0-9)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6 questions, 22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Equations (Exercise J-A) SHEET TRIGONOMETRIC EQUATION · Exercise J-A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