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Sheet1!$A$2:$A$9</c:f>
              <c:strCache>
                <c:ptCount val="8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2.0</c:v>
                </c:pt>
                <c:pt idx="1">
                  <c:v>3.0</c:v>
                </c:pt>
                <c:pt idx="2">
                  <c:v>2.0</c:v>
                </c:pt>
                <c:pt idx="3">
                  <c:v>3.0</c:v>
                </c:pt>
                <c:pt idx="4">
                  <c:v>3.0</c:v>
                </c:pt>
                <c:pt idx="5">
                  <c:v>4.0</c:v>
                </c:pt>
                <c:pt idx="6">
                  <c:v>4.0</c:v>
                </c:pt>
                <c:pt idx="7">
                  <c:v>4.0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only states 'n = 5 and m = 16' and never shows that 16 is the smallest m (nor that m = 1 is excluded since it gives n = 0). Added the divisibility argument for minimality. Answer 5 unchanged (checked by brute force).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never shows that (C) is false (it only writes $g(2m,2n)=2^{2(m+n)}$ and moves on) and its f-simplification line is garbled. Rewrote the simplification step by step and added the (C) argument. Answer ABD unchanged (checked numerically for m, n up to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concludes '$b^3=\frac{35\times27}{280}=\frac32$' - the value of $b^3$ is $\frac{27}8$ (not $\frac32$); $\frac32$ is $b$. Also the first coefficient is displayed as $\left(\frac{70}{(27b)}\right)^r$ with the $x^{8-3r}$ typed loosely. Fixed both; answer 3 unchanged (checked).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Binomial Theorem (Exercise J-A)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Sheet JA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Exercise J-A: JEE Advanced previous-year questions (2013-2025)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for single-correct, one-or-more-correct, integer and numerical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coefficients of three consecutive terms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coefficients of three consecutive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$(1+x)^{n+5}$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$5:10:14$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Ratio of consecutive binomial coefficients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each ratio of coefficients into a linear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$\frac{\binom{N}{r}}{\binom{N}{r-1}}=\frac{N-r+1}{r}$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each ratio of coefficients into a linear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three consecutive coefficients be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two: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Last two: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three consecutive coefficients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$\binom{n+5}{r-1},\ \binom{n+5}{r},\ \binom{n+5}{r+1}$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two: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$\frac{\binom{n+5}{r-1}}{\binom{n+5}{r}}=\frac{r}{n-r+6}=\frac{5}{10}=\frac12$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$2r=n-r+6$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$n=3r-6$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Last two: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$\frac{\binom{n+5}{r}}{\binom{n+5}{r+1}}=\frac{r+1}{n-r+5}=\frac{10}{14}=\frac57$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$7r+7=5n-5r+25$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$12r=5n+18$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(1) in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(1) in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$12r=15r-30+18$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$3r=12$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$n=3(4)-6=6$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coefficients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three consecutive terms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coefficients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$a:b:c$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three consecutive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$(1+x)^N$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$N+1=\frac{(a+b)(b+c)}{b^2-ac}$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consecutive coefficients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consecutive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ba=\frac{N-r+1}{r}$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$\frac{N+1}{r}=\frac{a+b}{a}$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$r=\frac{a(N+1)}{a+b}$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cb=\frac{N-r}{r+1}$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$\frac{N+1}{r+1}=\frac{b+c}{b}$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$r+1=\frac{b(N+1)}{b+c}$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$1=(N+1)\left[\frac{b}{b+c}-\frac{a}{a+b}\right]=(N+1)\frac{b^2-ac}{(a+b)(b+c)}$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as it must be.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$N+1=\frac{(a+b)(b+c)}{b^2-ac}=\frac{15\cdot24}{100-70}=12$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$a:b:c=5:10:14$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$N=11=n+5$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$r=\frac{5\cdot12}{15}=4$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as it must be.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Consecutive coefficients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one-line ratio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three consecutive coefficients are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consecutive coefficients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one equation, two unknowns, so a third ratio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comes out a positive integer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Consecutive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$\frac{\binom N{r}}{\binom N{r-1}}=\frac{N-r+1}{r}$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one-line ratio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three consecutive coefficients are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$a:b:c$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$N+1=\frac{(a+b)(b+c)}{b^2-ac}$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$r=\frac{a(N+1)}{a+b}$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$a:b:c=5:10:14$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consecutive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$a:b$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$r=\frac{a(N+1)}{a+b}$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one equation, two unknowns, so a third ratio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comes out a positive integer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$r+1\le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$(1+x^2)^4(1+x^3)^7(1+x^4)^{12}$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$1120$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Coefficient in a product of binomial expansions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rewrite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cut the work.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$(1-x^2)(1+x^2)(1+x^4)=1-x^8$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rewrite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$(1+x^2)^4(1+x^4)^4$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$\left(\frac{1-x^8}{1-x^2}\right)^4$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cut the work.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product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every factor except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only even powers, so an odd power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needed: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too big.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(higher powers are irrelevant).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$(1-x^2)(1+x^2)(1+x^4)=1-x^8$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$(1+x^2)^4(1+x^4)^4=\left(\frac{1-x^8}{1-x^2}\right)^4$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product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$(1-x^8)^4(1-x^2)^{-4}(1+x^4)^8(1+x^3)^7$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every factor except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$(1+x^3)^7$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only even powers, so an odd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needed: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too big.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$(1-x^8)^4=1-4x^8+\dots$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$(1-4x^8)(7x^3+35x^9)=7x^3+35x^9-28x^{11}+\dots$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(higher powers are irrelevant).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we need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$(7+35x^6-28x^8)(1+x^4)^8(1-x^2)^{-4}$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$(1+x^4)^8=1+8x^4+28x^8+\dots$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$(7+35x^6-28x^8)(1+8x^4+28x^8)=7+56x^4+35x^6+168x^8+\dots$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$196-28=168$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we need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$(7+56t^2+35t^3+168t^4)(1-t)^{-4}$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$[t^k](1-t)^{-4}=\binom{k+3}{3}$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$=7\binom73+56\binom53+35\binom43+168=245+560+140+168=1113$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1113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ways to pick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from the three factors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weight each by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PDF's alternative).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ways to pick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from the three factors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$2x+3y+4z=11$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weight each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$\binom4x\binom7y\binom{12}z$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PDF's alternative).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term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arises by taking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4 factors,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7 factors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12 factors,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contributes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odd: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arises by 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4 factors,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7 factors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12 factors,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$2x+3y+4z=11$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contributes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$\binom4x\binom7y\binom{12}z$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odd: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$3y\le11$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$2x+4z=8$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$(x,z)=(0,2),(2,1),(4,0)$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$\binom40\binom71\binom{12}2=7\cdot66=462$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$\binom42\binom71\binom{12}1=6\cdot7\cdot12=504$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$\binom44\binom71\binom{12}0=7$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$2x+4z=2$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$(x,z)=(1,0)$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$\binom41\binom73=4\cdot35=140$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$=462+504+7+140=1113$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1113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product of binomials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small target power, list the solutions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parity argument cuts cases fast: if the target is odd, an odd-exponent factor must contribute an odd count.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product of binomials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$\prod(1+x^{a_i})^{k_i}$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small target power, list the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a_ix_i=s$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$\prod\binom{k_i}{x_i}$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parity argument cuts cases fast: if the target is odd, an odd-exponent factor must contribute an odd count.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$(1+x)(1+x^2)(1+x^4)\cdots(1+x^{2^k})=\frac{1-x^{2^{k+1}}}{1-x}$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$(1-x^2)(1+x^2)(1+x^4)=1-x^8$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$(1-t)^{-k}=\sum_{j\ge0}\binom{j+k-1}{k-1}t^j$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$(1-t)^{-4}$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$[t^j]=\binom{j+3}{3}$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$(1+x)(1+x^2)(1+x^3)\cdots(1+x^{100})$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Coefficient in a product of binomials (distinct-part partitions)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counts the ways to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sum of distinct positive integers.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counts the ways to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sum of distinct positive integers.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some of the factors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rest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the chosen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are distinct and add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coefficient is the number of ways to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sum of distinct integers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upper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matters.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two parts: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cases.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some of the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$(1+x^k)$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rest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the chosen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are distinct and add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coefficient is the number of ways to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sum of distinct integers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upper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matters.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two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$(1,8),(2,7),(3,6),(4,5)$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cases.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parts: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or more parts would need sum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$(1,2,6),(1,3,5),(2,3,4)$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or more parts would need sum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$1+2+3+4=10&gt;9$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$=5+3=8$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Euler's theorem: partitions into distinct parts are equinumerous with partitions into odd parts,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∏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Euler's theorem: partitions into distinct parts are equinumerous with partitions into odd parts,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$\prod(1+x^k)=\prod\frac{1}{1-x^{2k-1}}$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even factors cancel), so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counts partitions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odd parts.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 parts available: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$\prod_{k\ge1}(1+x^k)=\prod_{k\ge1}\frac{1-x^{2k}}{1-x^k}=\prod_{k\ge1}\frac{1}{1-x^{2k-1}}$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even factors cancel), so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counts partitions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odd parts.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 parts available: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$1,3,5,7,9$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List them: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partitions, the same answer as the direct count of distinct-part partitions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List them: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$7+1+1$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$5+3+1$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$5+1+1+1+1$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$3+3+3$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$3+3+1+1+1$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$3+1\times6$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$1\times9$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partitions, the same answer as the direct count of distinct-part partitions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$5+3+1$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$4+3+2$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number of partitions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distinct parts.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number of partitions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odd parts.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Dually,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counts subsets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their sum: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subsets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parts larger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excluded - the limit matters only then.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$\prod_{k=1}^{N}(1+x^k)$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number of partitions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distinct parts.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number of partitions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odd parts.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$q(1..10)=1,1,2,2,3,4,5,6,8,10$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Dually,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$\prod_{k=1}^N(1+x^k)$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counts subsets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$\{1..N\}$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their sum: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subsets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$s&gt;N$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parts larger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excluded - the limit matters only then.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smallest positive integer such that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positive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smallest positive integer such that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$(1+x)^2+(1+x)^3+\cdots+(1+x)^{49}+(1+mx)^{50}$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$(3n+1)\binom{51}{3}$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positive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Coefficient of x² in a sum of binomial expansions, Hockey-stick identity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condition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$\binom{51}{3}=\binom{50}{3}+\binom{50}{2}$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condition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$m^2=51n+1$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Hockey-stick: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k2$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$(1+mx)^{50}$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$\binom{50}2m^2$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$\binom22+\binom32+\cdots+\binom{49}2+\binom{50}2m^2$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Hockey-stick: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$\binom22+\binom32+\cdots+\binom{49}2=\binom{50}3$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$\binom{50}3+\binom{50}2m^2=(3n+1)\binom{51}3$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$\binom{51}3=\binom{50}3+\binom{50}2$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$\binom{50}3+\binom{50}2+(m^2-1)\binom{50}2=3n\binom{51}3+\binom{51}3$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$(m^2-1)\binom{50}2=3n\binom{51}3$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divide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smallest candidates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qualifies.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$\binom{51}3\big/\binom{50}2=17$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$m^2-1=51n$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$n=\frac{m^2-1}{51}$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$(m-1)(m+1)$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$51=3\cdot17$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divide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smallest candidates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$m+1=17$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$m-1=15$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qualifies.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$n=\frac{256-1}{51}=5$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the geometric series first, so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read off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the geometric series first, so the coefficient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read off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$\frac{(1+x)^{50}-(1+x)^2}{x}$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$(m-1)(m+1)$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(geometric series with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equate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20825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$(1+x)^2+\cdots+(1+x)^{49}=\frac{(1+x)^{50}-(1+x)^2}{x}$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(geometric series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$(1+x)^{50}-(1+x)^2$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$\binom{50}3=19600$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$\binom{50}2m^2=1225m^2$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equate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$(3n+1)\binom{51}3=(3n+1)\cdot20825$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smallest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$16+m^2=17(3n+1)$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$m^2=51n+1$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$(m-1)(m+1)=3\cdot17\cdot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smallest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$15\cdot17=255=51\cdot5$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Hockey-stick identity: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easy to forget.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Pascal: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test the smallest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each prime dividing one factor; exclude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positive.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Hockey-stick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$\sum_{k=r}^{N}\binom kr=\binom{N+1}{r+1}$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$\sum_{k=2}^{49}\binom k2=\binom{50}3$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$(1+mx)^N$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Nr m^r$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easy to forget.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Pascal: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$\binom{51}3=\binom{50}3+\binom{50}2$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$\binom{N+1}{3}\big/\binom N2=\frac{N+1}{3}$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$m^2\equiv1\pmod{pq}$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$(m-1)(m+1)$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test the smallest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each prime dividing one factor; exclude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positive.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binomial coefficients. Then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1430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$X=\left(^{10}C_1\right)^2+2\left(^{10}C_2\right)^2+3\left(^{10}C_3\right)^2+\cdots+10\left(^{10}C_{10}\right)^2$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$^{10}C_r$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$r\in\{1,2,\dots,10\}$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binomial coefficients.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$\frac1{1430}X$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coefficient identities, Vandermonde's identity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Vandermonde's identity to collapse the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$r\binom{10}{r}=10\binom9{r-1}$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Vandermonde's identity to collapse the sum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$10\binom{19}9$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$X=\sum_{r=1}^{10}r\binom{10}r^2$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$r\binom{10}r=10\binom9{r-1}$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$X=10\sum_{r=1}^{10}\binom9{r-1}\binom{10}r$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$\binom{10}r=\binom{10}{10-r}$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$X=10\sum_{r=1}^{10}\binom9{r-1}\binom{10}{10-r}$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lower indices add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Vandermonde's identity the sum equals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92378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923780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92378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92378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lower indices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$(r-1)+(10-r)=9$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Vandermonde's identity the sum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$\binom{19}9$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$X=10\binom{19}9=10\times92378=923780$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X{1430}=\frac{10\binom{19}9}{1430}=\frac{\binom{19}9}{143}=\frac{92378}{143}=646$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$92378=2\cdot11\cdot13\cdot17\cdot19=143\times646$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646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Symmetry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$r\leftrightarrow10-r$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r\binom{10}r^2=\frac{10}2\sum\binom{10}r^2=5\binom{20}{10}$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the two forms: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$S=\sum_{r=0}^{10}r\binom{10}r^2$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$\binom{10}r=\binom{10}{10-r}$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$S=\sum_{r=0}^{10}(10-r)\binom{10}r^2$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the two forms: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$2S=10\sum_{r=0}^{10}\binom{10}r^2=10\binom{20}{10}$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$S=5\binom{20}{10}$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184756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184756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923780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923780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$\binom{20}{10}=184756$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$X=5\times184756=923780$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X{1430}=\frac{923780}{1430}=646$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646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(absorption); also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den>
                            </m:f>
                          </m:e>
                        </m:d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special case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923780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Weights that are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handled by the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replaces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its average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$r\binom nr=n\binom{n-1}{r-1}$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(absorption);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nr=\binom n{n-r}$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$\sum_i\binom mi\binom n{p-i}=\binom{m+n}p$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special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$\sum_r\binom nr^2=\binom{2n}n$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$\sum_{r=0}^n r\binom nr^2=n\binom{2n-1}{n-1}=\frac n2\binom{2n}n$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$10\binom{19}9=923780=5\binom{20}{10}$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Weights that are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handled by the symmetry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$r\to n-r$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replaces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its average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408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nonnegative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positive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den>
                                </m:f>
                              </m:e>
                            </m:d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for any nonnegative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den>
                            </m:f>
                          </m:e>
                        </m:d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is/are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positive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positive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positive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positive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408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nonnegative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sr=\begin{cases}\frac{s!}{r!(s-r)!}&amp;\text{if }r\le s,\\0&amp;\text{if }r&gt;s.\end{cases}$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positive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$g(m,n)=\sum_{p=0}^{m+n}\frac{f(m,n,p)}{\binom{n+p}{p}}$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for any nonnegative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$f(m,n,p)=\sum_{i=0}^{p}\binom mi\binom{n+i}{p}\binom{p+n}{p-i}$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is/are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$g(m,n)=g(n,m)$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positive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$g(m,n+1)=g(m+1,n)$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positive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$g(2m,2n)=2g(m,n)$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positive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$g(2m,2n)=\left(g(m,n)\right)^2$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positive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coefficient identities, Vandermonde's identity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the product of the last two coefficients to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Vandermonde then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the product of the last two coefficients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$\binom{n+p}{p}\binom n{p-i}$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Vandermonde then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$g(m,n)=2^{m+n}$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out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$\binom{n+i}p\binom{p+n}{p-i}=\frac{(n+i)!}{p!\,(n+i-p)!}\cdot\frac{(p+n)!}{(p-i)!\,(n+i)!}=\frac{(n+p)!}{p!\,(n+i-p)!\,(p-i)!}$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sides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den>
                            </m:f>
                          </m:e>
                        </m:d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Vandermonde's identity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den>
                            </m:f>
                          </m:e>
                        </m:d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$\binom{n+p}p\cdot\frac{n!}{(n+i-p)!\,(p-i)!}=\binom{n+p}p\binom n{p-i}$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sides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$n+i&lt;p$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$f(m,n,p)=\binom{n+p}p\sum_{i=0}^p\binom mi\binom n{p-i}$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Vandermonde's identity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$\sum_i\binom mi\binom n{p-i}=\binom{m+n}p$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$f(m,n,p)=\binom{n+p}p\binom{m+n}p$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$g(m,n)=\sum_{p=0}^{m+n}\binom{m+n}p=2^{m+n}$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$g(m,n)=2^{m+n}=2^{n+m}=g(n,m)$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$g(m,n+1)=2^{m+n+1}=g(m+1,n)$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are equal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 for positive integers: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options: (A),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$g(2m,2n)=2^{2(m+n)}$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$2g(m,n)=2^{m+n+1}$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are equal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 for positive integers: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$g(2m,2n)=2^{2(m+n)}=\left(2^{m+n}\right)^2=\left(g(m,n)\right)^2$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options: (A),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the definition for tiny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expose the pattern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settle (C) and (D)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the definition for tiny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$m,n$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$4,8,8,16$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expose the pattern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$2^{m+n}$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settle (C) and (D)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$f(1,1,p)=1,4,3$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$\binom{1+p}p=1,2,3$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$g(1,1)=1+2+1=4$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$f(1,2,p)=1,9,18,10$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$\binom{2+p}p=1,3,6,10$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$1+3+3+1=8$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$f(2,1,p)=1,6,9,4$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$1+3+3+1=8$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$f(2,2,p)=1,12,36,40,15$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$\binom{2+p}p=1,3,6,10,15$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$1+4+6+4+1=16$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is false. (D):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symmetric formula makes (A) and (B) true, and (D) true, (C) false. Answer (A, B,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$g(2,2)=16\ne2g(1,1)=8$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is false. 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$g(2,2)=16=4^2=g(1,1)^2$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$g(1,1),g(1,2),g(2,1),g(2,2)=2^2,2^3,2^3,2^4$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$g=2^{m+n}$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symmetric formula makes (A) and (B) true, and (D) true, (C) false. Answer (A, B,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Vandermonde's identity: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den>
                            </m:f>
                          </m:e>
                        </m:d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(compare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factorial ratios: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cancel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regroup.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long-looking definition problem, compute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hand: a pattern such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usually shows up and eliminates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statement of the form 'for all positive integers' fails if one value fails: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kills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Vandermonde's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$\sum_{i}\binom mi\binom n{p-i}=\binom{m+n}p$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(compare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$(1+x)^m(1+x)^n$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factorial ratios: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$\binom{n+i}p\binom{p+n}{p-i}=\binom{n+p}p\binom n{p-i}$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$(n+i)!$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regroup.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$\sum_{p=0}^N\binom Np=2^N$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long-looking definition problem, compute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hand: a pattern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$2^{m+n}$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usually shows up and eliminates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statement of the form 'for all positive integers' fails if one value fails: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$g(2,2)\ne2g(1,1)$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kills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nonzero real numbers. If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nonzero real numbers. If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$\left(ax^2+\frac{70}{27bx}\right)^4$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$\left(ax-\frac1{bx^2}\right)^7$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General term of a binomial expansion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exponent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each general term;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cancels, leaving a single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exponent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each general term;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cancels, leaving a single equation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expansion: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expansion: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expansion: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$T_{r+1}=\binom4r(ax^2)^{4-r}\left(\frac{70}{27bx}\right)^r=\binom4r a^{4-r}\left(\frac{70}{27b}\right)^rx^{8-3r}$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$8-3r=5$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$=4a^3\cdot\frac{70}{27b}=\frac{280a^3}{27b}$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expansion: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$T_{r+1}=\binom7r(ax)^{7-r}\left(-\frac1{bx^2}\right)^r=\binom7ra^{7-r}\left(-\frac1b\right)^rx^{7-3r}$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Cancel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$7-3r=-5$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$12=3r$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$=\binom74a^3\left(-\frac1b\right)^4=\frac{35a^3}{b^4}$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$\frac{35a^3}{b^4}=\frac{280a^3}{27b}$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$b^3=\frac{35\cdot27}{280}=\frac{27}8$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Pull out a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each bracket becomes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needed coefficient is then a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no exponent equation to solve.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Pull out a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each bracket becomes a polynomial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needed coefficient is then a coefficient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no exponent equation to solve.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namely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namely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$\left(ax^2+\frac{c}{x}\right)^4=x^{-4}(ax^3+c)^4$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$c=\frac{70}{27b}$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$x^9=y^3$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$(ay+c)^4$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namely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$\binom43a^3c=4a^3c=\frac{280a^3}{27b}$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$\left(ax-\frac1{bx^2}\right)^7=x^{-14}\left(ax^3-\frac1b\right)^7$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$x^{9}=y^3$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$\left(ay-\frac1b\right)^7$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namely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$\binom73a^3\left(-\frac1b\right)^4=\frac{35a^3}{b^4}$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and cancel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and 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$\frac{35}{b^4}=\frac{280}{27b}$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$b^3=\frac{27}8$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exponent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Factor-out trick: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coefficient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both coefficients carry the same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cancels; only the other 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determined. Always note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what allows this.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Watch the sign: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positive.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$T_{r+1}=\binom nrA^{n-r}B^r$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$(ax^p+cx^{-q})^n$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exponent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$p(n-r)-qr$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Factor-out trick: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$(ax^p+cx^{-q})^n=x^{-qn}(ax^{p+q}+c)^n$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coefficient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$[y^k]$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$(ay+c)^n$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$y=x^{p+q}$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both coefficients carry the same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cancels; only the other parameter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determined. Always 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what allows this.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Watch the sign: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$\left(-\frac1b\right)^r=\frac{(-1)^r}{b^r}$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positive.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real numbers such that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largest among the numbers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$a_0,a_1,\dots,a_{23}$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real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$\left(1+\frac25x\right)^{23}=\sum_{i=0}^{23}a_ix^i$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largest among the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j\le23$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Greatest term and greatest coefficient of a binomial expansion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terms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 numerically greatest term; use the formula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$\left(1+\frac25\right)^{23}$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 numerically greatest term; use the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$\frac{n+1}{1+\frac1b}$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each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term of this expansion.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numerically greatest term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compute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6.857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an integer.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$\left(1+\frac25\right)^{23}=a_0+a_1+\cdots+a_{23}$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$a_j=\binom{23}j\left(\frac25\right)^j$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$(j+1)$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term of this expansion.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numerically greatest term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$\left(1+\frac25\right)^{23}$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$(1+b)^n$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$\frac{n+1}{1+\frac1b}$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$\frac{24}{1+\frac52}=\frac{48}7=6.857\ldots$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an integer.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greatest term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⌊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greatest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$T_{\lfloor48/7\rfloor+1}=T_7$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$T_7=a_6$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Rescale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binomial probability distribution: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largest at the mode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Rescale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$\left(1+\frac25x\right)^{23}$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binomial probability distribution: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largest at the mode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$\mathrm{Bin}\left(23,\frac27\right)$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$\lfloor(n+1)p\rfloor$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factor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at the mode of this distribution.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$1+\frac25x=\frac75\left(\frac57+\frac27x\right)$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$a_r=\left(\frac75\right)^{23}\binom{23}r\left(\frac27\right)^r\left(\frac57\right)^{23-r}$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$\binom{23}r\left(\frac27\right)^r\left(\frac57\right)^{23-r}$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$P(\mathrm{Bin}(23,\tfrac27)=r)$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at the mode of this distribution.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mode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6.86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ratios: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mode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$\mathrm{Bin}(n,p)$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$\lfloor(n+1)p\rfloor$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$(n+1)p$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$24\cdot\frac27=\frac{48}7=6.86$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ratios: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$\frac{a_{r+1}}{a_r}=\frac{2(23-r)}{5(r+1)}$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$\frac{a_6}{a_5}=\frac{36}{30}&gt;1$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$\frac{a_7}{a_6}=\frac{34}{35}&lt;1$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Greatest term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that quantity is an integer, two terms are equal and greatest.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test: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coefficients rise while this exceeds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Greatest term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$(1+b)^n$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$r=\left\lfloor\frac{n+1}{1+1/b}\right\rfloor=\left\lfloor\frac{(n+1)b}{1+b}\right\rfloor$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that quantity is an integer, two terms are equal and greatest.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test: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$\frac{a_{r+1}}{a_r}=\frac{n-r}{r+1}\cdot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coefficients rise while this exceeds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$r&lt;\frac{nb-1}{1+b}$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scale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read it as a binomial distribution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term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largest coefficient and the greatest term at another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different problems.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$\mathrm{Bin}(n,p)$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$\lfloor(n+1)p\rfloor$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scale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$(1+bx)^n$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$(1+b)^n$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read it as a binomial distribution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 b{1+b}$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$\binom{23}j(2/5)^j$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term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largest coefficient and the greatest term at another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different problems.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(1/2)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(2/2)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3.12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8 questions, 32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Binomial Theorem JA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3.12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